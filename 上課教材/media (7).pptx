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notesSlides/notesSlide3.xml" ContentType="application/vnd.openxmlformats-officedocument.presentationml.notesSlide+xml"/>
  <Override PartName="/ppt/tags/tag2.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3.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4.xml" ContentType="application/vnd.openxmlformats-officedocument.presentationml.tags+xml"/>
  <Override PartName="/ppt/notesSlides/notesSlide10.xml" ContentType="application/vnd.openxmlformats-officedocument.presentationml.notesSlide+xml"/>
  <Override PartName="/ppt/tags/tag5.xml" ContentType="application/vnd.openxmlformats-officedocument.presentationml.tags+xml"/>
  <Override PartName="/ppt/notesSlides/notesSlide11.xml" ContentType="application/vnd.openxmlformats-officedocument.presentationml.notesSlide+xml"/>
  <Override PartName="/ppt/tags/tag6.xml" ContentType="application/vnd.openxmlformats-officedocument.presentationml.tags+xml"/>
  <Override PartName="/ppt/notesSlides/notesSlide12.xml" ContentType="application/vnd.openxmlformats-officedocument.presentationml.notesSlide+xml"/>
  <Override PartName="/ppt/tags/tag7.xml" ContentType="application/vnd.openxmlformats-officedocument.presentationml.tags+xml"/>
  <Override PartName="/ppt/notesSlides/notesSlide13.xml" ContentType="application/vnd.openxmlformats-officedocument.presentationml.notesSlide+xml"/>
  <Override PartName="/ppt/tags/tag8.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7.xml" ContentType="application/vnd.openxmlformats-officedocument.presentationml.notesSlide+xml"/>
  <Override PartName="/ppt/tags/tag9.xml" ContentType="application/vnd.openxmlformats-officedocument.presentationml.tags+xml"/>
  <Override PartName="/ppt/notesSlides/notesSlide18.xml" ContentType="application/vnd.openxmlformats-officedocument.presentationml.notesSlide+xml"/>
  <Override PartName="/ppt/tags/tag10.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ags/tag11.xml" ContentType="application/vnd.openxmlformats-officedocument.presentationml.tags+xml"/>
  <Override PartName="/ppt/notesSlides/notesSlide26.xml" ContentType="application/vnd.openxmlformats-officedocument.presentationml.notesSlide+xml"/>
  <Override PartName="/ppt/tags/tag12.xml" ContentType="application/vnd.openxmlformats-officedocument.presentationml.tags+xml"/>
  <Override PartName="/ppt/notesSlides/notesSlide27.xml" ContentType="application/vnd.openxmlformats-officedocument.presentationml.notesSlide+xml"/>
  <Override PartName="/ppt/tags/tag13.xml" ContentType="application/vnd.openxmlformats-officedocument.presentationml.tags+xml"/>
  <Override PartName="/ppt/notesSlides/notesSlide28.xml" ContentType="application/vnd.openxmlformats-officedocument.presentationml.notesSlide+xml"/>
  <Override PartName="/ppt/tags/tag14.xml" ContentType="application/vnd.openxmlformats-officedocument.presentationml.tags+xml"/>
  <Override PartName="/ppt/notesSlides/notesSlide29.xml" ContentType="application/vnd.openxmlformats-officedocument.presentationml.notesSlide+xml"/>
  <Override PartName="/ppt/tags/tag15.xml" ContentType="application/vnd.openxmlformats-officedocument.presentationml.tags+xml"/>
  <Override PartName="/ppt/notesSlides/notesSlide30.xml" ContentType="application/vnd.openxmlformats-officedocument.presentationml.notesSlide+xml"/>
  <Override PartName="/ppt/tags/tag16.xml" ContentType="application/vnd.openxmlformats-officedocument.presentationml.tags+xml"/>
  <Override PartName="/ppt/notesSlides/notesSlide31.xml" ContentType="application/vnd.openxmlformats-officedocument.presentationml.notesSlide+xml"/>
  <Override PartName="/ppt/tags/tag17.xml" ContentType="application/vnd.openxmlformats-officedocument.presentationml.tags+xml"/>
  <Override PartName="/ppt/notesSlides/notesSlide32.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46"/>
  </p:notesMasterIdLst>
  <p:sldIdLst>
    <p:sldId id="256" r:id="rId2"/>
    <p:sldId id="306" r:id="rId3"/>
    <p:sldId id="314" r:id="rId4"/>
    <p:sldId id="307" r:id="rId5"/>
    <p:sldId id="308" r:id="rId6"/>
    <p:sldId id="281" r:id="rId7"/>
    <p:sldId id="282" r:id="rId8"/>
    <p:sldId id="316" r:id="rId9"/>
    <p:sldId id="272" r:id="rId10"/>
    <p:sldId id="284" r:id="rId11"/>
    <p:sldId id="283" r:id="rId12"/>
    <p:sldId id="315" r:id="rId13"/>
    <p:sldId id="304" r:id="rId14"/>
    <p:sldId id="274" r:id="rId15"/>
    <p:sldId id="310" r:id="rId16"/>
    <p:sldId id="309" r:id="rId17"/>
    <p:sldId id="261" r:id="rId18"/>
    <p:sldId id="285" r:id="rId19"/>
    <p:sldId id="289" r:id="rId20"/>
    <p:sldId id="264" r:id="rId21"/>
    <p:sldId id="259" r:id="rId22"/>
    <p:sldId id="317" r:id="rId23"/>
    <p:sldId id="278" r:id="rId24"/>
    <p:sldId id="279" r:id="rId25"/>
    <p:sldId id="269" r:id="rId26"/>
    <p:sldId id="271" r:id="rId27"/>
    <p:sldId id="280" r:id="rId28"/>
    <p:sldId id="273" r:id="rId29"/>
    <p:sldId id="311" r:id="rId30"/>
    <p:sldId id="277" r:id="rId31"/>
    <p:sldId id="265" r:id="rId32"/>
    <p:sldId id="290" r:id="rId33"/>
    <p:sldId id="291" r:id="rId34"/>
    <p:sldId id="292" r:id="rId35"/>
    <p:sldId id="294" r:id="rId36"/>
    <p:sldId id="295" r:id="rId37"/>
    <p:sldId id="296" r:id="rId38"/>
    <p:sldId id="297" r:id="rId39"/>
    <p:sldId id="298" r:id="rId40"/>
    <p:sldId id="299" r:id="rId41"/>
    <p:sldId id="312" r:id="rId42"/>
    <p:sldId id="300" r:id="rId43"/>
    <p:sldId id="305" r:id="rId44"/>
    <p:sldId id="288" r:id="rId45"/>
  </p:sldIdLst>
  <p:sldSz cx="12192000" cy="6858000"/>
  <p:notesSz cx="6858000" cy="9144000"/>
  <p:custShowLst>
    <p:custShow name="introduction" id="0">
      <p:sldLst>
        <p:sld r:id="rId8"/>
      </p:sldLst>
    </p:custShow>
    <p:custShow name="one tail two tail" id="1">
      <p:sldLst>
        <p:sld r:id="rId10"/>
        <p:sld r:id="rId11"/>
        <p:sld r:id="rId12"/>
      </p:sldLst>
    </p:custShow>
    <p:custShow name="example" id="2">
      <p:sldLst>
        <p:sld r:id="rId14"/>
        <p:sld r:id="rId15"/>
        <p:sld r:id="rId16"/>
        <p:sld r:id="rId17"/>
        <p:sld r:id="rId18"/>
        <p:sld r:id="rId19"/>
      </p:sldLst>
    </p:custShow>
    <p:custShow name="identify population" id="3">
      <p:sldLst>
        <p:sld r:id="rId21"/>
      </p:sldLst>
    </p:custShow>
    <p:custShow name="assign" id="4">
      <p:sldLst>
        <p:sld r:id="rId22"/>
      </p:sldLst>
    </p:custShow>
    <p:custShow name="calculate" id="5">
      <p:sldLst>
        <p:sld r:id="rId24"/>
        <p:sld r:id="rId25"/>
        <p:sld r:id="rId26"/>
        <p:sld r:id="rId27"/>
        <p:sld r:id="rId28"/>
      </p:sldLst>
    </p:custShow>
    <p:custShow name="determine t crit" id="6">
      <p:sldLst>
        <p:sld r:id="rId29"/>
        <p:sld r:id="rId30"/>
      </p:sldLst>
    </p:custShow>
    <p:custShow name="decicion making" id="7">
      <p:sldLst>
        <p:sld r:id="rId32"/>
        <p:sld r:id="rId31"/>
      </p:sldLst>
    </p:custShow>
  </p:custShow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1BB22"/>
    <a:srgbClr val="002600"/>
    <a:srgbClr val="002C00"/>
    <a:srgbClr val="0087B1"/>
    <a:srgbClr val="3DBF9C"/>
    <a:srgbClr val="0D304A"/>
    <a:srgbClr val="0489B2"/>
    <a:srgbClr val="E0D9D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70" autoAdjust="0"/>
    <p:restoredTop sz="64849" autoAdjust="0"/>
  </p:normalViewPr>
  <p:slideViewPr>
    <p:cSldViewPr snapToGrid="0" snapToObjects="1">
      <p:cViewPr varScale="1">
        <p:scale>
          <a:sx n="71" d="100"/>
          <a:sy n="71" d="100"/>
        </p:scale>
        <p:origin x="197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2643241-19B4-4CCA-A23E-7B796C57B60A}" type="doc">
      <dgm:prSet loTypeId="urn:microsoft.com/office/officeart/2005/8/layout/vProcess5" loCatId="process" qsTypeId="urn:microsoft.com/office/officeart/2005/8/quickstyle/simple5" qsCatId="simple" csTypeId="urn:microsoft.com/office/officeart/2005/8/colors/colorful4" csCatId="colorful" phldr="1"/>
      <dgm:spPr/>
    </dgm:pt>
    <dgm:pt modelId="{A73E2A68-7C31-4C10-8769-B95B701B288D}">
      <dgm:prSet phldrT="[Text]"/>
      <dgm:spPr/>
      <dgm:t>
        <a:bodyPr/>
        <a:lstStyle/>
        <a:p>
          <a:r>
            <a:rPr lang="en-US" dirty="0">
              <a:solidFill>
                <a:schemeClr val="tx1"/>
              </a:solidFill>
              <a:hlinkClick xmlns:r="http://schemas.openxmlformats.org/officeDocument/2006/relationships" r:id="" action="ppaction://customshow?id=3&amp;return=true"/>
            </a:rPr>
            <a:t>Identify</a:t>
          </a:r>
          <a:r>
            <a:rPr lang="en-US" dirty="0">
              <a:solidFill>
                <a:schemeClr val="tx1"/>
              </a:solidFill>
            </a:rPr>
            <a:t> Populations and distribution</a:t>
          </a:r>
        </a:p>
      </dgm:t>
    </dgm:pt>
    <dgm:pt modelId="{238482E6-C086-4AEC-9188-60A80B27ED0F}" type="parTrans" cxnId="{4E04F2D4-FA6F-4ADE-9BAC-B5D3445EBC89}">
      <dgm:prSet/>
      <dgm:spPr/>
      <dgm:t>
        <a:bodyPr/>
        <a:lstStyle/>
        <a:p>
          <a:endParaRPr lang="en-US"/>
        </a:p>
      </dgm:t>
    </dgm:pt>
    <dgm:pt modelId="{ABA17F84-A170-4F28-987C-F689A4B36254}" type="sibTrans" cxnId="{4E04F2D4-FA6F-4ADE-9BAC-B5D3445EBC89}">
      <dgm:prSet/>
      <dgm:spPr/>
      <dgm:t>
        <a:bodyPr/>
        <a:lstStyle/>
        <a:p>
          <a:endParaRPr lang="en-US">
            <a:solidFill>
              <a:schemeClr val="tx1"/>
            </a:solidFill>
          </a:endParaRPr>
        </a:p>
      </dgm:t>
    </dgm:pt>
    <dgm:pt modelId="{330A66EF-0AA0-4761-93B5-178156056B51}">
      <dgm:prSet phldrT="[Text]"/>
      <dgm:spPr/>
      <dgm:t>
        <a:bodyPr/>
        <a:lstStyle/>
        <a:p>
          <a:r>
            <a:rPr lang="en-US" dirty="0">
              <a:solidFill>
                <a:schemeClr val="tx1"/>
              </a:solidFill>
              <a:hlinkClick xmlns:r="http://schemas.openxmlformats.org/officeDocument/2006/relationships" r:id="" action="ppaction://customshow?id=4&amp;return=true"/>
            </a:rPr>
            <a:t>Assign</a:t>
          </a:r>
          <a:r>
            <a:rPr lang="en-US" dirty="0">
              <a:solidFill>
                <a:schemeClr val="tx1"/>
              </a:solidFill>
            </a:rPr>
            <a:t> each population to one of two groups</a:t>
          </a:r>
        </a:p>
      </dgm:t>
    </dgm:pt>
    <dgm:pt modelId="{ADE0A732-E0DD-4FAA-8EA4-69C874FC0346}" type="parTrans" cxnId="{80DE4C1B-FD2A-4F70-B9D1-F65C5E74AAB0}">
      <dgm:prSet/>
      <dgm:spPr/>
      <dgm:t>
        <a:bodyPr/>
        <a:lstStyle/>
        <a:p>
          <a:endParaRPr lang="en-US"/>
        </a:p>
      </dgm:t>
    </dgm:pt>
    <dgm:pt modelId="{B9ABD1EE-360A-4E06-8C32-FE88C745D384}" type="sibTrans" cxnId="{80DE4C1B-FD2A-4F70-B9D1-F65C5E74AAB0}">
      <dgm:prSet/>
      <dgm:spPr/>
      <dgm:t>
        <a:bodyPr/>
        <a:lstStyle/>
        <a:p>
          <a:endParaRPr lang="en-US">
            <a:solidFill>
              <a:schemeClr val="tx1"/>
            </a:solidFill>
          </a:endParaRPr>
        </a:p>
      </dgm:t>
    </dgm:pt>
    <dgm:pt modelId="{60C262E0-77CA-42D4-BDA4-E40A3D577ED7}">
      <dgm:prSet/>
      <dgm:spPr/>
      <dgm:t>
        <a:bodyPr/>
        <a:lstStyle/>
        <a:p>
          <a:r>
            <a:rPr lang="en-US" dirty="0">
              <a:solidFill>
                <a:schemeClr val="tx1"/>
              </a:solidFill>
            </a:rPr>
            <a:t>Calculate </a:t>
          </a:r>
          <a:r>
            <a:rPr lang="en-US" dirty="0">
              <a:solidFill>
                <a:schemeClr val="tx1"/>
              </a:solidFill>
              <a:hlinkClick xmlns:r="http://schemas.openxmlformats.org/officeDocument/2006/relationships" r:id="" action="ppaction://customshow?id=5&amp;return=true"/>
            </a:rPr>
            <a:t>T-Statistic</a:t>
          </a:r>
          <a:endParaRPr lang="en-US" dirty="0">
            <a:solidFill>
              <a:schemeClr val="tx1"/>
            </a:solidFill>
          </a:endParaRPr>
        </a:p>
      </dgm:t>
    </dgm:pt>
    <dgm:pt modelId="{FE4E72A5-D1E1-44D7-ABCC-6AF70F2D21B2}" type="parTrans" cxnId="{2DE89904-05EE-4E83-9B4B-FAD27028AF46}">
      <dgm:prSet/>
      <dgm:spPr/>
      <dgm:t>
        <a:bodyPr/>
        <a:lstStyle/>
        <a:p>
          <a:endParaRPr lang="en-US"/>
        </a:p>
      </dgm:t>
    </dgm:pt>
    <dgm:pt modelId="{2DEBBD61-2F18-4F2E-82C6-625CF72F9517}" type="sibTrans" cxnId="{2DE89904-05EE-4E83-9B4B-FAD27028AF46}">
      <dgm:prSet/>
      <dgm:spPr/>
      <dgm:t>
        <a:bodyPr/>
        <a:lstStyle/>
        <a:p>
          <a:endParaRPr lang="en-US">
            <a:solidFill>
              <a:schemeClr val="tx1"/>
            </a:solidFill>
          </a:endParaRPr>
        </a:p>
      </dgm:t>
    </dgm:pt>
    <dgm:pt modelId="{6DD43F3D-2DE2-4D24-96DF-240708FC44F3}">
      <dgm:prSet/>
      <dgm:spPr/>
      <dgm:t>
        <a:bodyPr/>
        <a:lstStyle/>
        <a:p>
          <a:r>
            <a:rPr lang="en-US" dirty="0">
              <a:solidFill>
                <a:schemeClr val="tx1"/>
              </a:solidFill>
              <a:hlinkClick xmlns:r="http://schemas.openxmlformats.org/officeDocument/2006/relationships" r:id="" action="ppaction://customshow?id=6&amp;return=true"/>
            </a:rPr>
            <a:t>Determine</a:t>
          </a:r>
          <a:r>
            <a:rPr lang="en-US" dirty="0">
              <a:solidFill>
                <a:schemeClr val="tx1"/>
              </a:solidFill>
            </a:rPr>
            <a:t> the </a:t>
          </a:r>
          <a:r>
            <a:rPr lang="en-US" b="1" dirty="0">
              <a:solidFill>
                <a:schemeClr val="tx1"/>
              </a:solidFill>
            </a:rPr>
            <a:t>t-critical</a:t>
          </a:r>
          <a:r>
            <a:rPr lang="en-US" dirty="0">
              <a:solidFill>
                <a:schemeClr val="tx1"/>
              </a:solidFill>
            </a:rPr>
            <a:t> </a:t>
          </a:r>
          <a:r>
            <a:rPr lang="en-US" dirty="0" smtClean="0">
              <a:solidFill>
                <a:schemeClr val="tx1"/>
              </a:solidFill>
            </a:rPr>
            <a:t>value and range </a:t>
          </a:r>
          <a:r>
            <a:rPr lang="en-US" b="1" dirty="0" smtClean="0">
              <a:solidFill>
                <a:schemeClr val="tx1"/>
              </a:solidFill>
            </a:rPr>
            <a:t>p-value</a:t>
          </a:r>
          <a:r>
            <a:rPr lang="en-US" dirty="0" smtClean="0">
              <a:solidFill>
                <a:schemeClr val="tx1"/>
              </a:solidFill>
            </a:rPr>
            <a:t> </a:t>
          </a:r>
          <a:r>
            <a:rPr lang="en-US" dirty="0">
              <a:solidFill>
                <a:schemeClr val="tx1"/>
              </a:solidFill>
            </a:rPr>
            <a:t>on the t-distribution table</a:t>
          </a:r>
        </a:p>
      </dgm:t>
    </dgm:pt>
    <dgm:pt modelId="{73B8AE5E-3634-4092-938A-A36D95538781}" type="parTrans" cxnId="{A73273F0-671C-4583-B02B-E68498DAD582}">
      <dgm:prSet/>
      <dgm:spPr/>
      <dgm:t>
        <a:bodyPr/>
        <a:lstStyle/>
        <a:p>
          <a:endParaRPr lang="en-US"/>
        </a:p>
      </dgm:t>
    </dgm:pt>
    <dgm:pt modelId="{4807AFE6-BAD3-49E8-8605-251F1FAEA75A}" type="sibTrans" cxnId="{A73273F0-671C-4583-B02B-E68498DAD582}">
      <dgm:prSet/>
      <dgm:spPr/>
      <dgm:t>
        <a:bodyPr/>
        <a:lstStyle/>
        <a:p>
          <a:endParaRPr lang="en-US"/>
        </a:p>
      </dgm:t>
    </dgm:pt>
    <dgm:pt modelId="{88A75AB4-1C58-4F4A-A641-102733944492}" type="pres">
      <dgm:prSet presAssocID="{42643241-19B4-4CCA-A23E-7B796C57B60A}" presName="outerComposite" presStyleCnt="0">
        <dgm:presLayoutVars>
          <dgm:chMax val="5"/>
          <dgm:dir/>
          <dgm:resizeHandles val="exact"/>
        </dgm:presLayoutVars>
      </dgm:prSet>
      <dgm:spPr/>
    </dgm:pt>
    <dgm:pt modelId="{BBCFDF12-5708-4653-B6BB-E4CB4F754951}" type="pres">
      <dgm:prSet presAssocID="{42643241-19B4-4CCA-A23E-7B796C57B60A}" presName="dummyMaxCanvas" presStyleCnt="0">
        <dgm:presLayoutVars/>
      </dgm:prSet>
      <dgm:spPr/>
    </dgm:pt>
    <dgm:pt modelId="{227FF647-0503-4682-AC42-14DE9329F023}" type="pres">
      <dgm:prSet presAssocID="{42643241-19B4-4CCA-A23E-7B796C57B60A}" presName="FourNodes_1" presStyleLbl="node1" presStyleIdx="0" presStyleCnt="4">
        <dgm:presLayoutVars>
          <dgm:bulletEnabled val="1"/>
        </dgm:presLayoutVars>
      </dgm:prSet>
      <dgm:spPr/>
      <dgm:t>
        <a:bodyPr/>
        <a:lstStyle/>
        <a:p>
          <a:endParaRPr lang="en-US"/>
        </a:p>
      </dgm:t>
    </dgm:pt>
    <dgm:pt modelId="{A8125454-EC7C-4601-9DC7-C69E80C378A7}" type="pres">
      <dgm:prSet presAssocID="{42643241-19B4-4CCA-A23E-7B796C57B60A}" presName="FourNodes_2" presStyleLbl="node1" presStyleIdx="1" presStyleCnt="4">
        <dgm:presLayoutVars>
          <dgm:bulletEnabled val="1"/>
        </dgm:presLayoutVars>
      </dgm:prSet>
      <dgm:spPr/>
      <dgm:t>
        <a:bodyPr/>
        <a:lstStyle/>
        <a:p>
          <a:endParaRPr lang="en-US"/>
        </a:p>
      </dgm:t>
    </dgm:pt>
    <dgm:pt modelId="{8BD4FEAE-2C25-485C-960E-A4C75799CC23}" type="pres">
      <dgm:prSet presAssocID="{42643241-19B4-4CCA-A23E-7B796C57B60A}" presName="FourNodes_3" presStyleLbl="node1" presStyleIdx="2" presStyleCnt="4">
        <dgm:presLayoutVars>
          <dgm:bulletEnabled val="1"/>
        </dgm:presLayoutVars>
      </dgm:prSet>
      <dgm:spPr/>
      <dgm:t>
        <a:bodyPr/>
        <a:lstStyle/>
        <a:p>
          <a:endParaRPr lang="en-US"/>
        </a:p>
      </dgm:t>
    </dgm:pt>
    <dgm:pt modelId="{CFBAC60C-B703-4747-AD37-18D3DC38A06C}" type="pres">
      <dgm:prSet presAssocID="{42643241-19B4-4CCA-A23E-7B796C57B60A}" presName="FourNodes_4" presStyleLbl="node1" presStyleIdx="3" presStyleCnt="4">
        <dgm:presLayoutVars>
          <dgm:bulletEnabled val="1"/>
        </dgm:presLayoutVars>
      </dgm:prSet>
      <dgm:spPr/>
      <dgm:t>
        <a:bodyPr/>
        <a:lstStyle/>
        <a:p>
          <a:endParaRPr lang="en-US"/>
        </a:p>
      </dgm:t>
    </dgm:pt>
    <dgm:pt modelId="{4E137C26-B440-4F9B-A570-6929D00B1B50}" type="pres">
      <dgm:prSet presAssocID="{42643241-19B4-4CCA-A23E-7B796C57B60A}" presName="FourConn_1-2" presStyleLbl="fgAccFollowNode1" presStyleIdx="0" presStyleCnt="3">
        <dgm:presLayoutVars>
          <dgm:bulletEnabled val="1"/>
        </dgm:presLayoutVars>
      </dgm:prSet>
      <dgm:spPr/>
      <dgm:t>
        <a:bodyPr/>
        <a:lstStyle/>
        <a:p>
          <a:endParaRPr lang="en-US"/>
        </a:p>
      </dgm:t>
    </dgm:pt>
    <dgm:pt modelId="{62027BF6-DD60-405D-83D9-814E7B2C6023}" type="pres">
      <dgm:prSet presAssocID="{42643241-19B4-4CCA-A23E-7B796C57B60A}" presName="FourConn_2-3" presStyleLbl="fgAccFollowNode1" presStyleIdx="1" presStyleCnt="3">
        <dgm:presLayoutVars>
          <dgm:bulletEnabled val="1"/>
        </dgm:presLayoutVars>
      </dgm:prSet>
      <dgm:spPr/>
      <dgm:t>
        <a:bodyPr/>
        <a:lstStyle/>
        <a:p>
          <a:endParaRPr lang="en-US"/>
        </a:p>
      </dgm:t>
    </dgm:pt>
    <dgm:pt modelId="{FE93672F-01EA-4267-95DB-9111480FCE51}" type="pres">
      <dgm:prSet presAssocID="{42643241-19B4-4CCA-A23E-7B796C57B60A}" presName="FourConn_3-4" presStyleLbl="fgAccFollowNode1" presStyleIdx="2" presStyleCnt="3">
        <dgm:presLayoutVars>
          <dgm:bulletEnabled val="1"/>
        </dgm:presLayoutVars>
      </dgm:prSet>
      <dgm:spPr/>
      <dgm:t>
        <a:bodyPr/>
        <a:lstStyle/>
        <a:p>
          <a:endParaRPr lang="en-US"/>
        </a:p>
      </dgm:t>
    </dgm:pt>
    <dgm:pt modelId="{608C3BAF-1ECB-420D-A9C8-00A264070D60}" type="pres">
      <dgm:prSet presAssocID="{42643241-19B4-4CCA-A23E-7B796C57B60A}" presName="FourNodes_1_text" presStyleLbl="node1" presStyleIdx="3" presStyleCnt="4">
        <dgm:presLayoutVars>
          <dgm:bulletEnabled val="1"/>
        </dgm:presLayoutVars>
      </dgm:prSet>
      <dgm:spPr/>
      <dgm:t>
        <a:bodyPr/>
        <a:lstStyle/>
        <a:p>
          <a:endParaRPr lang="en-US"/>
        </a:p>
      </dgm:t>
    </dgm:pt>
    <dgm:pt modelId="{10A1511E-E0EF-4FC3-ACEC-2D28452BC0C1}" type="pres">
      <dgm:prSet presAssocID="{42643241-19B4-4CCA-A23E-7B796C57B60A}" presName="FourNodes_2_text" presStyleLbl="node1" presStyleIdx="3" presStyleCnt="4">
        <dgm:presLayoutVars>
          <dgm:bulletEnabled val="1"/>
        </dgm:presLayoutVars>
      </dgm:prSet>
      <dgm:spPr/>
      <dgm:t>
        <a:bodyPr/>
        <a:lstStyle/>
        <a:p>
          <a:endParaRPr lang="en-US"/>
        </a:p>
      </dgm:t>
    </dgm:pt>
    <dgm:pt modelId="{8C9B2F0F-B97B-4B4D-B634-D27B4945A709}" type="pres">
      <dgm:prSet presAssocID="{42643241-19B4-4CCA-A23E-7B796C57B60A}" presName="FourNodes_3_text" presStyleLbl="node1" presStyleIdx="3" presStyleCnt="4">
        <dgm:presLayoutVars>
          <dgm:bulletEnabled val="1"/>
        </dgm:presLayoutVars>
      </dgm:prSet>
      <dgm:spPr/>
      <dgm:t>
        <a:bodyPr/>
        <a:lstStyle/>
        <a:p>
          <a:endParaRPr lang="en-US"/>
        </a:p>
      </dgm:t>
    </dgm:pt>
    <dgm:pt modelId="{10BCD214-4D30-4826-8012-4C0879A5FF4B}" type="pres">
      <dgm:prSet presAssocID="{42643241-19B4-4CCA-A23E-7B796C57B60A}" presName="FourNodes_4_text" presStyleLbl="node1" presStyleIdx="3" presStyleCnt="4">
        <dgm:presLayoutVars>
          <dgm:bulletEnabled val="1"/>
        </dgm:presLayoutVars>
      </dgm:prSet>
      <dgm:spPr/>
      <dgm:t>
        <a:bodyPr/>
        <a:lstStyle/>
        <a:p>
          <a:endParaRPr lang="en-US"/>
        </a:p>
      </dgm:t>
    </dgm:pt>
  </dgm:ptLst>
  <dgm:cxnLst>
    <dgm:cxn modelId="{EBFF297F-3D48-4527-999C-3BFA7A6566E0}" type="presOf" srcId="{330A66EF-0AA0-4761-93B5-178156056B51}" destId="{A8125454-EC7C-4601-9DC7-C69E80C378A7}" srcOrd="0" destOrd="0" presId="urn:microsoft.com/office/officeart/2005/8/layout/vProcess5"/>
    <dgm:cxn modelId="{812B7747-E879-48A6-9309-07B44BC1DD4C}" type="presOf" srcId="{A73E2A68-7C31-4C10-8769-B95B701B288D}" destId="{227FF647-0503-4682-AC42-14DE9329F023}" srcOrd="0" destOrd="0" presId="urn:microsoft.com/office/officeart/2005/8/layout/vProcess5"/>
    <dgm:cxn modelId="{2DE89904-05EE-4E83-9B4B-FAD27028AF46}" srcId="{42643241-19B4-4CCA-A23E-7B796C57B60A}" destId="{60C262E0-77CA-42D4-BDA4-E40A3D577ED7}" srcOrd="2" destOrd="0" parTransId="{FE4E72A5-D1E1-44D7-ABCC-6AF70F2D21B2}" sibTransId="{2DEBBD61-2F18-4F2E-82C6-625CF72F9517}"/>
    <dgm:cxn modelId="{4073C3EF-A73D-456E-991F-859FDE9A709A}" type="presOf" srcId="{330A66EF-0AA0-4761-93B5-178156056B51}" destId="{10A1511E-E0EF-4FC3-ACEC-2D28452BC0C1}" srcOrd="1" destOrd="0" presId="urn:microsoft.com/office/officeart/2005/8/layout/vProcess5"/>
    <dgm:cxn modelId="{15C7E139-BB45-435D-9C1E-295C3420CAD7}" type="presOf" srcId="{B9ABD1EE-360A-4E06-8C32-FE88C745D384}" destId="{62027BF6-DD60-405D-83D9-814E7B2C6023}" srcOrd="0" destOrd="0" presId="urn:microsoft.com/office/officeart/2005/8/layout/vProcess5"/>
    <dgm:cxn modelId="{E4BD2D69-33DD-49DE-B9E5-083853B1BE84}" type="presOf" srcId="{A73E2A68-7C31-4C10-8769-B95B701B288D}" destId="{608C3BAF-1ECB-420D-A9C8-00A264070D60}" srcOrd="1" destOrd="0" presId="urn:microsoft.com/office/officeart/2005/8/layout/vProcess5"/>
    <dgm:cxn modelId="{3433E0D1-7F45-4655-B4D4-2C505CE3C6B6}" type="presOf" srcId="{42643241-19B4-4CCA-A23E-7B796C57B60A}" destId="{88A75AB4-1C58-4F4A-A641-102733944492}" srcOrd="0" destOrd="0" presId="urn:microsoft.com/office/officeart/2005/8/layout/vProcess5"/>
    <dgm:cxn modelId="{96A6F715-4E01-4761-9A50-FFF88D595643}" type="presOf" srcId="{2DEBBD61-2F18-4F2E-82C6-625CF72F9517}" destId="{FE93672F-01EA-4267-95DB-9111480FCE51}" srcOrd="0" destOrd="0" presId="urn:microsoft.com/office/officeart/2005/8/layout/vProcess5"/>
    <dgm:cxn modelId="{4E04F2D4-FA6F-4ADE-9BAC-B5D3445EBC89}" srcId="{42643241-19B4-4CCA-A23E-7B796C57B60A}" destId="{A73E2A68-7C31-4C10-8769-B95B701B288D}" srcOrd="0" destOrd="0" parTransId="{238482E6-C086-4AEC-9188-60A80B27ED0F}" sibTransId="{ABA17F84-A170-4F28-987C-F689A4B36254}"/>
    <dgm:cxn modelId="{0C0DF88F-D270-4C89-B611-A6E7967D0C1B}" type="presOf" srcId="{6DD43F3D-2DE2-4D24-96DF-240708FC44F3}" destId="{10BCD214-4D30-4826-8012-4C0879A5FF4B}" srcOrd="1" destOrd="0" presId="urn:microsoft.com/office/officeart/2005/8/layout/vProcess5"/>
    <dgm:cxn modelId="{4D3DE1D3-C3B6-49EF-A0D6-5EA7FB3561CE}" type="presOf" srcId="{60C262E0-77CA-42D4-BDA4-E40A3D577ED7}" destId="{8C9B2F0F-B97B-4B4D-B634-D27B4945A709}" srcOrd="1" destOrd="0" presId="urn:microsoft.com/office/officeart/2005/8/layout/vProcess5"/>
    <dgm:cxn modelId="{A73273F0-671C-4583-B02B-E68498DAD582}" srcId="{42643241-19B4-4CCA-A23E-7B796C57B60A}" destId="{6DD43F3D-2DE2-4D24-96DF-240708FC44F3}" srcOrd="3" destOrd="0" parTransId="{73B8AE5E-3634-4092-938A-A36D95538781}" sibTransId="{4807AFE6-BAD3-49E8-8605-251F1FAEA75A}"/>
    <dgm:cxn modelId="{93DEB1FA-4017-459B-9703-5F5F875AFBE0}" type="presOf" srcId="{6DD43F3D-2DE2-4D24-96DF-240708FC44F3}" destId="{CFBAC60C-B703-4747-AD37-18D3DC38A06C}" srcOrd="0" destOrd="0" presId="urn:microsoft.com/office/officeart/2005/8/layout/vProcess5"/>
    <dgm:cxn modelId="{9CEA4032-C57A-4DE5-AEEA-015DB0CD172B}" type="presOf" srcId="{ABA17F84-A170-4F28-987C-F689A4B36254}" destId="{4E137C26-B440-4F9B-A570-6929D00B1B50}" srcOrd="0" destOrd="0" presId="urn:microsoft.com/office/officeart/2005/8/layout/vProcess5"/>
    <dgm:cxn modelId="{80DE4C1B-FD2A-4F70-B9D1-F65C5E74AAB0}" srcId="{42643241-19B4-4CCA-A23E-7B796C57B60A}" destId="{330A66EF-0AA0-4761-93B5-178156056B51}" srcOrd="1" destOrd="0" parTransId="{ADE0A732-E0DD-4FAA-8EA4-69C874FC0346}" sibTransId="{B9ABD1EE-360A-4E06-8C32-FE88C745D384}"/>
    <dgm:cxn modelId="{A3A977DA-D0CB-4224-9491-03A9EFFED7DF}" type="presOf" srcId="{60C262E0-77CA-42D4-BDA4-E40A3D577ED7}" destId="{8BD4FEAE-2C25-485C-960E-A4C75799CC23}" srcOrd="0" destOrd="0" presId="urn:microsoft.com/office/officeart/2005/8/layout/vProcess5"/>
    <dgm:cxn modelId="{5D2BB588-F3D9-4ED5-B69C-734DE24AD246}" type="presParOf" srcId="{88A75AB4-1C58-4F4A-A641-102733944492}" destId="{BBCFDF12-5708-4653-B6BB-E4CB4F754951}" srcOrd="0" destOrd="0" presId="urn:microsoft.com/office/officeart/2005/8/layout/vProcess5"/>
    <dgm:cxn modelId="{FE162EF0-42E6-462A-815C-2D79F789DDAD}" type="presParOf" srcId="{88A75AB4-1C58-4F4A-A641-102733944492}" destId="{227FF647-0503-4682-AC42-14DE9329F023}" srcOrd="1" destOrd="0" presId="urn:microsoft.com/office/officeart/2005/8/layout/vProcess5"/>
    <dgm:cxn modelId="{BCBA6A27-7BBB-4569-B79A-B8FFB495AA56}" type="presParOf" srcId="{88A75AB4-1C58-4F4A-A641-102733944492}" destId="{A8125454-EC7C-4601-9DC7-C69E80C378A7}" srcOrd="2" destOrd="0" presId="urn:microsoft.com/office/officeart/2005/8/layout/vProcess5"/>
    <dgm:cxn modelId="{DD043428-6A2F-4F4C-B4CA-76EDE07B83E5}" type="presParOf" srcId="{88A75AB4-1C58-4F4A-A641-102733944492}" destId="{8BD4FEAE-2C25-485C-960E-A4C75799CC23}" srcOrd="3" destOrd="0" presId="urn:microsoft.com/office/officeart/2005/8/layout/vProcess5"/>
    <dgm:cxn modelId="{A3269440-2008-46C9-87EF-E1A77E87285B}" type="presParOf" srcId="{88A75AB4-1C58-4F4A-A641-102733944492}" destId="{CFBAC60C-B703-4747-AD37-18D3DC38A06C}" srcOrd="4" destOrd="0" presId="urn:microsoft.com/office/officeart/2005/8/layout/vProcess5"/>
    <dgm:cxn modelId="{31C828C6-F9BE-4472-8675-8FF74948EEA7}" type="presParOf" srcId="{88A75AB4-1C58-4F4A-A641-102733944492}" destId="{4E137C26-B440-4F9B-A570-6929D00B1B50}" srcOrd="5" destOrd="0" presId="urn:microsoft.com/office/officeart/2005/8/layout/vProcess5"/>
    <dgm:cxn modelId="{A2780F16-2DCA-4C69-A764-BB0C5E895CD3}" type="presParOf" srcId="{88A75AB4-1C58-4F4A-A641-102733944492}" destId="{62027BF6-DD60-405D-83D9-814E7B2C6023}" srcOrd="6" destOrd="0" presId="urn:microsoft.com/office/officeart/2005/8/layout/vProcess5"/>
    <dgm:cxn modelId="{76402057-A0AB-462D-8930-416E84E02A2F}" type="presParOf" srcId="{88A75AB4-1C58-4F4A-A641-102733944492}" destId="{FE93672F-01EA-4267-95DB-9111480FCE51}" srcOrd="7" destOrd="0" presId="urn:microsoft.com/office/officeart/2005/8/layout/vProcess5"/>
    <dgm:cxn modelId="{5807E9A8-DC55-419E-A1D1-E76E595DED38}" type="presParOf" srcId="{88A75AB4-1C58-4F4A-A641-102733944492}" destId="{608C3BAF-1ECB-420D-A9C8-00A264070D60}" srcOrd="8" destOrd="0" presId="urn:microsoft.com/office/officeart/2005/8/layout/vProcess5"/>
    <dgm:cxn modelId="{B6EB9482-40F1-49B2-B7BD-731F862D7D03}" type="presParOf" srcId="{88A75AB4-1C58-4F4A-A641-102733944492}" destId="{10A1511E-E0EF-4FC3-ACEC-2D28452BC0C1}" srcOrd="9" destOrd="0" presId="urn:microsoft.com/office/officeart/2005/8/layout/vProcess5"/>
    <dgm:cxn modelId="{D651698A-42E3-43DF-AC1F-6A39A7096F41}" type="presParOf" srcId="{88A75AB4-1C58-4F4A-A641-102733944492}" destId="{8C9B2F0F-B97B-4B4D-B634-D27B4945A709}" srcOrd="10" destOrd="0" presId="urn:microsoft.com/office/officeart/2005/8/layout/vProcess5"/>
    <dgm:cxn modelId="{3778322A-5BEA-4A9B-BBF7-13BBDD5BEC01}" type="presParOf" srcId="{88A75AB4-1C58-4F4A-A641-102733944492}" destId="{10BCD214-4D30-4826-8012-4C0879A5FF4B}" srcOrd="11"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7FF647-0503-4682-AC42-14DE9329F023}">
      <dsp:nvSpPr>
        <dsp:cNvPr id="0" name=""/>
        <dsp:cNvSpPr/>
      </dsp:nvSpPr>
      <dsp:spPr>
        <a:xfrm>
          <a:off x="0" y="0"/>
          <a:ext cx="4673803" cy="1153479"/>
        </a:xfrm>
        <a:prstGeom prst="roundRect">
          <a:avLst>
            <a:gd name="adj" fmla="val 10000"/>
          </a:avLst>
        </a:prstGeom>
        <a:gradFill rotWithShape="0">
          <a:gsLst>
            <a:gs pos="0">
              <a:schemeClr val="accent4">
                <a:hueOff val="0"/>
                <a:satOff val="0"/>
                <a:lumOff val="0"/>
                <a:alphaOff val="0"/>
                <a:tint val="100000"/>
                <a:shade val="85000"/>
                <a:satMod val="100000"/>
                <a:lumMod val="100000"/>
              </a:schemeClr>
            </a:gs>
            <a:gs pos="100000">
              <a:schemeClr val="accent4">
                <a:hueOff val="0"/>
                <a:satOff val="0"/>
                <a:lumOff val="0"/>
                <a:alphaOff val="0"/>
                <a:tint val="90000"/>
                <a:shade val="100000"/>
                <a:satMod val="150000"/>
                <a:lumMod val="100000"/>
              </a:schemeClr>
            </a:gs>
          </a:gsLst>
          <a:path path="circle">
            <a:fillToRect l="100000" t="100000" r="100000" b="100000"/>
          </a:path>
        </a:gradFill>
        <a:ln>
          <a:no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accent4">
              <a:hueOff val="0"/>
              <a:satOff val="0"/>
              <a:lumOff val="0"/>
              <a:alphaOff val="0"/>
              <a:shade val="35000"/>
              <a:satMod val="16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91440" tIns="91440" rIns="91440" bIns="91440" numCol="1" spcCol="1270" anchor="ctr" anchorCtr="0">
          <a:noAutofit/>
        </a:bodyPr>
        <a:lstStyle/>
        <a:p>
          <a:pPr lvl="0" algn="l" defTabSz="1066800">
            <a:lnSpc>
              <a:spcPct val="90000"/>
            </a:lnSpc>
            <a:spcBef>
              <a:spcPct val="0"/>
            </a:spcBef>
            <a:spcAft>
              <a:spcPct val="35000"/>
            </a:spcAft>
          </a:pPr>
          <a:r>
            <a:rPr lang="en-US" sz="2400" kern="1200" dirty="0">
              <a:solidFill>
                <a:schemeClr val="tx1"/>
              </a:solidFill>
              <a:hlinkClick xmlns:r="http://schemas.openxmlformats.org/officeDocument/2006/relationships" r:id="" action="ppaction://customshow?id=3&amp;return=true"/>
            </a:rPr>
            <a:t>Identify</a:t>
          </a:r>
          <a:r>
            <a:rPr lang="en-US" sz="2400" kern="1200" dirty="0">
              <a:solidFill>
                <a:schemeClr val="tx1"/>
              </a:solidFill>
            </a:rPr>
            <a:t> Populations and distribution</a:t>
          </a:r>
        </a:p>
      </dsp:txBody>
      <dsp:txXfrm>
        <a:off x="33784" y="33784"/>
        <a:ext cx="3331640" cy="1085911"/>
      </dsp:txXfrm>
    </dsp:sp>
    <dsp:sp modelId="{A8125454-EC7C-4601-9DC7-C69E80C378A7}">
      <dsp:nvSpPr>
        <dsp:cNvPr id="0" name=""/>
        <dsp:cNvSpPr/>
      </dsp:nvSpPr>
      <dsp:spPr>
        <a:xfrm>
          <a:off x="391431" y="1363203"/>
          <a:ext cx="4673803" cy="1153479"/>
        </a:xfrm>
        <a:prstGeom prst="roundRect">
          <a:avLst>
            <a:gd name="adj" fmla="val 10000"/>
          </a:avLst>
        </a:prstGeom>
        <a:gradFill rotWithShape="0">
          <a:gsLst>
            <a:gs pos="0">
              <a:schemeClr val="accent4">
                <a:hueOff val="-2345525"/>
                <a:satOff val="14079"/>
                <a:lumOff val="-1242"/>
                <a:alphaOff val="0"/>
                <a:tint val="100000"/>
                <a:shade val="85000"/>
                <a:satMod val="100000"/>
                <a:lumMod val="100000"/>
              </a:schemeClr>
            </a:gs>
            <a:gs pos="100000">
              <a:schemeClr val="accent4">
                <a:hueOff val="-2345525"/>
                <a:satOff val="14079"/>
                <a:lumOff val="-1242"/>
                <a:alphaOff val="0"/>
                <a:tint val="90000"/>
                <a:shade val="100000"/>
                <a:satMod val="150000"/>
                <a:lumMod val="100000"/>
              </a:schemeClr>
            </a:gs>
          </a:gsLst>
          <a:path path="circle">
            <a:fillToRect l="100000" t="100000" r="100000" b="100000"/>
          </a:path>
        </a:gradFill>
        <a:ln>
          <a:no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accent4">
              <a:hueOff val="-2345525"/>
              <a:satOff val="14079"/>
              <a:lumOff val="-1242"/>
              <a:alphaOff val="0"/>
              <a:shade val="35000"/>
              <a:satMod val="16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91440" tIns="91440" rIns="91440" bIns="91440" numCol="1" spcCol="1270" anchor="ctr" anchorCtr="0">
          <a:noAutofit/>
        </a:bodyPr>
        <a:lstStyle/>
        <a:p>
          <a:pPr lvl="0" algn="l" defTabSz="1066800">
            <a:lnSpc>
              <a:spcPct val="90000"/>
            </a:lnSpc>
            <a:spcBef>
              <a:spcPct val="0"/>
            </a:spcBef>
            <a:spcAft>
              <a:spcPct val="35000"/>
            </a:spcAft>
          </a:pPr>
          <a:r>
            <a:rPr lang="en-US" sz="2400" kern="1200" dirty="0">
              <a:solidFill>
                <a:schemeClr val="tx1"/>
              </a:solidFill>
              <a:hlinkClick xmlns:r="http://schemas.openxmlformats.org/officeDocument/2006/relationships" r:id="" action="ppaction://customshow?id=4&amp;return=true"/>
            </a:rPr>
            <a:t>Assign</a:t>
          </a:r>
          <a:r>
            <a:rPr lang="en-US" sz="2400" kern="1200" dirty="0">
              <a:solidFill>
                <a:schemeClr val="tx1"/>
              </a:solidFill>
            </a:rPr>
            <a:t> each population to one of two groups</a:t>
          </a:r>
        </a:p>
      </dsp:txBody>
      <dsp:txXfrm>
        <a:off x="425215" y="1396987"/>
        <a:ext cx="3465042" cy="1085911"/>
      </dsp:txXfrm>
    </dsp:sp>
    <dsp:sp modelId="{8BD4FEAE-2C25-485C-960E-A4C75799CC23}">
      <dsp:nvSpPr>
        <dsp:cNvPr id="0" name=""/>
        <dsp:cNvSpPr/>
      </dsp:nvSpPr>
      <dsp:spPr>
        <a:xfrm>
          <a:off x="777019" y="2726406"/>
          <a:ext cx="4673803" cy="1153479"/>
        </a:xfrm>
        <a:prstGeom prst="roundRect">
          <a:avLst>
            <a:gd name="adj" fmla="val 10000"/>
          </a:avLst>
        </a:prstGeom>
        <a:gradFill rotWithShape="0">
          <a:gsLst>
            <a:gs pos="0">
              <a:schemeClr val="accent4">
                <a:hueOff val="-4691050"/>
                <a:satOff val="28159"/>
                <a:lumOff val="-2483"/>
                <a:alphaOff val="0"/>
                <a:tint val="100000"/>
                <a:shade val="85000"/>
                <a:satMod val="100000"/>
                <a:lumMod val="100000"/>
              </a:schemeClr>
            </a:gs>
            <a:gs pos="100000">
              <a:schemeClr val="accent4">
                <a:hueOff val="-4691050"/>
                <a:satOff val="28159"/>
                <a:lumOff val="-2483"/>
                <a:alphaOff val="0"/>
                <a:tint val="90000"/>
                <a:shade val="100000"/>
                <a:satMod val="150000"/>
                <a:lumMod val="100000"/>
              </a:schemeClr>
            </a:gs>
          </a:gsLst>
          <a:path path="circle">
            <a:fillToRect l="100000" t="100000" r="100000" b="100000"/>
          </a:path>
        </a:gradFill>
        <a:ln>
          <a:no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accent4">
              <a:hueOff val="-4691050"/>
              <a:satOff val="28159"/>
              <a:lumOff val="-2483"/>
              <a:alphaOff val="0"/>
              <a:shade val="35000"/>
              <a:satMod val="16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91440" tIns="91440" rIns="91440" bIns="91440" numCol="1" spcCol="1270" anchor="ctr" anchorCtr="0">
          <a:noAutofit/>
        </a:bodyPr>
        <a:lstStyle/>
        <a:p>
          <a:pPr lvl="0" algn="l" defTabSz="1066800">
            <a:lnSpc>
              <a:spcPct val="90000"/>
            </a:lnSpc>
            <a:spcBef>
              <a:spcPct val="0"/>
            </a:spcBef>
            <a:spcAft>
              <a:spcPct val="35000"/>
            </a:spcAft>
          </a:pPr>
          <a:r>
            <a:rPr lang="en-US" sz="2400" kern="1200" dirty="0">
              <a:solidFill>
                <a:schemeClr val="tx1"/>
              </a:solidFill>
            </a:rPr>
            <a:t>Calculate </a:t>
          </a:r>
          <a:r>
            <a:rPr lang="en-US" sz="2400" kern="1200" dirty="0">
              <a:solidFill>
                <a:schemeClr val="tx1"/>
              </a:solidFill>
              <a:hlinkClick xmlns:r="http://schemas.openxmlformats.org/officeDocument/2006/relationships" r:id="" action="ppaction://customshow?id=5&amp;return=true"/>
            </a:rPr>
            <a:t>T-Statistic</a:t>
          </a:r>
          <a:endParaRPr lang="en-US" sz="2400" kern="1200" dirty="0">
            <a:solidFill>
              <a:schemeClr val="tx1"/>
            </a:solidFill>
          </a:endParaRPr>
        </a:p>
      </dsp:txBody>
      <dsp:txXfrm>
        <a:off x="810803" y="2760190"/>
        <a:ext cx="3470884" cy="1085911"/>
      </dsp:txXfrm>
    </dsp:sp>
    <dsp:sp modelId="{CFBAC60C-B703-4747-AD37-18D3DC38A06C}">
      <dsp:nvSpPr>
        <dsp:cNvPr id="0" name=""/>
        <dsp:cNvSpPr/>
      </dsp:nvSpPr>
      <dsp:spPr>
        <a:xfrm>
          <a:off x="1168450" y="4089609"/>
          <a:ext cx="4673803" cy="1153479"/>
        </a:xfrm>
        <a:prstGeom prst="roundRect">
          <a:avLst>
            <a:gd name="adj" fmla="val 10000"/>
          </a:avLst>
        </a:prstGeom>
        <a:gradFill rotWithShape="0">
          <a:gsLst>
            <a:gs pos="0">
              <a:schemeClr val="accent4">
                <a:hueOff val="-7036575"/>
                <a:satOff val="42238"/>
                <a:lumOff val="-3725"/>
                <a:alphaOff val="0"/>
                <a:tint val="100000"/>
                <a:shade val="85000"/>
                <a:satMod val="100000"/>
                <a:lumMod val="100000"/>
              </a:schemeClr>
            </a:gs>
            <a:gs pos="100000">
              <a:schemeClr val="accent4">
                <a:hueOff val="-7036575"/>
                <a:satOff val="42238"/>
                <a:lumOff val="-3725"/>
                <a:alphaOff val="0"/>
                <a:tint val="90000"/>
                <a:shade val="100000"/>
                <a:satMod val="150000"/>
                <a:lumMod val="100000"/>
              </a:schemeClr>
            </a:gs>
          </a:gsLst>
          <a:path path="circle">
            <a:fillToRect l="100000" t="100000" r="100000" b="100000"/>
          </a:path>
        </a:gradFill>
        <a:ln>
          <a:no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accent4">
              <a:hueOff val="-7036575"/>
              <a:satOff val="42238"/>
              <a:lumOff val="-3725"/>
              <a:alphaOff val="0"/>
              <a:shade val="35000"/>
              <a:satMod val="16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91440" tIns="91440" rIns="91440" bIns="91440" numCol="1" spcCol="1270" anchor="ctr" anchorCtr="0">
          <a:noAutofit/>
        </a:bodyPr>
        <a:lstStyle/>
        <a:p>
          <a:pPr lvl="0" algn="l" defTabSz="1066800">
            <a:lnSpc>
              <a:spcPct val="90000"/>
            </a:lnSpc>
            <a:spcBef>
              <a:spcPct val="0"/>
            </a:spcBef>
            <a:spcAft>
              <a:spcPct val="35000"/>
            </a:spcAft>
          </a:pPr>
          <a:r>
            <a:rPr lang="en-US" sz="2400" kern="1200" dirty="0">
              <a:solidFill>
                <a:schemeClr val="tx1"/>
              </a:solidFill>
              <a:hlinkClick xmlns:r="http://schemas.openxmlformats.org/officeDocument/2006/relationships" r:id="" action="ppaction://customshow?id=6&amp;return=true"/>
            </a:rPr>
            <a:t>Determine</a:t>
          </a:r>
          <a:r>
            <a:rPr lang="en-US" sz="2400" kern="1200" dirty="0">
              <a:solidFill>
                <a:schemeClr val="tx1"/>
              </a:solidFill>
            </a:rPr>
            <a:t> the </a:t>
          </a:r>
          <a:r>
            <a:rPr lang="en-US" sz="2400" b="1" kern="1200" dirty="0">
              <a:solidFill>
                <a:schemeClr val="tx1"/>
              </a:solidFill>
            </a:rPr>
            <a:t>t-critical</a:t>
          </a:r>
          <a:r>
            <a:rPr lang="en-US" sz="2400" kern="1200" dirty="0">
              <a:solidFill>
                <a:schemeClr val="tx1"/>
              </a:solidFill>
            </a:rPr>
            <a:t> </a:t>
          </a:r>
          <a:r>
            <a:rPr lang="en-US" sz="2400" kern="1200" dirty="0" smtClean="0">
              <a:solidFill>
                <a:schemeClr val="tx1"/>
              </a:solidFill>
            </a:rPr>
            <a:t>value and range </a:t>
          </a:r>
          <a:r>
            <a:rPr lang="en-US" sz="2400" b="1" kern="1200" dirty="0" smtClean="0">
              <a:solidFill>
                <a:schemeClr val="tx1"/>
              </a:solidFill>
            </a:rPr>
            <a:t>p-value</a:t>
          </a:r>
          <a:r>
            <a:rPr lang="en-US" sz="2400" kern="1200" dirty="0" smtClean="0">
              <a:solidFill>
                <a:schemeClr val="tx1"/>
              </a:solidFill>
            </a:rPr>
            <a:t> </a:t>
          </a:r>
          <a:r>
            <a:rPr lang="en-US" sz="2400" kern="1200" dirty="0">
              <a:solidFill>
                <a:schemeClr val="tx1"/>
              </a:solidFill>
            </a:rPr>
            <a:t>on the t-distribution table</a:t>
          </a:r>
        </a:p>
      </dsp:txBody>
      <dsp:txXfrm>
        <a:off x="1202234" y="4123393"/>
        <a:ext cx="3465042" cy="1085911"/>
      </dsp:txXfrm>
    </dsp:sp>
    <dsp:sp modelId="{4E137C26-B440-4F9B-A570-6929D00B1B50}">
      <dsp:nvSpPr>
        <dsp:cNvPr id="0" name=""/>
        <dsp:cNvSpPr/>
      </dsp:nvSpPr>
      <dsp:spPr>
        <a:xfrm>
          <a:off x="3924041" y="883460"/>
          <a:ext cx="749761" cy="749761"/>
        </a:xfrm>
        <a:prstGeom prst="downArrow">
          <a:avLst>
            <a:gd name="adj1" fmla="val 55000"/>
            <a:gd name="adj2" fmla="val 45000"/>
          </a:avLst>
        </a:prstGeom>
        <a:solidFill>
          <a:schemeClr val="accent4">
            <a:tint val="40000"/>
            <a:alpha val="90000"/>
            <a:hueOff val="0"/>
            <a:satOff val="0"/>
            <a:lumOff val="0"/>
            <a:alphaOff val="0"/>
          </a:schemeClr>
        </a:solidFill>
        <a:ln w="9525" cap="flat" cmpd="sng" algn="ctr">
          <a:solidFill>
            <a:schemeClr val="accent4">
              <a:tint val="40000"/>
              <a:alpha val="90000"/>
              <a:hueOff val="0"/>
              <a:satOff val="0"/>
              <a:lumOff val="0"/>
              <a:alphaOff val="0"/>
            </a:schemeClr>
          </a:solidFill>
          <a:prstDash val="solid"/>
        </a:ln>
        <a:effectLst>
          <a:outerShdw blurRad="50800" dist="12700" dir="5400000" algn="ctr" rotWithShape="0">
            <a:srgbClr val="000000">
              <a:alpha val="50000"/>
            </a:srgbClr>
          </a:outerShdw>
        </a:effectLst>
      </dsp:spPr>
      <dsp:style>
        <a:lnRef idx="1">
          <a:scrgbClr r="0" g="0" b="0"/>
        </a:lnRef>
        <a:fillRef idx="1">
          <a:scrgbClr r="0" g="0" b="0"/>
        </a:fillRef>
        <a:effectRef idx="2">
          <a:scrgbClr r="0" g="0" b="0"/>
        </a:effectRef>
        <a:fontRef idx="minor"/>
      </dsp:style>
      <dsp:txBody>
        <a:bodyPr spcFirstLastPara="0" vert="horz" wrap="square" lIns="45720" tIns="45720" rIns="45720" bIns="45720" numCol="1" spcCol="1270" anchor="ctr" anchorCtr="0">
          <a:noAutofit/>
        </a:bodyPr>
        <a:lstStyle/>
        <a:p>
          <a:pPr lvl="0" algn="ctr" defTabSz="1600200">
            <a:lnSpc>
              <a:spcPct val="90000"/>
            </a:lnSpc>
            <a:spcBef>
              <a:spcPct val="0"/>
            </a:spcBef>
            <a:spcAft>
              <a:spcPct val="35000"/>
            </a:spcAft>
          </a:pPr>
          <a:endParaRPr lang="en-US" sz="3600" kern="1200">
            <a:solidFill>
              <a:schemeClr val="tx1"/>
            </a:solidFill>
          </a:endParaRPr>
        </a:p>
      </dsp:txBody>
      <dsp:txXfrm>
        <a:off x="4092737" y="883460"/>
        <a:ext cx="412369" cy="564195"/>
      </dsp:txXfrm>
    </dsp:sp>
    <dsp:sp modelId="{62027BF6-DD60-405D-83D9-814E7B2C6023}">
      <dsp:nvSpPr>
        <dsp:cNvPr id="0" name=""/>
        <dsp:cNvSpPr/>
      </dsp:nvSpPr>
      <dsp:spPr>
        <a:xfrm>
          <a:off x="4315472" y="2246663"/>
          <a:ext cx="749761" cy="749761"/>
        </a:xfrm>
        <a:prstGeom prst="downArrow">
          <a:avLst>
            <a:gd name="adj1" fmla="val 55000"/>
            <a:gd name="adj2" fmla="val 45000"/>
          </a:avLst>
        </a:prstGeom>
        <a:solidFill>
          <a:schemeClr val="accent4">
            <a:tint val="40000"/>
            <a:alpha val="90000"/>
            <a:hueOff val="-3661728"/>
            <a:satOff val="16608"/>
            <a:lumOff val="16"/>
            <a:alphaOff val="0"/>
          </a:schemeClr>
        </a:solidFill>
        <a:ln w="9525" cap="flat" cmpd="sng" algn="ctr">
          <a:solidFill>
            <a:schemeClr val="accent4">
              <a:tint val="40000"/>
              <a:alpha val="90000"/>
              <a:hueOff val="-3661728"/>
              <a:satOff val="16608"/>
              <a:lumOff val="16"/>
              <a:alphaOff val="0"/>
            </a:schemeClr>
          </a:solidFill>
          <a:prstDash val="solid"/>
        </a:ln>
        <a:effectLst>
          <a:outerShdw blurRad="50800" dist="12700" dir="5400000" algn="ctr" rotWithShape="0">
            <a:srgbClr val="000000">
              <a:alpha val="50000"/>
            </a:srgbClr>
          </a:outerShdw>
        </a:effectLst>
      </dsp:spPr>
      <dsp:style>
        <a:lnRef idx="1">
          <a:scrgbClr r="0" g="0" b="0"/>
        </a:lnRef>
        <a:fillRef idx="1">
          <a:scrgbClr r="0" g="0" b="0"/>
        </a:fillRef>
        <a:effectRef idx="2">
          <a:scrgbClr r="0" g="0" b="0"/>
        </a:effectRef>
        <a:fontRef idx="minor"/>
      </dsp:style>
      <dsp:txBody>
        <a:bodyPr spcFirstLastPara="0" vert="horz" wrap="square" lIns="45720" tIns="45720" rIns="45720" bIns="45720" numCol="1" spcCol="1270" anchor="ctr" anchorCtr="0">
          <a:noAutofit/>
        </a:bodyPr>
        <a:lstStyle/>
        <a:p>
          <a:pPr lvl="0" algn="ctr" defTabSz="1600200">
            <a:lnSpc>
              <a:spcPct val="90000"/>
            </a:lnSpc>
            <a:spcBef>
              <a:spcPct val="0"/>
            </a:spcBef>
            <a:spcAft>
              <a:spcPct val="35000"/>
            </a:spcAft>
          </a:pPr>
          <a:endParaRPr lang="en-US" sz="3600" kern="1200">
            <a:solidFill>
              <a:schemeClr val="tx1"/>
            </a:solidFill>
          </a:endParaRPr>
        </a:p>
      </dsp:txBody>
      <dsp:txXfrm>
        <a:off x="4484168" y="2246663"/>
        <a:ext cx="412369" cy="564195"/>
      </dsp:txXfrm>
    </dsp:sp>
    <dsp:sp modelId="{FE93672F-01EA-4267-95DB-9111480FCE51}">
      <dsp:nvSpPr>
        <dsp:cNvPr id="0" name=""/>
        <dsp:cNvSpPr/>
      </dsp:nvSpPr>
      <dsp:spPr>
        <a:xfrm>
          <a:off x="4701061" y="3609866"/>
          <a:ext cx="749761" cy="749761"/>
        </a:xfrm>
        <a:prstGeom prst="downArrow">
          <a:avLst>
            <a:gd name="adj1" fmla="val 55000"/>
            <a:gd name="adj2" fmla="val 45000"/>
          </a:avLst>
        </a:prstGeom>
        <a:solidFill>
          <a:schemeClr val="accent4">
            <a:tint val="40000"/>
            <a:alpha val="90000"/>
            <a:hueOff val="-7323457"/>
            <a:satOff val="33215"/>
            <a:lumOff val="33"/>
            <a:alphaOff val="0"/>
          </a:schemeClr>
        </a:solidFill>
        <a:ln w="9525" cap="flat" cmpd="sng" algn="ctr">
          <a:solidFill>
            <a:schemeClr val="accent4">
              <a:tint val="40000"/>
              <a:alpha val="90000"/>
              <a:hueOff val="-7323457"/>
              <a:satOff val="33215"/>
              <a:lumOff val="33"/>
              <a:alphaOff val="0"/>
            </a:schemeClr>
          </a:solidFill>
          <a:prstDash val="solid"/>
        </a:ln>
        <a:effectLst>
          <a:outerShdw blurRad="50800" dist="12700" dir="5400000" algn="ctr" rotWithShape="0">
            <a:srgbClr val="000000">
              <a:alpha val="50000"/>
            </a:srgbClr>
          </a:outerShdw>
        </a:effectLst>
      </dsp:spPr>
      <dsp:style>
        <a:lnRef idx="1">
          <a:scrgbClr r="0" g="0" b="0"/>
        </a:lnRef>
        <a:fillRef idx="1">
          <a:scrgbClr r="0" g="0" b="0"/>
        </a:fillRef>
        <a:effectRef idx="2">
          <a:scrgbClr r="0" g="0" b="0"/>
        </a:effectRef>
        <a:fontRef idx="minor"/>
      </dsp:style>
      <dsp:txBody>
        <a:bodyPr spcFirstLastPara="0" vert="horz" wrap="square" lIns="45720" tIns="45720" rIns="45720" bIns="45720" numCol="1" spcCol="1270" anchor="ctr" anchorCtr="0">
          <a:noAutofit/>
        </a:bodyPr>
        <a:lstStyle/>
        <a:p>
          <a:pPr lvl="0" algn="ctr" defTabSz="1600200">
            <a:lnSpc>
              <a:spcPct val="90000"/>
            </a:lnSpc>
            <a:spcBef>
              <a:spcPct val="0"/>
            </a:spcBef>
            <a:spcAft>
              <a:spcPct val="35000"/>
            </a:spcAft>
          </a:pPr>
          <a:endParaRPr lang="en-US" sz="3600" kern="1200">
            <a:solidFill>
              <a:schemeClr val="tx1"/>
            </a:solidFill>
          </a:endParaRPr>
        </a:p>
      </dsp:txBody>
      <dsp:txXfrm>
        <a:off x="4869757" y="3609866"/>
        <a:ext cx="412369" cy="564195"/>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B87287-E80C-1E4F-A296-ECA01AAD5E0C}" type="datetimeFigureOut">
              <a:rPr lang="en-US" smtClean="0"/>
              <a:t>2/23/2022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EB0003-E446-3242-BB9A-ED196901299D}" type="slidenum">
              <a:rPr lang="en-US" smtClean="0"/>
              <a:t>‹#›</a:t>
            </a:fld>
            <a:endParaRPr lang="en-US"/>
          </a:p>
        </p:txBody>
      </p:sp>
    </p:spTree>
    <p:extLst>
      <p:ext uri="{BB962C8B-B14F-4D97-AF65-F5344CB8AC3E}">
        <p14:creationId xmlns:p14="http://schemas.microsoft.com/office/powerpoint/2010/main" val="22936112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smtClean="0">
                <a:solidFill>
                  <a:schemeClr val="tx1"/>
                </a:solidFill>
                <a:effectLst/>
                <a:latin typeface="+mn-lt"/>
                <a:ea typeface="+mn-ea"/>
                <a:cs typeface="+mn-cs"/>
              </a:rPr>
              <a:t>I will present Hypothesis testing. What is it?</a:t>
            </a:r>
            <a:endParaRPr lang="en-US" b="0" dirty="0" smtClean="0">
              <a:effectLst/>
            </a:endParaRPr>
          </a:p>
          <a:p>
            <a:r>
              <a:rPr lang="en-US" dirty="0" smtClean="0"/>
              <a:t/>
            </a:r>
            <a:br>
              <a:rPr lang="en-US" dirty="0" smtClean="0"/>
            </a:br>
            <a:endParaRPr lang="en-US" dirty="0"/>
          </a:p>
        </p:txBody>
      </p:sp>
      <p:sp>
        <p:nvSpPr>
          <p:cNvPr id="4" name="Slide Number Placeholder 3"/>
          <p:cNvSpPr>
            <a:spLocks noGrp="1"/>
          </p:cNvSpPr>
          <p:nvPr>
            <p:ph type="sldNum" sz="quarter" idx="10"/>
          </p:nvPr>
        </p:nvSpPr>
        <p:spPr/>
        <p:txBody>
          <a:bodyPr/>
          <a:lstStyle/>
          <a:p>
            <a:fld id="{BCEB0003-E446-3242-BB9A-ED196901299D}" type="slidenum">
              <a:rPr lang="en-US" smtClean="0"/>
              <a:t>1</a:t>
            </a:fld>
            <a:endParaRPr lang="en-US"/>
          </a:p>
        </p:txBody>
      </p:sp>
    </p:spTree>
    <p:extLst>
      <p:ext uri="{BB962C8B-B14F-4D97-AF65-F5344CB8AC3E}">
        <p14:creationId xmlns:p14="http://schemas.microsoft.com/office/powerpoint/2010/main" val="7468239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smtClean="0">
                <a:solidFill>
                  <a:schemeClr val="tx1"/>
                </a:solidFill>
                <a:effectLst/>
                <a:latin typeface="+mn-lt"/>
                <a:ea typeface="+mn-ea"/>
                <a:cs typeface="+mn-cs"/>
              </a:rPr>
              <a:t>Hypothesis  testing is a tool/technique to evaluate a theory using data. </a:t>
            </a:r>
            <a:endParaRPr lang="en-US" b="0" dirty="0" smtClean="0">
              <a:effectLst/>
            </a:endParaRPr>
          </a:p>
          <a:p>
            <a:pPr rtl="0"/>
            <a:r>
              <a:rPr lang="en-US" sz="1200" b="0" i="0" u="none" strike="noStrike" kern="1200" dirty="0" smtClean="0">
                <a:solidFill>
                  <a:schemeClr val="tx1"/>
                </a:solidFill>
                <a:effectLst/>
                <a:latin typeface="+mn-lt"/>
                <a:ea typeface="+mn-ea"/>
                <a:cs typeface="+mn-cs"/>
              </a:rPr>
              <a:t>Based on its name, hypothesis refers to initial belief of researcher about the situation before the study.</a:t>
            </a:r>
            <a:endParaRPr lang="en-US" b="0" dirty="0" smtClean="0">
              <a:effectLst/>
            </a:endParaRPr>
          </a:p>
          <a:p>
            <a:pPr rtl="0"/>
            <a:r>
              <a:rPr lang="en-US" sz="1200" b="0" i="0" u="none" strike="noStrike" kern="1200" dirty="0" smtClean="0">
                <a:solidFill>
                  <a:schemeClr val="tx1"/>
                </a:solidFill>
                <a:effectLst/>
                <a:latin typeface="+mn-lt"/>
                <a:ea typeface="+mn-ea"/>
                <a:cs typeface="+mn-cs"/>
              </a:rPr>
              <a:t>In here we will explain 3 hypothesis testing. </a:t>
            </a:r>
            <a:r>
              <a:rPr lang="en-US" sz="1200" b="0" i="0" u="none" strike="noStrike" kern="1200" dirty="0" err="1" smtClean="0">
                <a:solidFill>
                  <a:schemeClr val="tx1"/>
                </a:solidFill>
                <a:effectLst/>
                <a:latin typeface="+mn-lt"/>
                <a:ea typeface="+mn-ea"/>
                <a:cs typeface="+mn-cs"/>
              </a:rPr>
              <a:t>Ttest</a:t>
            </a:r>
            <a:r>
              <a:rPr lang="en-US" sz="1200" b="0" i="0" u="none" strike="noStrike" kern="1200" dirty="0" smtClean="0">
                <a:solidFill>
                  <a:schemeClr val="tx1"/>
                </a:solidFill>
                <a:effectLst/>
                <a:latin typeface="+mn-lt"/>
                <a:ea typeface="+mn-ea"/>
                <a:cs typeface="+mn-cs"/>
              </a:rPr>
              <a:t>, Wilcoxon </a:t>
            </a:r>
            <a:r>
              <a:rPr lang="en-US" sz="1200" b="0" i="0" u="none" strike="noStrike" kern="1200" dirty="0" err="1" smtClean="0">
                <a:solidFill>
                  <a:schemeClr val="tx1"/>
                </a:solidFill>
                <a:effectLst/>
                <a:latin typeface="+mn-lt"/>
                <a:ea typeface="+mn-ea"/>
                <a:cs typeface="+mn-cs"/>
              </a:rPr>
              <a:t>test,and</a:t>
            </a:r>
            <a:r>
              <a:rPr lang="en-US" sz="1200" b="0" i="0" u="none" strike="noStrike" kern="1200" dirty="0" smtClean="0">
                <a:solidFill>
                  <a:schemeClr val="tx1"/>
                </a:solidFill>
                <a:effectLst/>
                <a:latin typeface="+mn-lt"/>
                <a:ea typeface="+mn-ea"/>
                <a:cs typeface="+mn-cs"/>
              </a:rPr>
              <a:t> last, chi square test</a:t>
            </a:r>
            <a:endParaRPr lang="en-US" b="0" dirty="0" smtClean="0">
              <a:effectLst/>
            </a:endParaRPr>
          </a:p>
          <a:p>
            <a:r>
              <a:rPr lang="en-US" dirty="0" smtClean="0"/>
              <a:t/>
            </a:r>
            <a:br>
              <a:rPr lang="en-US" dirty="0" smtClean="0"/>
            </a:br>
            <a:endParaRPr lang="en-US" dirty="0"/>
          </a:p>
        </p:txBody>
      </p:sp>
      <p:sp>
        <p:nvSpPr>
          <p:cNvPr id="4" name="Slide Number Placeholder 3"/>
          <p:cNvSpPr>
            <a:spLocks noGrp="1"/>
          </p:cNvSpPr>
          <p:nvPr>
            <p:ph type="sldNum" sz="quarter" idx="10"/>
          </p:nvPr>
        </p:nvSpPr>
        <p:spPr/>
        <p:txBody>
          <a:bodyPr/>
          <a:lstStyle/>
          <a:p>
            <a:fld id="{BCEB0003-E446-3242-BB9A-ED196901299D}" type="slidenum">
              <a:rPr lang="en-US" smtClean="0"/>
              <a:t>2</a:t>
            </a:fld>
            <a:endParaRPr lang="en-US"/>
          </a:p>
        </p:txBody>
      </p:sp>
    </p:spTree>
    <p:extLst>
      <p:ext uri="{BB962C8B-B14F-4D97-AF65-F5344CB8AC3E}">
        <p14:creationId xmlns:p14="http://schemas.microsoft.com/office/powerpoint/2010/main" val="9327639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smtClean="0">
                <a:solidFill>
                  <a:schemeClr val="tx1"/>
                </a:solidFill>
                <a:effectLst/>
                <a:latin typeface="+mn-lt"/>
                <a:ea typeface="+mn-ea"/>
                <a:cs typeface="+mn-cs"/>
              </a:rPr>
              <a:t>Why we need to learn hypothesis testing?</a:t>
            </a:r>
            <a:endParaRPr lang="en-US" b="0" dirty="0" smtClean="0">
              <a:effectLst/>
            </a:endParaRPr>
          </a:p>
          <a:p>
            <a:pPr rtl="0"/>
            <a:r>
              <a:rPr lang="en-US" sz="1200" b="0" i="0" u="none" strike="noStrike" kern="1200" dirty="0" smtClean="0">
                <a:solidFill>
                  <a:schemeClr val="tx1"/>
                </a:solidFill>
                <a:effectLst/>
                <a:latin typeface="+mn-lt"/>
                <a:ea typeface="+mn-ea"/>
                <a:cs typeface="+mn-cs"/>
              </a:rPr>
              <a:t>This is the intuition of hypothesis testing.</a:t>
            </a:r>
            <a:endParaRPr lang="en-US" b="0" dirty="0" smtClean="0">
              <a:effectLst/>
            </a:endParaRPr>
          </a:p>
          <a:p>
            <a:pPr rtl="0"/>
            <a:r>
              <a:rPr lang="en-US" sz="1200" b="0" i="0" u="none" strike="noStrike" kern="1200" dirty="0" smtClean="0">
                <a:solidFill>
                  <a:schemeClr val="tx1"/>
                </a:solidFill>
                <a:effectLst/>
                <a:latin typeface="+mn-lt"/>
                <a:ea typeface="+mn-ea"/>
                <a:cs typeface="+mn-cs"/>
              </a:rPr>
              <a:t>When we have average accuracy of baseline and proposed model like this.</a:t>
            </a:r>
            <a:endParaRPr lang="en-US" b="0" dirty="0" smtClean="0">
              <a:effectLst/>
            </a:endParaRPr>
          </a:p>
          <a:p>
            <a:pPr rtl="0"/>
            <a:r>
              <a:rPr lang="en-US" sz="1200" b="0" i="0" u="none" strike="noStrike" kern="1200" dirty="0" smtClean="0">
                <a:solidFill>
                  <a:schemeClr val="tx1"/>
                </a:solidFill>
                <a:effectLst/>
                <a:latin typeface="+mn-lt"/>
                <a:ea typeface="+mn-ea"/>
                <a:cs typeface="+mn-cs"/>
              </a:rPr>
              <a:t>Do hypothesis testing answer accuracy of proposed model is better than baseline?</a:t>
            </a:r>
            <a:endParaRPr lang="en-US" b="0" dirty="0" smtClean="0">
              <a:effectLst/>
            </a:endParaRPr>
          </a:p>
          <a:p>
            <a:pPr rtl="0"/>
            <a:r>
              <a:rPr lang="en-US" sz="1200" b="0" i="0" u="none" strike="noStrike" kern="1200" dirty="0" smtClean="0">
                <a:solidFill>
                  <a:schemeClr val="tx1"/>
                </a:solidFill>
                <a:effectLst/>
                <a:latin typeface="+mn-lt"/>
                <a:ea typeface="+mn-ea"/>
                <a:cs typeface="+mn-cs"/>
              </a:rPr>
              <a:t>So here we compare two cases that have the same average accuracy of baseline and so do proposed models.</a:t>
            </a:r>
            <a:endParaRPr lang="en-US" b="0" dirty="0" smtClean="0">
              <a:effectLst/>
            </a:endParaRPr>
          </a:p>
          <a:p>
            <a:pPr rtl="0"/>
            <a:r>
              <a:rPr lang="en-US" sz="1200" b="0" i="0" u="none" strike="noStrike" kern="1200" dirty="0" smtClean="0">
                <a:solidFill>
                  <a:schemeClr val="tx1"/>
                </a:solidFill>
                <a:effectLst/>
                <a:latin typeface="+mn-lt"/>
                <a:ea typeface="+mn-ea"/>
                <a:cs typeface="+mn-cs"/>
              </a:rPr>
              <a:t>Which Case reflects proposed model is better?</a:t>
            </a:r>
            <a:endParaRPr lang="en-US" b="0" dirty="0" smtClean="0">
              <a:effectLst/>
            </a:endParaRPr>
          </a:p>
          <a:p>
            <a:pPr rtl="0"/>
            <a:r>
              <a:rPr lang="en-US" sz="1200" b="0" i="0" u="none" strike="noStrike" kern="1200" dirty="0" smtClean="0">
                <a:solidFill>
                  <a:schemeClr val="tx1"/>
                </a:solidFill>
                <a:effectLst/>
                <a:latin typeface="+mn-lt"/>
                <a:ea typeface="+mn-ea"/>
                <a:cs typeface="+mn-cs"/>
              </a:rPr>
              <a:t>We can perform hypothesis testing and get p-value for each case. The lower p-value means the case has significance difference to other case.</a:t>
            </a:r>
            <a:endParaRPr lang="en-US" b="0" dirty="0" smtClean="0">
              <a:effectLst/>
            </a:endParaRPr>
          </a:p>
          <a:p>
            <a:pPr rtl="0"/>
            <a:r>
              <a:rPr lang="en-US" sz="1200" b="0" i="0" u="none" strike="noStrike" kern="1200" dirty="0" smtClean="0">
                <a:solidFill>
                  <a:schemeClr val="tx1"/>
                </a:solidFill>
                <a:effectLst/>
                <a:latin typeface="+mn-lt"/>
                <a:ea typeface="+mn-ea"/>
                <a:cs typeface="+mn-cs"/>
              </a:rPr>
              <a:t>Based on </a:t>
            </a:r>
            <a:r>
              <a:rPr lang="en-US" sz="1200" b="0" i="0" u="none" strike="noStrike" kern="1200" dirty="0" err="1" smtClean="0">
                <a:solidFill>
                  <a:schemeClr val="tx1"/>
                </a:solidFill>
                <a:effectLst/>
                <a:latin typeface="+mn-lt"/>
                <a:ea typeface="+mn-ea"/>
                <a:cs typeface="+mn-cs"/>
              </a:rPr>
              <a:t>pvalue</a:t>
            </a:r>
            <a:r>
              <a:rPr lang="en-US" sz="1200" b="0" i="0" u="none" strike="noStrike" kern="1200" dirty="0" smtClean="0">
                <a:solidFill>
                  <a:schemeClr val="tx1"/>
                </a:solidFill>
                <a:effectLst/>
                <a:latin typeface="+mn-lt"/>
                <a:ea typeface="+mn-ea"/>
                <a:cs typeface="+mn-cs"/>
              </a:rPr>
              <a:t>, case 1 has lower </a:t>
            </a:r>
            <a:r>
              <a:rPr lang="en-US" sz="1200" b="0" i="0" u="none" strike="noStrike" kern="1200" dirty="0" err="1" smtClean="0">
                <a:solidFill>
                  <a:schemeClr val="tx1"/>
                </a:solidFill>
                <a:effectLst/>
                <a:latin typeface="+mn-lt"/>
                <a:ea typeface="+mn-ea"/>
                <a:cs typeface="+mn-cs"/>
              </a:rPr>
              <a:t>pvalue</a:t>
            </a:r>
            <a:r>
              <a:rPr lang="en-US" sz="1200" b="0" i="0" u="none" strike="noStrike" kern="1200" dirty="0" smtClean="0">
                <a:solidFill>
                  <a:schemeClr val="tx1"/>
                </a:solidFill>
                <a:effectLst/>
                <a:latin typeface="+mn-lt"/>
                <a:ea typeface="+mn-ea"/>
                <a:cs typeface="+mn-cs"/>
              </a:rPr>
              <a:t> which means case 1 has consistent superior accuracy of proposed model to baseline model than case2.</a:t>
            </a:r>
            <a:endParaRPr lang="en-US" b="0" dirty="0" smtClean="0">
              <a:effectLst/>
            </a:endParaRPr>
          </a:p>
          <a:p>
            <a:r>
              <a:rPr lang="en-US" dirty="0" smtClean="0"/>
              <a:t/>
            </a:r>
            <a:br>
              <a:rPr lang="en-US" dirty="0" smtClean="0"/>
            </a:br>
            <a:endParaRPr lang="en-US" dirty="0"/>
          </a:p>
        </p:txBody>
      </p:sp>
      <p:sp>
        <p:nvSpPr>
          <p:cNvPr id="4" name="Slide Number Placeholder 3"/>
          <p:cNvSpPr>
            <a:spLocks noGrp="1"/>
          </p:cNvSpPr>
          <p:nvPr>
            <p:ph type="sldNum" sz="quarter" idx="10"/>
          </p:nvPr>
        </p:nvSpPr>
        <p:spPr/>
        <p:txBody>
          <a:bodyPr/>
          <a:lstStyle/>
          <a:p>
            <a:fld id="{BCEB0003-E446-3242-BB9A-ED196901299D}" type="slidenum">
              <a:rPr lang="en-US" smtClean="0"/>
              <a:t>3</a:t>
            </a:fld>
            <a:endParaRPr lang="en-US"/>
          </a:p>
        </p:txBody>
      </p:sp>
    </p:spTree>
    <p:extLst>
      <p:ext uri="{BB962C8B-B14F-4D97-AF65-F5344CB8AC3E}">
        <p14:creationId xmlns:p14="http://schemas.microsoft.com/office/powerpoint/2010/main" val="16189212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smtClean="0">
                <a:solidFill>
                  <a:schemeClr val="tx1"/>
                </a:solidFill>
                <a:effectLst/>
                <a:latin typeface="+mn-lt"/>
                <a:ea typeface="+mn-ea"/>
                <a:cs typeface="+mn-cs"/>
              </a:rPr>
              <a:t>In the experiment, hypothesis testing is performed in feature selection section and result section, like the previous example.</a:t>
            </a:r>
            <a:endParaRPr lang="en-US" b="0" dirty="0" smtClean="0">
              <a:effectLst/>
            </a:endParaRPr>
          </a:p>
          <a:p>
            <a:r>
              <a:rPr lang="en-US" dirty="0" smtClean="0"/>
              <a:t/>
            </a:r>
            <a:br>
              <a:rPr lang="en-US" dirty="0" smtClean="0"/>
            </a:br>
            <a:endParaRPr lang="en-US" dirty="0"/>
          </a:p>
        </p:txBody>
      </p:sp>
      <p:sp>
        <p:nvSpPr>
          <p:cNvPr id="4" name="Slide Number Placeholder 3"/>
          <p:cNvSpPr>
            <a:spLocks noGrp="1"/>
          </p:cNvSpPr>
          <p:nvPr>
            <p:ph type="sldNum" sz="quarter" idx="10"/>
          </p:nvPr>
        </p:nvSpPr>
        <p:spPr/>
        <p:txBody>
          <a:bodyPr/>
          <a:lstStyle/>
          <a:p>
            <a:fld id="{2CA3AB2B-189A-4C92-A457-C6A3833631A7}" type="slidenum">
              <a:rPr lang="en-US" smtClean="0"/>
              <a:pPr/>
              <a:t>4</a:t>
            </a:fld>
            <a:endParaRPr lang="en-US"/>
          </a:p>
        </p:txBody>
      </p:sp>
    </p:spTree>
    <p:extLst>
      <p:ext uri="{BB962C8B-B14F-4D97-AF65-F5344CB8AC3E}">
        <p14:creationId xmlns:p14="http://schemas.microsoft.com/office/powerpoint/2010/main" val="37443893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smtClean="0">
                <a:solidFill>
                  <a:schemeClr val="tx1"/>
                </a:solidFill>
                <a:effectLst/>
                <a:latin typeface="+mn-lt"/>
                <a:ea typeface="+mn-ea"/>
                <a:cs typeface="+mn-cs"/>
              </a:rPr>
              <a:t>Now I will present the first hypothesis testing, T-Test, which is popularly known by researchers</a:t>
            </a:r>
            <a:endParaRPr lang="en-US" b="0" dirty="0" smtClean="0">
              <a:effectLst/>
            </a:endParaRPr>
          </a:p>
          <a:p>
            <a:r>
              <a:rPr lang="en-US" dirty="0" smtClean="0"/>
              <a:t/>
            </a:r>
            <a:br>
              <a:rPr lang="en-US" dirty="0" smtClean="0"/>
            </a:br>
            <a:endParaRPr lang="en-US" dirty="0"/>
          </a:p>
        </p:txBody>
      </p:sp>
      <p:sp>
        <p:nvSpPr>
          <p:cNvPr id="4" name="Slide Number Placeholder 3"/>
          <p:cNvSpPr>
            <a:spLocks noGrp="1"/>
          </p:cNvSpPr>
          <p:nvPr>
            <p:ph type="sldNum" sz="quarter" idx="10"/>
          </p:nvPr>
        </p:nvSpPr>
        <p:spPr/>
        <p:txBody>
          <a:bodyPr/>
          <a:lstStyle/>
          <a:p>
            <a:fld id="{BCEB0003-E446-3242-BB9A-ED196901299D}" type="slidenum">
              <a:rPr lang="en-US" smtClean="0"/>
              <a:t>5</a:t>
            </a:fld>
            <a:endParaRPr lang="en-US"/>
          </a:p>
        </p:txBody>
      </p:sp>
    </p:spTree>
    <p:extLst>
      <p:ext uri="{BB962C8B-B14F-4D97-AF65-F5344CB8AC3E}">
        <p14:creationId xmlns:p14="http://schemas.microsoft.com/office/powerpoint/2010/main" val="26325594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smtClean="0">
                <a:solidFill>
                  <a:schemeClr val="tx1"/>
                </a:solidFill>
                <a:effectLst/>
                <a:latin typeface="+mn-lt"/>
                <a:ea typeface="+mn-ea"/>
                <a:cs typeface="+mn-cs"/>
              </a:rPr>
              <a:t>I will start explaining </a:t>
            </a:r>
            <a:r>
              <a:rPr lang="en-US" sz="1200" b="0" i="0" u="none" strike="noStrike" kern="1200" dirty="0" err="1" smtClean="0">
                <a:solidFill>
                  <a:schemeClr val="tx1"/>
                </a:solidFill>
                <a:effectLst/>
                <a:latin typeface="+mn-lt"/>
                <a:ea typeface="+mn-ea"/>
                <a:cs typeface="+mn-cs"/>
              </a:rPr>
              <a:t>TTest</a:t>
            </a:r>
            <a:r>
              <a:rPr lang="en-US" sz="1200" b="0" i="0" u="none" strike="noStrike" kern="1200" dirty="0" smtClean="0">
                <a:solidFill>
                  <a:schemeClr val="tx1"/>
                </a:solidFill>
                <a:effectLst/>
                <a:latin typeface="+mn-lt"/>
                <a:ea typeface="+mn-ea"/>
                <a:cs typeface="+mn-cs"/>
              </a:rPr>
              <a:t>. Then there are two types of </a:t>
            </a:r>
            <a:r>
              <a:rPr lang="en-US" sz="1200" b="0" i="0" u="none" strike="noStrike" kern="1200" dirty="0" err="1" smtClean="0">
                <a:solidFill>
                  <a:schemeClr val="tx1"/>
                </a:solidFill>
                <a:effectLst/>
                <a:latin typeface="+mn-lt"/>
                <a:ea typeface="+mn-ea"/>
                <a:cs typeface="+mn-cs"/>
              </a:rPr>
              <a:t>Ttest</a:t>
            </a:r>
            <a:r>
              <a:rPr lang="en-US" sz="1200" b="0" i="0" u="none" strike="noStrike" kern="1200" dirty="0" smtClean="0">
                <a:solidFill>
                  <a:schemeClr val="tx1"/>
                </a:solidFill>
                <a:effectLst/>
                <a:latin typeface="+mn-lt"/>
                <a:ea typeface="+mn-ea"/>
                <a:cs typeface="+mn-cs"/>
              </a:rPr>
              <a:t>, one-tailed and two-tailed. Last, explain step by step performing T-test for two-tailed type.</a:t>
            </a:r>
            <a:endParaRPr lang="en-US" b="0" dirty="0" smtClean="0">
              <a:effectLst/>
            </a:endParaRPr>
          </a:p>
          <a:p>
            <a:r>
              <a:rPr lang="en-US" dirty="0" smtClean="0"/>
              <a:t/>
            </a:r>
            <a:br>
              <a:rPr lang="en-US" dirty="0" smtClean="0"/>
            </a:br>
            <a:endParaRPr lang="en-US" dirty="0"/>
          </a:p>
        </p:txBody>
      </p:sp>
      <p:sp>
        <p:nvSpPr>
          <p:cNvPr id="4" name="Slide Number Placeholder 3"/>
          <p:cNvSpPr>
            <a:spLocks noGrp="1"/>
          </p:cNvSpPr>
          <p:nvPr>
            <p:ph type="sldNum" sz="quarter" idx="10"/>
          </p:nvPr>
        </p:nvSpPr>
        <p:spPr/>
        <p:txBody>
          <a:bodyPr/>
          <a:lstStyle/>
          <a:p>
            <a:fld id="{BCEB0003-E446-3242-BB9A-ED196901299D}" type="slidenum">
              <a:rPr lang="en-US" smtClean="0"/>
              <a:t>6</a:t>
            </a:fld>
            <a:endParaRPr lang="en-US"/>
          </a:p>
        </p:txBody>
      </p:sp>
    </p:spTree>
    <p:extLst>
      <p:ext uri="{BB962C8B-B14F-4D97-AF65-F5344CB8AC3E}">
        <p14:creationId xmlns:p14="http://schemas.microsoft.com/office/powerpoint/2010/main" val="30015314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smtClean="0">
                <a:solidFill>
                  <a:schemeClr val="tx1"/>
                </a:solidFill>
                <a:effectLst/>
                <a:latin typeface="+mn-lt"/>
                <a:ea typeface="+mn-ea"/>
                <a:cs typeface="+mn-cs"/>
              </a:rPr>
              <a:t>I will present what the t-test is. T-test is used to determine if there is a significant difference between the average value of two groups.</a:t>
            </a:r>
            <a:endParaRPr lang="en-US" b="0" dirty="0" smtClean="0">
              <a:effectLst/>
            </a:endParaRPr>
          </a:p>
          <a:p>
            <a:pPr rtl="0"/>
            <a:r>
              <a:rPr lang="en-US" sz="1200" b="0" i="0" u="none" strike="noStrike" kern="1200" dirty="0" smtClean="0">
                <a:solidFill>
                  <a:schemeClr val="tx1"/>
                </a:solidFill>
                <a:effectLst/>
                <a:latin typeface="+mn-lt"/>
                <a:ea typeface="+mn-ea"/>
                <a:cs typeface="+mn-cs"/>
              </a:rPr>
              <a:t>When do we use T-tests for our data? </a:t>
            </a:r>
            <a:endParaRPr lang="en-US" b="0" dirty="0" smtClean="0">
              <a:effectLst/>
            </a:endParaRPr>
          </a:p>
          <a:p>
            <a:pPr rtl="0"/>
            <a:r>
              <a:rPr lang="en-US" sz="1200" b="0" i="0" u="none" strike="noStrike" kern="1200" dirty="0" smtClean="0">
                <a:solidFill>
                  <a:schemeClr val="tx1"/>
                </a:solidFill>
                <a:effectLst/>
                <a:latin typeface="+mn-lt"/>
                <a:ea typeface="+mn-ea"/>
                <a:cs typeface="+mn-cs"/>
              </a:rPr>
              <a:t>You need to pay attention to the red font here to know the suitable condition when using t-test. </a:t>
            </a:r>
            <a:endParaRPr lang="en-US" b="0" dirty="0" smtClean="0">
              <a:effectLst/>
            </a:endParaRPr>
          </a:p>
          <a:p>
            <a:pPr rtl="0"/>
            <a:r>
              <a:rPr lang="en-US" sz="1200" b="0" i="0" u="none" strike="noStrike" kern="1200" dirty="0" smtClean="0">
                <a:solidFill>
                  <a:schemeClr val="tx1"/>
                </a:solidFill>
                <a:effectLst/>
                <a:latin typeface="+mn-lt"/>
                <a:ea typeface="+mn-ea"/>
                <a:cs typeface="+mn-cs"/>
              </a:rPr>
              <a:t>T-Test assumes the data follows a normal distribution. So, if you think your data has normal distribution then t-test is the suitable hypothesis testing.</a:t>
            </a:r>
          </a:p>
          <a:p>
            <a:pPr rtl="0"/>
            <a:endParaRPr lang="en-US" b="0" dirty="0" smtClean="0">
              <a:effectLst/>
            </a:endParaRPr>
          </a:p>
          <a:p>
            <a:pPr rtl="0"/>
            <a:r>
              <a:rPr lang="en-US" sz="1200" b="0" i="0" u="none" strike="noStrike" kern="1200" dirty="0" smtClean="0">
                <a:solidFill>
                  <a:schemeClr val="tx1"/>
                </a:solidFill>
                <a:effectLst/>
                <a:latin typeface="+mn-lt"/>
                <a:ea typeface="+mn-ea"/>
                <a:cs typeface="+mn-cs"/>
              </a:rPr>
              <a:t>There are two terms that need to be known when performing the t-test: a null and an alternative hypothesis. </a:t>
            </a:r>
            <a:endParaRPr lang="en-US" b="0" dirty="0" smtClean="0">
              <a:effectLst/>
            </a:endParaRPr>
          </a:p>
          <a:p>
            <a:pPr rtl="0"/>
            <a:r>
              <a:rPr lang="en-US" sz="1200" b="0" i="0" u="none" strike="noStrike" kern="1200" dirty="0" smtClean="0">
                <a:solidFill>
                  <a:schemeClr val="tx1"/>
                </a:solidFill>
                <a:effectLst/>
                <a:latin typeface="+mn-lt"/>
                <a:ea typeface="+mn-ea"/>
                <a:cs typeface="+mn-cs"/>
              </a:rPr>
              <a:t>For feature selection cases: </a:t>
            </a:r>
            <a:endParaRPr lang="en-US" b="0" dirty="0" smtClean="0">
              <a:effectLst/>
            </a:endParaRPr>
          </a:p>
          <a:p>
            <a:pPr marL="171450" indent="-171450" rtl="0" fontAlgn="base">
              <a:buFont typeface="Arial" panose="020B0604020202020204" pitchFamily="34" charset="0"/>
              <a:buChar char="•"/>
            </a:pPr>
            <a:r>
              <a:rPr lang="en-US" sz="1200" b="0" i="0" u="none" strike="noStrike" kern="1200" dirty="0" smtClean="0">
                <a:solidFill>
                  <a:schemeClr val="tx1"/>
                </a:solidFill>
                <a:effectLst/>
                <a:latin typeface="+mn-lt"/>
                <a:ea typeface="+mn-ea"/>
                <a:cs typeface="+mn-cs"/>
              </a:rPr>
              <a:t>Null Hypothesis means the feature has no difference between two groups</a:t>
            </a:r>
          </a:p>
          <a:p>
            <a:pPr marL="171450" indent="-171450" rtl="0" fontAlgn="base">
              <a:buFont typeface="Arial" panose="020B0604020202020204" pitchFamily="34" charset="0"/>
              <a:buChar char="•"/>
            </a:pPr>
            <a:r>
              <a:rPr lang="en-US" sz="1200" b="0" i="0" u="none" strike="noStrike" kern="1200" dirty="0" smtClean="0">
                <a:solidFill>
                  <a:schemeClr val="tx1"/>
                </a:solidFill>
                <a:effectLst/>
                <a:latin typeface="+mn-lt"/>
                <a:ea typeface="+mn-ea"/>
                <a:cs typeface="+mn-cs"/>
              </a:rPr>
              <a:t>On the contrary, the alternative hypothesis states there is a significant difference between the two groups</a:t>
            </a:r>
          </a:p>
          <a:p>
            <a:pPr marL="171450" indent="-171450" rtl="0" fontAlgn="base">
              <a:buFont typeface="Arial" panose="020B0604020202020204" pitchFamily="34" charset="0"/>
              <a:buChar char="•"/>
            </a:pPr>
            <a:r>
              <a:rPr lang="en-US" sz="1200" b="0" i="0" u="none" strike="noStrike" kern="1200" dirty="0" smtClean="0">
                <a:solidFill>
                  <a:schemeClr val="tx1"/>
                </a:solidFill>
                <a:effectLst/>
                <a:latin typeface="+mn-lt"/>
                <a:ea typeface="+mn-ea"/>
                <a:cs typeface="+mn-cs"/>
              </a:rPr>
              <a:t>The example for null hypothesis, the average feature values of two groups are similar. </a:t>
            </a:r>
          </a:p>
          <a:p>
            <a:pPr marL="171450" indent="-171450" rtl="0" fontAlgn="base">
              <a:buFont typeface="Arial" panose="020B0604020202020204" pitchFamily="34" charset="0"/>
              <a:buChar char="•"/>
            </a:pPr>
            <a:r>
              <a:rPr lang="en-US" sz="1200" b="0" i="0" u="none" strike="noStrike" kern="1200" dirty="0" smtClean="0">
                <a:solidFill>
                  <a:schemeClr val="tx1"/>
                </a:solidFill>
                <a:effectLst/>
                <a:latin typeface="+mn-lt"/>
                <a:ea typeface="+mn-ea"/>
                <a:cs typeface="+mn-cs"/>
              </a:rPr>
              <a:t>On the contrary, the average feature values of two groups in alternative hypothesis example has significant difference.</a:t>
            </a:r>
            <a:endParaRPr lang="en-GB" baseline="0" dirty="0"/>
          </a:p>
          <a:p>
            <a:pPr marL="171450" indent="-171450">
              <a:buFont typeface="Arial" panose="020B0604020202020204" pitchFamily="34" charset="0"/>
              <a:buChar char="•"/>
            </a:pPr>
            <a:endParaRPr lang="en-GB" dirty="0"/>
          </a:p>
        </p:txBody>
      </p:sp>
      <p:sp>
        <p:nvSpPr>
          <p:cNvPr id="4" name="Slide Number Placeholder 3"/>
          <p:cNvSpPr>
            <a:spLocks noGrp="1"/>
          </p:cNvSpPr>
          <p:nvPr>
            <p:ph type="sldNum" sz="quarter" idx="10"/>
          </p:nvPr>
        </p:nvSpPr>
        <p:spPr/>
        <p:txBody>
          <a:bodyPr/>
          <a:lstStyle/>
          <a:p>
            <a:fld id="{BCEB0003-E446-3242-BB9A-ED196901299D}" type="slidenum">
              <a:rPr lang="en-US" smtClean="0"/>
              <a:t>7</a:t>
            </a:fld>
            <a:endParaRPr lang="en-US"/>
          </a:p>
        </p:txBody>
      </p:sp>
    </p:spTree>
    <p:extLst>
      <p:ext uri="{BB962C8B-B14F-4D97-AF65-F5344CB8AC3E}">
        <p14:creationId xmlns:p14="http://schemas.microsoft.com/office/powerpoint/2010/main" val="6615245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r>
              <a:rPr lang="en-US" sz="1200" b="0" i="0" u="none" strike="noStrike" kern="1200" dirty="0" smtClean="0">
                <a:solidFill>
                  <a:schemeClr val="tx1"/>
                </a:solidFill>
                <a:effectLst/>
                <a:latin typeface="+mn-lt"/>
                <a:ea typeface="+mn-ea"/>
                <a:cs typeface="+mn-cs"/>
              </a:rPr>
              <a:t>In the example below, I use an Alpha (significance level) of 5%, 0.05</a:t>
            </a:r>
          </a:p>
          <a:p>
            <a:pPr rtl="0" fontAlgn="base"/>
            <a:r>
              <a:rPr lang="en-US" sz="1200" b="0" i="0" u="none" strike="noStrike" kern="1200" dirty="0" smtClean="0">
                <a:solidFill>
                  <a:schemeClr val="tx1"/>
                </a:solidFill>
                <a:effectLst/>
                <a:latin typeface="+mn-lt"/>
                <a:ea typeface="+mn-ea"/>
                <a:cs typeface="+mn-cs"/>
              </a:rPr>
              <a:t>Each distribution has one shaded region of 5%</a:t>
            </a:r>
          </a:p>
          <a:p>
            <a:pPr rtl="0" fontAlgn="base"/>
            <a:endParaRPr lang="en-US" sz="1200" b="0" i="0" u="none" strike="noStrike" kern="1200" dirty="0" smtClean="0">
              <a:solidFill>
                <a:schemeClr val="tx1"/>
              </a:solidFill>
              <a:effectLst/>
              <a:latin typeface="+mn-lt"/>
              <a:ea typeface="+mn-ea"/>
              <a:cs typeface="+mn-cs"/>
            </a:endParaRPr>
          </a:p>
          <a:p>
            <a:pPr rtl="0" fontAlgn="base"/>
            <a:r>
              <a:rPr lang="en-US" sz="1200" b="0" i="0" u="none" strike="noStrike" kern="1200" dirty="0" smtClean="0">
                <a:solidFill>
                  <a:schemeClr val="tx1"/>
                </a:solidFill>
                <a:effectLst/>
                <a:latin typeface="+mn-lt"/>
                <a:ea typeface="+mn-ea"/>
                <a:cs typeface="+mn-cs"/>
              </a:rPr>
              <a:t>When we perform a one-tailed test, we must determine whether the critical region is in the left or the right tail</a:t>
            </a:r>
          </a:p>
          <a:p>
            <a:pPr rtl="0" fontAlgn="base"/>
            <a:r>
              <a:rPr lang="en-US" sz="1200" b="0" i="0" u="none" strike="noStrike" kern="1200" dirty="0" smtClean="0">
                <a:solidFill>
                  <a:schemeClr val="tx1"/>
                </a:solidFill>
                <a:effectLst/>
                <a:latin typeface="+mn-lt"/>
                <a:ea typeface="+mn-ea"/>
                <a:cs typeface="+mn-cs"/>
              </a:rPr>
              <a:t>The test can detect an effect only in the direction that has the critical region</a:t>
            </a:r>
          </a:p>
          <a:p>
            <a:pPr rtl="0" fontAlgn="base"/>
            <a:r>
              <a:rPr lang="en-US" sz="1200" b="0" i="0" u="none" strike="noStrike" kern="1200" dirty="0" smtClean="0">
                <a:solidFill>
                  <a:schemeClr val="tx1"/>
                </a:solidFill>
                <a:effectLst/>
                <a:latin typeface="+mn-lt"/>
                <a:ea typeface="+mn-ea"/>
                <a:cs typeface="+mn-cs"/>
              </a:rPr>
              <a:t>It has absolutely no capacity to detect an effect in the other direction</a:t>
            </a:r>
          </a:p>
          <a:p>
            <a:pPr rtl="0" fontAlgn="base"/>
            <a:r>
              <a:rPr lang="en-US" sz="1200" b="0" i="0" u="none" strike="noStrike" kern="1200" dirty="0" smtClean="0">
                <a:solidFill>
                  <a:schemeClr val="tx1"/>
                </a:solidFill>
                <a:effectLst/>
                <a:latin typeface="+mn-lt"/>
                <a:ea typeface="+mn-ea"/>
                <a:cs typeface="+mn-cs"/>
              </a:rPr>
              <a:t>Therefore, In one-tailed test, we have two options for the null and alternative hypothesis which corresponds to where we place the critical region</a:t>
            </a:r>
            <a:endParaRPr lang="en-US" sz="1200" b="0" i="0" u="none" strike="noStrike"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BCEB0003-E446-3242-BB9A-ED196901299D}" type="slidenum">
              <a:rPr lang="en-US" smtClean="0"/>
              <a:t>9</a:t>
            </a:fld>
            <a:endParaRPr lang="en-US"/>
          </a:p>
        </p:txBody>
      </p:sp>
    </p:spTree>
    <p:extLst>
      <p:ext uri="{BB962C8B-B14F-4D97-AF65-F5344CB8AC3E}">
        <p14:creationId xmlns:p14="http://schemas.microsoft.com/office/powerpoint/2010/main" val="781666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r>
              <a:rPr lang="en-US" sz="1200" b="0" i="0" u="none" strike="noStrike" kern="1200" dirty="0" smtClean="0">
                <a:solidFill>
                  <a:schemeClr val="tx1"/>
                </a:solidFill>
                <a:effectLst/>
                <a:latin typeface="+mn-lt"/>
                <a:ea typeface="+mn-ea"/>
                <a:cs typeface="+mn-cs"/>
              </a:rPr>
              <a:t>In the example below, We use the same Alpha of 5%</a:t>
            </a:r>
          </a:p>
          <a:p>
            <a:pPr rtl="0" fontAlgn="base"/>
            <a:r>
              <a:rPr lang="en-US" sz="1200" b="0" i="0" u="none" strike="noStrike" kern="1200" dirty="0" smtClean="0">
                <a:solidFill>
                  <a:schemeClr val="tx1"/>
                </a:solidFill>
                <a:effectLst/>
                <a:latin typeface="+mn-lt"/>
                <a:ea typeface="+mn-ea"/>
                <a:cs typeface="+mn-cs"/>
              </a:rPr>
              <a:t>Difference from one-tailed, The distribution two-tailed has two shaded regions of 2.5%</a:t>
            </a:r>
          </a:p>
          <a:p>
            <a:pPr rtl="0" fontAlgn="base"/>
            <a:r>
              <a:rPr lang="en-US" sz="1200" b="0" i="0" u="none" strike="noStrike" kern="1200" dirty="0" smtClean="0">
                <a:solidFill>
                  <a:schemeClr val="tx1"/>
                </a:solidFill>
                <a:effectLst/>
                <a:latin typeface="+mn-lt"/>
                <a:ea typeface="+mn-ea"/>
                <a:cs typeface="+mn-cs"/>
              </a:rPr>
              <a:t>When a test statistic falls in either critical region, then your sample data are sufficiently incompatible with the null hypothesis that you can reject it for the population</a:t>
            </a:r>
            <a:endParaRPr lang="en-US" sz="1200" b="0" i="0" u="none" strike="noStrike"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BCEB0003-E446-3242-BB9A-ED196901299D}" type="slidenum">
              <a:rPr lang="en-US" smtClean="0"/>
              <a:t>10</a:t>
            </a:fld>
            <a:endParaRPr lang="en-US"/>
          </a:p>
        </p:txBody>
      </p:sp>
    </p:spTree>
    <p:extLst>
      <p:ext uri="{BB962C8B-B14F-4D97-AF65-F5344CB8AC3E}">
        <p14:creationId xmlns:p14="http://schemas.microsoft.com/office/powerpoint/2010/main" val="14849814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smtClean="0">
                <a:solidFill>
                  <a:schemeClr val="tx1"/>
                </a:solidFill>
                <a:effectLst/>
                <a:latin typeface="+mn-lt"/>
                <a:ea typeface="+mn-ea"/>
                <a:cs typeface="+mn-cs"/>
              </a:rPr>
              <a:t>Choosing whether to perform a one-tailed or a two-tailed hypothesis test is one of the methodology decisions we might need to make for our analysis.</a:t>
            </a:r>
            <a:endParaRPr lang="en-US" b="0" dirty="0" smtClean="0">
              <a:effectLst/>
            </a:endParaRPr>
          </a:p>
          <a:p>
            <a:pPr rtl="0"/>
            <a:r>
              <a:rPr lang="en-US" sz="1200" b="0" i="0" u="none" strike="noStrike" kern="1200" dirty="0" smtClean="0">
                <a:solidFill>
                  <a:schemeClr val="tx1"/>
                </a:solidFill>
                <a:effectLst/>
                <a:latin typeface="+mn-lt"/>
                <a:ea typeface="+mn-ea"/>
                <a:cs typeface="+mn-cs"/>
              </a:rPr>
              <a:t>I will give real examples for these two types of t-test so you can easy to understand.</a:t>
            </a:r>
            <a:endParaRPr lang="en-US" b="0" dirty="0" smtClean="0">
              <a:effectLst/>
            </a:endParaRPr>
          </a:p>
          <a:p>
            <a:pPr rtl="0"/>
            <a:r>
              <a:rPr lang="en-US" sz="1200" b="1" i="0" u="sng" strike="noStrike" kern="1200" dirty="0" smtClean="0">
                <a:solidFill>
                  <a:schemeClr val="tx1"/>
                </a:solidFill>
                <a:effectLst/>
                <a:latin typeface="+mn-lt"/>
                <a:ea typeface="+mn-ea"/>
                <a:cs typeface="+mn-cs"/>
              </a:rPr>
              <a:t>ONE-Tailed</a:t>
            </a:r>
            <a:endParaRPr lang="en-US" b="1" u="sng" dirty="0" smtClean="0">
              <a:effectLst/>
            </a:endParaRPr>
          </a:p>
          <a:p>
            <a:pPr marL="171450" indent="-171450" rtl="0" fontAlgn="base">
              <a:buFont typeface="Arial" panose="020B0604020202020204" pitchFamily="34" charset="0"/>
              <a:buChar char="•"/>
            </a:pPr>
            <a:r>
              <a:rPr lang="en-US" sz="1200" b="0" i="0" u="none" strike="noStrike" kern="1200" dirty="0" smtClean="0">
                <a:solidFill>
                  <a:schemeClr val="tx1"/>
                </a:solidFill>
                <a:effectLst/>
                <a:latin typeface="+mn-lt"/>
                <a:ea typeface="+mn-ea"/>
                <a:cs typeface="+mn-cs"/>
              </a:rPr>
              <a:t>Example: Feature of Group A has higher effect than Group B). So it is for the alternative hypothesis</a:t>
            </a:r>
          </a:p>
          <a:p>
            <a:pPr marL="171450" indent="-171450" rtl="0" fontAlgn="base">
              <a:buFont typeface="Arial" panose="020B0604020202020204" pitchFamily="34" charset="0"/>
              <a:buChar char="•"/>
            </a:pPr>
            <a:r>
              <a:rPr lang="en-US" sz="1200" b="0" i="0" u="none" strike="noStrike" kern="1200" dirty="0" smtClean="0">
                <a:solidFill>
                  <a:schemeClr val="tx1"/>
                </a:solidFill>
                <a:effectLst/>
                <a:latin typeface="+mn-lt"/>
                <a:ea typeface="+mn-ea"/>
                <a:cs typeface="+mn-cs"/>
              </a:rPr>
              <a:t>You are completely uninterested in the possibility that the opposite outcome could be true such as a feature of Group A has lesser effect than group B (Therefore, the null hypothesis for this case should be that a feature of Group A does not have a higher effect than Group B).</a:t>
            </a:r>
          </a:p>
          <a:p>
            <a:pPr rtl="0"/>
            <a:r>
              <a:rPr lang="en-US" sz="1200" b="1" i="0" u="sng" strike="noStrike" kern="1200" dirty="0" smtClean="0">
                <a:solidFill>
                  <a:schemeClr val="tx1"/>
                </a:solidFill>
                <a:effectLst/>
                <a:latin typeface="+mn-lt"/>
                <a:ea typeface="+mn-ea"/>
                <a:cs typeface="+mn-cs"/>
              </a:rPr>
              <a:t>TWO-tailed</a:t>
            </a:r>
            <a:endParaRPr lang="en-US" b="1" u="sng" dirty="0" smtClean="0">
              <a:effectLst/>
            </a:endParaRPr>
          </a:p>
          <a:p>
            <a:pPr marL="171450" indent="-171450" rtl="0" fontAlgn="base">
              <a:buFont typeface="Arial" panose="020B0604020202020204" pitchFamily="34" charset="0"/>
              <a:buChar char="•"/>
            </a:pPr>
            <a:r>
              <a:rPr lang="en-US" sz="1200" b="0" i="0" u="none" strike="noStrike" kern="1200" dirty="0" smtClean="0">
                <a:solidFill>
                  <a:schemeClr val="tx1"/>
                </a:solidFill>
                <a:effectLst/>
                <a:latin typeface="+mn-lt"/>
                <a:ea typeface="+mn-ea"/>
                <a:cs typeface="+mn-cs"/>
              </a:rPr>
              <a:t>Example: Feature of Group A has significance difference to Group B)</a:t>
            </a:r>
          </a:p>
          <a:p>
            <a:pPr marL="171450" indent="-171450" rtl="0" fontAlgn="base">
              <a:buFont typeface="Arial" panose="020B0604020202020204" pitchFamily="34" charset="0"/>
              <a:buChar char="•"/>
            </a:pPr>
            <a:r>
              <a:rPr lang="en-US" sz="1200" b="0" i="0" u="none" strike="noStrike" kern="1200" dirty="0" smtClean="0">
                <a:solidFill>
                  <a:schemeClr val="tx1"/>
                </a:solidFill>
                <a:effectLst/>
                <a:latin typeface="+mn-lt"/>
                <a:ea typeface="+mn-ea"/>
                <a:cs typeface="+mn-cs"/>
              </a:rPr>
              <a:t>We are concerned about the possibility that the opposite outcome could be true (e.g., a feature of Group A has no significant difference to Group B).</a:t>
            </a:r>
            <a:endParaRPr lang="en-US" sz="1200" b="0" i="0" u="none" strike="noStrike"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BCEB0003-E446-3242-BB9A-ED196901299D}" type="slidenum">
              <a:rPr lang="en-US" smtClean="0"/>
              <a:t>11</a:t>
            </a:fld>
            <a:endParaRPr lang="en-US"/>
          </a:p>
        </p:txBody>
      </p:sp>
    </p:spTree>
    <p:extLst>
      <p:ext uri="{BB962C8B-B14F-4D97-AF65-F5344CB8AC3E}">
        <p14:creationId xmlns:p14="http://schemas.microsoft.com/office/powerpoint/2010/main" val="5881117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smtClean="0">
                <a:solidFill>
                  <a:schemeClr val="tx1"/>
                </a:solidFill>
                <a:effectLst/>
                <a:latin typeface="+mn-lt"/>
                <a:ea typeface="+mn-ea"/>
                <a:cs typeface="+mn-cs"/>
              </a:rPr>
              <a:t>Before explaining the steps of the two-tailed test. I will present the requirements.</a:t>
            </a:r>
            <a:endParaRPr lang="en-US" b="0" dirty="0" smtClean="0">
              <a:effectLst/>
            </a:endParaRPr>
          </a:p>
          <a:p>
            <a:pPr marL="171450" indent="-171450" rtl="0" fontAlgn="base">
              <a:buFont typeface="Arial" panose="020B0604020202020204" pitchFamily="34" charset="0"/>
              <a:buChar char="•"/>
            </a:pPr>
            <a:r>
              <a:rPr lang="en-US" sz="1200" b="0" i="0" u="none" strike="noStrike" kern="1200" dirty="0" smtClean="0">
                <a:solidFill>
                  <a:schemeClr val="tx1"/>
                </a:solidFill>
                <a:effectLst/>
                <a:latin typeface="+mn-lt"/>
                <a:ea typeface="+mn-ea"/>
                <a:cs typeface="+mn-cs"/>
              </a:rPr>
              <a:t>First, we need to know about t-tables. </a:t>
            </a:r>
          </a:p>
          <a:p>
            <a:pPr lvl="1" rtl="0" fontAlgn="base"/>
            <a:r>
              <a:rPr lang="en-US" sz="1200" b="0" i="0" u="none" strike="noStrike" kern="1200" dirty="0" smtClean="0">
                <a:solidFill>
                  <a:schemeClr val="tx1"/>
                </a:solidFill>
                <a:effectLst/>
                <a:latin typeface="+mn-lt"/>
                <a:ea typeface="+mn-ea"/>
                <a:cs typeface="+mn-cs"/>
              </a:rPr>
              <a:t>T-table is the table that would be used in calculating T-test to find t-critical value. </a:t>
            </a:r>
          </a:p>
          <a:p>
            <a:pPr lvl="1" rtl="0" fontAlgn="base"/>
            <a:r>
              <a:rPr lang="en-US" sz="1200" b="0" i="0" u="none" strike="noStrike" kern="1200" dirty="0" smtClean="0">
                <a:solidFill>
                  <a:schemeClr val="tx1"/>
                </a:solidFill>
                <a:effectLst/>
                <a:latin typeface="+mn-lt"/>
                <a:ea typeface="+mn-ea"/>
                <a:cs typeface="+mn-cs"/>
              </a:rPr>
              <a:t>T-critical value is the critical point where the significant area is starting</a:t>
            </a:r>
          </a:p>
          <a:p>
            <a:pPr marL="171450" indent="-171450" rtl="0" fontAlgn="base">
              <a:buFont typeface="Arial" panose="020B0604020202020204" pitchFamily="34" charset="0"/>
              <a:buChar char="•"/>
            </a:pPr>
            <a:r>
              <a:rPr lang="en-US" sz="1200" b="0" i="0" u="none" strike="noStrike" kern="1200" dirty="0" smtClean="0">
                <a:solidFill>
                  <a:schemeClr val="tx1"/>
                </a:solidFill>
                <a:effectLst/>
                <a:latin typeface="+mn-lt"/>
                <a:ea typeface="+mn-ea"/>
                <a:cs typeface="+mn-cs"/>
              </a:rPr>
              <a:t>Here is the list of t-critical values. Which critical value would be used?</a:t>
            </a:r>
          </a:p>
          <a:p>
            <a:pPr lvl="1" rtl="0" fontAlgn="base"/>
            <a:r>
              <a:rPr lang="en-US" sz="1200" b="0" i="0" u="none" strike="noStrike" kern="1200" dirty="0" smtClean="0">
                <a:solidFill>
                  <a:schemeClr val="tx1"/>
                </a:solidFill>
                <a:effectLst/>
                <a:latin typeface="+mn-lt"/>
                <a:ea typeface="+mn-ea"/>
                <a:cs typeface="+mn-cs"/>
              </a:rPr>
              <a:t>When we want to find t-critical value in a two-tailed test, we need to find it based on the number of samples we used. In this case is </a:t>
            </a:r>
            <a:r>
              <a:rPr lang="en-US" sz="1200" b="0" i="0" u="none" strike="noStrike" kern="1200" dirty="0" err="1" smtClean="0">
                <a:solidFill>
                  <a:schemeClr val="tx1"/>
                </a:solidFill>
                <a:effectLst/>
                <a:latin typeface="+mn-lt"/>
                <a:ea typeface="+mn-ea"/>
                <a:cs typeface="+mn-cs"/>
              </a:rPr>
              <a:t>df</a:t>
            </a:r>
            <a:r>
              <a:rPr lang="en-US" sz="1200" b="0" i="0" u="none" strike="noStrike" kern="1200" dirty="0" smtClean="0">
                <a:solidFill>
                  <a:schemeClr val="tx1"/>
                </a:solidFill>
                <a:effectLst/>
                <a:latin typeface="+mn-lt"/>
                <a:ea typeface="+mn-ea"/>
                <a:cs typeface="+mn-cs"/>
              </a:rPr>
              <a:t> (degree of freedom). </a:t>
            </a:r>
          </a:p>
          <a:p>
            <a:pPr marL="171450" indent="-171450" rtl="0" fontAlgn="base">
              <a:buFont typeface="Arial" panose="020B0604020202020204" pitchFamily="34" charset="0"/>
              <a:buChar char="•"/>
            </a:pPr>
            <a:r>
              <a:rPr lang="en-US" sz="1200" b="0" i="0" u="none" strike="noStrike" kern="1200" dirty="0" smtClean="0">
                <a:solidFill>
                  <a:schemeClr val="tx1"/>
                </a:solidFill>
                <a:effectLst/>
                <a:latin typeface="+mn-lt"/>
                <a:ea typeface="+mn-ea"/>
                <a:cs typeface="+mn-cs"/>
              </a:rPr>
              <a:t>In addition, we need to find the Alpha (significance level) we used. Because we use a two-tailed test, this is the Alpha that we need to concern. </a:t>
            </a:r>
          </a:p>
          <a:p>
            <a:pPr lvl="1" rtl="0" fontAlgn="base"/>
            <a:r>
              <a:rPr lang="en-US" sz="1200" b="0" i="0" u="none" strike="noStrike" kern="1200" dirty="0" smtClean="0">
                <a:solidFill>
                  <a:schemeClr val="tx1"/>
                </a:solidFill>
                <a:effectLst/>
                <a:latin typeface="+mn-lt"/>
                <a:ea typeface="+mn-ea"/>
                <a:cs typeface="+mn-cs"/>
              </a:rPr>
              <a:t>Because most studies use 0.05 for the significance level, then we use the same alpha. This column is the t-critical value that needs to be found.</a:t>
            </a:r>
          </a:p>
          <a:p>
            <a:pPr rtl="0" fontAlgn="base"/>
            <a:r>
              <a:rPr lang="en-US" sz="1200" b="0" i="0" u="none" strike="noStrike" kern="1200" dirty="0" smtClean="0">
                <a:solidFill>
                  <a:schemeClr val="tx1"/>
                </a:solidFill>
                <a:effectLst/>
                <a:latin typeface="+mn-lt"/>
                <a:ea typeface="+mn-ea"/>
                <a:cs typeface="+mn-cs"/>
              </a:rPr>
              <a:t>Later, we also can use this t-table to find the range p-value. Because we use the t-table for manual testing, we can’t find the precise p-value. We only can find whether the p-value is between 0.05 and 0.1 or between 0.5 and 0.4, or soon.</a:t>
            </a:r>
            <a:endParaRPr lang="en-US" sz="1200" b="0" i="0" u="none" strike="noStrike"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BCEB0003-E446-3242-BB9A-ED196901299D}" type="slidenum">
              <a:rPr lang="en-US" smtClean="0"/>
              <a:t>13</a:t>
            </a:fld>
            <a:endParaRPr lang="en-US"/>
          </a:p>
        </p:txBody>
      </p:sp>
    </p:spTree>
    <p:extLst>
      <p:ext uri="{BB962C8B-B14F-4D97-AF65-F5344CB8AC3E}">
        <p14:creationId xmlns:p14="http://schemas.microsoft.com/office/powerpoint/2010/main" val="2033808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smtClean="0">
                <a:solidFill>
                  <a:schemeClr val="tx1"/>
                </a:solidFill>
                <a:effectLst/>
                <a:latin typeface="+mn-lt"/>
                <a:ea typeface="+mn-ea"/>
                <a:cs typeface="+mn-cs"/>
              </a:rPr>
              <a:t>This is the illustration when we set the t-critical value.</a:t>
            </a:r>
            <a:endParaRPr lang="en-US" b="0" dirty="0" smtClean="0">
              <a:effectLst/>
            </a:endParaRPr>
          </a:p>
          <a:p>
            <a:pPr rtl="0"/>
            <a:r>
              <a:rPr lang="en-US" sz="1200" b="0" i="0" u="none" strike="noStrike" kern="1200" dirty="0" smtClean="0">
                <a:solidFill>
                  <a:schemeClr val="tx1"/>
                </a:solidFill>
                <a:effectLst/>
                <a:latin typeface="+mn-lt"/>
                <a:ea typeface="+mn-ea"/>
                <a:cs typeface="+mn-cs"/>
              </a:rPr>
              <a:t>T-critical values are used to define the starting point for the region of rejection in the distribution just like the following picture.</a:t>
            </a:r>
            <a:endParaRPr lang="en-US" b="0" dirty="0" smtClean="0">
              <a:effectLst/>
            </a:endParaRPr>
          </a:p>
          <a:p>
            <a:pPr rtl="0"/>
            <a:r>
              <a:rPr lang="en-US" sz="1200" b="0" i="0" u="none" strike="noStrike" kern="1200" dirty="0" smtClean="0">
                <a:solidFill>
                  <a:schemeClr val="tx1"/>
                </a:solidFill>
                <a:effectLst/>
                <a:latin typeface="+mn-lt"/>
                <a:ea typeface="+mn-ea"/>
                <a:cs typeface="+mn-cs"/>
              </a:rPr>
              <a:t>Since we use a two-tailed test, then we set t-critical values for each region (left and right) of rejections.</a:t>
            </a:r>
            <a:endParaRPr lang="en-US" b="0" dirty="0" smtClean="0">
              <a:effectLst/>
            </a:endParaRPr>
          </a:p>
          <a:p>
            <a:r>
              <a:rPr lang="en-US" dirty="0" smtClean="0"/>
              <a:t/>
            </a:r>
            <a:br>
              <a:rPr lang="en-US" dirty="0" smtClean="0"/>
            </a:br>
            <a:endParaRPr lang="en-US" dirty="0"/>
          </a:p>
        </p:txBody>
      </p:sp>
      <p:sp>
        <p:nvSpPr>
          <p:cNvPr id="4" name="Slide Number Placeholder 3"/>
          <p:cNvSpPr>
            <a:spLocks noGrp="1"/>
          </p:cNvSpPr>
          <p:nvPr>
            <p:ph type="sldNum" sz="quarter" idx="10"/>
          </p:nvPr>
        </p:nvSpPr>
        <p:spPr/>
        <p:txBody>
          <a:bodyPr/>
          <a:lstStyle/>
          <a:p>
            <a:fld id="{BCEB0003-E446-3242-BB9A-ED196901299D}" type="slidenum">
              <a:rPr lang="en-US" smtClean="0"/>
              <a:t>14</a:t>
            </a:fld>
            <a:endParaRPr lang="en-US"/>
          </a:p>
        </p:txBody>
      </p:sp>
    </p:spTree>
    <p:extLst>
      <p:ext uri="{BB962C8B-B14F-4D97-AF65-F5344CB8AC3E}">
        <p14:creationId xmlns:p14="http://schemas.microsoft.com/office/powerpoint/2010/main" val="27676006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smtClean="0">
                <a:solidFill>
                  <a:schemeClr val="tx1"/>
                </a:solidFill>
                <a:effectLst/>
                <a:latin typeface="+mn-lt"/>
                <a:ea typeface="+mn-ea"/>
                <a:cs typeface="+mn-cs"/>
              </a:rPr>
              <a:t>After finding t-critical values, then we need to calculate a t-score/t-statistic. This is the main calculation of the t-test.</a:t>
            </a:r>
            <a:endParaRPr lang="en-US" b="0" dirty="0" smtClean="0">
              <a:effectLst/>
            </a:endParaRPr>
          </a:p>
          <a:p>
            <a:pPr rtl="0"/>
            <a:r>
              <a:rPr lang="en-US" sz="1200" b="0" i="0" u="none" strike="noStrike" kern="1200" dirty="0" smtClean="0">
                <a:solidFill>
                  <a:schemeClr val="tx1"/>
                </a:solidFill>
                <a:effectLst/>
                <a:latin typeface="+mn-lt"/>
                <a:ea typeface="+mn-ea"/>
                <a:cs typeface="+mn-cs"/>
              </a:rPr>
              <a:t>The goal of t-score is to determine whether we accept/reject null/alternative hypothesis.</a:t>
            </a:r>
            <a:endParaRPr lang="en-US" b="0" dirty="0" smtClean="0">
              <a:effectLst/>
            </a:endParaRPr>
          </a:p>
          <a:p>
            <a:pPr rtl="0"/>
            <a:r>
              <a:rPr lang="en-US" sz="1200" b="0" i="0" u="none" strike="noStrike" kern="1200" dirty="0" smtClean="0">
                <a:solidFill>
                  <a:schemeClr val="tx1"/>
                </a:solidFill>
                <a:effectLst/>
                <a:latin typeface="+mn-lt"/>
                <a:ea typeface="+mn-ea"/>
                <a:cs typeface="+mn-cs"/>
              </a:rPr>
              <a:t>If the t-statistic on the right tail/positive area and fulfill t-statistic &gt; t-critical just like the following example then we reject the null hypothesis which is equal to accepting the alternative hypothesis. The same result also happened in the opposite tail/negative area just like the following example if t-statistic &lt; t-critical</a:t>
            </a:r>
            <a:endParaRPr lang="en-US" b="0" dirty="0" smtClean="0">
              <a:effectLst/>
            </a:endParaRPr>
          </a:p>
          <a:p>
            <a:pPr rtl="0"/>
            <a:r>
              <a:rPr lang="en-US" sz="1200" b="0" i="0" u="none" strike="noStrike" kern="1200" dirty="0" smtClean="0">
                <a:solidFill>
                  <a:schemeClr val="tx1"/>
                </a:solidFill>
                <a:effectLst/>
                <a:latin typeface="+mn-lt"/>
                <a:ea typeface="+mn-ea"/>
                <a:cs typeface="+mn-cs"/>
              </a:rPr>
              <a:t>If that is the case, then it means The two groups have a significant difference</a:t>
            </a:r>
            <a:endParaRPr lang="en-US" b="0" dirty="0" smtClean="0">
              <a:effectLst/>
            </a:endParaRPr>
          </a:p>
          <a:p>
            <a:endParaRPr lang="en-US" dirty="0" smtClean="0"/>
          </a:p>
        </p:txBody>
      </p:sp>
      <p:sp>
        <p:nvSpPr>
          <p:cNvPr id="4" name="Slide Number Placeholder 3"/>
          <p:cNvSpPr>
            <a:spLocks noGrp="1"/>
          </p:cNvSpPr>
          <p:nvPr>
            <p:ph type="sldNum" sz="quarter" idx="10"/>
          </p:nvPr>
        </p:nvSpPr>
        <p:spPr/>
        <p:txBody>
          <a:bodyPr/>
          <a:lstStyle/>
          <a:p>
            <a:fld id="{BCEB0003-E446-3242-BB9A-ED196901299D}" type="slidenum">
              <a:rPr lang="en-US" smtClean="0"/>
              <a:t>15</a:t>
            </a:fld>
            <a:endParaRPr lang="en-US"/>
          </a:p>
        </p:txBody>
      </p:sp>
    </p:spTree>
    <p:extLst>
      <p:ext uri="{BB962C8B-B14F-4D97-AF65-F5344CB8AC3E}">
        <p14:creationId xmlns:p14="http://schemas.microsoft.com/office/powerpoint/2010/main" val="4966121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smtClean="0">
                <a:solidFill>
                  <a:schemeClr val="tx1"/>
                </a:solidFill>
                <a:effectLst/>
                <a:latin typeface="+mn-lt"/>
                <a:ea typeface="+mn-ea"/>
                <a:cs typeface="+mn-cs"/>
              </a:rPr>
              <a:t>On the contrary, if the t-statistic is in the middle of distribution which means it does not fulfill these conditions. Then we accept the null hypothesis which is equal to rejecting the alternative hypothesis. </a:t>
            </a:r>
            <a:endParaRPr lang="en-US" b="0" dirty="0" smtClean="0">
              <a:effectLst/>
            </a:endParaRPr>
          </a:p>
          <a:p>
            <a:pPr rtl="0"/>
            <a:r>
              <a:rPr lang="en-US" sz="1200" b="0" i="0" u="none" strike="noStrike" kern="1200" dirty="0" smtClean="0">
                <a:solidFill>
                  <a:schemeClr val="tx1"/>
                </a:solidFill>
                <a:effectLst/>
                <a:latin typeface="+mn-lt"/>
                <a:ea typeface="+mn-ea"/>
                <a:cs typeface="+mn-cs"/>
              </a:rPr>
              <a:t>It means the two groups do not have a significant difference.</a:t>
            </a:r>
            <a:endParaRPr lang="en-US" b="0" dirty="0" smtClean="0">
              <a:effectLst/>
            </a:endParaRPr>
          </a:p>
          <a:p>
            <a:r>
              <a:rPr lang="en-US" dirty="0" smtClean="0"/>
              <a:t/>
            </a:r>
            <a:br>
              <a:rPr lang="en-US" dirty="0" smtClean="0"/>
            </a:br>
            <a:endParaRPr lang="en-US" dirty="0"/>
          </a:p>
        </p:txBody>
      </p:sp>
      <p:sp>
        <p:nvSpPr>
          <p:cNvPr id="4" name="Slide Number Placeholder 3"/>
          <p:cNvSpPr>
            <a:spLocks noGrp="1"/>
          </p:cNvSpPr>
          <p:nvPr>
            <p:ph type="sldNum" sz="quarter" idx="10"/>
          </p:nvPr>
        </p:nvSpPr>
        <p:spPr/>
        <p:txBody>
          <a:bodyPr/>
          <a:lstStyle/>
          <a:p>
            <a:fld id="{BCEB0003-E446-3242-BB9A-ED196901299D}" type="slidenum">
              <a:rPr lang="en-US" smtClean="0"/>
              <a:t>16</a:t>
            </a:fld>
            <a:endParaRPr lang="en-US"/>
          </a:p>
        </p:txBody>
      </p:sp>
    </p:spTree>
    <p:extLst>
      <p:ext uri="{BB962C8B-B14F-4D97-AF65-F5344CB8AC3E}">
        <p14:creationId xmlns:p14="http://schemas.microsoft.com/office/powerpoint/2010/main" val="2040751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smtClean="0">
                <a:solidFill>
                  <a:schemeClr val="tx1"/>
                </a:solidFill>
                <a:effectLst/>
                <a:latin typeface="+mn-lt"/>
                <a:ea typeface="+mn-ea"/>
                <a:cs typeface="+mn-cs"/>
              </a:rPr>
              <a:t>According to the absolute t-statistic and the t-table information, we can guess the range p-value for our test. </a:t>
            </a:r>
            <a:endParaRPr lang="en-US" b="0" dirty="0" smtClean="0">
              <a:effectLst/>
            </a:endParaRPr>
          </a:p>
          <a:p>
            <a:pPr rtl="0"/>
            <a:r>
              <a:rPr lang="en-US" sz="1200" b="0" i="0" u="none" strike="noStrike" kern="1200" dirty="0" smtClean="0">
                <a:solidFill>
                  <a:schemeClr val="tx1"/>
                </a:solidFill>
                <a:effectLst/>
                <a:latin typeface="+mn-lt"/>
                <a:ea typeface="+mn-ea"/>
                <a:cs typeface="+mn-cs"/>
              </a:rPr>
              <a:t>If the null hypothesis refers to the means of two samples being similar reflecting two groups are not significantly different.</a:t>
            </a:r>
            <a:endParaRPr lang="en-US" b="0" dirty="0" smtClean="0">
              <a:effectLst/>
            </a:endParaRPr>
          </a:p>
          <a:p>
            <a:pPr rtl="0"/>
            <a:r>
              <a:rPr lang="en-US" sz="1200" b="0" i="0" u="none" strike="noStrike" kern="1200" dirty="0" smtClean="0">
                <a:solidFill>
                  <a:schemeClr val="tx1"/>
                </a:solidFill>
                <a:effectLst/>
                <a:latin typeface="+mn-lt"/>
                <a:ea typeface="+mn-ea"/>
                <a:cs typeface="+mn-cs"/>
              </a:rPr>
              <a:t>Then, if the range p-value is less than equals 0.05, we reject the null hypothesis which equals accepting alternative hypotheses. It illustrates that if we test features, then the feature can be used/kept.</a:t>
            </a:r>
            <a:endParaRPr lang="en-US" b="0" dirty="0" smtClean="0">
              <a:effectLst/>
            </a:endParaRPr>
          </a:p>
          <a:p>
            <a:pPr rtl="0"/>
            <a:r>
              <a:rPr lang="en-US" sz="1200" b="0" i="0" u="none" strike="noStrike" kern="1200" dirty="0" smtClean="0">
                <a:solidFill>
                  <a:schemeClr val="tx1"/>
                </a:solidFill>
                <a:effectLst/>
                <a:latin typeface="+mn-lt"/>
                <a:ea typeface="+mn-ea"/>
                <a:cs typeface="+mn-cs"/>
              </a:rPr>
              <a:t>Otherwise, it illustrates that the feature can’t be used/deleted.</a:t>
            </a:r>
            <a:endParaRPr lang="en-US" b="0" dirty="0" smtClean="0">
              <a:effectLst/>
            </a:endParaRPr>
          </a:p>
          <a:p>
            <a:r>
              <a:rPr lang="en-US" dirty="0" smtClean="0"/>
              <a:t/>
            </a:r>
            <a:br>
              <a:rPr lang="en-US" dirty="0" smtClean="0"/>
            </a:br>
            <a:endParaRPr lang="en-GB" dirty="0"/>
          </a:p>
        </p:txBody>
      </p:sp>
      <p:sp>
        <p:nvSpPr>
          <p:cNvPr id="4" name="Slide Number Placeholder 3"/>
          <p:cNvSpPr>
            <a:spLocks noGrp="1"/>
          </p:cNvSpPr>
          <p:nvPr>
            <p:ph type="sldNum" sz="quarter" idx="10"/>
          </p:nvPr>
        </p:nvSpPr>
        <p:spPr/>
        <p:txBody>
          <a:bodyPr/>
          <a:lstStyle/>
          <a:p>
            <a:fld id="{BCEB0003-E446-3242-BB9A-ED196901299D}" type="slidenum">
              <a:rPr lang="en-US" smtClean="0"/>
              <a:t>17</a:t>
            </a:fld>
            <a:endParaRPr lang="en-US"/>
          </a:p>
        </p:txBody>
      </p:sp>
    </p:spTree>
    <p:extLst>
      <p:ext uri="{BB962C8B-B14F-4D97-AF65-F5344CB8AC3E}">
        <p14:creationId xmlns:p14="http://schemas.microsoft.com/office/powerpoint/2010/main" val="35415032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smtClean="0">
                <a:solidFill>
                  <a:schemeClr val="tx1"/>
                </a:solidFill>
                <a:effectLst/>
                <a:latin typeface="+mn-lt"/>
                <a:ea typeface="+mn-ea"/>
                <a:cs typeface="+mn-cs"/>
              </a:rPr>
              <a:t>Here I will explain step by step how to use a two-tailed test for feature selection, whether the feature has a significant difference then later decide if the feature can be used or need to be deleted.</a:t>
            </a:r>
            <a:endParaRPr lang="en-US" b="0" dirty="0" smtClean="0">
              <a:effectLst/>
            </a:endParaRPr>
          </a:p>
          <a:p>
            <a:pPr rtl="0" fontAlgn="base"/>
            <a:r>
              <a:rPr lang="en-US" sz="1200" b="0" i="0" u="none" strike="noStrike" kern="1200" dirty="0" smtClean="0">
                <a:solidFill>
                  <a:schemeClr val="tx1"/>
                </a:solidFill>
                <a:effectLst/>
                <a:latin typeface="+mn-lt"/>
                <a:ea typeface="+mn-ea"/>
                <a:cs typeface="+mn-cs"/>
              </a:rPr>
              <a:t>Identify populations</a:t>
            </a:r>
          </a:p>
          <a:p>
            <a:pPr rtl="0" fontAlgn="base"/>
            <a:r>
              <a:rPr lang="en-US" sz="1200" b="0" i="0" u="none" strike="noStrike" kern="1200" dirty="0" smtClean="0">
                <a:solidFill>
                  <a:schemeClr val="tx1"/>
                </a:solidFill>
                <a:effectLst/>
                <a:latin typeface="+mn-lt"/>
                <a:ea typeface="+mn-ea"/>
                <a:cs typeface="+mn-cs"/>
              </a:rPr>
              <a:t>Assign each population</a:t>
            </a:r>
          </a:p>
          <a:p>
            <a:pPr rtl="0" fontAlgn="base"/>
            <a:r>
              <a:rPr lang="en-US" sz="1200" b="0" i="0" u="none" strike="noStrike" kern="1200" dirty="0" smtClean="0">
                <a:solidFill>
                  <a:schemeClr val="tx1"/>
                </a:solidFill>
                <a:effectLst/>
                <a:latin typeface="+mn-lt"/>
                <a:ea typeface="+mn-ea"/>
                <a:cs typeface="+mn-cs"/>
              </a:rPr>
              <a:t>Calculate t-statistic. Values needed to calculate</a:t>
            </a:r>
          </a:p>
          <a:p>
            <a:pPr rtl="0" fontAlgn="base"/>
            <a:r>
              <a:rPr lang="en-US" sz="1200" b="0" i="0" u="none" strike="noStrike" kern="1200" dirty="0" smtClean="0">
                <a:solidFill>
                  <a:schemeClr val="tx1"/>
                </a:solidFill>
                <a:effectLst/>
                <a:latin typeface="+mn-lt"/>
                <a:ea typeface="+mn-ea"/>
                <a:cs typeface="+mn-cs"/>
              </a:rPr>
              <a:t>Determine t-critical values and range p-value on t-table</a:t>
            </a:r>
          </a:p>
          <a:p>
            <a:pPr rtl="0" fontAlgn="base"/>
            <a:r>
              <a:rPr lang="en-US" sz="1200" b="0" i="0" u="none" strike="noStrike" kern="1200" smtClean="0">
                <a:solidFill>
                  <a:schemeClr val="tx1"/>
                </a:solidFill>
                <a:effectLst/>
                <a:latin typeface="+mn-lt"/>
                <a:ea typeface="+mn-ea"/>
                <a:cs typeface="+mn-cs"/>
              </a:rPr>
              <a:t>Decide whether feature is significant then can be used/deleted</a:t>
            </a:r>
          </a:p>
          <a:p>
            <a:endParaRPr lang="en-US" dirty="0"/>
          </a:p>
        </p:txBody>
      </p:sp>
      <p:sp>
        <p:nvSpPr>
          <p:cNvPr id="4" name="Slide Number Placeholder 3"/>
          <p:cNvSpPr>
            <a:spLocks noGrp="1"/>
          </p:cNvSpPr>
          <p:nvPr>
            <p:ph type="sldNum" sz="quarter" idx="10"/>
          </p:nvPr>
        </p:nvSpPr>
        <p:spPr/>
        <p:txBody>
          <a:bodyPr/>
          <a:lstStyle/>
          <a:p>
            <a:fld id="{BCEB0003-E446-3242-BB9A-ED196901299D}" type="slidenum">
              <a:rPr lang="en-US" smtClean="0"/>
              <a:t>18</a:t>
            </a:fld>
            <a:endParaRPr lang="en-US"/>
          </a:p>
        </p:txBody>
      </p:sp>
    </p:spTree>
    <p:extLst>
      <p:ext uri="{BB962C8B-B14F-4D97-AF65-F5344CB8AC3E}">
        <p14:creationId xmlns:p14="http://schemas.microsoft.com/office/powerpoint/2010/main" val="11231953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smtClean="0">
                <a:solidFill>
                  <a:schemeClr val="tx1"/>
                </a:solidFill>
                <a:effectLst/>
                <a:latin typeface="+mn-lt"/>
                <a:ea typeface="+mn-ea"/>
                <a:cs typeface="+mn-cs"/>
              </a:rPr>
              <a:t>For the first example, we want to test the significance difference of feature 1.</a:t>
            </a:r>
            <a:endParaRPr lang="en-US" dirty="0"/>
          </a:p>
        </p:txBody>
      </p:sp>
      <p:sp>
        <p:nvSpPr>
          <p:cNvPr id="4" name="Slide Number Placeholder 3"/>
          <p:cNvSpPr>
            <a:spLocks noGrp="1"/>
          </p:cNvSpPr>
          <p:nvPr>
            <p:ph type="sldNum" sz="quarter" idx="10"/>
          </p:nvPr>
        </p:nvSpPr>
        <p:spPr/>
        <p:txBody>
          <a:bodyPr/>
          <a:lstStyle/>
          <a:p>
            <a:fld id="{BCEB0003-E446-3242-BB9A-ED196901299D}" type="slidenum">
              <a:rPr lang="en-US" smtClean="0"/>
              <a:t>19</a:t>
            </a:fld>
            <a:endParaRPr lang="en-US"/>
          </a:p>
        </p:txBody>
      </p:sp>
    </p:spTree>
    <p:extLst>
      <p:ext uri="{BB962C8B-B14F-4D97-AF65-F5344CB8AC3E}">
        <p14:creationId xmlns:p14="http://schemas.microsoft.com/office/powerpoint/2010/main" val="27720234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1" i="0" u="none" strike="noStrike" kern="1200" dirty="0" smtClean="0">
                <a:solidFill>
                  <a:schemeClr val="tx1"/>
                </a:solidFill>
                <a:effectLst/>
                <a:latin typeface="+mn-lt"/>
                <a:ea typeface="+mn-ea"/>
                <a:cs typeface="+mn-cs"/>
              </a:rPr>
              <a:t>First-step: </a:t>
            </a:r>
            <a:r>
              <a:rPr lang="en-US" sz="1200" b="0" i="0" u="none" strike="noStrike" kern="1200" dirty="0" smtClean="0">
                <a:solidFill>
                  <a:schemeClr val="tx1"/>
                </a:solidFill>
                <a:effectLst/>
                <a:latin typeface="+mn-lt"/>
                <a:ea typeface="+mn-ea"/>
                <a:cs typeface="+mn-cs"/>
              </a:rPr>
              <a:t>identify population and distribution. These are our samples. There are two groups (GA and GB) and this column is for feature 1 (F1) that will be tested.</a:t>
            </a:r>
            <a:endParaRPr lang="en-US" b="0" dirty="0" smtClean="0">
              <a:effectLst/>
            </a:endParaRPr>
          </a:p>
          <a:p>
            <a:r>
              <a:rPr lang="en-US" dirty="0" smtClean="0"/>
              <a:t/>
            </a:r>
            <a:br>
              <a:rPr lang="en-US" dirty="0" smtClean="0"/>
            </a:br>
            <a:endParaRPr lang="en-US" dirty="0"/>
          </a:p>
        </p:txBody>
      </p:sp>
      <p:sp>
        <p:nvSpPr>
          <p:cNvPr id="4" name="Slide Number Placeholder 3"/>
          <p:cNvSpPr>
            <a:spLocks noGrp="1"/>
          </p:cNvSpPr>
          <p:nvPr>
            <p:ph type="sldNum" sz="quarter" idx="10"/>
          </p:nvPr>
        </p:nvSpPr>
        <p:spPr/>
        <p:txBody>
          <a:bodyPr/>
          <a:lstStyle/>
          <a:p>
            <a:fld id="{BCEB0003-E446-3242-BB9A-ED196901299D}" type="slidenum">
              <a:rPr lang="en-US" smtClean="0"/>
              <a:t>20</a:t>
            </a:fld>
            <a:endParaRPr lang="en-US"/>
          </a:p>
        </p:txBody>
      </p:sp>
    </p:spTree>
    <p:extLst>
      <p:ext uri="{BB962C8B-B14F-4D97-AF65-F5344CB8AC3E}">
        <p14:creationId xmlns:p14="http://schemas.microsoft.com/office/powerpoint/2010/main" val="25264654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1" i="0" u="none" strike="noStrike" kern="1200" dirty="0" smtClean="0">
                <a:solidFill>
                  <a:schemeClr val="tx1"/>
                </a:solidFill>
                <a:effectLst/>
                <a:latin typeface="+mn-lt"/>
                <a:ea typeface="+mn-ea"/>
                <a:cs typeface="+mn-cs"/>
              </a:rPr>
              <a:t>Second-step: </a:t>
            </a:r>
            <a:r>
              <a:rPr lang="en-US" sz="1200" b="0" i="0" u="none" strike="noStrike" kern="1200" dirty="0" smtClean="0">
                <a:solidFill>
                  <a:schemeClr val="tx1"/>
                </a:solidFill>
                <a:effectLst/>
                <a:latin typeface="+mn-lt"/>
                <a:ea typeface="+mn-ea"/>
                <a:cs typeface="+mn-cs"/>
              </a:rPr>
              <a:t>assign each population to one of two groups. According to feature 1 column, this one is the population data for GA and the right one is the population data for GB.</a:t>
            </a:r>
            <a:endParaRPr lang="en-US" b="0" dirty="0" smtClean="0">
              <a:effectLst/>
            </a:endParaRPr>
          </a:p>
          <a:p>
            <a:r>
              <a:rPr lang="en-US" dirty="0" smtClean="0"/>
              <a:t/>
            </a:r>
            <a:br>
              <a:rPr lang="en-US" dirty="0" smtClean="0"/>
            </a:br>
            <a:endParaRPr lang="en-US" dirty="0"/>
          </a:p>
        </p:txBody>
      </p:sp>
      <p:sp>
        <p:nvSpPr>
          <p:cNvPr id="4" name="Slide Number Placeholder 3"/>
          <p:cNvSpPr>
            <a:spLocks noGrp="1"/>
          </p:cNvSpPr>
          <p:nvPr>
            <p:ph type="sldNum" sz="quarter" idx="10"/>
          </p:nvPr>
        </p:nvSpPr>
        <p:spPr/>
        <p:txBody>
          <a:bodyPr/>
          <a:lstStyle/>
          <a:p>
            <a:fld id="{BCEB0003-E446-3242-BB9A-ED196901299D}" type="slidenum">
              <a:rPr lang="en-US" smtClean="0"/>
              <a:t>21</a:t>
            </a:fld>
            <a:endParaRPr lang="en-US"/>
          </a:p>
        </p:txBody>
      </p:sp>
    </p:spTree>
    <p:extLst>
      <p:ext uri="{BB962C8B-B14F-4D97-AF65-F5344CB8AC3E}">
        <p14:creationId xmlns:p14="http://schemas.microsoft.com/office/powerpoint/2010/main" val="405064073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1" i="0" u="none" strike="noStrike" kern="1200" dirty="0" smtClean="0">
                <a:solidFill>
                  <a:schemeClr val="tx1"/>
                </a:solidFill>
                <a:effectLst/>
                <a:latin typeface="+mn-lt"/>
                <a:ea typeface="+mn-ea"/>
                <a:cs typeface="+mn-cs"/>
              </a:rPr>
              <a:t>Third-step: </a:t>
            </a:r>
            <a:r>
              <a:rPr lang="en-US" sz="1200" b="0" i="0" u="none" strike="noStrike" kern="1200" dirty="0" smtClean="0">
                <a:solidFill>
                  <a:schemeClr val="tx1"/>
                </a:solidFill>
                <a:effectLst/>
                <a:latin typeface="+mn-lt"/>
                <a:ea typeface="+mn-ea"/>
                <a:cs typeface="+mn-cs"/>
              </a:rPr>
              <a:t>Calculate the T-statistic. As I mentioned before, to calculate the T-statistic, we need the following values.</a:t>
            </a:r>
            <a:endParaRPr lang="en-US" b="0" dirty="0" smtClean="0">
              <a:effectLst/>
            </a:endParaRPr>
          </a:p>
          <a:p>
            <a:r>
              <a:rPr lang="en-US" dirty="0" smtClean="0"/>
              <a:t/>
            </a:r>
            <a:br>
              <a:rPr lang="en-US" dirty="0" smtClean="0"/>
            </a:br>
            <a:endParaRPr lang="en-US" dirty="0"/>
          </a:p>
        </p:txBody>
      </p:sp>
      <p:sp>
        <p:nvSpPr>
          <p:cNvPr id="4" name="Slide Number Placeholder 3"/>
          <p:cNvSpPr>
            <a:spLocks noGrp="1"/>
          </p:cNvSpPr>
          <p:nvPr>
            <p:ph type="sldNum" sz="quarter" idx="10"/>
          </p:nvPr>
        </p:nvSpPr>
        <p:spPr/>
        <p:txBody>
          <a:bodyPr/>
          <a:lstStyle/>
          <a:p>
            <a:fld id="{BCEB0003-E446-3242-BB9A-ED196901299D}" type="slidenum">
              <a:rPr lang="en-US" smtClean="0"/>
              <a:t>22</a:t>
            </a:fld>
            <a:endParaRPr lang="en-US"/>
          </a:p>
        </p:txBody>
      </p:sp>
    </p:spTree>
    <p:extLst>
      <p:ext uri="{BB962C8B-B14F-4D97-AF65-F5344CB8AC3E}">
        <p14:creationId xmlns:p14="http://schemas.microsoft.com/office/powerpoint/2010/main" val="87061840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smtClean="0">
                <a:solidFill>
                  <a:schemeClr val="tx1"/>
                </a:solidFill>
                <a:effectLst/>
                <a:latin typeface="+mn-lt"/>
                <a:ea typeface="+mn-ea"/>
                <a:cs typeface="+mn-cs"/>
              </a:rPr>
              <a:t>1. Calculate the distance between two distributions. To calculate the distance, subtract for each data of the first group (GA) to each data of the second group (GB). For example for the first row, 0.2 subtract to 0.2 equals to 0. Do the same process to the end of row.</a:t>
            </a:r>
            <a:endParaRPr lang="en-US" b="0" dirty="0" smtClean="0">
              <a:effectLst/>
            </a:endParaRPr>
          </a:p>
          <a:p>
            <a:r>
              <a:rPr lang="en-US" dirty="0" smtClean="0"/>
              <a:t/>
            </a:r>
            <a:br>
              <a:rPr lang="en-US" dirty="0" smtClean="0"/>
            </a:br>
            <a:endParaRPr lang="en-US" dirty="0"/>
          </a:p>
        </p:txBody>
      </p:sp>
      <p:sp>
        <p:nvSpPr>
          <p:cNvPr id="4" name="Slide Number Placeholder 3"/>
          <p:cNvSpPr>
            <a:spLocks noGrp="1"/>
          </p:cNvSpPr>
          <p:nvPr>
            <p:ph type="sldNum" sz="quarter" idx="10"/>
          </p:nvPr>
        </p:nvSpPr>
        <p:spPr/>
        <p:txBody>
          <a:bodyPr/>
          <a:lstStyle/>
          <a:p>
            <a:fld id="{BCEB0003-E446-3242-BB9A-ED196901299D}" type="slidenum">
              <a:rPr lang="en-US" smtClean="0"/>
              <a:t>23</a:t>
            </a:fld>
            <a:endParaRPr lang="en-US"/>
          </a:p>
        </p:txBody>
      </p:sp>
    </p:spTree>
    <p:extLst>
      <p:ext uri="{BB962C8B-B14F-4D97-AF65-F5344CB8AC3E}">
        <p14:creationId xmlns:p14="http://schemas.microsoft.com/office/powerpoint/2010/main" val="193220230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smtClean="0">
                <a:solidFill>
                  <a:schemeClr val="tx1"/>
                </a:solidFill>
                <a:effectLst/>
                <a:latin typeface="+mn-lt"/>
                <a:ea typeface="+mn-ea"/>
                <a:cs typeface="+mn-cs"/>
              </a:rPr>
              <a:t>2. Calculate the square of distance between two distributions just like the following example. Square of 0 is 0, square of 0.1 is 0.01, and soon</a:t>
            </a:r>
            <a:endParaRPr lang="en-US" b="0" dirty="0" smtClean="0">
              <a:effectLst/>
            </a:endParaRPr>
          </a:p>
          <a:p>
            <a:r>
              <a:rPr lang="en-US" dirty="0" smtClean="0"/>
              <a:t/>
            </a:r>
            <a:br>
              <a:rPr lang="en-US" dirty="0" smtClean="0"/>
            </a:br>
            <a:endParaRPr lang="en-US" dirty="0"/>
          </a:p>
        </p:txBody>
      </p:sp>
      <p:sp>
        <p:nvSpPr>
          <p:cNvPr id="4" name="Slide Number Placeholder 3"/>
          <p:cNvSpPr>
            <a:spLocks noGrp="1"/>
          </p:cNvSpPr>
          <p:nvPr>
            <p:ph type="sldNum" sz="quarter" idx="10"/>
          </p:nvPr>
        </p:nvSpPr>
        <p:spPr/>
        <p:txBody>
          <a:bodyPr/>
          <a:lstStyle/>
          <a:p>
            <a:fld id="{BCEB0003-E446-3242-BB9A-ED196901299D}" type="slidenum">
              <a:rPr lang="en-US" smtClean="0"/>
              <a:t>24</a:t>
            </a:fld>
            <a:endParaRPr lang="en-US"/>
          </a:p>
        </p:txBody>
      </p:sp>
    </p:spTree>
    <p:extLst>
      <p:ext uri="{BB962C8B-B14F-4D97-AF65-F5344CB8AC3E}">
        <p14:creationId xmlns:p14="http://schemas.microsoft.com/office/powerpoint/2010/main" val="394917725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smtClean="0">
                <a:solidFill>
                  <a:schemeClr val="tx1"/>
                </a:solidFill>
                <a:effectLst/>
                <a:latin typeface="+mn-lt"/>
                <a:ea typeface="+mn-ea"/>
                <a:cs typeface="+mn-cs"/>
              </a:rPr>
              <a:t>3. Then we can determine the sample size (N). The sample size here is the amount of data of each group. For this example, GA and GB have same size so the N equals to 4</a:t>
            </a:r>
            <a:endParaRPr lang="en-US" b="0" dirty="0" smtClean="0">
              <a:effectLst/>
            </a:endParaRPr>
          </a:p>
          <a:p>
            <a:r>
              <a:rPr lang="en-US" dirty="0" smtClean="0"/>
              <a:t/>
            </a:r>
            <a:br>
              <a:rPr lang="en-US" dirty="0" smtClean="0"/>
            </a:br>
            <a:endParaRPr lang="en-US" dirty="0"/>
          </a:p>
        </p:txBody>
      </p:sp>
      <p:sp>
        <p:nvSpPr>
          <p:cNvPr id="4" name="Slide Number Placeholder 3"/>
          <p:cNvSpPr>
            <a:spLocks noGrp="1"/>
          </p:cNvSpPr>
          <p:nvPr>
            <p:ph type="sldNum" sz="quarter" idx="10"/>
          </p:nvPr>
        </p:nvSpPr>
        <p:spPr/>
        <p:txBody>
          <a:bodyPr/>
          <a:lstStyle/>
          <a:p>
            <a:fld id="{BCEB0003-E446-3242-BB9A-ED196901299D}" type="slidenum">
              <a:rPr lang="en-US" smtClean="0"/>
              <a:t>25</a:t>
            </a:fld>
            <a:endParaRPr lang="en-US"/>
          </a:p>
        </p:txBody>
      </p:sp>
    </p:spTree>
    <p:extLst>
      <p:ext uri="{BB962C8B-B14F-4D97-AF65-F5344CB8AC3E}">
        <p14:creationId xmlns:p14="http://schemas.microsoft.com/office/powerpoint/2010/main" val="11758968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smtClean="0">
                <a:solidFill>
                  <a:schemeClr val="tx1"/>
                </a:solidFill>
                <a:effectLst/>
                <a:latin typeface="+mn-lt"/>
                <a:ea typeface="+mn-ea"/>
                <a:cs typeface="+mn-cs"/>
              </a:rPr>
              <a:t>4. Next we can determine the </a:t>
            </a:r>
            <a:r>
              <a:rPr lang="en-US" sz="1200" b="0" i="0" u="none" strike="noStrike" kern="1200" dirty="0" err="1" smtClean="0">
                <a:solidFill>
                  <a:schemeClr val="tx1"/>
                </a:solidFill>
                <a:effectLst/>
                <a:latin typeface="+mn-lt"/>
                <a:ea typeface="+mn-ea"/>
                <a:cs typeface="+mn-cs"/>
              </a:rPr>
              <a:t>df</a:t>
            </a:r>
            <a:r>
              <a:rPr lang="en-US" sz="1200" b="0" i="0" u="none" strike="noStrike" kern="1200" dirty="0" smtClean="0">
                <a:solidFill>
                  <a:schemeClr val="tx1"/>
                </a:solidFill>
                <a:effectLst/>
                <a:latin typeface="+mn-lt"/>
                <a:ea typeface="+mn-ea"/>
                <a:cs typeface="+mn-cs"/>
              </a:rPr>
              <a:t> (degree of freedom). </a:t>
            </a:r>
            <a:r>
              <a:rPr lang="en-US" sz="1200" b="0" i="0" u="none" strike="noStrike" kern="1200" dirty="0" err="1" smtClean="0">
                <a:solidFill>
                  <a:schemeClr val="tx1"/>
                </a:solidFill>
                <a:effectLst/>
                <a:latin typeface="+mn-lt"/>
                <a:ea typeface="+mn-ea"/>
                <a:cs typeface="+mn-cs"/>
              </a:rPr>
              <a:t>Df</a:t>
            </a:r>
            <a:r>
              <a:rPr lang="en-US" sz="1200" b="0" i="0" u="none" strike="noStrike" kern="1200" dirty="0" smtClean="0">
                <a:solidFill>
                  <a:schemeClr val="tx1"/>
                </a:solidFill>
                <a:effectLst/>
                <a:latin typeface="+mn-lt"/>
                <a:ea typeface="+mn-ea"/>
                <a:cs typeface="+mn-cs"/>
              </a:rPr>
              <a:t> is the number of values in the final calculation that are free to vary. </a:t>
            </a:r>
            <a:endParaRPr lang="en-US" b="0" dirty="0" smtClean="0">
              <a:effectLst/>
            </a:endParaRPr>
          </a:p>
          <a:p>
            <a:pPr rtl="0"/>
            <a:r>
              <a:rPr lang="en-US" sz="1200" b="0" i="0" u="none" strike="noStrike" kern="1200" dirty="0" smtClean="0">
                <a:solidFill>
                  <a:schemeClr val="tx1"/>
                </a:solidFill>
                <a:effectLst/>
                <a:latin typeface="+mn-lt"/>
                <a:ea typeface="+mn-ea"/>
                <a:cs typeface="+mn-cs"/>
              </a:rPr>
              <a:t>According to </a:t>
            </a:r>
            <a:r>
              <a:rPr lang="en-US" sz="1200" b="0" i="0" u="none" strike="noStrike" kern="1200" dirty="0" err="1" smtClean="0">
                <a:solidFill>
                  <a:schemeClr val="tx1"/>
                </a:solidFill>
                <a:effectLst/>
                <a:latin typeface="+mn-lt"/>
                <a:ea typeface="+mn-ea"/>
                <a:cs typeface="+mn-cs"/>
              </a:rPr>
              <a:t>df</a:t>
            </a:r>
            <a:r>
              <a:rPr lang="en-US" sz="1200" b="0" i="0" u="none" strike="noStrike" kern="1200" dirty="0" smtClean="0">
                <a:solidFill>
                  <a:schemeClr val="tx1"/>
                </a:solidFill>
                <a:effectLst/>
                <a:latin typeface="+mn-lt"/>
                <a:ea typeface="+mn-ea"/>
                <a:cs typeface="+mn-cs"/>
              </a:rPr>
              <a:t> calculation (N-1), then we can find 3 is the </a:t>
            </a:r>
            <a:r>
              <a:rPr lang="en-US" sz="1200" b="0" i="0" u="none" strike="noStrike" kern="1200" dirty="0" err="1" smtClean="0">
                <a:solidFill>
                  <a:schemeClr val="tx1"/>
                </a:solidFill>
                <a:effectLst/>
                <a:latin typeface="+mn-lt"/>
                <a:ea typeface="+mn-ea"/>
                <a:cs typeface="+mn-cs"/>
              </a:rPr>
              <a:t>df</a:t>
            </a:r>
            <a:r>
              <a:rPr lang="en-US" sz="1200" b="0" i="0" u="none" strike="noStrike" kern="1200" dirty="0" smtClean="0">
                <a:solidFill>
                  <a:schemeClr val="tx1"/>
                </a:solidFill>
                <a:effectLst/>
                <a:latin typeface="+mn-lt"/>
                <a:ea typeface="+mn-ea"/>
                <a:cs typeface="+mn-cs"/>
              </a:rPr>
              <a:t>.</a:t>
            </a:r>
            <a:endParaRPr lang="en-US" b="0" dirty="0" smtClean="0">
              <a:effectLst/>
            </a:endParaRPr>
          </a:p>
          <a:p>
            <a:r>
              <a:rPr lang="en-US" dirty="0" smtClean="0"/>
              <a:t/>
            </a:r>
            <a:br>
              <a:rPr lang="en-US" dirty="0" smtClean="0"/>
            </a:br>
            <a:endParaRPr lang="en-US" dirty="0"/>
          </a:p>
        </p:txBody>
      </p:sp>
      <p:sp>
        <p:nvSpPr>
          <p:cNvPr id="4" name="Slide Number Placeholder 3"/>
          <p:cNvSpPr>
            <a:spLocks noGrp="1"/>
          </p:cNvSpPr>
          <p:nvPr>
            <p:ph type="sldNum" sz="quarter" idx="10"/>
          </p:nvPr>
        </p:nvSpPr>
        <p:spPr/>
        <p:txBody>
          <a:bodyPr/>
          <a:lstStyle/>
          <a:p>
            <a:fld id="{BCEB0003-E446-3242-BB9A-ED196901299D}" type="slidenum">
              <a:rPr lang="en-US" smtClean="0"/>
              <a:t>26</a:t>
            </a:fld>
            <a:endParaRPr lang="en-US"/>
          </a:p>
        </p:txBody>
      </p:sp>
    </p:spTree>
    <p:extLst>
      <p:ext uri="{BB962C8B-B14F-4D97-AF65-F5344CB8AC3E}">
        <p14:creationId xmlns:p14="http://schemas.microsoft.com/office/powerpoint/2010/main" val="344661561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smtClean="0">
                <a:solidFill>
                  <a:schemeClr val="tx1"/>
                </a:solidFill>
                <a:effectLst/>
                <a:latin typeface="+mn-lt"/>
                <a:ea typeface="+mn-ea"/>
                <a:cs typeface="+mn-cs"/>
              </a:rPr>
              <a:t>5. Finally this is the calculation of t-statistic. To calculate the t-statistic, we need the sum of distance between two distributions and its square, the sum of square of distance between two distributions, and sample size.</a:t>
            </a:r>
            <a:endParaRPr lang="en-US" b="0" dirty="0" smtClean="0">
              <a:effectLst/>
            </a:endParaRPr>
          </a:p>
          <a:p>
            <a:pPr rtl="0"/>
            <a:r>
              <a:rPr lang="en-US" sz="1200" b="0" i="0" u="none" strike="noStrike" kern="1200" dirty="0" smtClean="0">
                <a:solidFill>
                  <a:schemeClr val="tx1"/>
                </a:solidFill>
                <a:effectLst/>
                <a:latin typeface="+mn-lt"/>
                <a:ea typeface="+mn-ea"/>
                <a:cs typeface="+mn-cs"/>
              </a:rPr>
              <a:t>So this is the value needed to calculate t-statistic. Using this equation, we can find that t-statistic equals to 0.6</a:t>
            </a:r>
            <a:endParaRPr lang="en-US" b="0" dirty="0" smtClean="0">
              <a:effectLst/>
            </a:endParaRPr>
          </a:p>
          <a:p>
            <a:r>
              <a:rPr lang="en-US" dirty="0" smtClean="0"/>
              <a:t/>
            </a:r>
            <a:br>
              <a:rPr lang="en-US" dirty="0" smtClean="0"/>
            </a:br>
            <a:endParaRPr lang="en-US" dirty="0"/>
          </a:p>
        </p:txBody>
      </p:sp>
      <p:sp>
        <p:nvSpPr>
          <p:cNvPr id="4" name="Slide Number Placeholder 3"/>
          <p:cNvSpPr>
            <a:spLocks noGrp="1"/>
          </p:cNvSpPr>
          <p:nvPr>
            <p:ph type="sldNum" sz="quarter" idx="10"/>
          </p:nvPr>
        </p:nvSpPr>
        <p:spPr/>
        <p:txBody>
          <a:bodyPr/>
          <a:lstStyle/>
          <a:p>
            <a:fld id="{BCEB0003-E446-3242-BB9A-ED196901299D}" type="slidenum">
              <a:rPr lang="en-US" smtClean="0"/>
              <a:t>27</a:t>
            </a:fld>
            <a:endParaRPr lang="en-US"/>
          </a:p>
        </p:txBody>
      </p:sp>
    </p:spTree>
    <p:extLst>
      <p:ext uri="{BB962C8B-B14F-4D97-AF65-F5344CB8AC3E}">
        <p14:creationId xmlns:p14="http://schemas.microsoft.com/office/powerpoint/2010/main" val="206836707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smtClean="0">
                <a:solidFill>
                  <a:schemeClr val="tx1"/>
                </a:solidFill>
                <a:effectLst/>
                <a:latin typeface="+mn-lt"/>
                <a:ea typeface="+mn-ea"/>
                <a:cs typeface="+mn-cs"/>
              </a:rPr>
              <a:t>After calculating the t-statistic, the </a:t>
            </a:r>
            <a:r>
              <a:rPr lang="en-US" sz="1200" b="1" i="0" u="none" strike="noStrike" kern="1200" dirty="0" smtClean="0">
                <a:solidFill>
                  <a:schemeClr val="tx1"/>
                </a:solidFill>
                <a:effectLst/>
                <a:latin typeface="+mn-lt"/>
                <a:ea typeface="+mn-ea"/>
                <a:cs typeface="+mn-cs"/>
              </a:rPr>
              <a:t>fourth-step </a:t>
            </a:r>
            <a:r>
              <a:rPr lang="en-US" sz="1200" b="0" i="0" u="none" strike="noStrike" kern="1200" dirty="0" smtClean="0">
                <a:solidFill>
                  <a:schemeClr val="tx1"/>
                </a:solidFill>
                <a:effectLst/>
                <a:latin typeface="+mn-lt"/>
                <a:ea typeface="+mn-ea"/>
                <a:cs typeface="+mn-cs"/>
              </a:rPr>
              <a:t>is determining t-critical value.</a:t>
            </a:r>
            <a:endParaRPr lang="en-US" b="0" dirty="0" smtClean="0">
              <a:effectLst/>
            </a:endParaRPr>
          </a:p>
          <a:p>
            <a:pPr rtl="0"/>
            <a:r>
              <a:rPr lang="en-US" sz="1200" b="0" i="0" u="none" strike="noStrike" kern="1200" dirty="0" smtClean="0">
                <a:solidFill>
                  <a:schemeClr val="tx1"/>
                </a:solidFill>
                <a:effectLst/>
                <a:latin typeface="+mn-lt"/>
                <a:ea typeface="+mn-ea"/>
                <a:cs typeface="+mn-cs"/>
              </a:rPr>
              <a:t>Then we need to check on the t-table again.</a:t>
            </a:r>
            <a:br>
              <a:rPr lang="en-US" sz="1200" b="0" i="0" u="none" strike="noStrike" kern="1200" dirty="0" smtClean="0">
                <a:solidFill>
                  <a:schemeClr val="tx1"/>
                </a:solidFill>
                <a:effectLst/>
                <a:latin typeface="+mn-lt"/>
                <a:ea typeface="+mn-ea"/>
                <a:cs typeface="+mn-cs"/>
              </a:rPr>
            </a:br>
            <a:r>
              <a:rPr lang="en-US" sz="1200" b="0" i="0" u="none" strike="noStrike" kern="1200" dirty="0" smtClean="0">
                <a:solidFill>
                  <a:schemeClr val="tx1"/>
                </a:solidFill>
                <a:effectLst/>
                <a:latin typeface="+mn-lt"/>
                <a:ea typeface="+mn-ea"/>
                <a:cs typeface="+mn-cs"/>
              </a:rPr>
              <a:t>Remember that we use a two-tailed test so this is the alpha that we are concerned about. </a:t>
            </a:r>
            <a:endParaRPr lang="en-US" b="0" dirty="0" smtClean="0">
              <a:effectLst/>
            </a:endParaRPr>
          </a:p>
          <a:p>
            <a:pPr rtl="0"/>
            <a:r>
              <a:rPr lang="en-US" sz="1200" b="0" i="0" u="none" strike="noStrike" kern="1200" dirty="0" smtClean="0">
                <a:solidFill>
                  <a:schemeClr val="tx1"/>
                </a:solidFill>
                <a:effectLst/>
                <a:latin typeface="+mn-lt"/>
                <a:ea typeface="+mn-ea"/>
                <a:cs typeface="+mn-cs"/>
              </a:rPr>
              <a:t>According to </a:t>
            </a:r>
            <a:r>
              <a:rPr lang="en-US" sz="1200" b="0" i="0" u="none" strike="noStrike" kern="1200" dirty="0" err="1" smtClean="0">
                <a:solidFill>
                  <a:schemeClr val="tx1"/>
                </a:solidFill>
                <a:effectLst/>
                <a:latin typeface="+mn-lt"/>
                <a:ea typeface="+mn-ea"/>
                <a:cs typeface="+mn-cs"/>
              </a:rPr>
              <a:t>df</a:t>
            </a:r>
            <a:r>
              <a:rPr lang="en-US" sz="1200" b="0" i="0" u="none" strike="noStrike" kern="1200" dirty="0" smtClean="0">
                <a:solidFill>
                  <a:schemeClr val="tx1"/>
                </a:solidFill>
                <a:effectLst/>
                <a:latin typeface="+mn-lt"/>
                <a:ea typeface="+mn-ea"/>
                <a:cs typeface="+mn-cs"/>
              </a:rPr>
              <a:t> equals to 3 and alpha 0.05, then we can see, the selected t-critical value is 3.182</a:t>
            </a:r>
            <a:endParaRPr lang="en-US" b="0" dirty="0" smtClean="0">
              <a:effectLst/>
            </a:endParaRPr>
          </a:p>
          <a:p>
            <a:r>
              <a:rPr lang="en-US" dirty="0" smtClean="0"/>
              <a:t/>
            </a:r>
            <a:br>
              <a:rPr lang="en-US" dirty="0" smtClean="0"/>
            </a:br>
            <a:endParaRPr lang="en-GB" dirty="0"/>
          </a:p>
        </p:txBody>
      </p:sp>
      <p:sp>
        <p:nvSpPr>
          <p:cNvPr id="4" name="Slide Number Placeholder 3"/>
          <p:cNvSpPr>
            <a:spLocks noGrp="1"/>
          </p:cNvSpPr>
          <p:nvPr>
            <p:ph type="sldNum" sz="quarter" idx="10"/>
          </p:nvPr>
        </p:nvSpPr>
        <p:spPr/>
        <p:txBody>
          <a:bodyPr/>
          <a:lstStyle/>
          <a:p>
            <a:fld id="{BCEB0003-E446-3242-BB9A-ED196901299D}" type="slidenum">
              <a:rPr lang="en-US" smtClean="0"/>
              <a:t>28</a:t>
            </a:fld>
            <a:endParaRPr lang="en-US"/>
          </a:p>
        </p:txBody>
      </p:sp>
    </p:spTree>
    <p:extLst>
      <p:ext uri="{BB962C8B-B14F-4D97-AF65-F5344CB8AC3E}">
        <p14:creationId xmlns:p14="http://schemas.microsoft.com/office/powerpoint/2010/main" val="357348967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smtClean="0">
                <a:solidFill>
                  <a:schemeClr val="tx1"/>
                </a:solidFill>
                <a:effectLst/>
                <a:latin typeface="+mn-lt"/>
                <a:ea typeface="+mn-ea"/>
                <a:cs typeface="+mn-cs"/>
              </a:rPr>
              <a:t>And according to t-statistic value, 0.6. The range p-value is between 0.5 and 1.</a:t>
            </a:r>
            <a:endParaRPr lang="en-US" b="0" dirty="0" smtClean="0">
              <a:effectLst/>
            </a:endParaRPr>
          </a:p>
          <a:p>
            <a:pPr rtl="0"/>
            <a:r>
              <a:rPr lang="en-US" sz="1200" b="0" i="0" u="none" strike="noStrike" kern="1200" dirty="0" smtClean="0">
                <a:solidFill>
                  <a:schemeClr val="tx1"/>
                </a:solidFill>
                <a:effectLst/>
                <a:latin typeface="+mn-lt"/>
                <a:ea typeface="+mn-ea"/>
                <a:cs typeface="+mn-cs"/>
              </a:rPr>
              <a:t>Using system, </a:t>
            </a:r>
            <a:r>
              <a:rPr lang="en-US" sz="1200" b="0" i="0" u="none" strike="noStrike" kern="1200" dirty="0" err="1" smtClean="0">
                <a:solidFill>
                  <a:schemeClr val="tx1"/>
                </a:solidFill>
                <a:effectLst/>
                <a:latin typeface="+mn-lt"/>
                <a:ea typeface="+mn-ea"/>
                <a:cs typeface="+mn-cs"/>
              </a:rPr>
              <a:t>Matlab</a:t>
            </a:r>
            <a:r>
              <a:rPr lang="en-US" sz="1200" b="0" i="0" u="none" strike="noStrike" kern="1200" dirty="0" smtClean="0">
                <a:solidFill>
                  <a:schemeClr val="tx1"/>
                </a:solidFill>
                <a:effectLst/>
                <a:latin typeface="+mn-lt"/>
                <a:ea typeface="+mn-ea"/>
                <a:cs typeface="+mn-cs"/>
              </a:rPr>
              <a:t> code, the p-value also in the selected range, 0.591</a:t>
            </a:r>
            <a:endParaRPr lang="en-US" b="0" dirty="0" smtClean="0">
              <a:effectLst/>
            </a:endParaRPr>
          </a:p>
          <a:p>
            <a:r>
              <a:rPr lang="en-US" dirty="0" smtClean="0"/>
              <a:t/>
            </a:r>
            <a:br>
              <a:rPr lang="en-US" dirty="0" smtClean="0"/>
            </a:br>
            <a:endParaRPr lang="en-GB" dirty="0"/>
          </a:p>
        </p:txBody>
      </p:sp>
      <p:sp>
        <p:nvSpPr>
          <p:cNvPr id="4" name="Slide Number Placeholder 3"/>
          <p:cNvSpPr>
            <a:spLocks noGrp="1"/>
          </p:cNvSpPr>
          <p:nvPr>
            <p:ph type="sldNum" sz="quarter" idx="10"/>
          </p:nvPr>
        </p:nvSpPr>
        <p:spPr/>
        <p:txBody>
          <a:bodyPr/>
          <a:lstStyle/>
          <a:p>
            <a:fld id="{BCEB0003-E446-3242-BB9A-ED196901299D}" type="slidenum">
              <a:rPr lang="en-US" smtClean="0"/>
              <a:t>29</a:t>
            </a:fld>
            <a:endParaRPr lang="en-US"/>
          </a:p>
        </p:txBody>
      </p:sp>
    </p:spTree>
    <p:extLst>
      <p:ext uri="{BB962C8B-B14F-4D97-AF65-F5344CB8AC3E}">
        <p14:creationId xmlns:p14="http://schemas.microsoft.com/office/powerpoint/2010/main" val="158891833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smtClean="0">
                <a:solidFill>
                  <a:schemeClr val="tx1"/>
                </a:solidFill>
                <a:effectLst/>
                <a:latin typeface="+mn-lt"/>
                <a:ea typeface="+mn-ea"/>
                <a:cs typeface="+mn-cs"/>
              </a:rPr>
              <a:t>The </a:t>
            </a:r>
            <a:r>
              <a:rPr lang="en-US" sz="1200" b="1" i="0" u="none" strike="noStrike" kern="1200" dirty="0" smtClean="0">
                <a:solidFill>
                  <a:schemeClr val="tx1"/>
                </a:solidFill>
                <a:effectLst/>
                <a:latin typeface="+mn-lt"/>
                <a:ea typeface="+mn-ea"/>
                <a:cs typeface="+mn-cs"/>
              </a:rPr>
              <a:t>last step</a:t>
            </a:r>
            <a:r>
              <a:rPr lang="en-US" sz="1200" b="0" i="0" u="none" strike="noStrike" kern="1200" dirty="0" smtClean="0">
                <a:solidFill>
                  <a:schemeClr val="tx1"/>
                </a:solidFill>
                <a:effectLst/>
                <a:latin typeface="+mn-lt"/>
                <a:ea typeface="+mn-ea"/>
                <a:cs typeface="+mn-cs"/>
              </a:rPr>
              <a:t>, to make a decision, we remind you about this distribution picture. </a:t>
            </a:r>
            <a:endParaRPr lang="en-US" b="0" dirty="0" smtClean="0">
              <a:effectLst/>
            </a:endParaRPr>
          </a:p>
          <a:p>
            <a:pPr rtl="0"/>
            <a:r>
              <a:rPr lang="en-US" sz="1200" b="0" i="0" u="none" strike="noStrike" kern="1200" dirty="0" smtClean="0">
                <a:solidFill>
                  <a:schemeClr val="tx1"/>
                </a:solidFill>
                <a:effectLst/>
                <a:latin typeface="+mn-lt"/>
                <a:ea typeface="+mn-ea"/>
                <a:cs typeface="+mn-cs"/>
              </a:rPr>
              <a:t>Region of rejection contains the value from t-table to reject the null hypothesis.</a:t>
            </a:r>
            <a:endParaRPr lang="en-US" b="0" dirty="0" smtClean="0">
              <a:effectLst/>
            </a:endParaRPr>
          </a:p>
          <a:p>
            <a:pPr rtl="0"/>
            <a:r>
              <a:rPr lang="en-US" sz="1200" b="0" i="0" u="none" strike="noStrike" kern="1200" dirty="0" smtClean="0">
                <a:solidFill>
                  <a:schemeClr val="tx1"/>
                </a:solidFill>
                <a:effectLst/>
                <a:latin typeface="+mn-lt"/>
                <a:ea typeface="+mn-ea"/>
                <a:cs typeface="+mn-cs"/>
              </a:rPr>
              <a:t>According to t-statistic, t-critical value, and selected range p-value, then the distribution picture becomes like this.</a:t>
            </a:r>
            <a:endParaRPr lang="en-US" b="0" dirty="0" smtClean="0">
              <a:effectLst/>
            </a:endParaRPr>
          </a:p>
          <a:p>
            <a:pPr rtl="0"/>
            <a:r>
              <a:rPr lang="en-US" sz="1200" b="0" i="0" u="none" strike="noStrike" kern="1200" dirty="0" smtClean="0">
                <a:solidFill>
                  <a:schemeClr val="tx1"/>
                </a:solidFill>
                <a:effectLst/>
                <a:latin typeface="+mn-lt"/>
                <a:ea typeface="+mn-ea"/>
                <a:cs typeface="+mn-cs"/>
              </a:rPr>
              <a:t>So we can conclude that:</a:t>
            </a:r>
            <a:endParaRPr lang="en-US" b="0" dirty="0" smtClean="0">
              <a:effectLst/>
            </a:endParaRPr>
          </a:p>
          <a:p>
            <a:pPr marL="228600" indent="-228600" rtl="0" fontAlgn="base">
              <a:buFont typeface="+mj-lt"/>
              <a:buAutoNum type="arabicPeriod"/>
            </a:pPr>
            <a:r>
              <a:rPr lang="en-US" sz="1200" b="0" i="0" u="none" strike="noStrike" kern="1200" dirty="0" smtClean="0">
                <a:solidFill>
                  <a:schemeClr val="tx1"/>
                </a:solidFill>
                <a:effectLst/>
                <a:latin typeface="+mn-lt"/>
                <a:ea typeface="+mn-ea"/>
                <a:cs typeface="+mn-cs"/>
              </a:rPr>
              <a:t>The t-stat is not in region of rejection so that we accept the null Hypothesis = Reject Alternative hypothesis</a:t>
            </a:r>
          </a:p>
          <a:p>
            <a:pPr marL="228600" indent="-228600" rtl="0" fontAlgn="base">
              <a:buFont typeface="+mj-lt"/>
              <a:buAutoNum type="arabicPeriod"/>
            </a:pPr>
            <a:r>
              <a:rPr lang="en-US" sz="1200" b="0" i="0" u="none" strike="noStrike" kern="1200" dirty="0" smtClean="0">
                <a:solidFill>
                  <a:schemeClr val="tx1"/>
                </a:solidFill>
                <a:effectLst/>
                <a:latin typeface="+mn-lt"/>
                <a:ea typeface="+mn-ea"/>
                <a:cs typeface="+mn-cs"/>
              </a:rPr>
              <a:t>P Value greater equals to 0.05 The feature has no significant difference  The feature can’t be used.</a:t>
            </a:r>
          </a:p>
          <a:p>
            <a:endParaRPr lang="en-US" dirty="0"/>
          </a:p>
        </p:txBody>
      </p:sp>
      <p:sp>
        <p:nvSpPr>
          <p:cNvPr id="4" name="Slide Number Placeholder 3"/>
          <p:cNvSpPr>
            <a:spLocks noGrp="1"/>
          </p:cNvSpPr>
          <p:nvPr>
            <p:ph type="sldNum" sz="quarter" idx="10"/>
          </p:nvPr>
        </p:nvSpPr>
        <p:spPr/>
        <p:txBody>
          <a:bodyPr/>
          <a:lstStyle/>
          <a:p>
            <a:fld id="{BCEB0003-E446-3242-BB9A-ED196901299D}" type="slidenum">
              <a:rPr lang="en-US" smtClean="0"/>
              <a:t>30</a:t>
            </a:fld>
            <a:endParaRPr lang="en-US"/>
          </a:p>
        </p:txBody>
      </p:sp>
    </p:spTree>
    <p:extLst>
      <p:ext uri="{BB962C8B-B14F-4D97-AF65-F5344CB8AC3E}">
        <p14:creationId xmlns:p14="http://schemas.microsoft.com/office/powerpoint/2010/main" val="172349086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smtClean="0">
                <a:solidFill>
                  <a:schemeClr val="tx1"/>
                </a:solidFill>
                <a:effectLst/>
                <a:latin typeface="+mn-lt"/>
                <a:ea typeface="+mn-ea"/>
                <a:cs typeface="+mn-cs"/>
              </a:rPr>
              <a:t>We also provide other tests for the second feature which produce the opposite decision, that is feature 2 can be used.</a:t>
            </a:r>
            <a:endParaRPr lang="en-US" dirty="0"/>
          </a:p>
        </p:txBody>
      </p:sp>
      <p:sp>
        <p:nvSpPr>
          <p:cNvPr id="4" name="Slide Number Placeholder 3"/>
          <p:cNvSpPr>
            <a:spLocks noGrp="1"/>
          </p:cNvSpPr>
          <p:nvPr>
            <p:ph type="sldNum" sz="quarter" idx="10"/>
          </p:nvPr>
        </p:nvSpPr>
        <p:spPr/>
        <p:txBody>
          <a:bodyPr/>
          <a:lstStyle/>
          <a:p>
            <a:fld id="{BCEB0003-E446-3242-BB9A-ED196901299D}" type="slidenum">
              <a:rPr lang="en-US" smtClean="0"/>
              <a:t>32</a:t>
            </a:fld>
            <a:endParaRPr lang="en-US"/>
          </a:p>
        </p:txBody>
      </p:sp>
    </p:spTree>
    <p:extLst>
      <p:ext uri="{BB962C8B-B14F-4D97-AF65-F5344CB8AC3E}">
        <p14:creationId xmlns:p14="http://schemas.microsoft.com/office/powerpoint/2010/main" val="298427638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smtClean="0">
                <a:solidFill>
                  <a:schemeClr val="tx1"/>
                </a:solidFill>
                <a:effectLst/>
                <a:latin typeface="+mn-lt"/>
                <a:ea typeface="+mn-ea"/>
                <a:cs typeface="+mn-cs"/>
              </a:rPr>
              <a:t>Using the same process as the previous example, the first step is identifying population and distribution.</a:t>
            </a:r>
            <a:endParaRPr lang="en-US" b="0" dirty="0" smtClean="0">
              <a:effectLst/>
            </a:endParaRPr>
          </a:p>
          <a:p>
            <a:pPr rtl="0"/>
            <a:r>
              <a:rPr lang="en-US" sz="1200" b="0" i="0" u="none" strike="noStrike" kern="1200" dirty="0" smtClean="0">
                <a:solidFill>
                  <a:schemeClr val="tx1"/>
                </a:solidFill>
                <a:effectLst/>
                <a:latin typeface="+mn-lt"/>
                <a:ea typeface="+mn-ea"/>
                <a:cs typeface="+mn-cs"/>
              </a:rPr>
              <a:t>Because we want to test the second feature for the current example, then we only focus on the second column.</a:t>
            </a:r>
            <a:endParaRPr lang="en-US" b="0" dirty="0" smtClean="0">
              <a:effectLst/>
            </a:endParaRPr>
          </a:p>
          <a:p>
            <a:pPr rtl="0"/>
            <a:r>
              <a:rPr lang="en-US" sz="1200" b="0" i="0" u="none" strike="noStrike" kern="1200" dirty="0" smtClean="0">
                <a:solidFill>
                  <a:schemeClr val="tx1"/>
                </a:solidFill>
                <a:effectLst/>
                <a:latin typeface="+mn-lt"/>
                <a:ea typeface="+mn-ea"/>
                <a:cs typeface="+mn-cs"/>
              </a:rPr>
              <a:t>Actually, according to the data of two groups we can see the differences. So let's see whether this second feature really can be used because has significant difference</a:t>
            </a:r>
            <a:endParaRPr lang="en-US" b="0" dirty="0" smtClean="0">
              <a:effectLst/>
            </a:endParaRPr>
          </a:p>
          <a:p>
            <a:r>
              <a:rPr lang="en-US" dirty="0" smtClean="0"/>
              <a:t/>
            </a:r>
            <a:br>
              <a:rPr lang="en-US" dirty="0" smtClean="0"/>
            </a:br>
            <a:endParaRPr lang="en-US" dirty="0"/>
          </a:p>
        </p:txBody>
      </p:sp>
      <p:sp>
        <p:nvSpPr>
          <p:cNvPr id="4" name="Slide Number Placeholder 3"/>
          <p:cNvSpPr>
            <a:spLocks noGrp="1"/>
          </p:cNvSpPr>
          <p:nvPr>
            <p:ph type="sldNum" sz="quarter" idx="10"/>
          </p:nvPr>
        </p:nvSpPr>
        <p:spPr/>
        <p:txBody>
          <a:bodyPr/>
          <a:lstStyle/>
          <a:p>
            <a:fld id="{BCEB0003-E446-3242-BB9A-ED196901299D}" type="slidenum">
              <a:rPr lang="en-US" smtClean="0"/>
              <a:t>33</a:t>
            </a:fld>
            <a:endParaRPr lang="en-US"/>
          </a:p>
        </p:txBody>
      </p:sp>
    </p:spTree>
    <p:extLst>
      <p:ext uri="{BB962C8B-B14F-4D97-AF65-F5344CB8AC3E}">
        <p14:creationId xmlns:p14="http://schemas.microsoft.com/office/powerpoint/2010/main" val="281586057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BCEB0003-E446-3242-BB9A-ED196901299D}" type="slidenum">
              <a:rPr lang="en-US" smtClean="0"/>
              <a:t>40</a:t>
            </a:fld>
            <a:endParaRPr lang="en-US"/>
          </a:p>
        </p:txBody>
      </p:sp>
    </p:spTree>
    <p:extLst>
      <p:ext uri="{BB962C8B-B14F-4D97-AF65-F5344CB8AC3E}">
        <p14:creationId xmlns:p14="http://schemas.microsoft.com/office/powerpoint/2010/main" val="282080406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BCEB0003-E446-3242-BB9A-ED196901299D}" type="slidenum">
              <a:rPr lang="en-US" smtClean="0"/>
              <a:t>41</a:t>
            </a:fld>
            <a:endParaRPr lang="en-US"/>
          </a:p>
        </p:txBody>
      </p:sp>
    </p:spTree>
    <p:extLst>
      <p:ext uri="{BB962C8B-B14F-4D97-AF65-F5344CB8AC3E}">
        <p14:creationId xmlns:p14="http://schemas.microsoft.com/office/powerpoint/2010/main" val="7506158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1"/>
            <a:ext cx="12192000" cy="4572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0000"/>
                    <a:lumOff val="10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A0D0264A-2F38-0346-8123-68AC0029EC99}" type="datetime1">
              <a:rPr lang="en-US" smtClean="0"/>
              <a:t>2/23/2022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A13D58-D7BC-8747-9F0A-0DB9E6B3595A}" type="slidenum">
              <a:rPr lang="en-US" smtClean="0"/>
              <a:t>‹#›</a:t>
            </a:fld>
            <a:endParaRPr lang="en-US"/>
          </a:p>
        </p:txBody>
      </p:sp>
      <p:cxnSp>
        <p:nvCxnSpPr>
          <p:cNvPr id="8" name="Straight Connector 7"/>
          <p:cNvCxnSpPr/>
          <p:nvPr/>
        </p:nvCxnSpPr>
        <p:spPr>
          <a:xfrm flipV="1">
            <a:off x="8386842" y="5264106"/>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12469959"/>
      </p:ext>
    </p:extLst>
  </p:cSld>
  <p:clrMapOvr>
    <a:masterClrMapping/>
  </p:clrMapOvr>
  <p:transition spd="slow">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A834F12-DE07-C644-B9D1-D11EFB667DEE}" type="datetime1">
              <a:rPr lang="en-US" smtClean="0"/>
              <a:t>2/23/2022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A13D58-D7BC-8747-9F0A-0DB9E6B3595A}" type="slidenum">
              <a:rPr lang="en-US" smtClean="0"/>
              <a:t>‹#›</a:t>
            </a:fld>
            <a:endParaRPr lang="en-US"/>
          </a:p>
        </p:txBody>
      </p:sp>
    </p:spTree>
    <p:extLst>
      <p:ext uri="{BB962C8B-B14F-4D97-AF65-F5344CB8AC3E}">
        <p14:creationId xmlns:p14="http://schemas.microsoft.com/office/powerpoint/2010/main" val="2985006974"/>
      </p:ext>
    </p:extLst>
  </p:cSld>
  <p:clrMapOvr>
    <a:masterClrMapping/>
  </p:clrMapOvr>
  <p:transition spd="slow">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1"/>
            <a:ext cx="12192000" cy="457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0000"/>
                    <a:lumOff val="1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D6A948A-008E-9849-9A0B-62CD2B7FD847}" type="datetime1">
              <a:rPr lang="en-US" smtClean="0"/>
              <a:t>2/23/2022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A13D58-D7BC-8747-9F0A-0DB9E6B3595A}" type="slidenum">
              <a:rPr lang="en-US" smtClean="0"/>
              <a:t>‹#›</a:t>
            </a:fld>
            <a:endParaRPr lang="en-US"/>
          </a:p>
        </p:txBody>
      </p:sp>
      <p:cxnSp>
        <p:nvCxnSpPr>
          <p:cNvPr id="8" name="Straight Connector 7"/>
          <p:cNvCxnSpPr/>
          <p:nvPr/>
        </p:nvCxnSpPr>
        <p:spPr>
          <a:xfrm flipV="1">
            <a:off x="8386842" y="5264106"/>
            <a:ext cx="0" cy="9144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6850917"/>
      </p:ext>
    </p:extLst>
  </p:cSld>
  <p:clrMapOvr>
    <a:masterClrMapping/>
  </p:clrMapOvr>
  <p:transition spd="slow">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8" y="2286000"/>
            <a:ext cx="475488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673E4E2-BC9B-BB43-AFB7-6645AA52BEE8}" type="datetime1">
              <a:rPr lang="en-US" smtClean="0"/>
              <a:t>2/23/2022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AA13D58-D7BC-8747-9F0A-0DB9E6B3595A}" type="slidenum">
              <a:rPr lang="en-US" smtClean="0"/>
              <a:t>‹#›</a:t>
            </a:fld>
            <a:endParaRPr lang="en-US"/>
          </a:p>
        </p:txBody>
      </p:sp>
    </p:spTree>
    <p:extLst>
      <p:ext uri="{BB962C8B-B14F-4D97-AF65-F5344CB8AC3E}">
        <p14:creationId xmlns:p14="http://schemas.microsoft.com/office/powerpoint/2010/main" val="584826539"/>
      </p:ext>
    </p:extLst>
  </p:cSld>
  <p:clrMapOvr>
    <a:masterClrMapping/>
  </p:clrMapOvr>
  <p:transition spd="slow">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2">
                    <a:lumMod val="75000"/>
                  </a:schemeClr>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24128" y="2967788"/>
            <a:ext cx="4754880" cy="3341572"/>
          </a:xfrm>
        </p:spPr>
        <p:txBody>
          <a:bodyPr lIns="45720" rIns="4572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89320"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2">
                    <a:lumMod val="75000"/>
                  </a:schemeClr>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Edit Master text styles</a:t>
            </a:r>
          </a:p>
        </p:txBody>
      </p:sp>
      <p:sp>
        <p:nvSpPr>
          <p:cNvPr id="6" name="Content Placeholder 5"/>
          <p:cNvSpPr>
            <a:spLocks noGrp="1"/>
          </p:cNvSpPr>
          <p:nvPr>
            <p:ph sz="quarter" idx="4"/>
          </p:nvPr>
        </p:nvSpPr>
        <p:spPr>
          <a:xfrm>
            <a:off x="5989320" y="2967788"/>
            <a:ext cx="4754880" cy="3341572"/>
          </a:xfrm>
        </p:spPr>
        <p:txBody>
          <a:bodyPr lIns="45720" rIns="4572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50A107B-BC4A-7648-B3D9-097A83D1EBAD}" type="datetime1">
              <a:rPr lang="en-US" smtClean="0"/>
              <a:t>2/23/2022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AA13D58-D7BC-8747-9F0A-0DB9E6B3595A}" type="slidenum">
              <a:rPr lang="en-US" smtClean="0"/>
              <a:t>‹#›</a:t>
            </a:fld>
            <a:endParaRPr lang="en-US"/>
          </a:p>
        </p:txBody>
      </p:sp>
    </p:spTree>
    <p:extLst>
      <p:ext uri="{BB962C8B-B14F-4D97-AF65-F5344CB8AC3E}">
        <p14:creationId xmlns:p14="http://schemas.microsoft.com/office/powerpoint/2010/main" val="2673299332"/>
      </p:ext>
    </p:extLst>
  </p:cSld>
  <p:clrMapOvr>
    <a:masterClrMapping/>
  </p:clrMapOvr>
  <p:transition spd="slow">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DB01B88-FDD6-5844-A7D1-BA6F7A4E6694}" type="datetime1">
              <a:rPr lang="en-US" smtClean="0"/>
              <a:t>2/23/2022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AA13D58-D7BC-8747-9F0A-0DB9E6B3595A}" type="slidenum">
              <a:rPr lang="en-US" smtClean="0"/>
              <a:t>‹#›</a:t>
            </a:fld>
            <a:endParaRPr lang="en-US"/>
          </a:p>
        </p:txBody>
      </p:sp>
    </p:spTree>
    <p:extLst>
      <p:ext uri="{BB962C8B-B14F-4D97-AF65-F5344CB8AC3E}">
        <p14:creationId xmlns:p14="http://schemas.microsoft.com/office/powerpoint/2010/main" val="439011874"/>
      </p:ext>
    </p:extLst>
  </p:cSld>
  <p:clrMapOvr>
    <a:masterClrMapping/>
  </p:clrMapOvr>
  <p:transition spd="slow">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AA675C-4C54-2848-86FC-2BA11748940E}" type="datetime1">
              <a:rPr lang="en-US" smtClean="0"/>
              <a:t>2/23/2022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AA13D58-D7BC-8747-9F0A-0DB9E6B3595A}" type="slidenum">
              <a:rPr lang="en-US" smtClean="0"/>
              <a:t>‹#›</a:t>
            </a:fld>
            <a:endParaRPr lang="en-US"/>
          </a:p>
        </p:txBody>
      </p:sp>
    </p:spTree>
    <p:extLst>
      <p:ext uri="{BB962C8B-B14F-4D97-AF65-F5344CB8AC3E}">
        <p14:creationId xmlns:p14="http://schemas.microsoft.com/office/powerpoint/2010/main" val="2968830796"/>
      </p:ext>
    </p:extLst>
  </p:cSld>
  <p:clrMapOvr>
    <a:masterClrMapping/>
  </p:clrMapOvr>
  <p:transition spd="slow">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90A03EFD-DB14-0449-BAD7-99EE8E40C6EF}" type="datetime1">
              <a:rPr lang="en-US" smtClean="0"/>
              <a:t>2/23/2022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AA13D58-D7BC-8747-9F0A-0DB9E6B3595A}" type="slidenum">
              <a:rPr lang="en-US" smtClean="0"/>
              <a:t>‹#›</a:t>
            </a:fld>
            <a:endParaRPr lang="en-US"/>
          </a:p>
        </p:txBody>
      </p:sp>
    </p:spTree>
    <p:extLst>
      <p:ext uri="{BB962C8B-B14F-4D97-AF65-F5344CB8AC3E}">
        <p14:creationId xmlns:p14="http://schemas.microsoft.com/office/powerpoint/2010/main" val="303273134"/>
      </p:ext>
    </p:extLst>
  </p:cSld>
  <p:clrMapOvr>
    <a:masterClrMapping/>
  </p:clrMapOvr>
  <p:transition spd="slow">
    <p:push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2">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0000"/>
                    <a:lumOff val="1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80B3DAA-3398-2444-8024-DB995AC0285D}" type="datetime1">
              <a:rPr lang="en-US" smtClean="0"/>
              <a:t>2/23/2022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AA13D58-D7BC-8747-9F0A-0DB9E6B3595A}" type="slidenum">
              <a:rPr lang="en-US" smtClean="0"/>
              <a:t>‹#›</a:t>
            </a:fld>
            <a:endParaRPr lang="en-US"/>
          </a:p>
        </p:txBody>
      </p:sp>
      <p:cxnSp>
        <p:nvCxnSpPr>
          <p:cNvPr id="9" name="Straight Connector 8"/>
          <p:cNvCxnSpPr/>
          <p:nvPr/>
        </p:nvCxnSpPr>
        <p:spPr>
          <a:xfrm flipV="1">
            <a:off x="8386842" y="5264106"/>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25878834"/>
      </p:ext>
    </p:extLst>
  </p:cSld>
  <p:clrMapOvr>
    <a:masterClrMapping/>
  </p:clrMapOvr>
  <p:transition spd="slow">
    <p:push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11D72D0-C92A-C14C-90B6-351171CF809F}" type="datetime1">
              <a:rPr lang="en-US" smtClean="0"/>
              <a:t>2/23/2022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A13D58-D7BC-8747-9F0A-0DB9E6B3595A}" type="slidenum">
              <a:rPr lang="en-US" smtClean="0"/>
              <a:t>‹#›</a:t>
            </a:fld>
            <a:endParaRPr lang="en-US"/>
          </a:p>
        </p:txBody>
      </p:sp>
    </p:spTree>
    <p:extLst>
      <p:ext uri="{BB962C8B-B14F-4D97-AF65-F5344CB8AC3E}">
        <p14:creationId xmlns:p14="http://schemas.microsoft.com/office/powerpoint/2010/main" val="2905314637"/>
      </p:ext>
    </p:extLst>
  </p:cSld>
  <p:clrMapOvr>
    <a:masterClrMapping/>
  </p:clrMapOvr>
  <p:transition spd="slow">
    <p:push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0" y="762000"/>
            <a:ext cx="7581900" cy="54102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2847E9-232E-064A-828B-83632E1AC839}" type="datetime1">
              <a:rPr lang="en-US" smtClean="0"/>
              <a:t>2/23/2022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A13D58-D7BC-8747-9F0A-0DB9E6B3595A}" type="slidenum">
              <a:rPr lang="en-US" smtClean="0"/>
              <a:t>‹#›</a:t>
            </a:fld>
            <a:endParaRPr lang="en-US"/>
          </a:p>
        </p:txBody>
      </p:sp>
      <p:cxnSp>
        <p:nvCxnSpPr>
          <p:cNvPr id="7" name="Straight Connector 6"/>
          <p:cNvCxnSpPr/>
          <p:nvPr/>
        </p:nvCxnSpPr>
        <p:spPr>
          <a:xfrm rot="5400000" flipV="1">
            <a:off x="10058400" y="59263"/>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54806227"/>
      </p:ext>
    </p:extLst>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1" cy="4023360"/>
          </a:xfrm>
          <a:prstGeom prst="rect">
            <a:avLst/>
          </a:prstGeom>
        </p:spPr>
        <p:txBody>
          <a:bodyPr vert="horz" lIns="45720" tIns="45720" rIns="4572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8" y="6470704"/>
            <a:ext cx="2154142" cy="274320"/>
          </a:xfrm>
          <a:prstGeom prst="rect">
            <a:avLst/>
          </a:prstGeom>
        </p:spPr>
        <p:txBody>
          <a:bodyPr vert="horz" lIns="91440" tIns="45720" rIns="91440" bIns="45720" rtlCol="0" anchor="ctr"/>
          <a:lstStyle>
            <a:lvl1pPr algn="l">
              <a:defRPr sz="1000">
                <a:solidFill>
                  <a:schemeClr val="tx1">
                    <a:lumMod val="90000"/>
                    <a:lumOff val="10000"/>
                  </a:schemeClr>
                </a:solidFill>
                <a:latin typeface="+mj-lt"/>
              </a:defRPr>
            </a:lvl1pPr>
          </a:lstStyle>
          <a:p>
            <a:fld id="{36645987-E15F-AE4B-9A47-07BED65341BE}" type="datetime1">
              <a:rPr lang="en-US" smtClean="0"/>
              <a:t>2/23/2022</a:t>
            </a:fld>
            <a:endParaRPr lang="en-US"/>
          </a:p>
        </p:txBody>
      </p:sp>
      <p:sp>
        <p:nvSpPr>
          <p:cNvPr id="5" name="Footer Placeholder 4"/>
          <p:cNvSpPr>
            <a:spLocks noGrp="1"/>
          </p:cNvSpPr>
          <p:nvPr>
            <p:ph type="ftr" sz="quarter" idx="3"/>
          </p:nvPr>
        </p:nvSpPr>
        <p:spPr>
          <a:xfrm>
            <a:off x="4842932" y="6470704"/>
            <a:ext cx="5901458" cy="274320"/>
          </a:xfrm>
          <a:prstGeom prst="rect">
            <a:avLst/>
          </a:prstGeom>
        </p:spPr>
        <p:txBody>
          <a:bodyPr vert="horz" lIns="91440" tIns="45720" rIns="91440" bIns="45720" rtlCol="0" anchor="ctr"/>
          <a:lstStyle>
            <a:lvl1pPr algn="r">
              <a:defRPr sz="1000" cap="all" baseline="0">
                <a:solidFill>
                  <a:schemeClr val="tx1">
                    <a:lumMod val="90000"/>
                    <a:lumOff val="10000"/>
                  </a:schemeClr>
                </a:solidFill>
                <a:latin typeface="+mj-lt"/>
              </a:defRPr>
            </a:lvl1pPr>
          </a:lstStyle>
          <a:p>
            <a:endParaRPr lang="en-US"/>
          </a:p>
        </p:txBody>
      </p:sp>
      <p:sp>
        <p:nvSpPr>
          <p:cNvPr id="6" name="Slide Number Placeholder 5"/>
          <p:cNvSpPr>
            <a:spLocks noGrp="1"/>
          </p:cNvSpPr>
          <p:nvPr>
            <p:ph type="sldNum" sz="quarter" idx="4"/>
          </p:nvPr>
        </p:nvSpPr>
        <p:spPr>
          <a:xfrm>
            <a:off x="10837334" y="6470704"/>
            <a:ext cx="973666" cy="274320"/>
          </a:xfrm>
          <a:prstGeom prst="rect">
            <a:avLst/>
          </a:prstGeom>
        </p:spPr>
        <p:txBody>
          <a:bodyPr vert="horz" lIns="91440" tIns="45720" rIns="91440" bIns="45720" rtlCol="0" anchor="ctr"/>
          <a:lstStyle>
            <a:lvl1pPr algn="l">
              <a:defRPr sz="1000">
                <a:solidFill>
                  <a:schemeClr val="tx1">
                    <a:lumMod val="90000"/>
                    <a:lumOff val="10000"/>
                  </a:schemeClr>
                </a:solidFill>
                <a:latin typeface="+mj-lt"/>
              </a:defRPr>
            </a:lvl1pPr>
          </a:lstStyle>
          <a:p>
            <a:fld id="{5AA13D58-D7BC-8747-9F0A-0DB9E6B3595A}" type="slidenum">
              <a:rPr lang="en-US" smtClean="0"/>
              <a:t>‹#›</a:t>
            </a:fld>
            <a:endParaRPr lang="en-US"/>
          </a:p>
        </p:txBody>
      </p:sp>
      <p:cxnSp>
        <p:nvCxnSpPr>
          <p:cNvPr id="7" name="Straight Connector 6"/>
          <p:cNvCxnSpPr/>
          <p:nvPr/>
        </p:nvCxnSpPr>
        <p:spPr>
          <a:xfrm flipV="1">
            <a:off x="762000" y="826324"/>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369899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ransition spd="slow">
    <p:push dir="u"/>
  </p:transition>
  <p:hf hdr="0" ftr="0" dt="0"/>
  <p:txStyles>
    <p:titleStyle>
      <a:lvl1pPr algn="l" defTabSz="914400" rtl="0" eaLnBrk="1" latinLnBrk="0" hangingPunct="1">
        <a:lnSpc>
          <a:spcPct val="80000"/>
        </a:lnSpc>
        <a:spcBef>
          <a:spcPct val="0"/>
        </a:spcBef>
        <a:buNone/>
        <a:defRPr sz="5000" kern="1200" cap="all" spc="100" baseline="0">
          <a:solidFill>
            <a:schemeClr val="tx1">
              <a:lumMod val="90000"/>
              <a:lumOff val="10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2"/>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5.xml"/><Relationship Id="rId1" Type="http://schemas.openxmlformats.org/officeDocument/2006/relationships/tags" Target="../tags/tag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notesSlide" Target="../notesSlides/notesSlide11.xml"/><Relationship Id="rId7" Type="http://schemas.openxmlformats.org/officeDocument/2006/relationships/image" Target="../media/image9.png"/><Relationship Id="rId2" Type="http://schemas.openxmlformats.org/officeDocument/2006/relationships/slideLayout" Target="../slideLayouts/slideLayout2.xml"/><Relationship Id="rId1" Type="http://schemas.openxmlformats.org/officeDocument/2006/relationships/tags" Target="../tags/tag5.xml"/><Relationship Id="rId6" Type="http://schemas.openxmlformats.org/officeDocument/2006/relationships/image" Target="../media/image81.png"/><Relationship Id="rId10" Type="http://schemas.openxmlformats.org/officeDocument/2006/relationships/image" Target="../media/image11.png"/><Relationship Id="rId9" Type="http://schemas.openxmlformats.org/officeDocument/2006/relationships/image" Target="../media/image100.png"/></Relationships>
</file>

<file path=ppt/slides/_rels/slide1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notesSlide" Target="../notesSlides/notesSlide12.xml"/><Relationship Id="rId7" Type="http://schemas.openxmlformats.org/officeDocument/2006/relationships/image" Target="../media/image123.png"/><Relationship Id="rId2" Type="http://schemas.openxmlformats.org/officeDocument/2006/relationships/slideLayout" Target="../slideLayouts/slideLayout2.xml"/><Relationship Id="rId1" Type="http://schemas.openxmlformats.org/officeDocument/2006/relationships/tags" Target="../tags/tag6.xml"/><Relationship Id="rId6" Type="http://schemas.openxmlformats.org/officeDocument/2006/relationships/image" Target="../media/image12.png"/></Relationships>
</file>

<file path=ppt/slides/_rels/slide1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notesSlide" Target="../notesSlides/notesSlide13.xml"/><Relationship Id="rId7" Type="http://schemas.openxmlformats.org/officeDocument/2006/relationships/image" Target="../media/image15.png"/><Relationship Id="rId2" Type="http://schemas.openxmlformats.org/officeDocument/2006/relationships/slideLayout" Target="../slideLayouts/slideLayout2.xml"/><Relationship Id="rId1" Type="http://schemas.openxmlformats.org/officeDocument/2006/relationships/tags" Target="../tags/tag7.xml"/><Relationship Id="rId6" Type="http://schemas.openxmlformats.org/officeDocument/2006/relationships/image" Target="../media/image13.png"/><Relationship Id="rId9" Type="http://schemas.openxmlformats.org/officeDocument/2006/relationships/image" Target="../media/image16.png"/></Relationships>
</file>

<file path=ppt/slides/_rels/slide1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notesSlide" Target="../notesSlides/notesSlide14.xml"/><Relationship Id="rId7" Type="http://schemas.openxmlformats.org/officeDocument/2006/relationships/image" Target="../media/image15.png"/><Relationship Id="rId2" Type="http://schemas.openxmlformats.org/officeDocument/2006/relationships/slideLayout" Target="../slideLayouts/slideLayout2.xml"/><Relationship Id="rId1" Type="http://schemas.openxmlformats.org/officeDocument/2006/relationships/tags" Target="../tags/tag8.xml"/><Relationship Id="rId6" Type="http://schemas.openxmlformats.org/officeDocument/2006/relationships/image" Target="../media/image13.png"/><Relationship Id="rId9" Type="http://schemas.openxmlformats.org/officeDocument/2006/relationships/image" Target="../media/image16.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slide" Target="slide24.xml"/><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Colors" Target="../diagrams/colors1.xml"/><Relationship Id="rId11" Type="http://schemas.openxmlformats.org/officeDocument/2006/relationships/image" Target="../media/image46.png"/><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NULL"/></Relationships>
</file>

<file path=ppt/slides/_rels/slide23.xml.rels><?xml version="1.0" encoding="UTF-8" standalone="yes"?>
<Relationships xmlns="http://schemas.openxmlformats.org/package/2006/relationships"><Relationship Id="rId7" Type="http://schemas.openxmlformats.org/officeDocument/2006/relationships/image" Target="../media/image80.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90.png"/><Relationship Id="rId4" Type="http://schemas.openxmlformats.org/officeDocument/2006/relationships/image" Target="../media/image91.png"/></Relationships>
</file>

<file path=ppt/slides/_rels/slide24.xml.rels><?xml version="1.0" encoding="UTF-8" standalone="yes"?>
<Relationships xmlns="http://schemas.openxmlformats.org/package/2006/relationships"><Relationship Id="rId8" Type="http://schemas.openxmlformats.org/officeDocument/2006/relationships/image" Target="../media/image110.png"/><Relationship Id="rId7" Type="http://schemas.openxmlformats.org/officeDocument/2006/relationships/image" Target="../media/image29.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140.png"/><Relationship Id="rId5" Type="http://schemas.openxmlformats.org/officeDocument/2006/relationships/image" Target="../media/image130.png"/><Relationship Id="rId4" Type="http://schemas.openxmlformats.org/officeDocument/2006/relationships/image" Target="../media/image120.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160.png"/><Relationship Id="rId5" Type="http://schemas.openxmlformats.org/officeDocument/2006/relationships/image" Target="../media/image32.png"/><Relationship Id="rId4" Type="http://schemas.openxmlformats.org/officeDocument/2006/relationships/image" Target="../media/image17.png"/></Relationships>
</file>

<file path=ppt/slides/_rels/slide26.xml.rels><?xml version="1.0" encoding="UTF-8" standalone="yes"?>
<Relationships xmlns="http://schemas.openxmlformats.org/package/2006/relationships"><Relationship Id="rId7"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 Id="rId11" Type="http://schemas.openxmlformats.org/officeDocument/2006/relationships/image" Target="../media/image49.png"/><Relationship Id="rId5" Type="http://schemas.openxmlformats.org/officeDocument/2006/relationships/image" Target="../media/image25.png"/><Relationship Id="rId10" Type="http://schemas.openxmlformats.org/officeDocument/2006/relationships/image" Target="../media/image18.png"/><Relationship Id="rId9" Type="http://schemas.openxmlformats.org/officeDocument/2006/relationships/image" Target="../media/image47.png"/></Relationships>
</file>

<file path=ppt/slides/_rels/slide28.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notesSlide" Target="../notesSlides/notesSlide26.xml"/><Relationship Id="rId7" Type="http://schemas.openxmlformats.org/officeDocument/2006/relationships/image" Target="../media/image52.png"/><Relationship Id="rId2" Type="http://schemas.openxmlformats.org/officeDocument/2006/relationships/slideLayout" Target="../slideLayouts/slideLayout2.xml"/><Relationship Id="rId1" Type="http://schemas.openxmlformats.org/officeDocument/2006/relationships/tags" Target="../tags/tag11.xml"/><Relationship Id="rId9" Type="http://schemas.openxmlformats.org/officeDocument/2006/relationships/image" Target="../media/image26.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7.xml"/><Relationship Id="rId7" Type="http://schemas.openxmlformats.org/officeDocument/2006/relationships/image" Target="../media/image27.png"/><Relationship Id="rId2" Type="http://schemas.openxmlformats.org/officeDocument/2006/relationships/slideLayout" Target="../slideLayouts/slideLayout2.xml"/><Relationship Id="rId1" Type="http://schemas.openxmlformats.org/officeDocument/2006/relationships/tags" Target="../tags/tag12.xml"/><Relationship Id="rId4" Type="http://schemas.openxmlformats.org/officeDocument/2006/relationships/image" Target="../media/image8.png"/></Relationships>
</file>

<file path=ppt/slides/_rels/slide30.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notesSlide" Target="../notesSlides/notesSlide28.xml"/><Relationship Id="rId7" Type="http://schemas.openxmlformats.org/officeDocument/2006/relationships/image" Target="../media/image290.png"/><Relationship Id="rId2" Type="http://schemas.openxmlformats.org/officeDocument/2006/relationships/slideLayout" Target="../slideLayouts/slideLayout2.xml"/><Relationship Id="rId1" Type="http://schemas.openxmlformats.org/officeDocument/2006/relationships/tags" Target="../tags/tag13.xml"/><Relationship Id="rId6" Type="http://schemas.openxmlformats.org/officeDocument/2006/relationships/image" Target="../media/image280.png"/><Relationship Id="rId5" Type="http://schemas.openxmlformats.org/officeDocument/2006/relationships/image" Target="../media/image281.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3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7" Type="http://schemas.openxmlformats.org/officeDocument/2006/relationships/image" Target="../media/image270.png"/><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34.png"/><Relationship Id="rId4" Type="http://schemas.openxmlformats.org/officeDocument/2006/relationships/image" Target="../media/image33.png"/></Relationships>
</file>

<file path=ppt/slides/_rels/slide36.xml.rels><?xml version="1.0" encoding="UTF-8" standalone="yes"?>
<Relationships xmlns="http://schemas.openxmlformats.org/package/2006/relationships"><Relationship Id="rId8" Type="http://schemas.openxmlformats.org/officeDocument/2006/relationships/image" Target="../media/image110.png"/><Relationship Id="rId7" Type="http://schemas.openxmlformats.org/officeDocument/2006/relationships/image" Target="../media/image53.png"/><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6.png"/><Relationship Id="rId4" Type="http://schemas.openxmlformats.org/officeDocument/2006/relationships/image" Target="../media/image3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6" Type="http://schemas.openxmlformats.org/officeDocument/2006/relationships/image" Target="../media/image160.png"/><Relationship Id="rId5" Type="http://schemas.openxmlformats.org/officeDocument/2006/relationships/image" Target="../media/image32.png"/><Relationship Id="rId4" Type="http://schemas.openxmlformats.org/officeDocument/2006/relationships/image" Target="../media/image17.png"/></Relationships>
</file>

<file path=ppt/slides/_rels/slide38.xml.rels><?xml version="1.0" encoding="UTF-8" standalone="yes"?>
<Relationships xmlns="http://schemas.openxmlformats.org/package/2006/relationships"><Relationship Id="rId7"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39.xml.rels><?xml version="1.0" encoding="UTF-8" standalone="yes"?>
<Relationships xmlns="http://schemas.openxmlformats.org/package/2006/relationships"><Relationship Id="rId7" Type="http://schemas.openxmlformats.org/officeDocument/2006/relationships/image" Target="../media/image37.png"/><Relationship Id="rId1" Type="http://schemas.openxmlformats.org/officeDocument/2006/relationships/slideLayout" Target="../slideLayouts/slideLayout2.xml"/><Relationship Id="rId6" Type="http://schemas.openxmlformats.org/officeDocument/2006/relationships/image" Target="../media/image47.png"/><Relationship Id="rId5" Type="http://schemas.openxmlformats.org/officeDocument/2006/relationships/image" Target="../media/image39.png"/><Relationship Id="rId4" Type="http://schemas.openxmlformats.org/officeDocument/2006/relationships/image" Target="../media/image38.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1.xml"/><Relationship Id="rId7" Type="http://schemas.openxmlformats.org/officeDocument/2006/relationships/image" Target="../media/image8.png"/><Relationship Id="rId2" Type="http://schemas.openxmlformats.org/officeDocument/2006/relationships/slideLayout" Target="../slideLayouts/slideLayout2.xml"/><Relationship Id="rId1" Type="http://schemas.openxmlformats.org/officeDocument/2006/relationships/tags" Target="../tags/tag16.xml"/><Relationship Id="rId6" Type="http://schemas.openxmlformats.org/officeDocument/2006/relationships/image" Target="../media/image52.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tags" Target="../tags/tag17.xml"/><Relationship Id="rId4" Type="http://schemas.openxmlformats.org/officeDocument/2006/relationships/image" Target="../media/image8.png"/></Relationships>
</file>

<file path=ppt/slides/_rels/slide42.xml.rels><?xml version="1.0" encoding="UTF-8" standalone="yes"?>
<Relationships xmlns="http://schemas.openxmlformats.org/package/2006/relationships"><Relationship Id="rId8" Type="http://schemas.openxmlformats.org/officeDocument/2006/relationships/image" Target="../media/image45.png"/><Relationship Id="rId7" Type="http://schemas.openxmlformats.org/officeDocument/2006/relationships/image" Target="../media/image44.png"/><Relationship Id="rId2" Type="http://schemas.openxmlformats.org/officeDocument/2006/relationships/slideLayout" Target="../slideLayouts/slideLayout2.xml"/><Relationship Id="rId1" Type="http://schemas.openxmlformats.org/officeDocument/2006/relationships/tags" Target="../tags/tag18.xml"/><Relationship Id="rId6" Type="http://schemas.openxmlformats.org/officeDocument/2006/relationships/image" Target="../media/image43.png"/><Relationship Id="rId5" Type="http://schemas.openxmlformats.org/officeDocument/2006/relationships/image" Target="../media/image31.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A430DA-A2F8-1B49-A706-61B13F62FC70}"/>
              </a:ext>
            </a:extLst>
          </p:cNvPr>
          <p:cNvSpPr>
            <a:spLocks noGrp="1"/>
          </p:cNvSpPr>
          <p:nvPr>
            <p:ph type="ctrTitle"/>
          </p:nvPr>
        </p:nvSpPr>
        <p:spPr/>
        <p:txBody>
          <a:bodyPr/>
          <a:lstStyle/>
          <a:p>
            <a:r>
              <a:rPr lang="en-US" dirty="0" smtClean="0"/>
              <a:t>Hypothesis Testing</a:t>
            </a:r>
            <a:endParaRPr lang="en-US" dirty="0"/>
          </a:p>
        </p:txBody>
      </p:sp>
      <p:sp>
        <p:nvSpPr>
          <p:cNvPr id="3" name="Subtitle 2">
            <a:extLst>
              <a:ext uri="{FF2B5EF4-FFF2-40B4-BE49-F238E27FC236}">
                <a16:creationId xmlns:a16="http://schemas.microsoft.com/office/drawing/2014/main" id="{501733F3-D0BD-3548-9BC4-307CE5E057A9}"/>
              </a:ext>
            </a:extLst>
          </p:cNvPr>
          <p:cNvSpPr>
            <a:spLocks noGrp="1"/>
          </p:cNvSpPr>
          <p:nvPr>
            <p:ph type="subTitle" idx="1"/>
          </p:nvPr>
        </p:nvSpPr>
        <p:spPr/>
        <p:txBody>
          <a:bodyPr/>
          <a:lstStyle/>
          <a:p>
            <a:r>
              <a:rPr lang="en-US" dirty="0" smtClean="0"/>
              <a:t>DSP </a:t>
            </a:r>
            <a:r>
              <a:rPr lang="en-US" dirty="0"/>
              <a:t>Class Session</a:t>
            </a:r>
          </a:p>
        </p:txBody>
      </p:sp>
    </p:spTree>
    <p:extLst>
      <p:ext uri="{BB962C8B-B14F-4D97-AF65-F5344CB8AC3E}">
        <p14:creationId xmlns:p14="http://schemas.microsoft.com/office/powerpoint/2010/main" val="3400872800"/>
      </p:ext>
    </p:extLst>
  </p:cSld>
  <p:clrMapOvr>
    <a:masterClrMapping/>
  </p:clrMapOvr>
  <p:transition spd="slow" advTm="10234">
    <p:push dir="u"/>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br>
              <a:rPr lang="en-US" dirty="0" smtClean="0"/>
            </a:br>
            <a:r>
              <a:rPr lang="en-US" dirty="0" smtClean="0">
                <a:solidFill>
                  <a:srgbClr val="0070C0"/>
                </a:solidFill>
              </a:rPr>
              <a:t>significance testing/hypothesis testing</a:t>
            </a:r>
            <a:endParaRPr lang="en-US" dirty="0">
              <a:solidFill>
                <a:srgbClr val="0070C0"/>
              </a:solidFill>
            </a:endParaRPr>
          </a:p>
        </p:txBody>
      </p:sp>
      <p:sp>
        <p:nvSpPr>
          <p:cNvPr id="3" name="Content Placeholder 2"/>
          <p:cNvSpPr>
            <a:spLocks noGrp="1"/>
          </p:cNvSpPr>
          <p:nvPr>
            <p:ph idx="1"/>
          </p:nvPr>
        </p:nvSpPr>
        <p:spPr/>
        <p:txBody>
          <a:bodyPr/>
          <a:lstStyle/>
          <a:p>
            <a:r>
              <a:rPr lang="en-US" dirty="0" smtClean="0"/>
              <a:t>Hypothesis testing is a technique to evaluate a theory using data</a:t>
            </a:r>
          </a:p>
          <a:p>
            <a:r>
              <a:rPr lang="en-US" dirty="0" smtClean="0"/>
              <a:t>‘</a:t>
            </a:r>
            <a:r>
              <a:rPr lang="en-US" dirty="0" smtClean="0">
                <a:solidFill>
                  <a:srgbClr val="0070C0"/>
                </a:solidFill>
              </a:rPr>
              <a:t>Hypothesis</a:t>
            </a:r>
            <a:r>
              <a:rPr lang="en-US" dirty="0" smtClean="0"/>
              <a:t>’ refers to the researcher’s </a:t>
            </a:r>
            <a:r>
              <a:rPr lang="en-US" b="1" dirty="0" smtClean="0">
                <a:solidFill>
                  <a:srgbClr val="0070C0"/>
                </a:solidFill>
              </a:rPr>
              <a:t>initial belief </a:t>
            </a:r>
            <a:r>
              <a:rPr lang="en-US" dirty="0" smtClean="0"/>
              <a:t>about the situation before the study</a:t>
            </a:r>
          </a:p>
          <a:p>
            <a:r>
              <a:rPr lang="en-US" dirty="0" smtClean="0"/>
              <a:t>Hypothesis testing:</a:t>
            </a:r>
          </a:p>
          <a:p>
            <a:pPr marL="58737" indent="0">
              <a:buNone/>
            </a:pPr>
            <a:r>
              <a:rPr lang="en-US" dirty="0" smtClean="0"/>
              <a:t>1. T-Test</a:t>
            </a:r>
            <a:br>
              <a:rPr lang="en-US" dirty="0" smtClean="0"/>
            </a:br>
            <a:r>
              <a:rPr lang="en-US" dirty="0" smtClean="0"/>
              <a:t>2. Wilcoxon Test</a:t>
            </a:r>
            <a:br>
              <a:rPr lang="en-US" dirty="0" smtClean="0"/>
            </a:br>
            <a:r>
              <a:rPr lang="en-US" dirty="0" smtClean="0"/>
              <a:t>3. Chi-square Test</a:t>
            </a:r>
            <a:endParaRPr lang="en-US" dirty="0"/>
          </a:p>
        </p:txBody>
      </p:sp>
      <p:sp>
        <p:nvSpPr>
          <p:cNvPr id="4" name="Slide Number Placeholder 3"/>
          <p:cNvSpPr>
            <a:spLocks noGrp="1"/>
          </p:cNvSpPr>
          <p:nvPr>
            <p:ph type="sldNum" sz="quarter" idx="12"/>
          </p:nvPr>
        </p:nvSpPr>
        <p:spPr/>
        <p:txBody>
          <a:bodyPr/>
          <a:lstStyle/>
          <a:p>
            <a:fld id="{5AA13D58-D7BC-8747-9F0A-0DB9E6B3595A}" type="slidenum">
              <a:rPr lang="en-US" smtClean="0"/>
              <a:t>2</a:t>
            </a:fld>
            <a:endParaRPr lang="en-US"/>
          </a:p>
        </p:txBody>
      </p:sp>
    </p:spTree>
    <p:extLst>
      <p:ext uri="{BB962C8B-B14F-4D97-AF65-F5344CB8AC3E}">
        <p14:creationId xmlns:p14="http://schemas.microsoft.com/office/powerpoint/2010/main" val="1530010481"/>
      </p:ext>
    </p:extLst>
  </p:cSld>
  <p:clrMapOvr>
    <a:masterClrMapping/>
  </p:clrMapOvr>
  <p:transition spd="slow" advTm="27441">
    <p:push dir="u"/>
  </p:transition>
  <p:timing>
    <p:tnLst>
      <p:par>
        <p:cTn id="1" dur="indefinite" restart="never" nodeType="tmRoot"/>
      </p:par>
    </p:tnLst>
  </p:timing>
  <p:extLst mod="1">
    <p:ext uri="{3A86A75C-4F4B-4683-9AE1-C65F6400EC91}">
      <p14:laserTraceLst xmlns:p14="http://schemas.microsoft.com/office/powerpoint/2010/main">
        <p14:tracePtLst>
          <p14:tracePt t="16048" x="790575" y="5326063"/>
          <p14:tracePt t="16097" x="790575" y="5319713"/>
          <p14:tracePt t="16105" x="790575" y="5305425"/>
          <p14:tracePt t="16113" x="804863" y="5305425"/>
          <p14:tracePt t="16120" x="827088" y="5305425"/>
          <p14:tracePt t="16137" x="892175" y="5297488"/>
          <p14:tracePt t="16154" x="1038225" y="5260975"/>
          <p14:tracePt t="16171" x="1270000" y="5232400"/>
          <p14:tracePt t="16187" x="1465263" y="5224463"/>
          <p14:tracePt t="16204" x="1654175" y="5224463"/>
          <p14:tracePt t="16221" x="1806575" y="5218113"/>
          <p14:tracePt t="16237" x="1879600" y="5203825"/>
          <p14:tracePt t="16254" x="1922463" y="5203825"/>
          <p14:tracePt t="16271" x="1952625" y="5203825"/>
          <p14:tracePt t="16287" x="1981200" y="5203825"/>
          <p14:tracePt t="16304" x="2032000" y="5203825"/>
          <p14:tracePt t="16321" x="2054225" y="5203825"/>
          <p14:tracePt t="16337" x="2074863" y="5203825"/>
          <p14:tracePt t="16354" x="2097088" y="5203825"/>
          <p14:tracePt t="16371" x="2111375" y="5203825"/>
          <p14:tracePt t="16387" x="2125663" y="5203825"/>
          <p14:tracePt t="16521" x="2105025" y="5203825"/>
          <p14:tracePt t="16529" x="2082800" y="5203825"/>
          <p14:tracePt t="16537" x="2046288" y="5203825"/>
          <p14:tracePt t="16554" x="1989138" y="5203825"/>
          <p14:tracePt t="16571" x="1916113" y="5203825"/>
          <p14:tracePt t="16587" x="1820863" y="5195888"/>
          <p14:tracePt t="16604" x="1719263" y="5189538"/>
          <p14:tracePt t="16621" x="1617663" y="5167313"/>
          <p14:tracePt t="16637" x="1538288" y="5153025"/>
          <p14:tracePt t="16654" x="1481138" y="5145088"/>
          <p14:tracePt t="16671" x="1422400" y="5130800"/>
          <p14:tracePt t="16687" x="1379538" y="5122863"/>
          <p14:tracePt t="16704" x="1312863" y="5094288"/>
          <p14:tracePt t="16721" x="1262063" y="5065713"/>
          <p14:tracePt t="16738" x="1211263" y="5029200"/>
          <p14:tracePt t="16754" x="1168400" y="4992688"/>
          <p14:tracePt t="16771" x="1139825" y="4956175"/>
          <p14:tracePt t="16787" x="1109663" y="4919663"/>
          <p14:tracePt t="16804" x="1074738" y="4876800"/>
          <p14:tracePt t="16821" x="1038225" y="4833938"/>
          <p14:tracePt t="16837" x="1016000" y="4803775"/>
          <p14:tracePt t="16854" x="993775" y="4775200"/>
          <p14:tracePt t="16871" x="965200" y="4738688"/>
          <p14:tracePt t="16888" x="942975" y="4710113"/>
          <p14:tracePt t="16904" x="922338" y="4651375"/>
          <p14:tracePt t="16921" x="914400" y="4614863"/>
          <p14:tracePt t="16938" x="906463" y="4572000"/>
          <p14:tracePt t="16954" x="906463" y="4529138"/>
          <p14:tracePt t="16971" x="885825" y="4478338"/>
          <p14:tracePt t="16987" x="885825" y="4441825"/>
          <p14:tracePt t="17005" x="877888" y="4419600"/>
          <p14:tracePt t="17021" x="877888" y="4397375"/>
          <p14:tracePt t="17038" x="877888" y="4383088"/>
          <p14:tracePt t="17054" x="877888" y="4354513"/>
          <p14:tracePt t="17071" x="871538" y="4332288"/>
          <p14:tracePt t="17088" x="871538" y="4295775"/>
          <p14:tracePt t="17104" x="871538" y="4275138"/>
          <p14:tracePt t="17121" x="871538" y="4244975"/>
          <p14:tracePt t="17138" x="871538" y="4208463"/>
          <p14:tracePt t="17154" x="871538" y="4173538"/>
          <p14:tracePt t="17171" x="885825" y="4129088"/>
          <p14:tracePt t="17188" x="892175" y="4086225"/>
          <p14:tracePt t="17204" x="936625" y="4027488"/>
          <p14:tracePt t="17221" x="979488" y="3962400"/>
          <p14:tracePt t="17238" x="1008063" y="3919538"/>
          <p14:tracePt t="17254" x="1058863" y="3846513"/>
          <p14:tracePt t="17271" x="1095375" y="3795713"/>
          <p14:tracePt t="17288" x="1139825" y="3751263"/>
          <p14:tracePt t="17304" x="1219200" y="3671888"/>
          <p14:tracePt t="17321" x="1277938" y="3643313"/>
          <p14:tracePt t="17338" x="1306513" y="3621088"/>
          <p14:tracePt t="17354" x="1363663" y="3592513"/>
          <p14:tracePt t="17371" x="1400175" y="3570288"/>
          <p14:tracePt t="17388" x="1436688" y="3548063"/>
          <p14:tracePt t="17404" x="1473200" y="3541713"/>
          <p14:tracePt t="17421" x="1531938" y="3519488"/>
          <p14:tracePt t="17438" x="1566863" y="3513138"/>
          <p14:tracePt t="17440" x="1589088" y="3513138"/>
          <p14:tracePt t="17454" x="1617663" y="3490913"/>
          <p14:tracePt t="17471" x="1654175" y="3490913"/>
          <p14:tracePt t="17488" x="1704975" y="3482975"/>
          <p14:tracePt t="17504" x="1792288" y="3482975"/>
          <p14:tracePt t="17521" x="1887538" y="3482975"/>
          <p14:tracePt t="17538" x="2024063" y="3482975"/>
          <p14:tracePt t="17554" x="2147888" y="3482975"/>
          <p14:tracePt t="17571" x="2278063" y="3482975"/>
          <p14:tracePt t="17588" x="2387600" y="3482975"/>
          <p14:tracePt t="17604" x="2517775" y="3497263"/>
          <p14:tracePt t="17621" x="2641600" y="3505200"/>
          <p14:tracePt t="17638" x="2786063" y="3527425"/>
          <p14:tracePt t="17654" x="2946400" y="3548063"/>
          <p14:tracePt t="17671" x="3127375" y="3570288"/>
          <p14:tracePt t="17688" x="3454400" y="3649663"/>
          <p14:tracePt t="17704" x="3635375" y="3700463"/>
          <p14:tracePt t="17721" x="3795713" y="3751263"/>
          <p14:tracePt t="17738" x="3933825" y="3795713"/>
          <p14:tracePt t="17755" x="4056063" y="3852863"/>
          <p14:tracePt t="17771" x="4157663" y="3903663"/>
          <p14:tracePt t="17788" x="4267200" y="3970338"/>
          <p14:tracePt t="17805" x="4318000" y="4027488"/>
          <p14:tracePt t="17821" x="4368800" y="4106863"/>
          <p14:tracePt t="17838" x="4391025" y="4173538"/>
          <p14:tracePt t="17854" x="4411663" y="4281488"/>
          <p14:tracePt t="17871" x="4427538" y="4405313"/>
          <p14:tracePt t="17888" x="4448175" y="4608513"/>
          <p14:tracePt t="17904" x="4448175" y="4732338"/>
          <p14:tracePt t="17921" x="4448175" y="4833938"/>
          <p14:tracePt t="17938" x="4448175" y="4905375"/>
          <p14:tracePt t="17954" x="4433888" y="4970463"/>
          <p14:tracePt t="17971" x="4419600" y="5037138"/>
          <p14:tracePt t="17988" x="4391025" y="5116513"/>
          <p14:tracePt t="18004" x="4340225" y="5181600"/>
          <p14:tracePt t="18021" x="4303713" y="5240338"/>
          <p14:tracePt t="18038" x="4244975" y="5311775"/>
          <p14:tracePt t="18054" x="4202113" y="5362575"/>
          <p14:tracePt t="18071" x="4157663" y="5399088"/>
          <p14:tracePt t="18088" x="4106863" y="5435600"/>
          <p14:tracePt t="18105" x="3990975" y="5508625"/>
          <p14:tracePt t="18121" x="3925888" y="5529263"/>
          <p14:tracePt t="18138" x="3860800" y="5559425"/>
          <p14:tracePt t="18155" x="3787775" y="5573713"/>
          <p14:tracePt t="18171" x="3722688" y="5588000"/>
          <p14:tracePt t="18188" x="3643313" y="5610225"/>
          <p14:tracePt t="18205" x="3563938" y="5638800"/>
          <p14:tracePt t="18221" x="3497263" y="5646738"/>
          <p14:tracePt t="18238" x="3425825" y="5653088"/>
          <p14:tracePt t="18255" x="3375025" y="5661025"/>
          <p14:tracePt t="18271" x="3338513" y="5661025"/>
          <p14:tracePt t="18288" x="3279775" y="5661025"/>
          <p14:tracePt t="18305" x="3251200" y="5661025"/>
          <p14:tracePt t="18321" x="3214688" y="5661025"/>
          <p14:tracePt t="18338" x="3171825" y="5661025"/>
          <p14:tracePt t="18355" x="3121025" y="5661025"/>
          <p14:tracePt t="18371" x="3070225" y="5646738"/>
          <p14:tracePt t="18388" x="3033713" y="5624513"/>
          <p14:tracePt t="18405" x="3005138" y="5602288"/>
          <p14:tracePt t="18421" x="2982913" y="5588000"/>
          <p14:tracePt t="18439" x="2968625" y="5573713"/>
          <p14:tracePt t="18440" x="2954338" y="5545138"/>
          <p14:tracePt t="18455" x="2946400" y="5537200"/>
          <p14:tracePt t="18471" x="2917825" y="5508625"/>
          <p14:tracePt t="18488" x="2887663" y="5478463"/>
          <p14:tracePt t="18505" x="2867025" y="5464175"/>
          <p14:tracePt t="18538" x="2859088" y="5457825"/>
          <p14:tracePt t="18555" x="2852738" y="5449888"/>
          <p14:tracePt t="18571" x="2830513" y="5449888"/>
          <p14:tracePt t="18588" x="2808288" y="5443538"/>
          <p14:tracePt t="18605" x="2779713" y="5435600"/>
          <p14:tracePt t="18622" x="2751138" y="5427663"/>
          <p14:tracePt t="18638" x="2706688" y="5413375"/>
          <p14:tracePt t="18655" x="2670175" y="5399088"/>
          <p14:tracePt t="18672" x="2613025" y="5376863"/>
          <p14:tracePt t="18690" x="2582863" y="5362575"/>
          <p14:tracePt t="18705" x="2547938" y="5341938"/>
          <p14:tracePt t="18722" x="2517775" y="5334000"/>
          <p14:tracePt t="18738" x="2481263" y="5319713"/>
          <p14:tracePt t="18756" x="2446338" y="5305425"/>
          <p14:tracePt t="18772" x="2387600" y="5291138"/>
          <p14:tracePt t="18788" x="2351088" y="5268913"/>
          <p14:tracePt t="18805" x="2328863" y="5260975"/>
          <p14:tracePt t="18821" x="2314575" y="5260975"/>
          <p14:tracePt t="18838" x="2300288" y="5254625"/>
          <p14:tracePt t="18855" x="2293938" y="5254625"/>
          <p14:tracePt t="18872" x="2286000" y="5254625"/>
          <p14:tracePt t="18888" x="2257425" y="5240338"/>
          <p14:tracePt t="18905" x="2249488" y="5240338"/>
          <p14:tracePt t="18922" x="2243138" y="5240338"/>
          <p14:tracePt t="18940" x="2235200" y="5240338"/>
          <p14:tracePt t="18955" x="2227263" y="5232400"/>
          <p14:tracePt t="19820" x="2212975" y="5232400"/>
          <p14:tracePt t="19826" x="2162175" y="5224463"/>
          <p14:tracePt t="19839" x="2097088" y="5195888"/>
          <p14:tracePt t="19855" x="1966913" y="5159375"/>
          <p14:tracePt t="19872" x="1792288" y="5116513"/>
          <p14:tracePt t="19889" x="1719263" y="5087938"/>
          <p14:tracePt t="19905" x="1684338" y="5057775"/>
          <p14:tracePt t="19922" x="1639888" y="5029200"/>
          <p14:tracePt t="19939" x="1611313" y="4992688"/>
          <p14:tracePt t="19955" x="1574800" y="4919663"/>
          <p14:tracePt t="19972" x="1509713" y="4818063"/>
          <p14:tracePt t="19989" x="1430338" y="4702175"/>
          <p14:tracePt t="20005" x="1328738" y="4594225"/>
          <p14:tracePt t="20022" x="1255713" y="4506913"/>
          <p14:tracePt t="20039" x="1211263" y="4433888"/>
          <p14:tracePt t="20055" x="1196975" y="4397375"/>
          <p14:tracePt t="20073" x="1182688" y="4346575"/>
          <p14:tracePt t="20089" x="1176338" y="4310063"/>
          <p14:tracePt t="20105" x="1176338" y="4289425"/>
          <p14:tracePt t="20122" x="1176338" y="4252913"/>
          <p14:tracePt t="20139" x="1176338" y="4230688"/>
          <p14:tracePt t="20155" x="1176338" y="4194175"/>
          <p14:tracePt t="20172" x="1176338" y="4173538"/>
          <p14:tracePt t="20190" x="1176338" y="4157663"/>
          <p14:tracePt t="20205" x="1176338" y="4137025"/>
          <p14:tracePt t="20222" x="1176338" y="4122738"/>
          <p14:tracePt t="20239" x="1176338" y="4114800"/>
          <p14:tracePt t="20272" x="1176338" y="4100513"/>
          <p14:tracePt t="20291" x="1190625" y="4086225"/>
          <p14:tracePt t="20315" x="1196975" y="4078288"/>
          <p14:tracePt t="20322" x="1204913" y="4078288"/>
          <p14:tracePt t="20339" x="1219200" y="4064000"/>
          <p14:tracePt t="20356" x="1247775" y="4056063"/>
          <p14:tracePt t="20372" x="1298575" y="4041775"/>
          <p14:tracePt t="20389" x="1349375" y="4035425"/>
          <p14:tracePt t="20406" x="1430338" y="4021138"/>
          <p14:tracePt t="20423" x="1495425" y="4021138"/>
          <p14:tracePt t="20439" x="1566863" y="4021138"/>
          <p14:tracePt t="20442" x="1603375" y="4021138"/>
          <p14:tracePt t="20455" x="1647825" y="4021138"/>
          <p14:tracePt t="20472" x="1785938" y="4021138"/>
          <p14:tracePt t="20489" x="1893888" y="4027488"/>
          <p14:tracePt t="20505" x="1958975" y="4035425"/>
          <p14:tracePt t="20522" x="2017713" y="4056063"/>
          <p14:tracePt t="20539" x="2060575" y="4086225"/>
          <p14:tracePt t="20555" x="2105025" y="4106863"/>
          <p14:tracePt t="20572" x="2147888" y="4122738"/>
          <p14:tracePt t="20588" x="2170113" y="4137025"/>
          <p14:tracePt t="20605" x="2192338" y="4151313"/>
          <p14:tracePt t="20622" x="2198688" y="4157663"/>
          <p14:tracePt t="20639" x="2206625" y="4165600"/>
          <p14:tracePt t="20655" x="2212975" y="4173538"/>
          <p14:tracePt t="20672" x="2212975" y="4179888"/>
          <p14:tracePt t="20705" x="2212975" y="4202113"/>
          <p14:tracePt t="20722" x="2212975" y="4208463"/>
          <p14:tracePt t="20739" x="2212975" y="4224338"/>
          <p14:tracePt t="20755" x="2212975" y="4238625"/>
          <p14:tracePt t="20772" x="2198688" y="4252913"/>
          <p14:tracePt t="20789" x="2176463" y="4275138"/>
          <p14:tracePt t="20805" x="2155825" y="4289425"/>
          <p14:tracePt t="20822" x="2125663" y="4303713"/>
          <p14:tracePt t="20839" x="2082800" y="4325938"/>
          <p14:tracePt t="20855" x="2054225" y="4332288"/>
          <p14:tracePt t="20872" x="2003425" y="4340225"/>
          <p14:tracePt t="20889" x="1973263" y="4354513"/>
          <p14:tracePt t="20905" x="1938338" y="4354513"/>
          <p14:tracePt t="20922" x="1908175" y="4354513"/>
          <p14:tracePt t="20939" x="1871663" y="4360863"/>
          <p14:tracePt t="20956" x="1851025" y="4360863"/>
          <p14:tracePt t="20972" x="1836738" y="4360863"/>
          <p14:tracePt t="20989" x="1814513" y="4360863"/>
          <p14:tracePt t="21006" x="1806575" y="4360863"/>
          <p14:tracePt t="21022" x="1800225" y="4360863"/>
          <p14:tracePt t="21039" x="1785938" y="4360863"/>
          <p14:tracePt t="21055" x="1770063" y="4360863"/>
          <p14:tracePt t="21072" x="1727200" y="4360863"/>
          <p14:tracePt t="21089" x="1712913" y="4360863"/>
          <p14:tracePt t="21105" x="1704975" y="4360863"/>
          <p14:tracePt t="21122" x="1690688" y="4360863"/>
          <p14:tracePt t="21139" x="1684338" y="4360863"/>
          <p14:tracePt t="21172" x="1676400" y="4360863"/>
          <p14:tracePt t="21506" x="1676400" y="4368800"/>
          <p14:tracePt t="21521" x="1662113" y="4383088"/>
          <p14:tracePt t="21537" x="1647825" y="4405313"/>
          <p14:tracePt t="21545" x="1639888" y="4433888"/>
          <p14:tracePt t="21555" x="1633538" y="4462463"/>
          <p14:tracePt t="21572" x="1603375" y="4506913"/>
          <p14:tracePt t="21589" x="1589088" y="4549775"/>
          <p14:tracePt t="21606" x="1574800" y="4579938"/>
          <p14:tracePt t="21622" x="1560513" y="4608513"/>
          <p14:tracePt t="21639" x="1552575" y="4614863"/>
          <p14:tracePt t="21656" x="1552575" y="4622800"/>
          <p14:tracePt t="21672" x="1546225" y="4622800"/>
          <p14:tracePt t="21706" x="1546225" y="4630738"/>
          <p14:tracePt t="21722" x="1538288" y="4637088"/>
          <p14:tracePt t="21739" x="1524000" y="4645025"/>
          <p14:tracePt t="21772" x="1516063" y="4651375"/>
          <p14:tracePt t="21789" x="1501775" y="4651375"/>
          <p14:tracePt t="21806" x="1487488" y="4659313"/>
          <p14:tracePt t="21822" x="1473200" y="4673600"/>
          <p14:tracePt t="21839" x="1465263" y="4673600"/>
          <p14:tracePt t="21872" x="1458913" y="4673600"/>
          <p14:tracePt t="21905" x="1450975" y="4673600"/>
          <p14:tracePt t="21913" x="1444625" y="4673600"/>
          <p14:tracePt t="21929" x="1436688" y="4673600"/>
          <p14:tracePt t="21939" x="1422400" y="4673600"/>
          <p14:tracePt t="21956" x="1414463" y="4673600"/>
          <p14:tracePt t="21972" x="1400175" y="4673600"/>
          <p14:tracePt t="22006" x="1393825" y="4665663"/>
          <p14:tracePt t="22022" x="1385888" y="4665663"/>
          <p14:tracePt t="22039" x="1385888" y="4659313"/>
          <p14:tracePt t="22056" x="1371600" y="4645025"/>
          <p14:tracePt t="22072" x="1371600" y="4630738"/>
          <p14:tracePt t="22089" x="1371600" y="4622800"/>
          <p14:tracePt t="22106" x="1371600" y="4608513"/>
          <p14:tracePt t="22122" x="1371600" y="4586288"/>
          <p14:tracePt t="22139" x="1371600" y="4572000"/>
          <p14:tracePt t="22156" x="1371600" y="4564063"/>
          <p14:tracePt t="22172" x="1379538" y="4564063"/>
          <p14:tracePt t="22190" x="1385888" y="4557713"/>
          <p14:tracePt t="22206" x="1393825" y="4543425"/>
          <p14:tracePt t="22222" x="1400175" y="4535488"/>
          <p14:tracePt t="22239" x="1408113" y="4535488"/>
          <p14:tracePt t="22256" x="1414463" y="4529138"/>
          <p14:tracePt t="22273" x="1414463" y="4521200"/>
          <p14:tracePt t="22306" x="1430338" y="4513263"/>
          <p14:tracePt t="22322" x="1436688" y="4513263"/>
          <p14:tracePt t="22339" x="1458913" y="4506913"/>
          <p14:tracePt t="22356" x="1481138" y="4498975"/>
          <p14:tracePt t="22373" x="1538288" y="4484688"/>
          <p14:tracePt t="22389" x="1611313" y="4470400"/>
          <p14:tracePt t="22406" x="1662113" y="4456113"/>
          <p14:tracePt t="22423" x="1749425" y="4433888"/>
          <p14:tracePt t="22439" x="1828800" y="4419600"/>
          <p14:tracePt t="22441" x="1887538" y="4405313"/>
          <p14:tracePt t="22456" x="1916113" y="4405313"/>
          <p14:tracePt t="22473" x="2074863" y="4391025"/>
          <p14:tracePt t="22489" x="2198688" y="4360863"/>
          <p14:tracePt t="22506" x="2263775" y="4360863"/>
          <p14:tracePt t="22523" x="2351088" y="4360863"/>
          <p14:tracePt t="22539" x="2438400" y="4360863"/>
          <p14:tracePt t="22556" x="2540000" y="4360863"/>
          <p14:tracePt t="22573" x="2649538" y="4360863"/>
          <p14:tracePt t="22589" x="2743200" y="4360863"/>
          <p14:tracePt t="22606" x="2822575" y="4368800"/>
          <p14:tracePt t="22623" x="2909888" y="4383088"/>
          <p14:tracePt t="22639" x="2989263" y="4391025"/>
          <p14:tracePt t="22656" x="3062288" y="4397375"/>
          <p14:tracePt t="22673" x="3090863" y="4405313"/>
          <p14:tracePt t="22689" x="3098800" y="4405313"/>
          <p14:tracePt t="22706" x="3113088" y="4405313"/>
          <p14:tracePt t="22723" x="3121025" y="4419600"/>
          <p14:tracePt t="22739" x="3127375" y="4427538"/>
          <p14:tracePt t="22756" x="3149600" y="4441825"/>
          <p14:tracePt t="22773" x="3192463" y="4470400"/>
          <p14:tracePt t="22789" x="3200400" y="4484688"/>
          <p14:tracePt t="22806" x="3222625" y="4498975"/>
          <p14:tracePt t="22823" x="3236913" y="4506913"/>
          <p14:tracePt t="22839" x="3243263" y="4521200"/>
          <p14:tracePt t="22856" x="3251200" y="4529138"/>
          <p14:tracePt t="22873" x="3251200" y="4535488"/>
          <p14:tracePt t="22889" x="3265488" y="4549775"/>
          <p14:tracePt t="22923" x="3265488" y="4557713"/>
          <p14:tracePt t="22961" x="3265488" y="4564063"/>
          <p14:tracePt t="22977" x="3265488" y="4572000"/>
          <p14:tracePt t="22985" x="3273425" y="4579938"/>
          <p14:tracePt t="23034" x="3273425" y="4586288"/>
          <p14:tracePt t="23518" x="3279775" y="4586288"/>
          <p14:tracePt t="23526" x="3287713" y="4586288"/>
          <p14:tracePt t="23540" x="3316288" y="4600575"/>
          <p14:tracePt t="23557" x="3344863" y="4608513"/>
          <p14:tracePt t="23573" x="3381375" y="4614863"/>
          <p14:tracePt t="23590" x="3411538" y="4622800"/>
          <p14:tracePt t="23607" x="3440113" y="4630738"/>
          <p14:tracePt t="23624" x="3446463" y="4637088"/>
          <p14:tracePt t="23641" x="3468688" y="4659313"/>
          <p14:tracePt t="23659" x="3490913" y="4681538"/>
          <p14:tracePt t="23674" x="3497263" y="4710113"/>
          <p14:tracePt t="23693" x="3513138" y="4746625"/>
          <p14:tracePt t="23707" x="3527425" y="4783138"/>
          <p14:tracePt t="23723" x="3527425" y="4803775"/>
          <p14:tracePt t="23740" x="3527425" y="4833938"/>
          <p14:tracePt t="23757" x="3527425" y="4868863"/>
          <p14:tracePt t="23774" x="3527425" y="4891088"/>
          <p14:tracePt t="23790" x="3519488" y="4927600"/>
          <p14:tracePt t="23807" x="3482975" y="4992688"/>
          <p14:tracePt t="23823" x="3462338" y="5021263"/>
          <p14:tracePt t="23841" x="3395663" y="5072063"/>
          <p14:tracePt t="23857" x="3367088" y="5102225"/>
          <p14:tracePt t="23874" x="3309938" y="5138738"/>
          <p14:tracePt t="23890" x="3251200" y="5159375"/>
          <p14:tracePt t="23908" x="3186113" y="5189538"/>
          <p14:tracePt t="23924" x="3113088" y="5210175"/>
          <p14:tracePt t="23943" x="3040063" y="5224463"/>
          <p14:tracePt t="23950" x="2997200" y="5246688"/>
          <p14:tracePt t="23961" x="2887663" y="5260975"/>
          <p14:tracePt t="23973" x="2836863" y="5268913"/>
          <p14:tracePt t="23990" x="2743200" y="5291138"/>
          <p14:tracePt t="24007" x="2641600" y="5297488"/>
          <p14:tracePt t="24025" x="2511425" y="5297488"/>
          <p14:tracePt t="24041" x="2474913" y="5297488"/>
          <p14:tracePt t="24057" x="2365375" y="5297488"/>
          <p14:tracePt t="24074" x="2300288" y="5297488"/>
          <p14:tracePt t="24090" x="2235200" y="5297488"/>
          <p14:tracePt t="24107" x="2176463" y="5297488"/>
          <p14:tracePt t="24124" x="2105025" y="5297488"/>
          <p14:tracePt t="24140" x="2054225" y="5297488"/>
          <p14:tracePt t="24158" x="2003425" y="5297488"/>
          <p14:tracePt t="24174" x="1944688" y="5297488"/>
          <p14:tracePt t="24191" x="1901825" y="5297488"/>
          <p14:tracePt t="24207" x="1843088" y="5297488"/>
          <p14:tracePt t="24225" x="1792288" y="5297488"/>
          <p14:tracePt t="24241" x="1778000" y="5297488"/>
          <p14:tracePt t="24258" x="1763713" y="5297488"/>
          <p14:tracePt t="24273" x="1755775" y="5297488"/>
          <p14:tracePt t="24291" x="1749425" y="5291138"/>
          <p14:tracePt t="24307" x="1735138" y="5291138"/>
          <p14:tracePt t="24324" x="1719263" y="5283200"/>
          <p14:tracePt t="24340" x="1690688" y="5268913"/>
          <p14:tracePt t="24357" x="1676400" y="5268913"/>
          <p14:tracePt t="24374" x="1668463" y="5260975"/>
          <p14:tracePt t="24391" x="1647825" y="5260975"/>
          <p14:tracePt t="24411" x="1617663" y="5246688"/>
          <p14:tracePt t="24441" x="1597025" y="5240338"/>
          <p14:tracePt t="24470" x="1597025" y="5232400"/>
          <p14:tracePt t="24484" x="1589088" y="5232400"/>
          <p14:tracePt t="24499" x="1582738" y="5224463"/>
          <p14:tracePt t="24507" x="1574800" y="5224463"/>
          <p14:tracePt t="24524" x="1566863" y="5210175"/>
          <p14:tracePt t="24540" x="1552575" y="5203825"/>
          <p14:tracePt t="24557" x="1546225" y="5189538"/>
          <p14:tracePt t="24573" x="1538288" y="5181600"/>
          <p14:tracePt t="24590" x="1524000" y="5173663"/>
          <p14:tracePt t="24607" x="1509713" y="5167313"/>
          <p14:tracePt t="24624" x="1501775" y="5159375"/>
          <p14:tracePt t="24640" x="1473200" y="5153025"/>
          <p14:tracePt t="24657" x="1465263" y="5145088"/>
          <p14:tracePt t="24674" x="1444625" y="5130800"/>
          <p14:tracePt t="24690" x="1430338" y="5122863"/>
          <p14:tracePt t="24707" x="1400175" y="5102225"/>
          <p14:tracePt t="24724" x="1371600" y="5094288"/>
          <p14:tracePt t="24740" x="1335088" y="5072063"/>
          <p14:tracePt t="24757" x="1328738" y="5065713"/>
          <p14:tracePt t="24774" x="1320800" y="5043488"/>
          <p14:tracePt t="24790" x="1312863" y="5014913"/>
          <p14:tracePt t="24807" x="1312863" y="4970463"/>
          <p14:tracePt t="24824" x="1312863" y="4913313"/>
          <p14:tracePt t="24840" x="1328738" y="4833938"/>
          <p14:tracePt t="24857" x="1393825" y="4760913"/>
          <p14:tracePt t="24874" x="1458913" y="4687888"/>
          <p14:tracePt t="24890" x="1524000" y="4645025"/>
          <p14:tracePt t="24907" x="1611313" y="4608513"/>
          <p14:tracePt t="24924" x="1712913" y="4564063"/>
          <p14:tracePt t="24940" x="1836738" y="4529138"/>
          <p14:tracePt t="24944" x="1893888" y="4521200"/>
          <p14:tracePt t="24957" x="1958975" y="4506913"/>
          <p14:tracePt t="24974" x="2097088" y="4492625"/>
          <p14:tracePt t="24990" x="2257425" y="4470400"/>
          <p14:tracePt t="25007" x="2351088" y="4462463"/>
          <p14:tracePt t="25024" x="2474913" y="4462463"/>
          <p14:tracePt t="25040" x="2562225" y="4462463"/>
          <p14:tracePt t="25057" x="2649538" y="4462463"/>
          <p14:tracePt t="25074" x="2751138" y="4470400"/>
          <p14:tracePt t="25090" x="2852738" y="4506913"/>
          <p14:tracePt t="25107" x="2932113" y="4529138"/>
          <p14:tracePt t="25124" x="2997200" y="4549775"/>
          <p14:tracePt t="25141" x="3062288" y="4586288"/>
          <p14:tracePt t="25157" x="3106738" y="4608513"/>
          <p14:tracePt t="25174" x="3163888" y="4630738"/>
          <p14:tracePt t="25191" x="3192463" y="4651375"/>
          <p14:tracePt t="25207" x="3228975" y="4673600"/>
          <p14:tracePt t="25225" x="3243263" y="4695825"/>
          <p14:tracePt t="25241" x="3265488" y="4716463"/>
          <p14:tracePt t="25258" x="3287713" y="4724400"/>
          <p14:tracePt t="25274" x="3294063" y="4738688"/>
          <p14:tracePt t="25307" x="3309938" y="4746625"/>
          <p14:tracePt t="25324" x="3309938" y="4752975"/>
          <p14:tracePt t="25341" x="3316288" y="4752975"/>
          <p14:tracePt t="25961" x="3236913" y="4695825"/>
          <p14:tracePt t="25970" x="3127375" y="4572000"/>
          <p14:tracePt t="25980" x="2968625" y="4383088"/>
          <p14:tracePt t="25991" x="2808288" y="4202113"/>
          <p14:tracePt t="26008" x="2409825" y="3665538"/>
          <p14:tracePt t="26024" x="1989138" y="2997200"/>
          <p14:tracePt t="26041" x="1574800" y="2192338"/>
          <p14:tracePt t="26057" x="1473200" y="1800225"/>
          <p14:tracePt t="26074" x="1436688" y="1450975"/>
          <p14:tracePt t="26091" x="1414463" y="1125538"/>
          <p14:tracePt t="26107" x="1371600" y="841375"/>
          <p14:tracePt t="26124" x="1320800" y="682625"/>
          <p14:tracePt t="26140" x="1312863" y="595313"/>
          <p14:tracePt t="26157" x="1298575" y="530225"/>
          <p14:tracePt t="26174" x="1292225" y="449263"/>
          <p14:tracePt t="26191" x="1292225" y="392113"/>
          <p14:tracePt t="26207" x="1284288" y="319088"/>
          <p14:tracePt t="26225" x="1262063" y="217488"/>
          <p14:tracePt t="26241" x="1247775" y="152400"/>
          <p14:tracePt t="26257" x="1241425" y="123825"/>
          <p14:tracePt t="26274" x="1241425" y="87313"/>
          <p14:tracePt t="26291" x="1241425" y="42863"/>
          <p14:tracePt t="27401" x="1633538" y="28575"/>
          <p14:tracePt t="27408" x="1704975" y="87313"/>
          <p14:tracePt t="27417" x="1806575" y="166688"/>
          <p14:tracePt t="27425" x="1930400" y="268288"/>
          <p14:tracePt t="27441" x="2184400" y="479425"/>
        </p14:tracePtLst>
      </p14:laserTraceLst>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intuition</a:t>
            </a:r>
            <a:r>
              <a:rPr lang="en-US" dirty="0"/>
              <a:t/>
            </a:r>
            <a:br>
              <a:rPr lang="en-US" dirty="0"/>
            </a:br>
            <a:r>
              <a:rPr lang="en-US" dirty="0">
                <a:solidFill>
                  <a:srgbClr val="0070C0"/>
                </a:solidFill>
              </a:rPr>
              <a:t>significance testing/hypothesis testing</a:t>
            </a:r>
            <a:endParaRPr lang="en-US" dirty="0"/>
          </a:p>
        </p:txBody>
      </p:sp>
      <p:graphicFrame>
        <p:nvGraphicFramePr>
          <p:cNvPr id="5" name="Content Placeholder 4"/>
          <p:cNvGraphicFramePr>
            <a:graphicFrameLocks noGrp="1"/>
          </p:cNvGraphicFramePr>
          <p:nvPr>
            <p:ph idx="1"/>
            <p:extLst/>
          </p:nvPr>
        </p:nvGraphicFramePr>
        <p:xfrm>
          <a:off x="5184879" y="2693539"/>
          <a:ext cx="2277086" cy="2225040"/>
        </p:xfrm>
        <a:graphic>
          <a:graphicData uri="http://schemas.openxmlformats.org/drawingml/2006/table">
            <a:tbl>
              <a:tblPr firstRow="1" bandRow="1">
                <a:tableStyleId>{5C22544A-7EE6-4342-B048-85BDC9FD1C3A}</a:tableStyleId>
              </a:tblPr>
              <a:tblGrid>
                <a:gridCol w="868076">
                  <a:extLst>
                    <a:ext uri="{9D8B030D-6E8A-4147-A177-3AD203B41FA5}">
                      <a16:colId xmlns:a16="http://schemas.microsoft.com/office/drawing/2014/main" val="4005246157"/>
                    </a:ext>
                  </a:extLst>
                </a:gridCol>
                <a:gridCol w="852012">
                  <a:extLst>
                    <a:ext uri="{9D8B030D-6E8A-4147-A177-3AD203B41FA5}">
                      <a16:colId xmlns:a16="http://schemas.microsoft.com/office/drawing/2014/main" val="3736720286"/>
                    </a:ext>
                  </a:extLst>
                </a:gridCol>
                <a:gridCol w="556998">
                  <a:extLst>
                    <a:ext uri="{9D8B030D-6E8A-4147-A177-3AD203B41FA5}">
                      <a16:colId xmlns:a16="http://schemas.microsoft.com/office/drawing/2014/main" val="3654002105"/>
                    </a:ext>
                  </a:extLst>
                </a:gridCol>
              </a:tblGrid>
              <a:tr h="370840">
                <a:tc>
                  <a:txBody>
                    <a:bodyPr/>
                    <a:lstStyle/>
                    <a:p>
                      <a:pPr algn="ctr"/>
                      <a:r>
                        <a:rPr lang="en-US" dirty="0" smtClean="0"/>
                        <a:t>No.</a:t>
                      </a:r>
                      <a:endParaRPr lang="en-US" dirty="0"/>
                    </a:p>
                  </a:txBody>
                  <a:tcPr/>
                </a:tc>
                <a:tc>
                  <a:txBody>
                    <a:bodyPr/>
                    <a:lstStyle/>
                    <a:p>
                      <a:pPr algn="ctr"/>
                      <a:r>
                        <a:rPr lang="en-US" dirty="0" smtClean="0"/>
                        <a:t>M</a:t>
                      </a:r>
                      <a:r>
                        <a:rPr lang="en-US" baseline="-25000" dirty="0" smtClean="0"/>
                        <a:t>0</a:t>
                      </a:r>
                      <a:endParaRPr lang="en-US" baseline="-25000" dirty="0"/>
                    </a:p>
                  </a:txBody>
                  <a:tcPr/>
                </a:tc>
                <a:tc>
                  <a:txBody>
                    <a:bodyPr/>
                    <a:lstStyle/>
                    <a:p>
                      <a:pPr algn="ctr"/>
                      <a:r>
                        <a:rPr lang="en-US" dirty="0" smtClean="0"/>
                        <a:t>M</a:t>
                      </a:r>
                      <a:r>
                        <a:rPr lang="en-US" baseline="-25000" dirty="0" smtClean="0"/>
                        <a:t>1</a:t>
                      </a:r>
                      <a:endParaRPr lang="en-US" baseline="-25000" dirty="0"/>
                    </a:p>
                  </a:txBody>
                  <a:tcPr/>
                </a:tc>
                <a:extLst>
                  <a:ext uri="{0D108BD9-81ED-4DB2-BD59-A6C34878D82A}">
                    <a16:rowId xmlns:a16="http://schemas.microsoft.com/office/drawing/2014/main" val="3106045333"/>
                  </a:ext>
                </a:extLst>
              </a:tr>
              <a:tr h="370840">
                <a:tc>
                  <a:txBody>
                    <a:bodyPr/>
                    <a:lstStyle/>
                    <a:p>
                      <a:r>
                        <a:rPr lang="en-US" dirty="0" smtClean="0"/>
                        <a:t>1</a:t>
                      </a:r>
                      <a:endParaRPr lang="en-US" dirty="0"/>
                    </a:p>
                  </a:txBody>
                  <a:tcPr/>
                </a:tc>
                <a:tc>
                  <a:txBody>
                    <a:bodyPr/>
                    <a:lstStyle/>
                    <a:p>
                      <a:pPr marL="0" algn="l" defTabSz="914400" rtl="0" eaLnBrk="1" fontAlgn="b" latinLnBrk="0" hangingPunct="1"/>
                      <a:r>
                        <a:rPr lang="en-US" sz="1800" kern="1200">
                          <a:solidFill>
                            <a:schemeClr val="dk1"/>
                          </a:solidFill>
                          <a:latin typeface="+mn-lt"/>
                          <a:ea typeface="+mn-ea"/>
                          <a:cs typeface="+mn-cs"/>
                        </a:rPr>
                        <a:t>79</a:t>
                      </a:r>
                    </a:p>
                  </a:txBody>
                  <a:tcPr marL="9525" marR="9525" marT="9525" marB="0" anchor="b"/>
                </a:tc>
                <a:tc>
                  <a:txBody>
                    <a:bodyPr/>
                    <a:lstStyle/>
                    <a:p>
                      <a:pPr marL="0" algn="l" defTabSz="914400" rtl="0" eaLnBrk="1" fontAlgn="b" latinLnBrk="0" hangingPunct="1"/>
                      <a:r>
                        <a:rPr lang="en-US" sz="1800" kern="1200" dirty="0">
                          <a:solidFill>
                            <a:schemeClr val="dk1"/>
                          </a:solidFill>
                          <a:latin typeface="+mn-lt"/>
                          <a:ea typeface="+mn-ea"/>
                          <a:cs typeface="+mn-cs"/>
                        </a:rPr>
                        <a:t>80</a:t>
                      </a:r>
                    </a:p>
                  </a:txBody>
                  <a:tcPr marL="9525" marR="9525" marT="9525" marB="0" anchor="b"/>
                </a:tc>
                <a:extLst>
                  <a:ext uri="{0D108BD9-81ED-4DB2-BD59-A6C34878D82A}">
                    <a16:rowId xmlns:a16="http://schemas.microsoft.com/office/drawing/2014/main" val="828152501"/>
                  </a:ext>
                </a:extLst>
              </a:tr>
              <a:tr h="370840">
                <a:tc>
                  <a:txBody>
                    <a:bodyPr/>
                    <a:lstStyle/>
                    <a:p>
                      <a:r>
                        <a:rPr lang="en-US" dirty="0" smtClean="0"/>
                        <a:t>2</a:t>
                      </a:r>
                      <a:endParaRPr lang="en-US" dirty="0"/>
                    </a:p>
                  </a:txBody>
                  <a:tcPr/>
                </a:tc>
                <a:tc>
                  <a:txBody>
                    <a:bodyPr/>
                    <a:lstStyle/>
                    <a:p>
                      <a:pPr marL="0" algn="l" defTabSz="914400" rtl="0" eaLnBrk="1" fontAlgn="b" latinLnBrk="0" hangingPunct="1"/>
                      <a:r>
                        <a:rPr lang="en-US" sz="1800" kern="1200">
                          <a:solidFill>
                            <a:schemeClr val="dk1"/>
                          </a:solidFill>
                          <a:latin typeface="+mn-lt"/>
                          <a:ea typeface="+mn-ea"/>
                          <a:cs typeface="+mn-cs"/>
                        </a:rPr>
                        <a:t>80</a:t>
                      </a:r>
                    </a:p>
                  </a:txBody>
                  <a:tcPr marL="9525" marR="9525" marT="9525" marB="0" anchor="b"/>
                </a:tc>
                <a:tc>
                  <a:txBody>
                    <a:bodyPr/>
                    <a:lstStyle/>
                    <a:p>
                      <a:pPr marL="0" algn="l" defTabSz="914400" rtl="0" eaLnBrk="1" fontAlgn="b" latinLnBrk="0" hangingPunct="1"/>
                      <a:r>
                        <a:rPr lang="en-US" sz="1800" kern="1200">
                          <a:solidFill>
                            <a:schemeClr val="dk1"/>
                          </a:solidFill>
                          <a:latin typeface="+mn-lt"/>
                          <a:ea typeface="+mn-ea"/>
                          <a:cs typeface="+mn-cs"/>
                        </a:rPr>
                        <a:t>80</a:t>
                      </a:r>
                    </a:p>
                  </a:txBody>
                  <a:tcPr marL="9525" marR="9525" marT="9525" marB="0" anchor="b"/>
                </a:tc>
                <a:extLst>
                  <a:ext uri="{0D108BD9-81ED-4DB2-BD59-A6C34878D82A}">
                    <a16:rowId xmlns:a16="http://schemas.microsoft.com/office/drawing/2014/main" val="1694481259"/>
                  </a:ext>
                </a:extLst>
              </a:tr>
              <a:tr h="370840">
                <a:tc>
                  <a:txBody>
                    <a:bodyPr/>
                    <a:lstStyle/>
                    <a:p>
                      <a:r>
                        <a:rPr lang="en-US" dirty="0" smtClean="0"/>
                        <a:t>3</a:t>
                      </a:r>
                      <a:endParaRPr lang="en-US" dirty="0"/>
                    </a:p>
                  </a:txBody>
                  <a:tcPr/>
                </a:tc>
                <a:tc>
                  <a:txBody>
                    <a:bodyPr/>
                    <a:lstStyle/>
                    <a:p>
                      <a:pPr marL="0" algn="l" defTabSz="914400" rtl="0" eaLnBrk="1" fontAlgn="b" latinLnBrk="0" hangingPunct="1"/>
                      <a:r>
                        <a:rPr lang="en-US" sz="1800" kern="1200">
                          <a:solidFill>
                            <a:schemeClr val="dk1"/>
                          </a:solidFill>
                          <a:latin typeface="+mn-lt"/>
                          <a:ea typeface="+mn-ea"/>
                          <a:cs typeface="+mn-cs"/>
                        </a:rPr>
                        <a:t>79</a:t>
                      </a:r>
                    </a:p>
                  </a:txBody>
                  <a:tcPr marL="9525" marR="9525" marT="9525" marB="0" anchor="b"/>
                </a:tc>
                <a:tc>
                  <a:txBody>
                    <a:bodyPr/>
                    <a:lstStyle/>
                    <a:p>
                      <a:pPr marL="0" algn="l" defTabSz="914400" rtl="0" eaLnBrk="1" fontAlgn="b" latinLnBrk="0" hangingPunct="1"/>
                      <a:r>
                        <a:rPr lang="en-US" sz="1800" kern="1200">
                          <a:solidFill>
                            <a:schemeClr val="dk1"/>
                          </a:solidFill>
                          <a:latin typeface="+mn-lt"/>
                          <a:ea typeface="+mn-ea"/>
                          <a:cs typeface="+mn-cs"/>
                        </a:rPr>
                        <a:t>80</a:t>
                      </a:r>
                    </a:p>
                  </a:txBody>
                  <a:tcPr marL="9525" marR="9525" marT="9525" marB="0" anchor="b"/>
                </a:tc>
                <a:extLst>
                  <a:ext uri="{0D108BD9-81ED-4DB2-BD59-A6C34878D82A}">
                    <a16:rowId xmlns:a16="http://schemas.microsoft.com/office/drawing/2014/main" val="1669653787"/>
                  </a:ext>
                </a:extLst>
              </a:tr>
              <a:tr h="370840">
                <a:tc>
                  <a:txBody>
                    <a:bodyPr/>
                    <a:lstStyle/>
                    <a:p>
                      <a:r>
                        <a:rPr lang="en-US" dirty="0" smtClean="0"/>
                        <a:t>4</a:t>
                      </a:r>
                      <a:endParaRPr lang="en-US" dirty="0"/>
                    </a:p>
                  </a:txBody>
                  <a:tcPr/>
                </a:tc>
                <a:tc>
                  <a:txBody>
                    <a:bodyPr/>
                    <a:lstStyle/>
                    <a:p>
                      <a:pPr marL="0" algn="l" defTabSz="914400" rtl="0" eaLnBrk="1" fontAlgn="b" latinLnBrk="0" hangingPunct="1"/>
                      <a:r>
                        <a:rPr lang="en-US" sz="1800" kern="1200" dirty="0">
                          <a:solidFill>
                            <a:schemeClr val="dk1"/>
                          </a:solidFill>
                          <a:latin typeface="+mn-lt"/>
                          <a:ea typeface="+mn-ea"/>
                          <a:cs typeface="+mn-cs"/>
                        </a:rPr>
                        <a:t>81</a:t>
                      </a:r>
                    </a:p>
                  </a:txBody>
                  <a:tcPr marL="9525" marR="9525" marT="9525" marB="0" anchor="b"/>
                </a:tc>
                <a:tc>
                  <a:txBody>
                    <a:bodyPr/>
                    <a:lstStyle/>
                    <a:p>
                      <a:pPr marL="0" algn="l" defTabSz="914400" rtl="0" eaLnBrk="1" fontAlgn="b" latinLnBrk="0" hangingPunct="1"/>
                      <a:r>
                        <a:rPr lang="en-US" sz="1800" kern="1200" dirty="0">
                          <a:solidFill>
                            <a:schemeClr val="dk1"/>
                          </a:solidFill>
                          <a:latin typeface="+mn-lt"/>
                          <a:ea typeface="+mn-ea"/>
                          <a:cs typeface="+mn-cs"/>
                        </a:rPr>
                        <a:t>80</a:t>
                      </a:r>
                    </a:p>
                  </a:txBody>
                  <a:tcPr marL="9525" marR="9525" marT="9525" marB="0" anchor="b"/>
                </a:tc>
                <a:extLst>
                  <a:ext uri="{0D108BD9-81ED-4DB2-BD59-A6C34878D82A}">
                    <a16:rowId xmlns:a16="http://schemas.microsoft.com/office/drawing/2014/main" val="2263543265"/>
                  </a:ext>
                </a:extLst>
              </a:tr>
              <a:tr h="370840">
                <a:tc>
                  <a:txBody>
                    <a:bodyPr/>
                    <a:lstStyle/>
                    <a:p>
                      <a:r>
                        <a:rPr lang="en-US" b="1" dirty="0" smtClean="0"/>
                        <a:t>Means</a:t>
                      </a:r>
                      <a:endParaRPr lang="en-US" b="1" dirty="0"/>
                    </a:p>
                  </a:txBody>
                  <a:tcPr/>
                </a:tc>
                <a:tc>
                  <a:txBody>
                    <a:bodyPr/>
                    <a:lstStyle/>
                    <a:p>
                      <a:pPr marL="0" algn="l" defTabSz="914400" rtl="0" eaLnBrk="1" latinLnBrk="0" hangingPunct="1"/>
                      <a:r>
                        <a:rPr lang="en-US" sz="1800" b="1" kern="1200" dirty="0" smtClean="0">
                          <a:solidFill>
                            <a:schemeClr val="dk1"/>
                          </a:solidFill>
                          <a:latin typeface="+mn-lt"/>
                          <a:ea typeface="+mn-ea"/>
                          <a:cs typeface="+mn-cs"/>
                        </a:rPr>
                        <a:t>79.75</a:t>
                      </a:r>
                      <a:endParaRPr lang="en-US" sz="1800" b="1" kern="1200" dirty="0">
                        <a:solidFill>
                          <a:schemeClr val="dk1"/>
                        </a:solidFill>
                        <a:latin typeface="+mn-lt"/>
                        <a:ea typeface="+mn-ea"/>
                        <a:cs typeface="+mn-cs"/>
                      </a:endParaRPr>
                    </a:p>
                  </a:txBody>
                  <a:tcPr/>
                </a:tc>
                <a:tc>
                  <a:txBody>
                    <a:bodyPr/>
                    <a:lstStyle/>
                    <a:p>
                      <a:pPr marL="0" algn="l" defTabSz="914400" rtl="0" eaLnBrk="1" latinLnBrk="0" hangingPunct="1"/>
                      <a:r>
                        <a:rPr lang="en-US" sz="1800" b="1" kern="1200" dirty="0" smtClean="0">
                          <a:solidFill>
                            <a:schemeClr val="dk1"/>
                          </a:solidFill>
                          <a:latin typeface="+mn-lt"/>
                          <a:ea typeface="+mn-ea"/>
                          <a:cs typeface="+mn-cs"/>
                        </a:rPr>
                        <a:t>80</a:t>
                      </a:r>
                      <a:endParaRPr lang="en-US" sz="1800" b="1" kern="1200" dirty="0">
                        <a:solidFill>
                          <a:schemeClr val="dk1"/>
                        </a:solidFill>
                        <a:latin typeface="+mn-lt"/>
                        <a:ea typeface="+mn-ea"/>
                        <a:cs typeface="+mn-cs"/>
                      </a:endParaRPr>
                    </a:p>
                  </a:txBody>
                  <a:tcPr/>
                </a:tc>
                <a:extLst>
                  <a:ext uri="{0D108BD9-81ED-4DB2-BD59-A6C34878D82A}">
                    <a16:rowId xmlns:a16="http://schemas.microsoft.com/office/drawing/2014/main" val="253649134"/>
                  </a:ext>
                </a:extLst>
              </a:tr>
            </a:tbl>
          </a:graphicData>
        </a:graphic>
      </p:graphicFrame>
      <p:sp>
        <p:nvSpPr>
          <p:cNvPr id="4" name="Slide Number Placeholder 3"/>
          <p:cNvSpPr>
            <a:spLocks noGrp="1"/>
          </p:cNvSpPr>
          <p:nvPr>
            <p:ph type="sldNum" sz="quarter" idx="12"/>
          </p:nvPr>
        </p:nvSpPr>
        <p:spPr/>
        <p:txBody>
          <a:bodyPr/>
          <a:lstStyle/>
          <a:p>
            <a:fld id="{5AA13D58-D7BC-8747-9F0A-0DB9E6B3595A}" type="slidenum">
              <a:rPr lang="en-US" smtClean="0"/>
              <a:t>3</a:t>
            </a:fld>
            <a:endParaRPr lang="en-US" dirty="0"/>
          </a:p>
        </p:txBody>
      </p:sp>
      <p:graphicFrame>
        <p:nvGraphicFramePr>
          <p:cNvPr id="6" name="Content Placeholder 4"/>
          <p:cNvGraphicFramePr>
            <a:graphicFrameLocks/>
          </p:cNvGraphicFramePr>
          <p:nvPr>
            <p:extLst/>
          </p:nvPr>
        </p:nvGraphicFramePr>
        <p:xfrm>
          <a:off x="8257263" y="2693539"/>
          <a:ext cx="2356334" cy="2225040"/>
        </p:xfrm>
        <a:graphic>
          <a:graphicData uri="http://schemas.openxmlformats.org/drawingml/2006/table">
            <a:tbl>
              <a:tblPr firstRow="1" bandRow="1">
                <a:tableStyleId>{5C22544A-7EE6-4342-B048-85BDC9FD1C3A}</a:tableStyleId>
              </a:tblPr>
              <a:tblGrid>
                <a:gridCol w="898287">
                  <a:extLst>
                    <a:ext uri="{9D8B030D-6E8A-4147-A177-3AD203B41FA5}">
                      <a16:colId xmlns:a16="http://schemas.microsoft.com/office/drawing/2014/main" val="4005246157"/>
                    </a:ext>
                  </a:extLst>
                </a:gridCol>
                <a:gridCol w="881664">
                  <a:extLst>
                    <a:ext uri="{9D8B030D-6E8A-4147-A177-3AD203B41FA5}">
                      <a16:colId xmlns:a16="http://schemas.microsoft.com/office/drawing/2014/main" val="3736720286"/>
                    </a:ext>
                  </a:extLst>
                </a:gridCol>
                <a:gridCol w="576383">
                  <a:extLst>
                    <a:ext uri="{9D8B030D-6E8A-4147-A177-3AD203B41FA5}">
                      <a16:colId xmlns:a16="http://schemas.microsoft.com/office/drawing/2014/main" val="3654002105"/>
                    </a:ext>
                  </a:extLst>
                </a:gridCol>
              </a:tblGrid>
              <a:tr h="370840">
                <a:tc>
                  <a:txBody>
                    <a:bodyPr/>
                    <a:lstStyle/>
                    <a:p>
                      <a:pPr algn="ctr"/>
                      <a:r>
                        <a:rPr lang="en-US" dirty="0" smtClean="0"/>
                        <a:t>No.</a:t>
                      </a:r>
                      <a:endParaRPr lang="en-US" dirty="0"/>
                    </a:p>
                  </a:txBody>
                  <a:tcPr/>
                </a:tc>
                <a:tc>
                  <a:txBody>
                    <a:bodyPr/>
                    <a:lstStyle/>
                    <a:p>
                      <a:pPr algn="ctr"/>
                      <a:r>
                        <a:rPr lang="en-US" dirty="0" smtClean="0"/>
                        <a:t>M</a:t>
                      </a:r>
                      <a:r>
                        <a:rPr lang="en-US" baseline="-25000" dirty="0" smtClean="0"/>
                        <a:t>0</a:t>
                      </a:r>
                      <a:endParaRPr lang="en-US" baseline="-25000" dirty="0"/>
                    </a:p>
                  </a:txBody>
                  <a:tcPr/>
                </a:tc>
                <a:tc>
                  <a:txBody>
                    <a:bodyPr/>
                    <a:lstStyle/>
                    <a:p>
                      <a:pPr algn="ctr"/>
                      <a:r>
                        <a:rPr lang="en-US" dirty="0" smtClean="0"/>
                        <a:t>M</a:t>
                      </a:r>
                      <a:r>
                        <a:rPr lang="en-US" baseline="-25000" dirty="0" smtClean="0"/>
                        <a:t>1</a:t>
                      </a:r>
                      <a:endParaRPr lang="en-US" baseline="-25000" dirty="0"/>
                    </a:p>
                  </a:txBody>
                  <a:tcPr/>
                </a:tc>
                <a:extLst>
                  <a:ext uri="{0D108BD9-81ED-4DB2-BD59-A6C34878D82A}">
                    <a16:rowId xmlns:a16="http://schemas.microsoft.com/office/drawing/2014/main" val="3106045333"/>
                  </a:ext>
                </a:extLst>
              </a:tr>
              <a:tr h="370840">
                <a:tc>
                  <a:txBody>
                    <a:bodyPr/>
                    <a:lstStyle/>
                    <a:p>
                      <a:r>
                        <a:rPr lang="en-US" dirty="0" smtClean="0"/>
                        <a:t>1</a:t>
                      </a:r>
                      <a:endParaRPr lang="en-US" dirty="0"/>
                    </a:p>
                  </a:txBody>
                  <a:tcPr/>
                </a:tc>
                <a:tc>
                  <a:txBody>
                    <a:bodyPr/>
                    <a:lstStyle/>
                    <a:p>
                      <a:pPr marL="0" algn="l" defTabSz="914400" rtl="0" eaLnBrk="1" fontAlgn="b" latinLnBrk="0" hangingPunct="1"/>
                      <a:r>
                        <a:rPr lang="en-US" sz="1800" kern="1200" dirty="0" smtClean="0">
                          <a:solidFill>
                            <a:schemeClr val="dk1"/>
                          </a:solidFill>
                          <a:latin typeface="+mn-lt"/>
                          <a:ea typeface="+mn-ea"/>
                          <a:cs typeface="+mn-cs"/>
                        </a:rPr>
                        <a:t>80</a:t>
                      </a:r>
                      <a:endParaRPr lang="en-US" sz="1800" kern="1200" dirty="0">
                        <a:solidFill>
                          <a:schemeClr val="dk1"/>
                        </a:solidFill>
                        <a:latin typeface="+mn-lt"/>
                        <a:ea typeface="+mn-ea"/>
                        <a:cs typeface="+mn-cs"/>
                      </a:endParaRPr>
                    </a:p>
                  </a:txBody>
                  <a:tcPr marL="9525" marR="9525" marT="9525" marB="0" anchor="b"/>
                </a:tc>
                <a:tc>
                  <a:txBody>
                    <a:bodyPr/>
                    <a:lstStyle/>
                    <a:p>
                      <a:pPr marL="0" algn="l" defTabSz="914400" rtl="0" eaLnBrk="1" fontAlgn="b" latinLnBrk="0" hangingPunct="1"/>
                      <a:r>
                        <a:rPr lang="en-US" sz="1800" kern="1200" dirty="0">
                          <a:solidFill>
                            <a:schemeClr val="dk1"/>
                          </a:solidFill>
                          <a:latin typeface="+mn-lt"/>
                          <a:ea typeface="+mn-ea"/>
                          <a:cs typeface="+mn-cs"/>
                        </a:rPr>
                        <a:t>80</a:t>
                      </a:r>
                    </a:p>
                  </a:txBody>
                  <a:tcPr marL="9525" marR="9525" marT="9525" marB="0" anchor="b"/>
                </a:tc>
                <a:extLst>
                  <a:ext uri="{0D108BD9-81ED-4DB2-BD59-A6C34878D82A}">
                    <a16:rowId xmlns:a16="http://schemas.microsoft.com/office/drawing/2014/main" val="828152501"/>
                  </a:ext>
                </a:extLst>
              </a:tr>
              <a:tr h="370840">
                <a:tc>
                  <a:txBody>
                    <a:bodyPr/>
                    <a:lstStyle/>
                    <a:p>
                      <a:r>
                        <a:rPr lang="en-US" dirty="0" smtClean="0"/>
                        <a:t>2</a:t>
                      </a:r>
                      <a:endParaRPr lang="en-US" dirty="0"/>
                    </a:p>
                  </a:txBody>
                  <a:tcPr/>
                </a:tc>
                <a:tc>
                  <a:txBody>
                    <a:bodyPr/>
                    <a:lstStyle/>
                    <a:p>
                      <a:pPr marL="0" algn="l" defTabSz="914400" rtl="0" eaLnBrk="1" fontAlgn="b" latinLnBrk="0" hangingPunct="1"/>
                      <a:r>
                        <a:rPr lang="en-US" sz="1800" kern="1200">
                          <a:solidFill>
                            <a:schemeClr val="dk1"/>
                          </a:solidFill>
                          <a:latin typeface="+mn-lt"/>
                          <a:ea typeface="+mn-ea"/>
                          <a:cs typeface="+mn-cs"/>
                        </a:rPr>
                        <a:t>80</a:t>
                      </a:r>
                    </a:p>
                  </a:txBody>
                  <a:tcPr marL="9525" marR="9525" marT="9525" marB="0" anchor="b"/>
                </a:tc>
                <a:tc>
                  <a:txBody>
                    <a:bodyPr/>
                    <a:lstStyle/>
                    <a:p>
                      <a:pPr marL="0" algn="l" defTabSz="914400" rtl="0" eaLnBrk="1" fontAlgn="b" latinLnBrk="0" hangingPunct="1"/>
                      <a:r>
                        <a:rPr lang="en-US" sz="1800" kern="1200" dirty="0" smtClean="0">
                          <a:solidFill>
                            <a:schemeClr val="dk1"/>
                          </a:solidFill>
                          <a:latin typeface="+mn-lt"/>
                          <a:ea typeface="+mn-ea"/>
                          <a:cs typeface="+mn-cs"/>
                        </a:rPr>
                        <a:t>81</a:t>
                      </a:r>
                      <a:endParaRPr lang="en-US" sz="1800" kern="1200" dirty="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1694481259"/>
                  </a:ext>
                </a:extLst>
              </a:tr>
              <a:tr h="370840">
                <a:tc>
                  <a:txBody>
                    <a:bodyPr/>
                    <a:lstStyle/>
                    <a:p>
                      <a:r>
                        <a:rPr lang="en-US" dirty="0" smtClean="0"/>
                        <a:t>3</a:t>
                      </a:r>
                      <a:endParaRPr lang="en-US" dirty="0"/>
                    </a:p>
                  </a:txBody>
                  <a:tcPr/>
                </a:tc>
                <a:tc>
                  <a:txBody>
                    <a:bodyPr/>
                    <a:lstStyle/>
                    <a:p>
                      <a:pPr marL="0" algn="l" defTabSz="914400" rtl="0" eaLnBrk="1" fontAlgn="b" latinLnBrk="0" hangingPunct="1"/>
                      <a:r>
                        <a:rPr lang="en-US" sz="1800" kern="1200">
                          <a:solidFill>
                            <a:schemeClr val="dk1"/>
                          </a:solidFill>
                          <a:latin typeface="+mn-lt"/>
                          <a:ea typeface="+mn-ea"/>
                          <a:cs typeface="+mn-cs"/>
                        </a:rPr>
                        <a:t>79</a:t>
                      </a:r>
                    </a:p>
                  </a:txBody>
                  <a:tcPr marL="9525" marR="9525" marT="9525" marB="0" anchor="b"/>
                </a:tc>
                <a:tc>
                  <a:txBody>
                    <a:bodyPr/>
                    <a:lstStyle/>
                    <a:p>
                      <a:pPr marL="0" algn="l" defTabSz="914400" rtl="0" eaLnBrk="1" fontAlgn="b" latinLnBrk="0" hangingPunct="1"/>
                      <a:r>
                        <a:rPr lang="en-US" sz="1800" kern="1200" dirty="0" smtClean="0">
                          <a:solidFill>
                            <a:schemeClr val="dk1"/>
                          </a:solidFill>
                          <a:latin typeface="+mn-lt"/>
                          <a:ea typeface="+mn-ea"/>
                          <a:cs typeface="+mn-cs"/>
                        </a:rPr>
                        <a:t>78</a:t>
                      </a:r>
                      <a:endParaRPr lang="en-US" sz="1800" kern="1200" dirty="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1669653787"/>
                  </a:ext>
                </a:extLst>
              </a:tr>
              <a:tr h="370840">
                <a:tc>
                  <a:txBody>
                    <a:bodyPr/>
                    <a:lstStyle/>
                    <a:p>
                      <a:r>
                        <a:rPr lang="en-US" dirty="0" smtClean="0"/>
                        <a:t>4</a:t>
                      </a:r>
                      <a:endParaRPr lang="en-US" dirty="0"/>
                    </a:p>
                  </a:txBody>
                  <a:tcPr/>
                </a:tc>
                <a:tc>
                  <a:txBody>
                    <a:bodyPr/>
                    <a:lstStyle/>
                    <a:p>
                      <a:pPr marL="0" algn="l" defTabSz="914400" rtl="0" eaLnBrk="1" fontAlgn="b" latinLnBrk="0" hangingPunct="1"/>
                      <a:r>
                        <a:rPr lang="en-US" sz="1800" kern="1200" dirty="0" smtClean="0">
                          <a:solidFill>
                            <a:schemeClr val="dk1"/>
                          </a:solidFill>
                          <a:latin typeface="+mn-lt"/>
                          <a:ea typeface="+mn-ea"/>
                          <a:cs typeface="+mn-cs"/>
                        </a:rPr>
                        <a:t>80</a:t>
                      </a:r>
                      <a:endParaRPr lang="en-US" sz="1800" kern="1200" dirty="0">
                        <a:solidFill>
                          <a:schemeClr val="dk1"/>
                        </a:solidFill>
                        <a:latin typeface="+mn-lt"/>
                        <a:ea typeface="+mn-ea"/>
                        <a:cs typeface="+mn-cs"/>
                      </a:endParaRPr>
                    </a:p>
                  </a:txBody>
                  <a:tcPr marL="9525" marR="9525" marT="9525" marB="0" anchor="b"/>
                </a:tc>
                <a:tc>
                  <a:txBody>
                    <a:bodyPr/>
                    <a:lstStyle/>
                    <a:p>
                      <a:pPr marL="0" algn="l" defTabSz="914400" rtl="0" eaLnBrk="1" fontAlgn="b" latinLnBrk="0" hangingPunct="1"/>
                      <a:r>
                        <a:rPr lang="en-US" sz="1800" kern="1200" dirty="0" smtClean="0">
                          <a:solidFill>
                            <a:schemeClr val="dk1"/>
                          </a:solidFill>
                          <a:latin typeface="+mn-lt"/>
                          <a:ea typeface="+mn-ea"/>
                          <a:cs typeface="+mn-cs"/>
                        </a:rPr>
                        <a:t>81</a:t>
                      </a:r>
                      <a:endParaRPr lang="en-US" sz="1800" kern="1200" dirty="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2263543265"/>
                  </a:ext>
                </a:extLst>
              </a:tr>
              <a:tr h="370840">
                <a:tc>
                  <a:txBody>
                    <a:bodyPr/>
                    <a:lstStyle/>
                    <a:p>
                      <a:r>
                        <a:rPr lang="en-US" b="1" dirty="0" smtClean="0"/>
                        <a:t>Means</a:t>
                      </a:r>
                      <a:endParaRPr lang="en-US" b="1" dirty="0"/>
                    </a:p>
                  </a:txBody>
                  <a:tcPr/>
                </a:tc>
                <a:tc>
                  <a:txBody>
                    <a:bodyPr/>
                    <a:lstStyle/>
                    <a:p>
                      <a:pPr marL="0" algn="l" defTabSz="914400" rtl="0" eaLnBrk="1" fontAlgn="b" latinLnBrk="0" hangingPunct="1"/>
                      <a:r>
                        <a:rPr lang="en-US" sz="1800" b="1" kern="1200" dirty="0" smtClean="0">
                          <a:solidFill>
                            <a:schemeClr val="dk1"/>
                          </a:solidFill>
                          <a:latin typeface="+mn-lt"/>
                          <a:ea typeface="+mn-ea"/>
                          <a:cs typeface="+mn-cs"/>
                        </a:rPr>
                        <a:t>79.75</a:t>
                      </a:r>
                      <a:endParaRPr lang="en-US" sz="1800" b="1" kern="1200" dirty="0">
                        <a:solidFill>
                          <a:schemeClr val="dk1"/>
                        </a:solidFill>
                        <a:latin typeface="+mn-lt"/>
                        <a:ea typeface="+mn-ea"/>
                        <a:cs typeface="+mn-cs"/>
                      </a:endParaRPr>
                    </a:p>
                  </a:txBody>
                  <a:tcPr/>
                </a:tc>
                <a:tc>
                  <a:txBody>
                    <a:bodyPr/>
                    <a:lstStyle/>
                    <a:p>
                      <a:pPr marL="0" algn="l" defTabSz="914400" rtl="0" eaLnBrk="1" fontAlgn="b" latinLnBrk="0" hangingPunct="1"/>
                      <a:r>
                        <a:rPr lang="en-US" sz="1800" b="1" kern="1200" dirty="0" smtClean="0">
                          <a:solidFill>
                            <a:schemeClr val="dk1"/>
                          </a:solidFill>
                          <a:latin typeface="+mn-lt"/>
                          <a:ea typeface="+mn-ea"/>
                          <a:cs typeface="+mn-cs"/>
                        </a:rPr>
                        <a:t>80</a:t>
                      </a:r>
                      <a:endParaRPr lang="en-US" sz="1800" b="1" kern="1200" dirty="0">
                        <a:solidFill>
                          <a:schemeClr val="dk1"/>
                        </a:solidFill>
                        <a:latin typeface="+mn-lt"/>
                        <a:ea typeface="+mn-ea"/>
                        <a:cs typeface="+mn-cs"/>
                      </a:endParaRPr>
                    </a:p>
                  </a:txBody>
                  <a:tcPr/>
                </a:tc>
                <a:extLst>
                  <a:ext uri="{0D108BD9-81ED-4DB2-BD59-A6C34878D82A}">
                    <a16:rowId xmlns:a16="http://schemas.microsoft.com/office/drawing/2014/main" val="253649134"/>
                  </a:ext>
                </a:extLst>
              </a:tr>
            </a:tbl>
          </a:graphicData>
        </a:graphic>
      </p:graphicFrame>
      <p:sp>
        <p:nvSpPr>
          <p:cNvPr id="7" name="TextBox 6"/>
          <p:cNvSpPr txBox="1"/>
          <p:nvPr/>
        </p:nvSpPr>
        <p:spPr>
          <a:xfrm>
            <a:off x="6028075" y="2225778"/>
            <a:ext cx="833883" cy="369332"/>
          </a:xfrm>
          <a:prstGeom prst="rect">
            <a:avLst/>
          </a:prstGeom>
          <a:noFill/>
        </p:spPr>
        <p:txBody>
          <a:bodyPr wrap="none" rtlCol="0">
            <a:spAutoFit/>
          </a:bodyPr>
          <a:lstStyle/>
          <a:p>
            <a:r>
              <a:rPr lang="en-US" b="1" dirty="0" smtClean="0"/>
              <a:t>Case 1</a:t>
            </a:r>
            <a:endParaRPr lang="en-US" b="1" dirty="0"/>
          </a:p>
        </p:txBody>
      </p:sp>
      <p:sp>
        <p:nvSpPr>
          <p:cNvPr id="8" name="TextBox 7"/>
          <p:cNvSpPr txBox="1"/>
          <p:nvPr/>
        </p:nvSpPr>
        <p:spPr>
          <a:xfrm>
            <a:off x="9440508" y="2225778"/>
            <a:ext cx="833883" cy="369332"/>
          </a:xfrm>
          <a:prstGeom prst="rect">
            <a:avLst/>
          </a:prstGeom>
          <a:noFill/>
        </p:spPr>
        <p:txBody>
          <a:bodyPr wrap="none" rtlCol="0">
            <a:spAutoFit/>
          </a:bodyPr>
          <a:lstStyle/>
          <a:p>
            <a:r>
              <a:rPr lang="en-US" b="1" dirty="0" smtClean="0"/>
              <a:t>Case 2</a:t>
            </a:r>
            <a:endParaRPr lang="en-US" b="1" dirty="0"/>
          </a:p>
        </p:txBody>
      </p:sp>
      <p:sp>
        <p:nvSpPr>
          <p:cNvPr id="9" name="Rounded Rectangle 8"/>
          <p:cNvSpPr/>
          <p:nvPr/>
        </p:nvSpPr>
        <p:spPr>
          <a:xfrm>
            <a:off x="762535" y="3306265"/>
            <a:ext cx="987552" cy="7680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M</a:t>
            </a:r>
            <a:r>
              <a:rPr lang="en-US" sz="2400" baseline="-25000" dirty="0"/>
              <a:t>0</a:t>
            </a:r>
          </a:p>
        </p:txBody>
      </p:sp>
      <p:sp>
        <p:nvSpPr>
          <p:cNvPr id="10" name="Rounded Rectangle 9"/>
          <p:cNvSpPr/>
          <p:nvPr/>
        </p:nvSpPr>
        <p:spPr>
          <a:xfrm>
            <a:off x="2230050" y="3306265"/>
            <a:ext cx="987552" cy="7680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t>M</a:t>
            </a:r>
            <a:r>
              <a:rPr lang="en-US" sz="2400" baseline="-25000" dirty="0" smtClean="0"/>
              <a:t>1</a:t>
            </a:r>
            <a:endParaRPr lang="en-US" sz="2400" baseline="-25000" dirty="0"/>
          </a:p>
        </p:txBody>
      </p:sp>
      <p:sp>
        <p:nvSpPr>
          <p:cNvPr id="11" name="TextBox 10"/>
          <p:cNvSpPr txBox="1"/>
          <p:nvPr/>
        </p:nvSpPr>
        <p:spPr>
          <a:xfrm>
            <a:off x="563444" y="4077991"/>
            <a:ext cx="1297308" cy="369332"/>
          </a:xfrm>
          <a:prstGeom prst="rect">
            <a:avLst/>
          </a:prstGeom>
          <a:noFill/>
        </p:spPr>
        <p:txBody>
          <a:bodyPr wrap="square" rtlCol="0">
            <a:spAutoFit/>
          </a:bodyPr>
          <a:lstStyle/>
          <a:p>
            <a:pPr algn="ctr"/>
            <a:r>
              <a:rPr lang="en-US" dirty="0" smtClean="0"/>
              <a:t>79.75%</a:t>
            </a:r>
            <a:endParaRPr lang="en-US" sz="1800" kern="1200" dirty="0">
              <a:solidFill>
                <a:schemeClr val="tx1"/>
              </a:solidFill>
              <a:latin typeface="+mn-lt"/>
              <a:ea typeface="+mn-ea"/>
              <a:cs typeface="+mn-cs"/>
            </a:endParaRPr>
          </a:p>
        </p:txBody>
      </p:sp>
      <p:sp>
        <p:nvSpPr>
          <p:cNvPr id="12" name="TextBox 11"/>
          <p:cNvSpPr txBox="1"/>
          <p:nvPr/>
        </p:nvSpPr>
        <p:spPr>
          <a:xfrm>
            <a:off x="2326353" y="4080307"/>
            <a:ext cx="707956" cy="369332"/>
          </a:xfrm>
          <a:prstGeom prst="rect">
            <a:avLst/>
          </a:prstGeom>
          <a:noFill/>
        </p:spPr>
        <p:txBody>
          <a:bodyPr wrap="square" rtlCol="0">
            <a:spAutoFit/>
          </a:bodyPr>
          <a:lstStyle/>
          <a:p>
            <a:pPr algn="ctr"/>
            <a:r>
              <a:rPr lang="en-US" dirty="0" smtClean="0"/>
              <a:t>80%</a:t>
            </a:r>
            <a:endParaRPr lang="en-US" sz="1800" kern="1200" dirty="0">
              <a:solidFill>
                <a:schemeClr val="tx1"/>
              </a:solidFill>
              <a:latin typeface="+mn-lt"/>
              <a:ea typeface="+mn-ea"/>
              <a:cs typeface="+mn-cs"/>
            </a:endParaRPr>
          </a:p>
        </p:txBody>
      </p:sp>
      <p:sp>
        <p:nvSpPr>
          <p:cNvPr id="13" name="TextBox 12"/>
          <p:cNvSpPr txBox="1"/>
          <p:nvPr/>
        </p:nvSpPr>
        <p:spPr>
          <a:xfrm>
            <a:off x="957980" y="2726950"/>
            <a:ext cx="2088355" cy="369332"/>
          </a:xfrm>
          <a:prstGeom prst="rect">
            <a:avLst/>
          </a:prstGeom>
          <a:noFill/>
        </p:spPr>
        <p:txBody>
          <a:bodyPr wrap="square" rtlCol="0">
            <a:spAutoFit/>
          </a:bodyPr>
          <a:lstStyle/>
          <a:p>
            <a:pPr algn="ctr"/>
            <a:r>
              <a:rPr lang="en-US" b="1" dirty="0" smtClean="0"/>
              <a:t>Average</a:t>
            </a:r>
            <a:r>
              <a:rPr lang="en-US" dirty="0" smtClean="0"/>
              <a:t> </a:t>
            </a:r>
            <a:r>
              <a:rPr lang="en-US" b="1" dirty="0" smtClean="0"/>
              <a:t>Accuracy</a:t>
            </a:r>
            <a:endParaRPr lang="en-US" sz="1800" b="1" kern="1200" dirty="0">
              <a:solidFill>
                <a:schemeClr val="tx1"/>
              </a:solidFill>
            </a:endParaRPr>
          </a:p>
        </p:txBody>
      </p:sp>
      <p:sp>
        <p:nvSpPr>
          <p:cNvPr id="14" name="Rectangle 13"/>
          <p:cNvSpPr/>
          <p:nvPr/>
        </p:nvSpPr>
        <p:spPr>
          <a:xfrm>
            <a:off x="2850890" y="2969197"/>
            <a:ext cx="659155" cy="646331"/>
          </a:xfrm>
          <a:prstGeom prst="rect">
            <a:avLst/>
          </a:prstGeom>
        </p:spPr>
        <p:txBody>
          <a:bodyPr wrap="none">
            <a:spAutoFit/>
          </a:bodyPr>
          <a:lstStyle/>
          <a:p>
            <a:r>
              <a:rPr lang="en-US" sz="3600" b="1" dirty="0" smtClean="0">
                <a:solidFill>
                  <a:srgbClr val="00B0F0"/>
                </a:solidFill>
              </a:rPr>
              <a:t>√</a:t>
            </a:r>
            <a:r>
              <a:rPr lang="en-US" sz="3600" b="1" dirty="0" smtClean="0">
                <a:solidFill>
                  <a:srgbClr val="FF0000"/>
                </a:solidFill>
              </a:rPr>
              <a:t>?</a:t>
            </a:r>
            <a:endParaRPr lang="en-US" sz="3600" b="1" dirty="0">
              <a:solidFill>
                <a:srgbClr val="FF0000"/>
              </a:solidFill>
            </a:endParaRPr>
          </a:p>
        </p:txBody>
      </p:sp>
      <p:sp>
        <p:nvSpPr>
          <p:cNvPr id="15" name="Rectangle 14"/>
          <p:cNvSpPr/>
          <p:nvPr/>
        </p:nvSpPr>
        <p:spPr>
          <a:xfrm>
            <a:off x="6763000" y="2595110"/>
            <a:ext cx="773512" cy="2421898"/>
          </a:xfrm>
          <a:prstGeom prst="rect">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16" name="Rectangle 15"/>
          <p:cNvSpPr/>
          <p:nvPr/>
        </p:nvSpPr>
        <p:spPr>
          <a:xfrm>
            <a:off x="9940614" y="2595110"/>
            <a:ext cx="773512" cy="2421898"/>
          </a:xfrm>
          <a:prstGeom prst="rect">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17" name="TextBox 16"/>
          <p:cNvSpPr txBox="1"/>
          <p:nvPr/>
        </p:nvSpPr>
        <p:spPr>
          <a:xfrm>
            <a:off x="5534103" y="5201674"/>
            <a:ext cx="1578637" cy="369332"/>
          </a:xfrm>
          <a:prstGeom prst="rect">
            <a:avLst/>
          </a:prstGeom>
          <a:noFill/>
        </p:spPr>
        <p:txBody>
          <a:bodyPr wrap="none" rtlCol="0">
            <a:spAutoFit/>
          </a:bodyPr>
          <a:lstStyle/>
          <a:p>
            <a:r>
              <a:rPr lang="en-US" b="1" dirty="0" smtClean="0"/>
              <a:t>P-value: 0.620</a:t>
            </a:r>
            <a:endParaRPr lang="en-US" b="1" dirty="0"/>
          </a:p>
        </p:txBody>
      </p:sp>
      <p:sp>
        <p:nvSpPr>
          <p:cNvPr id="18" name="TextBox 17"/>
          <p:cNvSpPr txBox="1"/>
          <p:nvPr/>
        </p:nvSpPr>
        <p:spPr>
          <a:xfrm>
            <a:off x="8672677" y="5201674"/>
            <a:ext cx="1578637" cy="369332"/>
          </a:xfrm>
          <a:prstGeom prst="rect">
            <a:avLst/>
          </a:prstGeom>
          <a:noFill/>
        </p:spPr>
        <p:txBody>
          <a:bodyPr wrap="none" rtlCol="0">
            <a:spAutoFit/>
          </a:bodyPr>
          <a:lstStyle/>
          <a:p>
            <a:r>
              <a:rPr lang="en-US" b="1" dirty="0" smtClean="0"/>
              <a:t>P-value: 0.750</a:t>
            </a:r>
            <a:endParaRPr lang="en-US" b="1" dirty="0"/>
          </a:p>
        </p:txBody>
      </p:sp>
      <p:cxnSp>
        <p:nvCxnSpPr>
          <p:cNvPr id="21" name="Straight Arrow Connector 20"/>
          <p:cNvCxnSpPr/>
          <p:nvPr/>
        </p:nvCxnSpPr>
        <p:spPr>
          <a:xfrm>
            <a:off x="7620000" y="4748981"/>
            <a:ext cx="550606" cy="0"/>
          </a:xfrm>
          <a:prstGeom prst="straightConnector1">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sp>
        <p:nvSpPr>
          <p:cNvPr id="23" name="Half Frame 22"/>
          <p:cNvSpPr/>
          <p:nvPr/>
        </p:nvSpPr>
        <p:spPr>
          <a:xfrm rot="18963881">
            <a:off x="7798117" y="5164090"/>
            <a:ext cx="447053" cy="444498"/>
          </a:xfrm>
          <a:prstGeom prst="halfFrame">
            <a:avLst>
              <a:gd name="adj1" fmla="val 33333"/>
              <a:gd name="adj2" fmla="val 29870"/>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solidFill>
                <a:schemeClr val="tx1"/>
              </a:solidFill>
            </a:endParaRPr>
          </a:p>
        </p:txBody>
      </p:sp>
      <p:sp>
        <p:nvSpPr>
          <p:cNvPr id="24" name="TextBox 23"/>
          <p:cNvSpPr txBox="1"/>
          <p:nvPr/>
        </p:nvSpPr>
        <p:spPr>
          <a:xfrm>
            <a:off x="663347" y="4748981"/>
            <a:ext cx="2804136" cy="923330"/>
          </a:xfrm>
          <a:prstGeom prst="rect">
            <a:avLst/>
          </a:prstGeom>
          <a:noFill/>
          <a:ln>
            <a:solidFill>
              <a:schemeClr val="accent1"/>
            </a:solidFill>
          </a:ln>
        </p:spPr>
        <p:txBody>
          <a:bodyPr wrap="square" rtlCol="0">
            <a:spAutoFit/>
          </a:bodyPr>
          <a:lstStyle/>
          <a:p>
            <a:pPr algn="ctr"/>
            <a:r>
              <a:rPr lang="en-US" dirty="0" smtClean="0"/>
              <a:t>Do hypothesis testing answer accuracy of M</a:t>
            </a:r>
            <a:r>
              <a:rPr lang="en-US" baseline="-25000" dirty="0" smtClean="0"/>
              <a:t>1</a:t>
            </a:r>
            <a:r>
              <a:rPr lang="en-US" dirty="0" smtClean="0"/>
              <a:t> is better than M</a:t>
            </a:r>
            <a:r>
              <a:rPr lang="en-US" baseline="-25000" dirty="0" smtClean="0"/>
              <a:t>0</a:t>
            </a:r>
            <a:r>
              <a:rPr lang="en-US" dirty="0" smtClean="0"/>
              <a:t>?</a:t>
            </a:r>
            <a:endParaRPr lang="en-US" sz="1800" kern="1200" dirty="0">
              <a:solidFill>
                <a:schemeClr val="tx1"/>
              </a:solidFill>
            </a:endParaRPr>
          </a:p>
        </p:txBody>
      </p:sp>
      <p:sp>
        <p:nvSpPr>
          <p:cNvPr id="25" name="TextBox 24"/>
          <p:cNvSpPr txBox="1"/>
          <p:nvPr/>
        </p:nvSpPr>
        <p:spPr>
          <a:xfrm>
            <a:off x="5184878" y="5701479"/>
            <a:ext cx="5960641" cy="923330"/>
          </a:xfrm>
          <a:prstGeom prst="rect">
            <a:avLst/>
          </a:prstGeom>
          <a:noFill/>
          <a:ln>
            <a:solidFill>
              <a:schemeClr val="accent1"/>
            </a:solidFill>
          </a:ln>
        </p:spPr>
        <p:txBody>
          <a:bodyPr wrap="square" rtlCol="0">
            <a:spAutoFit/>
          </a:bodyPr>
          <a:lstStyle/>
          <a:p>
            <a:r>
              <a:rPr lang="en-US" b="1" dirty="0" smtClean="0"/>
              <a:t>The most important answer: </a:t>
            </a:r>
          </a:p>
          <a:p>
            <a:r>
              <a:rPr lang="en-US" dirty="0" smtClean="0"/>
              <a:t>How </a:t>
            </a:r>
            <a:r>
              <a:rPr lang="en-US" u="sng" dirty="0" smtClean="0"/>
              <a:t>consistent</a:t>
            </a:r>
            <a:r>
              <a:rPr lang="en-US" dirty="0" smtClean="0"/>
              <a:t> is the accuracy of M</a:t>
            </a:r>
            <a:r>
              <a:rPr lang="en-US" baseline="-25000" dirty="0" smtClean="0"/>
              <a:t>1</a:t>
            </a:r>
            <a:r>
              <a:rPr lang="en-US" dirty="0" smtClean="0"/>
              <a:t> superior to M</a:t>
            </a:r>
            <a:r>
              <a:rPr lang="en-US" baseline="-25000" dirty="0" smtClean="0"/>
              <a:t>0</a:t>
            </a:r>
            <a:r>
              <a:rPr lang="en-US" dirty="0" smtClean="0"/>
              <a:t>.</a:t>
            </a:r>
          </a:p>
          <a:p>
            <a:r>
              <a:rPr lang="en-US" sz="1800" kern="1200" dirty="0" smtClean="0">
                <a:solidFill>
                  <a:schemeClr val="tx1"/>
                </a:solidFill>
              </a:rPr>
              <a:t>The significance difference of two models is showed by </a:t>
            </a:r>
            <a:r>
              <a:rPr lang="en-US" sz="1800" b="1" kern="1200" dirty="0" smtClean="0">
                <a:solidFill>
                  <a:schemeClr val="tx1"/>
                </a:solidFill>
              </a:rPr>
              <a:t>p-value</a:t>
            </a:r>
            <a:endParaRPr lang="en-US" sz="1800" b="1" kern="1200" dirty="0">
              <a:solidFill>
                <a:schemeClr val="tx1"/>
              </a:solidFill>
            </a:endParaRPr>
          </a:p>
        </p:txBody>
      </p:sp>
    </p:spTree>
    <p:custDataLst>
      <p:tags r:id="rId1"/>
    </p:custDataLst>
    <p:extLst>
      <p:ext uri="{BB962C8B-B14F-4D97-AF65-F5344CB8AC3E}">
        <p14:creationId xmlns:p14="http://schemas.microsoft.com/office/powerpoint/2010/main" val="1308049224"/>
      </p:ext>
    </p:extLst>
  </p:cSld>
  <p:clrMapOvr>
    <a:masterClrMapping/>
  </p:clrMapOvr>
  <p:transition spd="slow" advTm="103285">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fade">
                                      <p:cBhvr>
                                        <p:cTn id="20" dur="500"/>
                                        <p:tgtEl>
                                          <p:spTgt spid="24"/>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childTnLst>
                                </p:cTn>
                              </p:par>
                              <p:par>
                                <p:cTn id="26" presetID="10" presetClass="entr" presetSubtype="0" fill="hold" nodeType="with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fade">
                                      <p:cBhvr>
                                        <p:cTn id="28" dur="500"/>
                                        <p:tgtEl>
                                          <p:spTgt spid="5"/>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500"/>
                                        <p:tgtEl>
                                          <p:spTgt spid="8"/>
                                        </p:tgtEl>
                                      </p:cBhvr>
                                    </p:animEffect>
                                  </p:childTnLst>
                                </p:cTn>
                              </p:par>
                              <p:par>
                                <p:cTn id="34" presetID="10" presetClass="entr" presetSubtype="0" fill="hold" nodeType="with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fade">
                                      <p:cBhvr>
                                        <p:cTn id="36" dur="500"/>
                                        <p:tgtEl>
                                          <p:spTgt spid="6"/>
                                        </p:tgtEl>
                                      </p:cBhvr>
                                    </p:animEffect>
                                  </p:childTnLst>
                                </p:cTn>
                              </p:par>
                              <p:par>
                                <p:cTn id="37" presetID="10" presetClass="entr" presetSubtype="0" fill="hold" nodeType="with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500"/>
                                        <p:tgtEl>
                                          <p:spTgt spid="21"/>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500"/>
                                        <p:tgtEl>
                                          <p:spTgt spid="15"/>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500"/>
                                        <p:tgtEl>
                                          <p:spTgt spid="16"/>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00"/>
                                        <p:tgtEl>
                                          <p:spTgt spid="17"/>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500"/>
                                        <p:tgtEl>
                                          <p:spTgt spid="18"/>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fade">
                                      <p:cBhvr>
                                        <p:cTn id="58" dur="500"/>
                                        <p:tgtEl>
                                          <p:spTgt spid="23"/>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5"/>
                                        </p:tgtEl>
                                        <p:attrNameLst>
                                          <p:attrName>style.visibility</p:attrName>
                                        </p:attrNameLst>
                                      </p:cBhvr>
                                      <p:to>
                                        <p:strVal val="visible"/>
                                      </p:to>
                                    </p:set>
                                    <p:animEffect transition="in" filter="fade">
                                      <p:cBhvr>
                                        <p:cTn id="6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1" grpId="0"/>
      <p:bldP spid="12" grpId="0"/>
      <p:bldP spid="14" grpId="0"/>
      <p:bldP spid="15" grpId="0" animBg="1"/>
      <p:bldP spid="16" grpId="0" animBg="1"/>
      <p:bldP spid="17" grpId="0"/>
      <p:bldP spid="18" grpId="0"/>
      <p:bldP spid="23" grpId="0" animBg="1"/>
      <p:bldP spid="24" grpId="0" animBg="1"/>
      <p:bldP spid="25" grpId="0" animBg="1"/>
    </p:bldLst>
  </p:timing>
  <p:extLst mod="1">
    <p:ext uri="{3A86A75C-4F4B-4683-9AE1-C65F6400EC91}">
      <p14:laserTraceLst xmlns:p14="http://schemas.microsoft.com/office/powerpoint/2010/main">
        <p14:tracePtLst>
          <p14:tracePt t="22582" x="704850" y="5027613"/>
          <p14:tracePt t="23069" x="768350" y="4983163"/>
          <p14:tracePt t="23076" x="857250" y="4911725"/>
          <p14:tracePt t="23083" x="965200" y="4830763"/>
          <p14:tracePt t="23104" x="1276350" y="4643438"/>
          <p14:tracePt t="23125" x="1446213" y="4537075"/>
          <p14:tracePt t="23146" x="1598613" y="4438650"/>
          <p14:tracePt t="23167" x="1758950" y="4340225"/>
          <p14:tracePt t="23188" x="1857375" y="4276725"/>
          <p14:tracePt t="23209" x="1911350" y="4241800"/>
          <p14:tracePt t="23229" x="1928813" y="4224338"/>
          <p14:tracePt t="23250" x="1955800" y="4205288"/>
          <p14:tracePt t="23271" x="2017713" y="4160838"/>
          <p14:tracePt t="23292" x="2116138" y="4133850"/>
          <p14:tracePt t="23313" x="2224088" y="4116388"/>
          <p14:tracePt t="23333" x="2276475" y="4108450"/>
          <p14:tracePt t="23354" x="2303463" y="4108450"/>
          <p14:tracePt t="23375" x="2322513" y="4108450"/>
          <p14:tracePt t="23396" x="2339975" y="4108450"/>
          <p14:tracePt t="23417" x="2366963" y="4116388"/>
          <p14:tracePt t="23438" x="2411413" y="4125913"/>
          <p14:tracePt t="23458" x="2446338" y="4143375"/>
          <p14:tracePt t="23480" x="2517775" y="4160838"/>
          <p14:tracePt t="23501" x="2581275" y="4179888"/>
          <p14:tracePt t="23522" x="2625725" y="4197350"/>
          <p14:tracePt t="23543" x="2643188" y="4205288"/>
          <p14:tracePt t="23564" x="2652713" y="4224338"/>
          <p14:tracePt t="23584" x="2652713" y="4241800"/>
          <p14:tracePt t="23605" x="2670175" y="4276725"/>
          <p14:tracePt t="23625" x="2670175" y="4303713"/>
          <p14:tracePt t="23646" x="2670175" y="4313238"/>
          <p14:tracePt t="23668" x="2670175" y="4330700"/>
          <p14:tracePt t="23688" x="2670175" y="4340225"/>
          <p14:tracePt t="23709" x="2670175" y="4348163"/>
          <p14:tracePt t="23729" x="2660650" y="4357688"/>
          <p14:tracePt t="23750" x="2643188" y="4375150"/>
          <p14:tracePt t="23771" x="2562225" y="4402138"/>
          <p14:tracePt t="23792" x="2384425" y="4465638"/>
          <p14:tracePt t="23813" x="2312988" y="4473575"/>
          <p14:tracePt t="23834" x="2303463" y="4473575"/>
          <p14:tracePt t="23854" x="2295525" y="4473575"/>
          <p14:tracePt t="23915" x="2295525" y="4465638"/>
          <p14:tracePt t="23931" x="2295525" y="4456113"/>
          <p14:tracePt t="23953" x="2295525" y="4446588"/>
          <p14:tracePt t="23973" x="2295525" y="4438650"/>
          <p14:tracePt t="23993" x="2295525" y="4419600"/>
          <p14:tracePt t="24008" x="2295525" y="4411663"/>
          <p14:tracePt t="24021" x="2303463" y="4402138"/>
          <p14:tracePt t="24042" x="2303463" y="4384675"/>
          <p14:tracePt t="24063" x="2303463" y="4375150"/>
          <p14:tracePt t="24084" x="2312988" y="4367213"/>
          <p14:tracePt t="24104" x="2312988" y="4348163"/>
          <p14:tracePt t="24125" x="2312988" y="4330700"/>
          <p14:tracePt t="24146" x="2322513" y="4313238"/>
          <p14:tracePt t="24167" x="2330450" y="4276725"/>
          <p14:tracePt t="24188" x="2330450" y="4241800"/>
          <p14:tracePt t="24209" x="2330450" y="4214813"/>
          <p14:tracePt t="24229" x="2330450" y="4197350"/>
          <p14:tracePt t="24316" x="2330450" y="4187825"/>
          <p14:tracePt t="24344" x="2339975" y="4187825"/>
          <p14:tracePt t="25991" x="2366963" y="4214813"/>
          <p14:tracePt t="25998" x="2393950" y="4259263"/>
          <p14:tracePt t="26006" x="2401888" y="4286250"/>
          <p14:tracePt t="26021" x="2438400" y="4348163"/>
          <p14:tracePt t="26042" x="2473325" y="4411663"/>
          <p14:tracePt t="26063" x="2500313" y="4465638"/>
          <p14:tracePt t="26083" x="2500313" y="4491038"/>
          <p14:tracePt t="26104" x="2490788" y="4554538"/>
          <p14:tracePt t="26125" x="2465388" y="4625975"/>
          <p14:tracePt t="26146" x="2419350" y="4670425"/>
          <p14:tracePt t="26167" x="2366963" y="4705350"/>
          <p14:tracePt t="26188" x="2330450" y="4732338"/>
          <p14:tracePt t="26208" x="2295525" y="4759325"/>
          <p14:tracePt t="26229" x="2241550" y="4795838"/>
          <p14:tracePt t="26250" x="2160588" y="4840288"/>
          <p14:tracePt t="26271" x="2089150" y="4867275"/>
          <p14:tracePt t="26292" x="2027238" y="4884738"/>
          <p14:tracePt t="26313" x="1990725" y="4884738"/>
          <p14:tracePt t="26333" x="1965325" y="4884738"/>
          <p14:tracePt t="26354" x="1928813" y="4884738"/>
          <p14:tracePt t="26375" x="1901825" y="4884738"/>
          <p14:tracePt t="26396" x="1874838" y="4884738"/>
          <p14:tracePt t="26417" x="1866900" y="4884738"/>
          <p14:tracePt t="26438" x="1857375" y="4875213"/>
          <p14:tracePt t="26458" x="1857375" y="4867275"/>
          <p14:tracePt t="26480" x="1847850" y="4830763"/>
          <p14:tracePt t="26500" x="1847850" y="4822825"/>
          <p14:tracePt t="26522" x="1839913" y="4803775"/>
          <p14:tracePt t="26542" x="1830388" y="4786313"/>
          <p14:tracePt t="26564" x="1830388" y="4776788"/>
          <p14:tracePt t="26584" x="1830388" y="4768850"/>
          <p14:tracePt t="26606" x="1830388" y="4759325"/>
          <p14:tracePt t="26625" x="1839913" y="4751388"/>
          <p14:tracePt t="26648" x="1847850" y="4732338"/>
          <p14:tracePt t="26668" x="1866900" y="4705350"/>
          <p14:tracePt t="26688" x="1866900" y="4687888"/>
          <p14:tracePt t="26709" x="1874838" y="4687888"/>
          <p14:tracePt t="26729" x="1874838" y="4679950"/>
          <p14:tracePt t="26757" x="1884363" y="4679950"/>
          <p14:tracePt t="26772" x="1893888" y="4679950"/>
          <p14:tracePt t="26792" x="1901825" y="4679950"/>
          <p14:tracePt t="26813" x="1946275" y="4660900"/>
          <p14:tracePt t="26833" x="1982788" y="4643438"/>
          <p14:tracePt t="26854" x="2062163" y="4633913"/>
          <p14:tracePt t="26875" x="2125663" y="4625975"/>
          <p14:tracePt t="26896" x="2179638" y="4616450"/>
          <p14:tracePt t="26917" x="2187575" y="4616450"/>
          <p14:tracePt t="26939" x="2197100" y="4616450"/>
          <p14:tracePt t="41173" x="2143125" y="4625975"/>
          <p14:tracePt t="41179" x="2054225" y="4670425"/>
          <p14:tracePt t="41187" x="1990725" y="4705350"/>
          <p14:tracePt t="41208" x="1785938" y="4803775"/>
          <p14:tracePt t="41229" x="1509713" y="4894263"/>
          <p14:tracePt t="41250" x="1357313" y="4929188"/>
          <p14:tracePt t="41271" x="1214438" y="4929188"/>
          <p14:tracePt t="41292" x="1081088" y="4884738"/>
          <p14:tracePt t="41313" x="1027113" y="4840288"/>
          <p14:tracePt t="41334" x="1017588" y="4741863"/>
          <p14:tracePt t="41354" x="1098550" y="4545013"/>
          <p14:tracePt t="41375" x="1250950" y="4348163"/>
          <p14:tracePt t="41396" x="1401763" y="4160838"/>
          <p14:tracePt t="41417" x="1608138" y="4037013"/>
          <p14:tracePt t="41439" x="1938338" y="3938588"/>
          <p14:tracePt t="41458" x="2455863" y="3813175"/>
          <p14:tracePt t="41479" x="3017838" y="3714750"/>
          <p14:tracePt t="41501" x="3419475" y="3660775"/>
          <p14:tracePt t="41521" x="3822700" y="3660775"/>
          <p14:tracePt t="41542" x="4187825" y="3697288"/>
          <p14:tracePt t="41563" x="4518025" y="3741738"/>
          <p14:tracePt t="41584" x="4660900" y="3768725"/>
          <p14:tracePt t="41605" x="4776788" y="3776663"/>
          <p14:tracePt t="41625" x="4803775" y="3776663"/>
          <p14:tracePt t="41873" x="4867275" y="3705225"/>
          <p14:tracePt t="41880" x="4983163" y="3608388"/>
          <p14:tracePt t="41896" x="5340350" y="3340100"/>
          <p14:tracePt t="41917" x="6018213" y="2894013"/>
          <p14:tracePt t="41938" x="6661150" y="2643188"/>
          <p14:tracePt t="41960" x="7018338" y="2554288"/>
          <p14:tracePt t="41979" x="7385050" y="2571750"/>
          <p14:tracePt t="41985" x="7510463" y="2589213"/>
          <p14:tracePt t="42000" x="7796213" y="2670175"/>
          <p14:tracePt t="42021" x="8116888" y="2786063"/>
          <p14:tracePt t="42042" x="8358188" y="2955925"/>
          <p14:tracePt t="42063" x="8537575" y="3071813"/>
          <p14:tracePt t="42084" x="8609013" y="3160713"/>
          <p14:tracePt t="42104" x="8626475" y="3348038"/>
          <p14:tracePt t="42125" x="8643938" y="3697288"/>
          <p14:tracePt t="42147" x="8653463" y="3946525"/>
          <p14:tracePt t="42167" x="8670925" y="4108450"/>
          <p14:tracePt t="42189" x="8680450" y="4241800"/>
          <p14:tracePt t="42209" x="8680450" y="4411663"/>
          <p14:tracePt t="42229" x="8626475" y="4643438"/>
          <p14:tracePt t="42250" x="8555038" y="4803775"/>
          <p14:tracePt t="42271" x="8483600" y="4894263"/>
          <p14:tracePt t="42292" x="8394700" y="4973638"/>
          <p14:tracePt t="42313" x="8296275" y="5062538"/>
          <p14:tracePt t="42334" x="8242300" y="5116513"/>
          <p14:tracePt t="42355" x="8188325" y="5153025"/>
          <p14:tracePt t="42376" x="8081963" y="5197475"/>
          <p14:tracePt t="42397" x="7894638" y="5251450"/>
          <p14:tracePt t="42419" x="7751763" y="5286375"/>
          <p14:tracePt t="42439" x="7680325" y="5295900"/>
          <p14:tracePt t="42459" x="7581900" y="5295900"/>
          <p14:tracePt t="42481" x="7394575" y="5295900"/>
          <p14:tracePt t="42488" x="7331075" y="5276850"/>
          <p14:tracePt t="42501" x="7286625" y="5268913"/>
          <p14:tracePt t="42522" x="7099300" y="5241925"/>
          <p14:tracePt t="42542" x="6911975" y="5214938"/>
          <p14:tracePt t="42564" x="6813550" y="5197475"/>
          <p14:tracePt t="42584" x="6705600" y="5187950"/>
          <p14:tracePt t="42604" x="6572250" y="5170488"/>
          <p14:tracePt t="42625" x="6446838" y="5153025"/>
          <p14:tracePt t="42646" x="6367463" y="5133975"/>
          <p14:tracePt t="42668" x="6251575" y="5089525"/>
          <p14:tracePt t="42688" x="6062663" y="5010150"/>
          <p14:tracePt t="42710" x="5902325" y="4938713"/>
          <p14:tracePt t="42730" x="5822950" y="4894263"/>
          <p14:tracePt t="42751" x="5786438" y="4875213"/>
          <p14:tracePt t="42771" x="5776913" y="4867275"/>
          <p14:tracePt t="42813" x="5759450" y="4867275"/>
          <p14:tracePt t="42834" x="5724525" y="4813300"/>
          <p14:tracePt t="42854" x="5705475" y="4786313"/>
          <p14:tracePt t="42875" x="5697538" y="4776788"/>
          <p14:tracePt t="42896" x="5697538" y="4759325"/>
          <p14:tracePt t="42916" x="5697538" y="4724400"/>
          <p14:tracePt t="42937" x="5697538" y="4705350"/>
          <p14:tracePt t="42958" x="5705475" y="4697413"/>
          <p14:tracePt t="42979" x="5741988" y="4687888"/>
          <p14:tracePt t="43000" x="5795963" y="4670425"/>
          <p14:tracePt t="43021" x="5848350" y="4652963"/>
          <p14:tracePt t="43042" x="5902325" y="4643438"/>
          <p14:tracePt t="43062" x="5938838" y="4633913"/>
          <p14:tracePt t="43083" x="6027738" y="4616450"/>
          <p14:tracePt t="43104" x="6143625" y="4589463"/>
          <p14:tracePt t="43125" x="6205538" y="4572000"/>
          <p14:tracePt t="43146" x="6242050" y="4572000"/>
          <p14:tracePt t="43167" x="6303963" y="4581525"/>
          <p14:tracePt t="43188" x="6429375" y="4598988"/>
          <p14:tracePt t="43209" x="6608763" y="4633913"/>
          <p14:tracePt t="43230" x="6751638" y="4679950"/>
          <p14:tracePt t="43250" x="6911975" y="4732338"/>
          <p14:tracePt t="43271" x="7045325" y="4759325"/>
          <p14:tracePt t="43291" x="7188200" y="4786313"/>
          <p14:tracePt t="43313" x="7340600" y="4795838"/>
          <p14:tracePt t="43333" x="7554913" y="4786313"/>
          <p14:tracePt t="43354" x="7688263" y="4776788"/>
          <p14:tracePt t="43375" x="7804150" y="4795838"/>
          <p14:tracePt t="43395" x="7902575" y="4813300"/>
          <p14:tracePt t="43417" x="7966075" y="4813300"/>
          <p14:tracePt t="43438" x="7974013" y="4813300"/>
          <p14:tracePt t="43851" x="7939088" y="4822825"/>
          <p14:tracePt t="43857" x="7875588" y="4840288"/>
          <p14:tracePt t="43876" x="7724775" y="4875213"/>
          <p14:tracePt t="43897" x="7616825" y="4894263"/>
          <p14:tracePt t="43919" x="7518400" y="4911725"/>
          <p14:tracePt t="43938" x="7412038" y="4911725"/>
          <p14:tracePt t="43959" x="7323138" y="4911725"/>
          <p14:tracePt t="43981" x="7286625" y="4911725"/>
          <p14:tracePt t="44001" x="7251700" y="4919663"/>
          <p14:tracePt t="44022" x="7170738" y="4919663"/>
          <p14:tracePt t="44042" x="7108825" y="4929188"/>
          <p14:tracePt t="44063" x="7010400" y="4929188"/>
          <p14:tracePt t="44084" x="6929438" y="4929188"/>
          <p14:tracePt t="44104" x="6884988" y="4938713"/>
          <p14:tracePt t="44125" x="6831013" y="4938713"/>
          <p14:tracePt t="44146" x="6751638" y="4938713"/>
          <p14:tracePt t="44168" x="6688138" y="4938713"/>
          <p14:tracePt t="44188" x="6661150" y="4938713"/>
          <p14:tracePt t="44209" x="6643688" y="4929188"/>
          <p14:tracePt t="44230" x="6608763" y="4894263"/>
          <p14:tracePt t="44250" x="6554788" y="4848225"/>
          <p14:tracePt t="44271" x="6527800" y="4813300"/>
          <p14:tracePt t="44292" x="6518275" y="4795838"/>
          <p14:tracePt t="44347" x="6518275" y="4786313"/>
          <p14:tracePt t="44718" x="6483350" y="4795838"/>
          <p14:tracePt t="44725" x="6456363" y="4803775"/>
          <p14:tracePt t="44734" x="6411913" y="4813300"/>
          <p14:tracePt t="44751" x="6323013" y="4840288"/>
          <p14:tracePt t="44772" x="6188075" y="4822825"/>
          <p14:tracePt t="44793" x="6116638" y="4795838"/>
          <p14:tracePt t="44815" x="6072188" y="4751388"/>
          <p14:tracePt t="44835" x="6054725" y="4714875"/>
          <p14:tracePt t="44855" x="6045200" y="4633913"/>
          <p14:tracePt t="44875" x="6062663" y="4554538"/>
          <p14:tracePt t="44896" x="6089650" y="4483100"/>
          <p14:tracePt t="44917" x="6108700" y="4438650"/>
          <p14:tracePt t="44938" x="6134100" y="4402138"/>
          <p14:tracePt t="44959" x="6170613" y="4367213"/>
          <p14:tracePt t="44980" x="6197600" y="4348163"/>
          <p14:tracePt t="45001" x="6197600" y="4340225"/>
          <p14:tracePt t="45021" x="6205538" y="4340225"/>
          <p14:tracePt t="45054" x="6215063" y="4340225"/>
          <p14:tracePt t="45063" x="6224588" y="4322763"/>
          <p14:tracePt t="45084" x="6251575" y="4295775"/>
          <p14:tracePt t="45105" x="6269038" y="4286250"/>
          <p14:tracePt t="45125" x="6276975" y="4276725"/>
          <p14:tracePt t="45167" x="6286500" y="4276725"/>
          <p14:tracePt t="45194" x="6296025" y="4276725"/>
          <p14:tracePt t="45209" x="6303963" y="4276725"/>
          <p14:tracePt t="45229" x="6330950" y="4276725"/>
          <p14:tracePt t="45250" x="6357938" y="4286250"/>
          <p14:tracePt t="45272" x="6402388" y="4295775"/>
          <p14:tracePt t="45292" x="6465888" y="4313238"/>
          <p14:tracePt t="45313" x="6545263" y="4313238"/>
          <p14:tracePt t="45334" x="6608763" y="4330700"/>
          <p14:tracePt t="45354" x="6688138" y="4348163"/>
          <p14:tracePt t="45375" x="6786563" y="4394200"/>
          <p14:tracePt t="45396" x="6894513" y="4446588"/>
          <p14:tracePt t="45417" x="6946900" y="4473575"/>
          <p14:tracePt t="45438" x="6965950" y="4483100"/>
          <p14:tracePt t="45460" x="7000875" y="4500563"/>
          <p14:tracePt t="45481" x="7054850" y="4518025"/>
          <p14:tracePt t="45488" x="7062788" y="4537075"/>
          <p14:tracePt t="45501" x="7089775" y="4554538"/>
          <p14:tracePt t="45522" x="7099300" y="4581525"/>
          <p14:tracePt t="45542" x="7108825" y="4589463"/>
          <p14:tracePt t="45564" x="7108825" y="4598988"/>
          <p14:tracePt t="45585" x="7126288" y="4633913"/>
          <p14:tracePt t="45606" x="7153275" y="4714875"/>
          <p14:tracePt t="45626" x="7170738" y="4759325"/>
          <p14:tracePt t="45646" x="7197725" y="4803775"/>
          <p14:tracePt t="45667" x="7197725" y="4813300"/>
          <p14:tracePt t="45688" x="7197725" y="4822825"/>
          <p14:tracePt t="45709" x="7188200" y="4840288"/>
          <p14:tracePt t="45730" x="7161213" y="4875213"/>
          <p14:tracePt t="45750" x="7126288" y="4938713"/>
          <p14:tracePt t="45772" x="7089775" y="4973638"/>
          <p14:tracePt t="45793" x="7081838" y="4983163"/>
          <p14:tracePt t="45813" x="7054850" y="4983163"/>
          <p14:tracePt t="45835" x="6983413" y="4973638"/>
          <p14:tracePt t="45855" x="6894513" y="4965700"/>
          <p14:tracePt t="45876" x="6831013" y="4956175"/>
          <p14:tracePt t="45896" x="6813550" y="4946650"/>
          <p14:tracePt t="45917" x="6804025" y="4938713"/>
          <p14:tracePt t="45938" x="6804025" y="4929188"/>
          <p14:tracePt t="45959" x="6804025" y="4919663"/>
          <p14:tracePt t="45980" x="6804025" y="4911725"/>
          <p14:tracePt t="46001" x="6823075" y="4884738"/>
          <p14:tracePt t="46021" x="6867525" y="4848225"/>
          <p14:tracePt t="46042" x="6938963" y="4795838"/>
          <p14:tracePt t="46063" x="7018338" y="4724400"/>
          <p14:tracePt t="46084" x="7072313" y="4670425"/>
          <p14:tracePt t="46105" x="7089775" y="4652963"/>
          <p14:tracePt t="46126" x="7116763" y="4652963"/>
          <p14:tracePt t="46146" x="7134225" y="4652963"/>
          <p14:tracePt t="46168" x="7161213" y="4652963"/>
          <p14:tracePt t="46188" x="7180263" y="4670425"/>
          <p14:tracePt t="46209" x="7197725" y="4679950"/>
          <p14:tracePt t="46230" x="7224713" y="4697413"/>
          <p14:tracePt t="46251" x="7251700" y="4714875"/>
          <p14:tracePt t="46272" x="7269163" y="4724400"/>
          <p14:tracePt t="46294" x="7277100" y="4741863"/>
          <p14:tracePt t="46314" x="7296150" y="4751388"/>
          <p14:tracePt t="46335" x="7323138" y="4776788"/>
          <p14:tracePt t="46356" x="7358063" y="4813300"/>
          <p14:tracePt t="46376" x="7375525" y="4830763"/>
          <p14:tracePt t="46397" x="7402513" y="4848225"/>
          <p14:tracePt t="46417" x="7402513" y="4857750"/>
          <p14:tracePt t="46438" x="7412038" y="4857750"/>
          <p14:tracePt t="46459" x="7419975" y="4884738"/>
          <p14:tracePt t="46480" x="7419975" y="4894263"/>
          <p14:tracePt t="46500" x="7419975" y="4902200"/>
          <p14:tracePt t="46527" x="7412038" y="4902200"/>
          <p14:tracePt t="46542" x="7402513" y="4919663"/>
          <p14:tracePt t="46563" x="7348538" y="4946650"/>
          <p14:tracePt t="46584" x="7331075" y="4956175"/>
          <p14:tracePt t="46605" x="7323138" y="4956175"/>
          <p14:tracePt t="47317" x="7259638" y="4965700"/>
          <p14:tracePt t="47326" x="7153275" y="4973638"/>
          <p14:tracePt t="47334" x="7062788" y="4983163"/>
          <p14:tracePt t="47355" x="6867525" y="4991100"/>
          <p14:tracePt t="47376" x="6742113" y="5010150"/>
          <p14:tracePt t="47396" x="6634163" y="5010150"/>
          <p14:tracePt t="47417" x="6545263" y="5010150"/>
          <p14:tracePt t="47438" x="6500813" y="5010150"/>
          <p14:tracePt t="47459" x="6465888" y="4991100"/>
          <p14:tracePt t="47479" x="6419850" y="4991100"/>
          <p14:tracePt t="47486" x="6402388" y="4983163"/>
          <p14:tracePt t="47500" x="6340475" y="4973638"/>
          <p14:tracePt t="47521" x="6224588" y="4956175"/>
          <p14:tracePt t="47542" x="6161088" y="4946650"/>
          <p14:tracePt t="47563" x="6134100" y="4938713"/>
          <p14:tracePt t="47583" x="6108700" y="4929188"/>
          <p14:tracePt t="47604" x="6054725" y="4902200"/>
          <p14:tracePt t="47625" x="5991225" y="4884738"/>
          <p14:tracePt t="47646" x="5946775" y="4867275"/>
          <p14:tracePt t="47667" x="5938838" y="4867275"/>
          <p14:tracePt t="47688" x="5929313" y="4857750"/>
          <p14:tracePt t="47754" x="5929313" y="4848225"/>
          <p14:tracePt t="47780" x="5929313" y="4840288"/>
          <p14:tracePt t="47801" x="5938838" y="4830763"/>
          <p14:tracePt t="47816" x="5946775" y="4822825"/>
          <p14:tracePt t="47823" x="5956300" y="4822825"/>
          <p14:tracePt t="47837" x="5965825" y="4813300"/>
          <p14:tracePt t="47856" x="5991225" y="4795838"/>
          <p14:tracePt t="47876" x="6027738" y="4768850"/>
          <p14:tracePt t="47897" x="6081713" y="4732338"/>
          <p14:tracePt t="47918" x="6215063" y="4652963"/>
          <p14:tracePt t="47939" x="6340475" y="4598988"/>
          <p14:tracePt t="47959" x="6375400" y="4589463"/>
          <p14:tracePt t="47980" x="6419850" y="4581525"/>
          <p14:tracePt t="47989" x="6446838" y="4581525"/>
          <p14:tracePt t="48001" x="6456363" y="4581525"/>
          <p14:tracePt t="48021" x="6500813" y="4581525"/>
          <p14:tracePt t="48042" x="6554788" y="4581525"/>
          <p14:tracePt t="48063" x="6680200" y="4598988"/>
          <p14:tracePt t="48084" x="6831013" y="4625975"/>
          <p14:tracePt t="48104" x="6929438" y="4670425"/>
          <p14:tracePt t="48125" x="7010400" y="4687888"/>
          <p14:tracePt t="48146" x="7062788" y="4705350"/>
          <p14:tracePt t="48167" x="7134225" y="4714875"/>
          <p14:tracePt t="48188" x="7232650" y="4714875"/>
          <p14:tracePt t="48209" x="7277100" y="4724400"/>
          <p14:tracePt t="48230" x="7286625" y="4732338"/>
          <p14:tracePt t="48797" x="7304088" y="4724400"/>
          <p14:tracePt t="48805" x="7331075" y="4724400"/>
          <p14:tracePt t="48813" x="7375525" y="4705350"/>
          <p14:tracePt t="48834" x="7500938" y="4679950"/>
          <p14:tracePt t="48855" x="7626350" y="4660900"/>
          <p14:tracePt t="48875" x="7751763" y="4652963"/>
          <p14:tracePt t="48896" x="7875588" y="4652963"/>
          <p14:tracePt t="48917" x="7956550" y="4652963"/>
          <p14:tracePt t="48939" x="8037513" y="4652963"/>
          <p14:tracePt t="48959" x="8108950" y="4652963"/>
          <p14:tracePt t="48980" x="8161338" y="4660900"/>
          <p14:tracePt t="48988" x="8188325" y="4670425"/>
          <p14:tracePt t="49000" x="8269288" y="4670425"/>
          <p14:tracePt t="49021" x="8439150" y="4687888"/>
          <p14:tracePt t="49042" x="8572500" y="4697413"/>
          <p14:tracePt t="49063" x="8653463" y="4705350"/>
          <p14:tracePt t="49084" x="8732838" y="4714875"/>
          <p14:tracePt t="49104" x="8813800" y="4714875"/>
          <p14:tracePt t="49125" x="8875713" y="4724400"/>
          <p14:tracePt t="49146" x="8929688" y="4724400"/>
          <p14:tracePt t="49167" x="8974138" y="4724400"/>
          <p14:tracePt t="49188" x="8991600" y="4732338"/>
          <p14:tracePt t="49209" x="9010650" y="4741863"/>
          <p14:tracePt t="49229" x="9045575" y="4741863"/>
          <p14:tracePt t="49250" x="9082088" y="4741863"/>
          <p14:tracePt t="49539" x="9126538" y="4724400"/>
          <p14:tracePt t="49548" x="9180513" y="4687888"/>
          <p14:tracePt t="49563" x="9277350" y="4625975"/>
          <p14:tracePt t="49586" x="9385300" y="4562475"/>
          <p14:tracePt t="49605" x="9439275" y="4527550"/>
          <p14:tracePt t="49625" x="9474200" y="4510088"/>
          <p14:tracePt t="49646" x="9483725" y="4500563"/>
          <p14:tracePt t="49667" x="9518650" y="4491038"/>
          <p14:tracePt t="49689" x="9572625" y="4473575"/>
          <p14:tracePt t="49709" x="9661525" y="4456113"/>
          <p14:tracePt t="49729" x="9742488" y="4456113"/>
          <p14:tracePt t="49751" x="9796463" y="4446588"/>
          <p14:tracePt t="49771" x="9831388" y="4446588"/>
          <p14:tracePt t="49792" x="9858375" y="4446588"/>
          <p14:tracePt t="49813" x="9885363" y="4446588"/>
          <p14:tracePt t="49835" x="9929813" y="4438650"/>
          <p14:tracePt t="49855" x="10001250" y="4438650"/>
          <p14:tracePt t="49876" x="10082213" y="4446588"/>
          <p14:tracePt t="49896" x="10161588" y="4473575"/>
          <p14:tracePt t="49917" x="10206038" y="4491038"/>
          <p14:tracePt t="49938" x="10233025" y="4500563"/>
          <p14:tracePt t="49959" x="10252075" y="4518025"/>
          <p14:tracePt t="49980" x="10296525" y="4527550"/>
          <p14:tracePt t="49987" x="10313988" y="4537075"/>
          <p14:tracePt t="50001" x="10331450" y="4554538"/>
          <p14:tracePt t="50022" x="10394950" y="4589463"/>
          <p14:tracePt t="50042" x="10447338" y="4616450"/>
          <p14:tracePt t="50063" x="10474325" y="4633913"/>
          <p14:tracePt t="50084" x="10501313" y="4643438"/>
          <p14:tracePt t="50105" x="10528300" y="4652963"/>
          <p14:tracePt t="50126" x="10563225" y="4670425"/>
          <p14:tracePt t="50147" x="10590213" y="4687888"/>
          <p14:tracePt t="50168" x="10609263" y="4714875"/>
          <p14:tracePt t="50189" x="10617200" y="4724400"/>
          <p14:tracePt t="50209" x="10617200" y="4732338"/>
          <p14:tracePt t="50276" x="10617200" y="4741863"/>
          <p14:tracePt t="50317" x="10617200" y="4751388"/>
          <p14:tracePt t="50332" x="10617200" y="4759325"/>
          <p14:tracePt t="50341" x="10617200" y="4776788"/>
          <p14:tracePt t="50355" x="10617200" y="4813300"/>
          <p14:tracePt t="50375" x="10617200" y="4848225"/>
          <p14:tracePt t="50396" x="10617200" y="4857750"/>
          <p14:tracePt t="50418" x="10599738" y="4867275"/>
          <p14:tracePt t="50438" x="10572750" y="4911725"/>
          <p14:tracePt t="50459" x="10510838" y="4929188"/>
          <p14:tracePt t="50480" x="10447338" y="4965700"/>
          <p14:tracePt t="50487" x="10420350" y="4965700"/>
          <p14:tracePt t="50501" x="10340975" y="4983163"/>
          <p14:tracePt t="50521" x="10252075" y="5000625"/>
          <p14:tracePt t="50543" x="10225088" y="5000625"/>
          <p14:tracePt t="50563" x="10206038" y="5000625"/>
          <p14:tracePt t="50584" x="10171113" y="5000625"/>
          <p14:tracePt t="50605" x="10090150" y="5000625"/>
          <p14:tracePt t="50626" x="9991725" y="5010150"/>
          <p14:tracePt t="50646" x="9956800" y="5010150"/>
          <p14:tracePt t="50688" x="9947275" y="5010150"/>
          <p14:tracePt t="50709" x="9929813" y="5010150"/>
          <p14:tracePt t="50730" x="9858375" y="5010150"/>
          <p14:tracePt t="50750" x="9769475" y="5010150"/>
          <p14:tracePt t="50772" x="9653588" y="5000625"/>
          <p14:tracePt t="50792" x="9545638" y="5000625"/>
          <p14:tracePt t="50813" x="9474200" y="4991100"/>
          <p14:tracePt t="50834" x="9447213" y="4991100"/>
          <p14:tracePt t="50855" x="9439275" y="4991100"/>
          <p14:tracePt t="50876" x="9429750" y="4991100"/>
          <p14:tracePt t="50896" x="9402763" y="4973638"/>
          <p14:tracePt t="50918" x="9358313" y="4965700"/>
          <p14:tracePt t="50939" x="9313863" y="4946650"/>
          <p14:tracePt t="50959" x="9296400" y="4946650"/>
          <p14:tracePt t="50981" x="9286875" y="4946650"/>
          <p14:tracePt t="51001" x="9277350" y="4946650"/>
          <p14:tracePt t="51022" x="9215438" y="4929188"/>
          <p14:tracePt t="51044" x="9180513" y="4919663"/>
          <p14:tracePt t="51064" x="9161463" y="4919663"/>
          <p14:tracePt t="51085" x="9161463" y="4911725"/>
          <p14:tracePt t="51126" x="9153525" y="4894263"/>
          <p14:tracePt t="51147" x="9134475" y="4867275"/>
          <p14:tracePt t="51169" x="9117013" y="4857750"/>
          <p14:tracePt t="51188" x="9109075" y="4848225"/>
          <p14:tracePt t="51221" x="9109075" y="4840288"/>
          <p14:tracePt t="51241" x="9109075" y="4830763"/>
          <p14:tracePt t="51250" x="9109075" y="4822825"/>
          <p14:tracePt t="51271" x="9109075" y="4803775"/>
          <p14:tracePt t="51292" x="9109075" y="4776788"/>
          <p14:tracePt t="51313" x="9109075" y="4759325"/>
          <p14:tracePt t="51335" x="9099550" y="4741863"/>
          <p14:tracePt t="51403" x="9099550" y="4732338"/>
          <p14:tracePt t="51488" x="9099550" y="4724400"/>
          <p14:tracePt t="51557" x="9099550" y="4714875"/>
          <p14:tracePt t="51600" x="9099550" y="4705350"/>
          <p14:tracePt t="51627" x="9109075" y="4705350"/>
          <p14:tracePt t="51636" x="9117013" y="4705350"/>
          <p14:tracePt t="51646" x="9134475" y="4697413"/>
          <p14:tracePt t="51668" x="9170988" y="4687888"/>
          <p14:tracePt t="51689" x="9215438" y="4670425"/>
          <p14:tracePt t="51709" x="9242425" y="4660900"/>
          <p14:tracePt t="51730" x="9269413" y="4652963"/>
          <p14:tracePt t="51751" x="9296400" y="4643438"/>
          <p14:tracePt t="51772" x="9313863" y="4643438"/>
          <p14:tracePt t="51793" x="9323388" y="4643438"/>
          <p14:tracePt t="51814" x="9340850" y="4633913"/>
          <p14:tracePt t="51835" x="9348788" y="4633913"/>
          <p14:tracePt t="51857" x="9367838" y="4625975"/>
          <p14:tracePt t="51877" x="9375775" y="4616450"/>
          <p14:tracePt t="51897" x="9385300" y="4616450"/>
          <p14:tracePt t="51917" x="9402763" y="4616450"/>
          <p14:tracePt t="51938" x="9412288" y="4616450"/>
          <p14:tracePt t="51959" x="9439275" y="4608513"/>
          <p14:tracePt t="51980" x="9456738" y="4608513"/>
          <p14:tracePt t="51989" x="9466263" y="4608513"/>
          <p14:tracePt t="52014" x="9474200" y="4608513"/>
          <p14:tracePt t="52041" x="9483725" y="4608513"/>
          <p14:tracePt t="52052" x="9491663" y="4608513"/>
          <p14:tracePt t="52063" x="9501188" y="4608513"/>
          <p14:tracePt t="52084" x="9528175" y="4598988"/>
          <p14:tracePt t="52105" x="9563100" y="4598988"/>
          <p14:tracePt t="52126" x="9582150" y="4598988"/>
          <p14:tracePt t="52146" x="9599613" y="4598988"/>
          <p14:tracePt t="52168" x="9617075" y="4598988"/>
          <p14:tracePt t="52188" x="9644063" y="4598988"/>
          <p14:tracePt t="52209" x="9661525" y="4608513"/>
          <p14:tracePt t="52230" x="9680575" y="4616450"/>
          <p14:tracePt t="52250" x="9698038" y="4616450"/>
          <p14:tracePt t="52271" x="9715500" y="4633913"/>
          <p14:tracePt t="52292" x="9725025" y="4633913"/>
          <p14:tracePt t="52313" x="9732963" y="4643438"/>
          <p14:tracePt t="52334" x="9752013" y="4643438"/>
          <p14:tracePt t="52355" x="9752013" y="4652963"/>
          <p14:tracePt t="52376" x="9759950" y="4652963"/>
          <p14:tracePt t="52396" x="9769475" y="4652963"/>
          <p14:tracePt t="52417" x="9796463" y="4660900"/>
          <p14:tracePt t="52438" x="9823450" y="4670425"/>
          <p14:tracePt t="52459" x="9848850" y="4679950"/>
          <p14:tracePt t="52480" x="9885363" y="4687888"/>
          <p14:tracePt t="52487" x="9894888" y="4697413"/>
          <p14:tracePt t="52501" x="9920288" y="4714875"/>
          <p14:tracePt t="52522" x="9947275" y="4732338"/>
          <p14:tracePt t="52543" x="9956800" y="4751388"/>
          <p14:tracePt t="52564" x="9966325" y="4759325"/>
          <p14:tracePt t="52584" x="9966325" y="4768850"/>
          <p14:tracePt t="52638" x="9966325" y="4776788"/>
          <p14:tracePt t="52651" x="9974263" y="4776788"/>
          <p14:tracePt t="52669" x="9983788" y="4795838"/>
          <p14:tracePt t="52690" x="9991725" y="4822825"/>
          <p14:tracePt t="52709" x="10001250" y="4830763"/>
          <p14:tracePt t="52731" x="10010775" y="4848225"/>
          <p14:tracePt t="52750" x="10010775" y="4867275"/>
          <p14:tracePt t="52771" x="10028238" y="4884738"/>
          <p14:tracePt t="52792" x="10045700" y="4929188"/>
          <p14:tracePt t="52813" x="10072688" y="4965700"/>
          <p14:tracePt t="52834" x="10109200" y="5010150"/>
          <p14:tracePt t="52855" x="10153650" y="5045075"/>
          <p14:tracePt t="52876" x="10171113" y="5062538"/>
          <p14:tracePt t="52897" x="10171113" y="5081588"/>
          <p14:tracePt t="52938" x="10171113" y="5089525"/>
          <p14:tracePt t="52959" x="10134600" y="5133975"/>
          <p14:tracePt t="52980" x="10109200" y="5180013"/>
          <p14:tracePt t="52985" x="10090150" y="5187950"/>
          <p14:tracePt t="53001" x="10082213" y="5187950"/>
          <p14:tracePt t="53021" x="10072688" y="5187950"/>
          <p14:tracePt t="53042" x="10063163" y="5187950"/>
          <p14:tracePt t="53084" x="10063163" y="5170488"/>
          <p14:tracePt t="53105" x="10063163" y="5133975"/>
          <p14:tracePt t="53125" x="10063163" y="5045075"/>
          <p14:tracePt t="53147" x="10099675" y="4929188"/>
          <p14:tracePt t="53167" x="10144125" y="4803775"/>
          <p14:tracePt t="53189" x="10180638" y="4741863"/>
          <p14:tracePt t="53209" x="10215563" y="4687888"/>
          <p14:tracePt t="53230" x="10252075" y="4652963"/>
          <p14:tracePt t="53251" x="10277475" y="4633913"/>
          <p14:tracePt t="53272" x="10296525" y="4625975"/>
          <p14:tracePt t="53293" x="10313988" y="4616450"/>
          <p14:tracePt t="53314" x="10331450" y="4598988"/>
          <p14:tracePt t="53335" x="10348913" y="4581525"/>
          <p14:tracePt t="53356" x="10375900" y="4572000"/>
          <p14:tracePt t="53377" x="10412413" y="4562475"/>
          <p14:tracePt t="53398" x="10456863" y="4554538"/>
          <p14:tracePt t="53418" x="10510838" y="4554538"/>
          <p14:tracePt t="53439" x="10590213" y="4554538"/>
          <p14:tracePt t="53459" x="10661650" y="4562475"/>
          <p14:tracePt t="53480" x="10715625" y="4581525"/>
          <p14:tracePt t="53486" x="10725150" y="4581525"/>
          <p14:tracePt t="53501" x="10742613" y="4598988"/>
          <p14:tracePt t="53521" x="10760075" y="4616450"/>
          <p14:tracePt t="53543" x="10777538" y="4625975"/>
          <p14:tracePt t="53563" x="10796588" y="4652963"/>
          <p14:tracePt t="53584" x="10804525" y="4687888"/>
          <p14:tracePt t="53605" x="10814050" y="4714875"/>
          <p14:tracePt t="53626" x="10814050" y="4732338"/>
          <p14:tracePt t="53667" x="10814050" y="4751388"/>
          <p14:tracePt t="53688" x="10796588" y="4822825"/>
          <p14:tracePt t="53709" x="10777538" y="4875213"/>
          <p14:tracePt t="53729" x="10760075" y="4902200"/>
          <p14:tracePt t="53780" x="10760075" y="4911725"/>
          <p14:tracePt t="53792" x="10733088" y="4919663"/>
          <p14:tracePt t="53813" x="10680700" y="4946650"/>
          <p14:tracePt t="53834" x="10599738" y="4965700"/>
          <p14:tracePt t="53855" x="10555288" y="4973638"/>
          <p14:tracePt t="53875" x="10491788" y="4983163"/>
          <p14:tracePt t="53896" x="10429875" y="4983163"/>
          <p14:tracePt t="53917" x="10394950" y="4983163"/>
          <p14:tracePt t="53938" x="10340975" y="4983163"/>
          <p14:tracePt t="53959" x="10287000" y="4983163"/>
          <p14:tracePt t="53980" x="10252075" y="4983163"/>
          <p14:tracePt t="53988" x="10188575" y="4973638"/>
          <p14:tracePt t="54001" x="10109200" y="4965700"/>
          <p14:tracePt t="54022" x="10037763" y="4965700"/>
          <p14:tracePt t="54043" x="9991725" y="4956175"/>
          <p14:tracePt t="54064" x="9947275" y="4946650"/>
          <p14:tracePt t="54085" x="9894888" y="4938713"/>
          <p14:tracePt t="54106" x="9858375" y="4929188"/>
          <p14:tracePt t="54127" x="9823450" y="4929188"/>
          <p14:tracePt t="54149" x="9813925" y="4929188"/>
          <p14:tracePt t="54168" x="9804400" y="4929188"/>
          <p14:tracePt t="54209" x="9796463" y="4929188"/>
          <p14:tracePt t="54230" x="9777413" y="4919663"/>
          <p14:tracePt t="54250" x="9742488" y="4911725"/>
          <p14:tracePt t="54272" x="9725025" y="4911725"/>
          <p14:tracePt t="54293" x="9705975" y="4911725"/>
          <p14:tracePt t="54313" x="9688513" y="4911725"/>
          <p14:tracePt t="54334" x="9671050" y="4894263"/>
          <p14:tracePt t="54355" x="9626600" y="4867275"/>
          <p14:tracePt t="54375" x="9590088" y="4848225"/>
          <p14:tracePt t="54396" x="9572625" y="4848225"/>
          <p14:tracePt t="62309" x="9501188" y="4867275"/>
          <p14:tracePt t="62315" x="9402763" y="4911725"/>
          <p14:tracePt t="62334" x="9215438" y="4991100"/>
          <p14:tracePt t="62354" x="9099550" y="5027613"/>
          <p14:tracePt t="62376" x="8786813" y="5062538"/>
          <p14:tracePt t="62396" x="8688388" y="5081588"/>
          <p14:tracePt t="62417" x="8599488" y="5081588"/>
          <p14:tracePt t="62438" x="8501063" y="5081588"/>
          <p14:tracePt t="62458" x="8375650" y="5099050"/>
          <p14:tracePt t="62479" x="8197850" y="5116513"/>
          <p14:tracePt t="62484" x="8134350" y="5126038"/>
          <p14:tracePt t="62500" x="8027988" y="5133975"/>
          <p14:tracePt t="62521" x="7902575" y="5133975"/>
          <p14:tracePt t="62542" x="7823200" y="5133975"/>
          <p14:tracePt t="62563" x="7751763" y="5133975"/>
          <p14:tracePt t="62584" x="7572375" y="5133975"/>
          <p14:tracePt t="62604" x="7429500" y="5133975"/>
          <p14:tracePt t="62625" x="7367588" y="5133975"/>
          <p14:tracePt t="62646" x="7286625" y="5133975"/>
          <p14:tracePt t="62667" x="7081838" y="5133975"/>
          <p14:tracePt t="62688" x="6902450" y="5133975"/>
          <p14:tracePt t="62709" x="6840538" y="5133975"/>
          <p14:tracePt t="62730" x="6831013" y="5133975"/>
          <p14:tracePt t="62750" x="6813550" y="5116513"/>
          <p14:tracePt t="62771" x="6759575" y="5081588"/>
          <p14:tracePt t="62792" x="6688138" y="5037138"/>
          <p14:tracePt t="62813" x="6661150" y="5018088"/>
          <p14:tracePt t="62834" x="6653213" y="5018088"/>
          <p14:tracePt t="62875" x="6661150" y="5000625"/>
          <p14:tracePt t="62896" x="6680200" y="4946650"/>
          <p14:tracePt t="62917" x="6724650" y="4848225"/>
          <p14:tracePt t="62938" x="6759575" y="4776788"/>
          <p14:tracePt t="62959" x="6777038" y="4751388"/>
          <p14:tracePt t="62980" x="6894513" y="4687888"/>
          <p14:tracePt t="62986" x="6965950" y="4660900"/>
          <p14:tracePt t="63001" x="7170738" y="4589463"/>
          <p14:tracePt t="63022" x="7500938" y="4456113"/>
          <p14:tracePt t="63042" x="7732713" y="4394200"/>
          <p14:tracePt t="63063" x="7831138" y="4375150"/>
          <p14:tracePt t="63084" x="7894638" y="4375150"/>
          <p14:tracePt t="63106" x="7991475" y="4375150"/>
          <p14:tracePt t="63126" x="8215313" y="4375150"/>
          <p14:tracePt t="63147" x="8466138" y="4384675"/>
          <p14:tracePt t="63167" x="8670925" y="4402138"/>
          <p14:tracePt t="63188" x="8912225" y="4473575"/>
          <p14:tracePt t="63209" x="9055100" y="4500563"/>
          <p14:tracePt t="63231" x="9286875" y="4554538"/>
          <p14:tracePt t="63250" x="9491663" y="4589463"/>
          <p14:tracePt t="63272" x="9688513" y="4633913"/>
          <p14:tracePt t="63292" x="9875838" y="4670425"/>
          <p14:tracePt t="63313" x="9966325" y="4687888"/>
          <p14:tracePt t="63334" x="10018713" y="4705350"/>
          <p14:tracePt t="63354" x="10099675" y="4732338"/>
          <p14:tracePt t="63375" x="10206038" y="4759325"/>
          <p14:tracePt t="63396" x="10323513" y="4795838"/>
          <p14:tracePt t="63417" x="10412413" y="4830763"/>
          <p14:tracePt t="63438" x="10474325" y="4867275"/>
          <p14:tracePt t="63459" x="10528300" y="4902200"/>
          <p14:tracePt t="63480" x="10572750" y="4929188"/>
          <p14:tracePt t="63486" x="10582275" y="4938713"/>
          <p14:tracePt t="63500" x="10617200" y="4956175"/>
          <p14:tracePt t="63521" x="10671175" y="5010150"/>
          <p14:tracePt t="63542" x="10715625" y="5062538"/>
          <p14:tracePt t="63563" x="10725150" y="5072063"/>
          <p14:tracePt t="63584" x="10725150" y="5089525"/>
          <p14:tracePt t="63655" x="10725150" y="5099050"/>
          <p14:tracePt t="63662" x="10706100" y="5099050"/>
          <p14:tracePt t="63671" x="10688638" y="5108575"/>
          <p14:tracePt t="63688" x="10609263" y="5153025"/>
          <p14:tracePt t="63709" x="10528300" y="5170488"/>
          <p14:tracePt t="63729" x="10483850" y="5187950"/>
          <p14:tracePt t="63751" x="10269538" y="5187950"/>
          <p14:tracePt t="63771" x="9947275" y="5180013"/>
          <p14:tracePt t="63792" x="9698038" y="5160963"/>
          <p14:tracePt t="63813" x="9429750" y="5143500"/>
          <p14:tracePt t="63834" x="9251950" y="5133975"/>
          <p14:tracePt t="63855" x="8947150" y="5108575"/>
          <p14:tracePt t="63876" x="8769350" y="5081588"/>
          <p14:tracePt t="63897" x="8688388" y="5072063"/>
          <p14:tracePt t="63918" x="8582025" y="5072063"/>
          <p14:tracePt t="63939" x="8439150" y="5054600"/>
          <p14:tracePt t="63958" x="8286750" y="5045075"/>
          <p14:tracePt t="63979" x="8108950" y="5027613"/>
          <p14:tracePt t="63984" x="8062913" y="5018088"/>
          <p14:tracePt t="64000" x="7983538" y="5000625"/>
          <p14:tracePt t="64021" x="7867650" y="4983163"/>
          <p14:tracePt t="64042" x="7634288" y="4919663"/>
          <p14:tracePt t="64064" x="7304088" y="4813300"/>
          <p14:tracePt t="64084" x="7126288" y="4751388"/>
          <p14:tracePt t="64105" x="7045325" y="4714875"/>
          <p14:tracePt t="64126" x="7018338" y="4705350"/>
          <p14:tracePt t="64146" x="7010400" y="4705350"/>
          <p14:tracePt t="64181" x="7018338" y="4705350"/>
          <p14:tracePt t="64188" x="7027863" y="4705350"/>
          <p14:tracePt t="64915" x="6991350" y="4759325"/>
          <p14:tracePt t="64922" x="6919913" y="4848225"/>
          <p14:tracePt t="64938" x="6848475" y="4973638"/>
          <p14:tracePt t="64958" x="6804025" y="5027613"/>
          <p14:tracePt t="64979" x="6796088" y="5037138"/>
          <p14:tracePt t="101409" x="6804025" y="5045075"/>
          <p14:tracePt t="101416" x="6823075" y="5062538"/>
          <p14:tracePt t="101422" x="6831013" y="5062538"/>
          <p14:tracePt t="101438" x="6884988" y="5099050"/>
          <p14:tracePt t="101459" x="6983413" y="5153025"/>
          <p14:tracePt t="101479" x="7072313" y="5197475"/>
          <p14:tracePt t="101484" x="7089775" y="5205413"/>
          <p14:tracePt t="101500" x="7134225" y="5224463"/>
          <p14:tracePt t="101521" x="7188200" y="5251450"/>
          <p14:tracePt t="101542" x="7232650" y="5286375"/>
          <p14:tracePt t="101563" x="7269163" y="5322888"/>
          <p14:tracePt t="101584" x="7296150" y="5375275"/>
          <p14:tracePt t="101604" x="7323138" y="5429250"/>
          <p14:tracePt t="101625" x="7340600" y="5456238"/>
          <p14:tracePt t="101646" x="7348538" y="5473700"/>
          <p14:tracePt t="101667" x="7348538" y="5518150"/>
          <p14:tracePt t="101688" x="7348538" y="5562600"/>
          <p14:tracePt t="101709" x="7348538" y="5616575"/>
          <p14:tracePt t="101730" x="7340600" y="5680075"/>
          <p14:tracePt t="101750" x="7313613" y="5732463"/>
          <p14:tracePt t="101771" x="7286625" y="5813425"/>
          <p14:tracePt t="101792" x="7251700" y="5857875"/>
          <p14:tracePt t="101813" x="7197725" y="5938838"/>
          <p14:tracePt t="101834" x="7170738" y="5965825"/>
          <p14:tracePt t="101856" x="7134225" y="6000750"/>
          <p14:tracePt t="101876" x="7089775" y="6018213"/>
          <p14:tracePt t="101897" x="7027863" y="6045200"/>
          <p14:tracePt t="101918" x="6973888" y="6062663"/>
          <p14:tracePt t="101938" x="6919913" y="6072188"/>
          <p14:tracePt t="101959" x="6823075" y="6081713"/>
          <p14:tracePt t="101980" x="6742113" y="6081713"/>
          <p14:tracePt t="101984" x="6724650" y="6081713"/>
          <p14:tracePt t="102002" x="6688138" y="6081713"/>
          <p14:tracePt t="102021" x="6680200" y="6072188"/>
          <p14:tracePt t="102042" x="6653213" y="6062663"/>
          <p14:tracePt t="102063" x="6554788" y="6027738"/>
          <p14:tracePt t="102084" x="6375400" y="5965825"/>
          <p14:tracePt t="102105" x="6276975" y="5911850"/>
          <p14:tracePt t="102125" x="6251575" y="5884863"/>
          <p14:tracePt t="102146" x="6242050" y="5857875"/>
        </p14:tracePtLst>
      </p14:laserTraceLst>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a:off x="4184647" y="188640"/>
            <a:ext cx="3848100" cy="523220"/>
          </a:xfrm>
          <a:prstGeom prst="rect">
            <a:avLst/>
          </a:prstGeom>
          <a:noFill/>
        </p:spPr>
        <p:txBody>
          <a:bodyPr wrap="square" rtlCol="0">
            <a:spAutoFit/>
          </a:bodyPr>
          <a:lstStyle/>
          <a:p>
            <a:pPr algn="ctr"/>
            <a:r>
              <a:rPr lang="en-US" sz="2800" dirty="0" smtClean="0">
                <a:solidFill>
                  <a:schemeClr val="tx1">
                    <a:lumMod val="85000"/>
                    <a:lumOff val="15000"/>
                  </a:schemeClr>
                </a:solidFill>
                <a:latin typeface="Lato" panose="020F0502020204030203" pitchFamily="34" charset="0"/>
                <a:cs typeface="Lato" panose="020F0502020204030203" pitchFamily="34" charset="0"/>
              </a:rPr>
              <a:t>Data Science Flow</a:t>
            </a:r>
            <a:endParaRPr lang="en-US" sz="2800" dirty="0">
              <a:solidFill>
                <a:schemeClr val="tx1">
                  <a:lumMod val="85000"/>
                  <a:lumOff val="15000"/>
                </a:schemeClr>
              </a:solidFill>
              <a:latin typeface="Lato" panose="020F0502020204030203" pitchFamily="34" charset="0"/>
              <a:cs typeface="Lato" panose="020F0502020204030203" pitchFamily="34" charset="0"/>
            </a:endParaRPr>
          </a:p>
        </p:txBody>
      </p:sp>
      <p:sp>
        <p:nvSpPr>
          <p:cNvPr id="16" name="TextBox 15"/>
          <p:cNvSpPr txBox="1"/>
          <p:nvPr/>
        </p:nvSpPr>
        <p:spPr>
          <a:xfrm>
            <a:off x="4185323" y="715375"/>
            <a:ext cx="3848100" cy="338554"/>
          </a:xfrm>
          <a:prstGeom prst="rect">
            <a:avLst/>
          </a:prstGeom>
          <a:noFill/>
        </p:spPr>
        <p:txBody>
          <a:bodyPr wrap="square" rtlCol="0">
            <a:spAutoFit/>
          </a:bodyPr>
          <a:lstStyle/>
          <a:p>
            <a:pPr algn="ctr"/>
            <a:r>
              <a:rPr lang="en-US" sz="1600" dirty="0" smtClean="0">
                <a:solidFill>
                  <a:schemeClr val="tx1">
                    <a:lumMod val="85000"/>
                    <a:lumOff val="15000"/>
                  </a:schemeClr>
                </a:solidFill>
                <a:latin typeface="Lato Black" panose="020F0A02020204030203" pitchFamily="34" charset="0"/>
                <a:cs typeface="Lato Black" panose="020F0A02020204030203" pitchFamily="34" charset="0"/>
              </a:rPr>
              <a:t>Let`s start!</a:t>
            </a:r>
            <a:endParaRPr lang="en-US" sz="1600" dirty="0">
              <a:solidFill>
                <a:schemeClr val="tx1">
                  <a:lumMod val="85000"/>
                  <a:lumOff val="15000"/>
                </a:schemeClr>
              </a:solidFill>
              <a:latin typeface="Lato Black" panose="020F0A02020204030203" pitchFamily="34" charset="0"/>
              <a:cs typeface="Lato Black" panose="020F0A02020204030203" pitchFamily="34" charset="0"/>
            </a:endParaRPr>
          </a:p>
        </p:txBody>
      </p:sp>
      <p:sp>
        <p:nvSpPr>
          <p:cNvPr id="22" name="Rectangle 21"/>
          <p:cNvSpPr/>
          <p:nvPr/>
        </p:nvSpPr>
        <p:spPr>
          <a:xfrm>
            <a:off x="5765777" y="1053929"/>
            <a:ext cx="646331" cy="45719"/>
          </a:xfrm>
          <a:prstGeom prst="rect">
            <a:avLst/>
          </a:prstGeom>
          <a:solidFill>
            <a:srgbClr val="0087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4" name="Straight Connector 23"/>
          <p:cNvCxnSpPr>
            <a:stCxn id="22" idx="2"/>
          </p:cNvCxnSpPr>
          <p:nvPr/>
        </p:nvCxnSpPr>
        <p:spPr>
          <a:xfrm flipH="1">
            <a:off x="6088941" y="1099647"/>
            <a:ext cx="2" cy="4206240"/>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5351030" y="1447462"/>
            <a:ext cx="658905" cy="0"/>
          </a:xfrm>
          <a:prstGeom prst="line">
            <a:avLst/>
          </a:prstGeom>
          <a:ln w="38100" cap="rnd">
            <a:solidFill>
              <a:schemeClr val="bg1">
                <a:lumMod val="85000"/>
              </a:schemeClr>
            </a:solidFill>
            <a:prstDash val="sysDot"/>
          </a:ln>
        </p:spPr>
        <p:style>
          <a:lnRef idx="1">
            <a:schemeClr val="accent1"/>
          </a:lnRef>
          <a:fillRef idx="0">
            <a:schemeClr val="accent1"/>
          </a:fillRef>
          <a:effectRef idx="0">
            <a:schemeClr val="accent1"/>
          </a:effectRef>
          <a:fontRef idx="minor">
            <a:schemeClr val="tx1"/>
          </a:fontRef>
        </p:style>
      </p:cxnSp>
      <p:sp>
        <p:nvSpPr>
          <p:cNvPr id="9" name="Teardrop 8"/>
          <p:cNvSpPr/>
          <p:nvPr/>
        </p:nvSpPr>
        <p:spPr>
          <a:xfrm rot="2700000">
            <a:off x="4698167" y="1215103"/>
            <a:ext cx="457200" cy="457200"/>
          </a:xfrm>
          <a:prstGeom prst="teardrop">
            <a:avLst/>
          </a:prstGeom>
          <a:noFill/>
          <a:ln w="57150">
            <a:solidFill>
              <a:srgbClr val="0087B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6022558" y="1372084"/>
            <a:ext cx="150756" cy="150756"/>
          </a:xfrm>
          <a:prstGeom prst="ellipse">
            <a:avLst/>
          </a:prstGeom>
          <a:solidFill>
            <a:srgbClr val="0087B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p:nvCxnSpPr>
        <p:spPr>
          <a:xfrm>
            <a:off x="6232553" y="2070426"/>
            <a:ext cx="658905" cy="0"/>
          </a:xfrm>
          <a:prstGeom prst="line">
            <a:avLst/>
          </a:prstGeom>
          <a:ln w="38100" cap="rnd">
            <a:solidFill>
              <a:schemeClr val="bg1">
                <a:lumMod val="85000"/>
              </a:schemeClr>
            </a:solidFill>
            <a:prstDash val="sysDot"/>
          </a:ln>
        </p:spPr>
        <p:style>
          <a:lnRef idx="1">
            <a:schemeClr val="accent1"/>
          </a:lnRef>
          <a:fillRef idx="0">
            <a:schemeClr val="accent1"/>
          </a:fillRef>
          <a:effectRef idx="0">
            <a:schemeClr val="accent1"/>
          </a:effectRef>
          <a:fontRef idx="minor">
            <a:schemeClr val="tx1"/>
          </a:fontRef>
        </p:style>
      </p:cxnSp>
      <p:sp>
        <p:nvSpPr>
          <p:cNvPr id="13" name="Teardrop 12"/>
          <p:cNvSpPr/>
          <p:nvPr/>
        </p:nvSpPr>
        <p:spPr>
          <a:xfrm rot="13500000">
            <a:off x="7043144" y="1841826"/>
            <a:ext cx="457200" cy="457200"/>
          </a:xfrm>
          <a:prstGeom prst="teardrop">
            <a:avLst/>
          </a:prstGeom>
          <a:noFill/>
          <a:ln w="57150">
            <a:solidFill>
              <a:srgbClr val="FF860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6015274" y="1995048"/>
            <a:ext cx="150756" cy="150756"/>
          </a:xfrm>
          <a:prstGeom prst="ellipse">
            <a:avLst/>
          </a:prstGeom>
          <a:solidFill>
            <a:srgbClr val="FF860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Connector 16"/>
          <p:cNvCxnSpPr/>
          <p:nvPr/>
        </p:nvCxnSpPr>
        <p:spPr>
          <a:xfrm>
            <a:off x="5349066" y="2739542"/>
            <a:ext cx="658905" cy="0"/>
          </a:xfrm>
          <a:prstGeom prst="line">
            <a:avLst/>
          </a:prstGeom>
          <a:ln w="38100" cap="rnd">
            <a:solidFill>
              <a:schemeClr val="bg1">
                <a:lumMod val="85000"/>
              </a:schemeClr>
            </a:solidFill>
            <a:prstDash val="sysDot"/>
          </a:ln>
        </p:spPr>
        <p:style>
          <a:lnRef idx="1">
            <a:schemeClr val="accent1"/>
          </a:lnRef>
          <a:fillRef idx="0">
            <a:schemeClr val="accent1"/>
          </a:fillRef>
          <a:effectRef idx="0">
            <a:schemeClr val="accent1"/>
          </a:effectRef>
          <a:fontRef idx="minor">
            <a:schemeClr val="tx1"/>
          </a:fontRef>
        </p:style>
      </p:cxnSp>
      <p:sp>
        <p:nvSpPr>
          <p:cNvPr id="18" name="Teardrop 17"/>
          <p:cNvSpPr/>
          <p:nvPr/>
        </p:nvSpPr>
        <p:spPr>
          <a:xfrm rot="2700000">
            <a:off x="4698166" y="2514658"/>
            <a:ext cx="457200" cy="457200"/>
          </a:xfrm>
          <a:prstGeom prst="teardrop">
            <a:avLst/>
          </a:prstGeom>
          <a:noFill/>
          <a:ln w="57150">
            <a:solidFill>
              <a:srgbClr val="A1BB2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6020594" y="2664164"/>
            <a:ext cx="150756" cy="150756"/>
          </a:xfrm>
          <a:prstGeom prst="ellipse">
            <a:avLst/>
          </a:prstGeom>
          <a:solidFill>
            <a:srgbClr val="A1BB22"/>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Connector 19"/>
          <p:cNvCxnSpPr/>
          <p:nvPr/>
        </p:nvCxnSpPr>
        <p:spPr>
          <a:xfrm>
            <a:off x="6232553" y="3382800"/>
            <a:ext cx="658905" cy="0"/>
          </a:xfrm>
          <a:prstGeom prst="line">
            <a:avLst/>
          </a:prstGeom>
          <a:ln w="38100" cap="rnd">
            <a:solidFill>
              <a:schemeClr val="bg1">
                <a:lumMod val="85000"/>
              </a:schemeClr>
            </a:solidFill>
            <a:prstDash val="sysDot"/>
          </a:ln>
        </p:spPr>
        <p:style>
          <a:lnRef idx="1">
            <a:schemeClr val="accent1"/>
          </a:lnRef>
          <a:fillRef idx="0">
            <a:schemeClr val="accent1"/>
          </a:fillRef>
          <a:effectRef idx="0">
            <a:schemeClr val="accent1"/>
          </a:effectRef>
          <a:fontRef idx="minor">
            <a:schemeClr val="tx1"/>
          </a:fontRef>
        </p:style>
      </p:cxnSp>
      <p:sp>
        <p:nvSpPr>
          <p:cNvPr id="21" name="Teardrop 20"/>
          <p:cNvSpPr/>
          <p:nvPr/>
        </p:nvSpPr>
        <p:spPr>
          <a:xfrm rot="13500000">
            <a:off x="7043144" y="3149086"/>
            <a:ext cx="457200" cy="457200"/>
          </a:xfrm>
          <a:prstGeom prst="teardrop">
            <a:avLst/>
          </a:prstGeom>
          <a:noFill/>
          <a:ln w="57150">
            <a:solidFill>
              <a:srgbClr val="0126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6024799" y="3307422"/>
            <a:ext cx="150756" cy="150756"/>
          </a:xfrm>
          <a:prstGeom prst="ellipse">
            <a:avLst/>
          </a:prstGeom>
          <a:solidFill>
            <a:srgbClr val="01264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p:cNvSpPr txBox="1"/>
          <p:nvPr/>
        </p:nvSpPr>
        <p:spPr>
          <a:xfrm>
            <a:off x="6211206" y="1053481"/>
            <a:ext cx="496115" cy="769441"/>
          </a:xfrm>
          <a:prstGeom prst="rect">
            <a:avLst/>
          </a:prstGeom>
          <a:noFill/>
        </p:spPr>
        <p:txBody>
          <a:bodyPr wrap="square" rtlCol="0">
            <a:spAutoFit/>
          </a:bodyPr>
          <a:lstStyle/>
          <a:p>
            <a:r>
              <a:rPr lang="en-US" sz="4400" dirty="0" smtClean="0">
                <a:solidFill>
                  <a:schemeClr val="bg1">
                    <a:lumMod val="85000"/>
                  </a:schemeClr>
                </a:solidFill>
                <a:latin typeface="Lato Light" panose="020F0402020204030203" pitchFamily="34" charset="0"/>
                <a:cs typeface="Lato Light" panose="020F0402020204030203" pitchFamily="34" charset="0"/>
              </a:rPr>
              <a:t>1</a:t>
            </a:r>
            <a:endParaRPr lang="en-US" sz="4400" dirty="0">
              <a:solidFill>
                <a:schemeClr val="bg1">
                  <a:lumMod val="85000"/>
                </a:schemeClr>
              </a:solidFill>
              <a:latin typeface="Lato Light" panose="020F0402020204030203" pitchFamily="34" charset="0"/>
              <a:cs typeface="Lato Light" panose="020F0402020204030203" pitchFamily="34" charset="0"/>
            </a:endParaRPr>
          </a:p>
        </p:txBody>
      </p:sp>
      <p:sp>
        <p:nvSpPr>
          <p:cNvPr id="26" name="TextBox 25"/>
          <p:cNvSpPr txBox="1"/>
          <p:nvPr/>
        </p:nvSpPr>
        <p:spPr>
          <a:xfrm>
            <a:off x="5524849" y="1642624"/>
            <a:ext cx="496115" cy="769441"/>
          </a:xfrm>
          <a:prstGeom prst="rect">
            <a:avLst/>
          </a:prstGeom>
          <a:noFill/>
        </p:spPr>
        <p:txBody>
          <a:bodyPr wrap="square" rtlCol="0">
            <a:spAutoFit/>
          </a:bodyPr>
          <a:lstStyle/>
          <a:p>
            <a:r>
              <a:rPr lang="en-US" sz="4400" dirty="0" smtClean="0">
                <a:solidFill>
                  <a:schemeClr val="bg1">
                    <a:lumMod val="85000"/>
                  </a:schemeClr>
                </a:solidFill>
                <a:latin typeface="Lato Light" panose="020F0402020204030203" pitchFamily="34" charset="0"/>
                <a:cs typeface="Lato Light" panose="020F0402020204030203" pitchFamily="34" charset="0"/>
              </a:rPr>
              <a:t>2</a:t>
            </a:r>
            <a:endParaRPr lang="en-US" sz="4400" dirty="0">
              <a:solidFill>
                <a:schemeClr val="bg1">
                  <a:lumMod val="85000"/>
                </a:schemeClr>
              </a:solidFill>
              <a:latin typeface="Lato Light" panose="020F0402020204030203" pitchFamily="34" charset="0"/>
              <a:cs typeface="Lato Light" panose="020F0402020204030203" pitchFamily="34" charset="0"/>
            </a:endParaRPr>
          </a:p>
        </p:txBody>
      </p:sp>
      <p:sp>
        <p:nvSpPr>
          <p:cNvPr id="27" name="TextBox 26"/>
          <p:cNvSpPr txBox="1"/>
          <p:nvPr/>
        </p:nvSpPr>
        <p:spPr>
          <a:xfrm>
            <a:off x="6211205" y="2358537"/>
            <a:ext cx="496115" cy="769441"/>
          </a:xfrm>
          <a:prstGeom prst="rect">
            <a:avLst/>
          </a:prstGeom>
          <a:noFill/>
        </p:spPr>
        <p:txBody>
          <a:bodyPr wrap="square" rtlCol="0">
            <a:spAutoFit/>
          </a:bodyPr>
          <a:lstStyle/>
          <a:p>
            <a:r>
              <a:rPr lang="en-US" sz="4400" dirty="0" smtClean="0">
                <a:solidFill>
                  <a:schemeClr val="bg1">
                    <a:lumMod val="85000"/>
                  </a:schemeClr>
                </a:solidFill>
                <a:latin typeface="Lato Light" panose="020F0402020204030203" pitchFamily="34" charset="0"/>
                <a:cs typeface="Lato Light" panose="020F0402020204030203" pitchFamily="34" charset="0"/>
              </a:rPr>
              <a:t>3</a:t>
            </a:r>
            <a:endParaRPr lang="en-US" sz="4400" dirty="0">
              <a:solidFill>
                <a:schemeClr val="bg1">
                  <a:lumMod val="85000"/>
                </a:schemeClr>
              </a:solidFill>
              <a:latin typeface="Lato Light" panose="020F0402020204030203" pitchFamily="34" charset="0"/>
              <a:cs typeface="Lato Light" panose="020F0402020204030203" pitchFamily="34" charset="0"/>
            </a:endParaRPr>
          </a:p>
        </p:txBody>
      </p:sp>
      <p:sp>
        <p:nvSpPr>
          <p:cNvPr id="28" name="TextBox 27"/>
          <p:cNvSpPr txBox="1"/>
          <p:nvPr/>
        </p:nvSpPr>
        <p:spPr>
          <a:xfrm>
            <a:off x="5528684" y="2992965"/>
            <a:ext cx="496115" cy="769441"/>
          </a:xfrm>
          <a:prstGeom prst="rect">
            <a:avLst/>
          </a:prstGeom>
          <a:noFill/>
        </p:spPr>
        <p:txBody>
          <a:bodyPr wrap="square" rtlCol="0">
            <a:spAutoFit/>
          </a:bodyPr>
          <a:lstStyle/>
          <a:p>
            <a:r>
              <a:rPr lang="en-US" sz="4400" dirty="0" smtClean="0">
                <a:solidFill>
                  <a:schemeClr val="bg1">
                    <a:lumMod val="85000"/>
                  </a:schemeClr>
                </a:solidFill>
                <a:latin typeface="Lato Light" panose="020F0402020204030203" pitchFamily="34" charset="0"/>
                <a:cs typeface="Lato Light" panose="020F0402020204030203" pitchFamily="34" charset="0"/>
              </a:rPr>
              <a:t>4</a:t>
            </a:r>
            <a:endParaRPr lang="en-US" sz="4400" dirty="0">
              <a:solidFill>
                <a:schemeClr val="bg1">
                  <a:lumMod val="85000"/>
                </a:schemeClr>
              </a:solidFill>
              <a:latin typeface="Lato Light" panose="020F0402020204030203" pitchFamily="34" charset="0"/>
              <a:cs typeface="Lato Light" panose="020F0402020204030203" pitchFamily="34" charset="0"/>
            </a:endParaRPr>
          </a:p>
        </p:txBody>
      </p:sp>
      <p:sp>
        <p:nvSpPr>
          <p:cNvPr id="29" name="TextBox 28"/>
          <p:cNvSpPr txBox="1"/>
          <p:nvPr/>
        </p:nvSpPr>
        <p:spPr>
          <a:xfrm>
            <a:off x="6575980" y="1200153"/>
            <a:ext cx="3848100" cy="369332"/>
          </a:xfrm>
          <a:prstGeom prst="rect">
            <a:avLst/>
          </a:prstGeom>
          <a:noFill/>
        </p:spPr>
        <p:txBody>
          <a:bodyPr wrap="square" rtlCol="0">
            <a:spAutoFit/>
          </a:bodyPr>
          <a:lstStyle/>
          <a:p>
            <a:r>
              <a:rPr lang="en-US" dirty="0" smtClean="0">
                <a:solidFill>
                  <a:schemeClr val="tx1">
                    <a:lumMod val="85000"/>
                    <a:lumOff val="15000"/>
                  </a:schemeClr>
                </a:solidFill>
                <a:latin typeface="Lato" panose="020F0502020204030203" pitchFamily="34" charset="0"/>
                <a:cs typeface="Lato" panose="020F0502020204030203" pitchFamily="34" charset="0"/>
              </a:rPr>
              <a:t>Data Collection</a:t>
            </a:r>
            <a:endParaRPr lang="en-US" dirty="0">
              <a:solidFill>
                <a:schemeClr val="tx1">
                  <a:lumMod val="85000"/>
                  <a:lumOff val="15000"/>
                </a:schemeClr>
              </a:solidFill>
              <a:latin typeface="Lato" panose="020F0502020204030203" pitchFamily="34" charset="0"/>
              <a:cs typeface="Lato" panose="020F0502020204030203" pitchFamily="34" charset="0"/>
            </a:endParaRPr>
          </a:p>
        </p:txBody>
      </p:sp>
      <p:sp>
        <p:nvSpPr>
          <p:cNvPr id="30" name="TextBox 29"/>
          <p:cNvSpPr txBox="1"/>
          <p:nvPr/>
        </p:nvSpPr>
        <p:spPr>
          <a:xfrm>
            <a:off x="6586886" y="1440355"/>
            <a:ext cx="3848100" cy="276999"/>
          </a:xfrm>
          <a:prstGeom prst="rect">
            <a:avLst/>
          </a:prstGeom>
          <a:noFill/>
        </p:spPr>
        <p:txBody>
          <a:bodyPr wrap="square" rtlCol="0">
            <a:spAutoFit/>
          </a:bodyPr>
          <a:lstStyle/>
          <a:p>
            <a:r>
              <a:rPr lang="en-US" sz="1200" dirty="0" smtClean="0">
                <a:solidFill>
                  <a:schemeClr val="bg1">
                    <a:lumMod val="65000"/>
                  </a:schemeClr>
                </a:solidFill>
                <a:latin typeface="Lato Light" panose="020F0402020204030203" pitchFamily="34" charset="0"/>
                <a:cs typeface="Lato Light" panose="020F0402020204030203" pitchFamily="34" charset="0"/>
              </a:rPr>
              <a:t>CGIs, Sampling Automation</a:t>
            </a:r>
            <a:endParaRPr lang="en-US" sz="1200" dirty="0">
              <a:solidFill>
                <a:schemeClr val="bg1">
                  <a:lumMod val="65000"/>
                </a:schemeClr>
              </a:solidFill>
              <a:latin typeface="Lato Light" panose="020F0402020204030203" pitchFamily="34" charset="0"/>
              <a:cs typeface="Lato Light" panose="020F0402020204030203" pitchFamily="34" charset="0"/>
            </a:endParaRPr>
          </a:p>
        </p:txBody>
      </p:sp>
      <p:sp>
        <p:nvSpPr>
          <p:cNvPr id="31" name="TextBox 30"/>
          <p:cNvSpPr txBox="1"/>
          <p:nvPr/>
        </p:nvSpPr>
        <p:spPr>
          <a:xfrm>
            <a:off x="1753620" y="1736170"/>
            <a:ext cx="3848100" cy="369332"/>
          </a:xfrm>
          <a:prstGeom prst="rect">
            <a:avLst/>
          </a:prstGeom>
          <a:noFill/>
        </p:spPr>
        <p:txBody>
          <a:bodyPr wrap="square" rtlCol="0">
            <a:spAutoFit/>
          </a:bodyPr>
          <a:lstStyle/>
          <a:p>
            <a:pPr algn="r"/>
            <a:r>
              <a:rPr lang="en-US" dirty="0" smtClean="0">
                <a:solidFill>
                  <a:schemeClr val="tx1">
                    <a:lumMod val="85000"/>
                    <a:lumOff val="15000"/>
                  </a:schemeClr>
                </a:solidFill>
                <a:latin typeface="Lato" panose="020F0502020204030203" pitchFamily="34" charset="0"/>
                <a:cs typeface="Lato" panose="020F0502020204030203" pitchFamily="34" charset="0"/>
              </a:rPr>
              <a:t>Data Preprocessing</a:t>
            </a:r>
            <a:endParaRPr lang="en-US" dirty="0">
              <a:solidFill>
                <a:schemeClr val="tx1">
                  <a:lumMod val="85000"/>
                  <a:lumOff val="15000"/>
                </a:schemeClr>
              </a:solidFill>
              <a:latin typeface="Lato" panose="020F0502020204030203" pitchFamily="34" charset="0"/>
              <a:cs typeface="Lato" panose="020F0502020204030203" pitchFamily="34" charset="0"/>
            </a:endParaRPr>
          </a:p>
        </p:txBody>
      </p:sp>
      <p:sp>
        <p:nvSpPr>
          <p:cNvPr id="32" name="TextBox 31"/>
          <p:cNvSpPr txBox="1"/>
          <p:nvPr/>
        </p:nvSpPr>
        <p:spPr>
          <a:xfrm>
            <a:off x="1749785" y="1991204"/>
            <a:ext cx="3848100" cy="276999"/>
          </a:xfrm>
          <a:prstGeom prst="rect">
            <a:avLst/>
          </a:prstGeom>
          <a:noFill/>
        </p:spPr>
        <p:txBody>
          <a:bodyPr wrap="square" rtlCol="0">
            <a:spAutoFit/>
          </a:bodyPr>
          <a:lstStyle/>
          <a:p>
            <a:pPr algn="r"/>
            <a:r>
              <a:rPr lang="en-US" sz="1200" dirty="0" smtClean="0">
                <a:solidFill>
                  <a:schemeClr val="bg1">
                    <a:lumMod val="65000"/>
                  </a:schemeClr>
                </a:solidFill>
                <a:latin typeface="Lato Light" panose="020F0402020204030203" pitchFamily="34" charset="0"/>
                <a:cs typeface="Lato Light" panose="020F0402020204030203" pitchFamily="34" charset="0"/>
              </a:rPr>
              <a:t>Median Filter, Data cleansing</a:t>
            </a:r>
            <a:endParaRPr lang="en-US" sz="1200" dirty="0">
              <a:solidFill>
                <a:schemeClr val="bg1">
                  <a:lumMod val="65000"/>
                </a:schemeClr>
              </a:solidFill>
              <a:latin typeface="Lato Light" panose="020F0402020204030203" pitchFamily="34" charset="0"/>
              <a:cs typeface="Lato Light" panose="020F0402020204030203" pitchFamily="34" charset="0"/>
            </a:endParaRPr>
          </a:p>
        </p:txBody>
      </p:sp>
      <p:sp>
        <p:nvSpPr>
          <p:cNvPr id="33" name="TextBox 32"/>
          <p:cNvSpPr txBox="1"/>
          <p:nvPr/>
        </p:nvSpPr>
        <p:spPr>
          <a:xfrm>
            <a:off x="6569703" y="2478043"/>
            <a:ext cx="3848100" cy="369332"/>
          </a:xfrm>
          <a:prstGeom prst="rect">
            <a:avLst/>
          </a:prstGeom>
          <a:noFill/>
        </p:spPr>
        <p:txBody>
          <a:bodyPr wrap="square" rtlCol="0">
            <a:spAutoFit/>
          </a:bodyPr>
          <a:lstStyle/>
          <a:p>
            <a:r>
              <a:rPr lang="en-US" dirty="0" smtClean="0">
                <a:solidFill>
                  <a:schemeClr val="tx1">
                    <a:lumMod val="85000"/>
                    <a:lumOff val="15000"/>
                  </a:schemeClr>
                </a:solidFill>
                <a:latin typeface="Lato" panose="020F0502020204030203" pitchFamily="34" charset="0"/>
                <a:cs typeface="Lato" panose="020F0502020204030203" pitchFamily="34" charset="0"/>
              </a:rPr>
              <a:t>Feature Extraction</a:t>
            </a:r>
            <a:endParaRPr lang="en-US" dirty="0">
              <a:solidFill>
                <a:schemeClr val="tx1">
                  <a:lumMod val="85000"/>
                  <a:lumOff val="15000"/>
                </a:schemeClr>
              </a:solidFill>
              <a:latin typeface="Lato" panose="020F0502020204030203" pitchFamily="34" charset="0"/>
              <a:cs typeface="Lato" panose="020F0502020204030203" pitchFamily="34" charset="0"/>
            </a:endParaRPr>
          </a:p>
        </p:txBody>
      </p:sp>
      <p:sp>
        <p:nvSpPr>
          <p:cNvPr id="34" name="TextBox 33"/>
          <p:cNvSpPr txBox="1"/>
          <p:nvPr/>
        </p:nvSpPr>
        <p:spPr>
          <a:xfrm>
            <a:off x="6576947" y="2726931"/>
            <a:ext cx="3848100" cy="276999"/>
          </a:xfrm>
          <a:prstGeom prst="rect">
            <a:avLst/>
          </a:prstGeom>
          <a:noFill/>
        </p:spPr>
        <p:txBody>
          <a:bodyPr wrap="square" rtlCol="0">
            <a:spAutoFit/>
          </a:bodyPr>
          <a:lstStyle/>
          <a:p>
            <a:r>
              <a:rPr lang="en-US" sz="1200" dirty="0" smtClean="0">
                <a:solidFill>
                  <a:schemeClr val="bg1">
                    <a:lumMod val="65000"/>
                  </a:schemeClr>
                </a:solidFill>
                <a:latin typeface="Lato Light" panose="020F0402020204030203" pitchFamily="34" charset="0"/>
                <a:cs typeface="Lato Light" panose="020F0402020204030203" pitchFamily="34" charset="0"/>
              </a:rPr>
              <a:t>EM, GMM, HHT, PCA, LDA, etc.</a:t>
            </a:r>
            <a:endParaRPr lang="en-US" sz="1200" dirty="0">
              <a:solidFill>
                <a:schemeClr val="bg1">
                  <a:lumMod val="65000"/>
                </a:schemeClr>
              </a:solidFill>
              <a:latin typeface="Lato Light" panose="020F0402020204030203" pitchFamily="34" charset="0"/>
              <a:cs typeface="Lato Light" panose="020F0402020204030203" pitchFamily="34" charset="0"/>
            </a:endParaRPr>
          </a:p>
        </p:txBody>
      </p:sp>
      <p:sp>
        <p:nvSpPr>
          <p:cNvPr id="35" name="TextBox 34"/>
          <p:cNvSpPr txBox="1"/>
          <p:nvPr/>
        </p:nvSpPr>
        <p:spPr>
          <a:xfrm>
            <a:off x="1749785" y="3088846"/>
            <a:ext cx="3848100" cy="369332"/>
          </a:xfrm>
          <a:prstGeom prst="rect">
            <a:avLst/>
          </a:prstGeom>
          <a:noFill/>
        </p:spPr>
        <p:txBody>
          <a:bodyPr wrap="square" rtlCol="0">
            <a:spAutoFit/>
          </a:bodyPr>
          <a:lstStyle/>
          <a:p>
            <a:pPr algn="r"/>
            <a:r>
              <a:rPr lang="en-US" dirty="0" smtClean="0">
                <a:solidFill>
                  <a:schemeClr val="tx1">
                    <a:lumMod val="85000"/>
                    <a:lumOff val="15000"/>
                  </a:schemeClr>
                </a:solidFill>
                <a:latin typeface="Lato" panose="020F0502020204030203" pitchFamily="34" charset="0"/>
                <a:cs typeface="Lato" panose="020F0502020204030203" pitchFamily="34" charset="0"/>
              </a:rPr>
              <a:t>Transformation</a:t>
            </a:r>
            <a:endParaRPr lang="en-US" dirty="0">
              <a:solidFill>
                <a:schemeClr val="tx1">
                  <a:lumMod val="85000"/>
                  <a:lumOff val="15000"/>
                </a:schemeClr>
              </a:solidFill>
              <a:latin typeface="Lato" panose="020F0502020204030203" pitchFamily="34" charset="0"/>
              <a:cs typeface="Lato" panose="020F0502020204030203" pitchFamily="34" charset="0"/>
            </a:endParaRPr>
          </a:p>
        </p:txBody>
      </p:sp>
      <p:sp>
        <p:nvSpPr>
          <p:cNvPr id="36" name="TextBox 35"/>
          <p:cNvSpPr txBox="1"/>
          <p:nvPr/>
        </p:nvSpPr>
        <p:spPr>
          <a:xfrm>
            <a:off x="1749785" y="3354915"/>
            <a:ext cx="3848100" cy="276999"/>
          </a:xfrm>
          <a:prstGeom prst="rect">
            <a:avLst/>
          </a:prstGeom>
          <a:noFill/>
        </p:spPr>
        <p:txBody>
          <a:bodyPr wrap="square" rtlCol="0">
            <a:spAutoFit/>
          </a:bodyPr>
          <a:lstStyle/>
          <a:p>
            <a:pPr algn="r"/>
            <a:r>
              <a:rPr lang="en-US" sz="1200" dirty="0" smtClean="0">
                <a:solidFill>
                  <a:schemeClr val="bg1">
                    <a:lumMod val="65000"/>
                  </a:schemeClr>
                </a:solidFill>
                <a:latin typeface="Lato Light" panose="020F0402020204030203" pitchFamily="34" charset="0"/>
                <a:cs typeface="Lato Light" panose="020F0402020204030203" pitchFamily="34" charset="0"/>
              </a:rPr>
              <a:t>Histogram, KLD, EMD, K-Means, Kernel Mapping</a:t>
            </a:r>
            <a:endParaRPr lang="en-US" sz="1200" dirty="0">
              <a:solidFill>
                <a:schemeClr val="bg1">
                  <a:lumMod val="65000"/>
                </a:schemeClr>
              </a:solidFill>
              <a:latin typeface="Lato Light" panose="020F0402020204030203" pitchFamily="34" charset="0"/>
              <a:cs typeface="Lato Light" panose="020F0402020204030203" pitchFamily="34" charset="0"/>
            </a:endParaRPr>
          </a:p>
        </p:txBody>
      </p:sp>
      <p:cxnSp>
        <p:nvCxnSpPr>
          <p:cNvPr id="52" name="Straight Connector 51"/>
          <p:cNvCxnSpPr/>
          <p:nvPr/>
        </p:nvCxnSpPr>
        <p:spPr>
          <a:xfrm>
            <a:off x="5342035" y="4021992"/>
            <a:ext cx="658905" cy="0"/>
          </a:xfrm>
          <a:prstGeom prst="line">
            <a:avLst/>
          </a:prstGeom>
          <a:ln w="38100" cap="rnd">
            <a:solidFill>
              <a:schemeClr val="bg1">
                <a:lumMod val="85000"/>
              </a:schemeClr>
            </a:solidFill>
            <a:prstDash val="sysDot"/>
          </a:ln>
        </p:spPr>
        <p:style>
          <a:lnRef idx="1">
            <a:schemeClr val="accent1"/>
          </a:lnRef>
          <a:fillRef idx="0">
            <a:schemeClr val="accent1"/>
          </a:fillRef>
          <a:effectRef idx="0">
            <a:schemeClr val="accent1"/>
          </a:effectRef>
          <a:fontRef idx="minor">
            <a:schemeClr val="tx1"/>
          </a:fontRef>
        </p:style>
      </p:cxnSp>
      <p:sp>
        <p:nvSpPr>
          <p:cNvPr id="53" name="Teardrop 52"/>
          <p:cNvSpPr/>
          <p:nvPr/>
        </p:nvSpPr>
        <p:spPr>
          <a:xfrm rot="2700000">
            <a:off x="4694891" y="3793391"/>
            <a:ext cx="457200" cy="457200"/>
          </a:xfrm>
          <a:prstGeom prst="teardrop">
            <a:avLst/>
          </a:prstGeom>
          <a:noFill/>
          <a:ln w="57150">
            <a:solidFill>
              <a:srgbClr val="3DBF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4" name="Oval 53"/>
          <p:cNvSpPr/>
          <p:nvPr/>
        </p:nvSpPr>
        <p:spPr>
          <a:xfrm>
            <a:off x="6023502" y="3946614"/>
            <a:ext cx="150756" cy="150756"/>
          </a:xfrm>
          <a:prstGeom prst="ellipse">
            <a:avLst/>
          </a:prstGeom>
          <a:solidFill>
            <a:srgbClr val="3DBF9C"/>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5" name="Straight Connector 54"/>
          <p:cNvCxnSpPr/>
          <p:nvPr/>
        </p:nvCxnSpPr>
        <p:spPr>
          <a:xfrm>
            <a:off x="6228348" y="4682441"/>
            <a:ext cx="658905" cy="0"/>
          </a:xfrm>
          <a:prstGeom prst="line">
            <a:avLst/>
          </a:prstGeom>
          <a:ln w="38100" cap="rnd">
            <a:solidFill>
              <a:schemeClr val="bg1">
                <a:lumMod val="85000"/>
              </a:schemeClr>
            </a:solidFill>
            <a:prstDash val="sysDot"/>
          </a:ln>
        </p:spPr>
        <p:style>
          <a:lnRef idx="1">
            <a:schemeClr val="accent1"/>
          </a:lnRef>
          <a:fillRef idx="0">
            <a:schemeClr val="accent1"/>
          </a:fillRef>
          <a:effectRef idx="0">
            <a:schemeClr val="accent1"/>
          </a:effectRef>
          <a:fontRef idx="minor">
            <a:schemeClr val="tx1"/>
          </a:fontRef>
        </p:style>
      </p:cxnSp>
      <p:sp>
        <p:nvSpPr>
          <p:cNvPr id="56" name="Teardrop 55"/>
          <p:cNvSpPr/>
          <p:nvPr/>
        </p:nvSpPr>
        <p:spPr>
          <a:xfrm rot="13500000">
            <a:off x="7038940" y="4461023"/>
            <a:ext cx="457200" cy="457200"/>
          </a:xfrm>
          <a:prstGeom prst="teardrop">
            <a:avLst/>
          </a:prstGeom>
          <a:noFill/>
          <a:ln w="57150">
            <a:solidFill>
              <a:srgbClr val="D43E0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Oval 56"/>
          <p:cNvSpPr/>
          <p:nvPr/>
        </p:nvSpPr>
        <p:spPr>
          <a:xfrm>
            <a:off x="6020594" y="4607063"/>
            <a:ext cx="150756" cy="150756"/>
          </a:xfrm>
          <a:prstGeom prst="ellipse">
            <a:avLst/>
          </a:prstGeom>
          <a:solidFill>
            <a:srgbClr val="D43E0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Teardrop 57"/>
          <p:cNvSpPr/>
          <p:nvPr/>
        </p:nvSpPr>
        <p:spPr>
          <a:xfrm rot="18900000">
            <a:off x="5857847" y="5419752"/>
            <a:ext cx="457200" cy="457200"/>
          </a:xfrm>
          <a:prstGeom prst="teardrop">
            <a:avLst/>
          </a:prstGeom>
          <a:noFill/>
          <a:ln w="57150">
            <a:solidFill>
              <a:srgbClr val="0087B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TextBox 58"/>
          <p:cNvSpPr txBox="1"/>
          <p:nvPr/>
        </p:nvSpPr>
        <p:spPr>
          <a:xfrm>
            <a:off x="6206387" y="3645024"/>
            <a:ext cx="496115" cy="769441"/>
          </a:xfrm>
          <a:prstGeom prst="rect">
            <a:avLst/>
          </a:prstGeom>
          <a:noFill/>
        </p:spPr>
        <p:txBody>
          <a:bodyPr wrap="square" rtlCol="0">
            <a:spAutoFit/>
          </a:bodyPr>
          <a:lstStyle/>
          <a:p>
            <a:r>
              <a:rPr lang="en-US" sz="4400" dirty="0" smtClean="0">
                <a:solidFill>
                  <a:schemeClr val="bg1">
                    <a:lumMod val="85000"/>
                  </a:schemeClr>
                </a:solidFill>
                <a:latin typeface="Lato Light" panose="020F0402020204030203" pitchFamily="34" charset="0"/>
                <a:cs typeface="Lato Light" panose="020F0402020204030203" pitchFamily="34" charset="0"/>
              </a:rPr>
              <a:t>5</a:t>
            </a:r>
            <a:endParaRPr lang="en-US" sz="4400" dirty="0">
              <a:solidFill>
                <a:schemeClr val="bg1">
                  <a:lumMod val="85000"/>
                </a:schemeClr>
              </a:solidFill>
              <a:latin typeface="Lato Light" panose="020F0402020204030203" pitchFamily="34" charset="0"/>
              <a:cs typeface="Lato Light" panose="020F0402020204030203" pitchFamily="34" charset="0"/>
            </a:endParaRPr>
          </a:p>
        </p:txBody>
      </p:sp>
      <p:sp>
        <p:nvSpPr>
          <p:cNvPr id="60" name="TextBox 59"/>
          <p:cNvSpPr txBox="1"/>
          <p:nvPr/>
        </p:nvSpPr>
        <p:spPr>
          <a:xfrm>
            <a:off x="5528296" y="4285283"/>
            <a:ext cx="496115" cy="769441"/>
          </a:xfrm>
          <a:prstGeom prst="rect">
            <a:avLst/>
          </a:prstGeom>
          <a:noFill/>
        </p:spPr>
        <p:txBody>
          <a:bodyPr wrap="square" rtlCol="0">
            <a:spAutoFit/>
          </a:bodyPr>
          <a:lstStyle/>
          <a:p>
            <a:r>
              <a:rPr lang="en-US" sz="4400" dirty="0" smtClean="0">
                <a:solidFill>
                  <a:schemeClr val="bg1">
                    <a:lumMod val="85000"/>
                  </a:schemeClr>
                </a:solidFill>
                <a:latin typeface="Lato Light" panose="020F0402020204030203" pitchFamily="34" charset="0"/>
                <a:cs typeface="Lato Light" panose="020F0402020204030203" pitchFamily="34" charset="0"/>
              </a:rPr>
              <a:t>6</a:t>
            </a:r>
            <a:endParaRPr lang="en-US" sz="4400" dirty="0">
              <a:solidFill>
                <a:schemeClr val="bg1">
                  <a:lumMod val="85000"/>
                </a:schemeClr>
              </a:solidFill>
              <a:latin typeface="Lato Light" panose="020F0402020204030203" pitchFamily="34" charset="0"/>
              <a:cs typeface="Lato Light" panose="020F0402020204030203" pitchFamily="34" charset="0"/>
            </a:endParaRPr>
          </a:p>
        </p:txBody>
      </p:sp>
      <p:sp>
        <p:nvSpPr>
          <p:cNvPr id="61" name="TextBox 60"/>
          <p:cNvSpPr txBox="1"/>
          <p:nvPr/>
        </p:nvSpPr>
        <p:spPr>
          <a:xfrm>
            <a:off x="6586886" y="4017393"/>
            <a:ext cx="3848100" cy="276999"/>
          </a:xfrm>
          <a:prstGeom prst="rect">
            <a:avLst/>
          </a:prstGeom>
          <a:noFill/>
        </p:spPr>
        <p:txBody>
          <a:bodyPr wrap="square" rtlCol="0">
            <a:spAutoFit/>
          </a:bodyPr>
          <a:lstStyle/>
          <a:p>
            <a:r>
              <a:rPr lang="en-US" sz="1200" b="1" dirty="0" smtClean="0">
                <a:solidFill>
                  <a:schemeClr val="bg1">
                    <a:lumMod val="65000"/>
                  </a:schemeClr>
                </a:solidFill>
                <a:latin typeface="Lato Light" panose="020F0402020204030203" pitchFamily="34" charset="0"/>
                <a:cs typeface="Lato Light" panose="020F0402020204030203" pitchFamily="34" charset="0"/>
              </a:rPr>
              <a:t>T-Test, Chi-Square, Wilcoxon Signed Rank Test</a:t>
            </a:r>
            <a:endParaRPr lang="en-US" sz="1200" b="1" dirty="0">
              <a:solidFill>
                <a:schemeClr val="bg1">
                  <a:lumMod val="65000"/>
                </a:schemeClr>
              </a:solidFill>
              <a:latin typeface="Lato Light" panose="020F0402020204030203" pitchFamily="34" charset="0"/>
              <a:cs typeface="Lato Light" panose="020F0402020204030203" pitchFamily="34" charset="0"/>
            </a:endParaRPr>
          </a:p>
        </p:txBody>
      </p:sp>
      <p:sp>
        <p:nvSpPr>
          <p:cNvPr id="62" name="TextBox 61"/>
          <p:cNvSpPr txBox="1"/>
          <p:nvPr/>
        </p:nvSpPr>
        <p:spPr>
          <a:xfrm>
            <a:off x="1680196" y="4373234"/>
            <a:ext cx="3848100" cy="369332"/>
          </a:xfrm>
          <a:prstGeom prst="rect">
            <a:avLst/>
          </a:prstGeom>
          <a:noFill/>
        </p:spPr>
        <p:txBody>
          <a:bodyPr wrap="square" rtlCol="0">
            <a:spAutoFit/>
          </a:bodyPr>
          <a:lstStyle/>
          <a:p>
            <a:pPr algn="r"/>
            <a:r>
              <a:rPr lang="en-US" dirty="0" smtClean="0">
                <a:solidFill>
                  <a:schemeClr val="tx1">
                    <a:lumMod val="85000"/>
                    <a:lumOff val="15000"/>
                  </a:schemeClr>
                </a:solidFill>
                <a:latin typeface="Lato" panose="020F0502020204030203" pitchFamily="34" charset="0"/>
                <a:cs typeface="Lato" panose="020F0502020204030203" pitchFamily="34" charset="0"/>
              </a:rPr>
              <a:t>Experiment </a:t>
            </a:r>
            <a:r>
              <a:rPr lang="en-US" dirty="0">
                <a:solidFill>
                  <a:schemeClr val="tx1">
                    <a:lumMod val="85000"/>
                    <a:lumOff val="15000"/>
                  </a:schemeClr>
                </a:solidFill>
                <a:latin typeface="Lato" panose="020F0502020204030203" pitchFamily="34" charset="0"/>
                <a:cs typeface="Lato" panose="020F0502020204030203" pitchFamily="34" charset="0"/>
              </a:rPr>
              <a:t>Design</a:t>
            </a:r>
          </a:p>
        </p:txBody>
      </p:sp>
      <p:sp>
        <p:nvSpPr>
          <p:cNvPr id="63" name="TextBox 62"/>
          <p:cNvSpPr txBox="1"/>
          <p:nvPr/>
        </p:nvSpPr>
        <p:spPr>
          <a:xfrm>
            <a:off x="1680196" y="4638034"/>
            <a:ext cx="3848100" cy="276999"/>
          </a:xfrm>
          <a:prstGeom prst="rect">
            <a:avLst/>
          </a:prstGeom>
          <a:noFill/>
        </p:spPr>
        <p:txBody>
          <a:bodyPr wrap="square" rtlCol="0">
            <a:spAutoFit/>
          </a:bodyPr>
          <a:lstStyle/>
          <a:p>
            <a:pPr algn="r"/>
            <a:r>
              <a:rPr lang="en-US" sz="1200" dirty="0" smtClean="0">
                <a:solidFill>
                  <a:schemeClr val="bg1">
                    <a:lumMod val="65000"/>
                  </a:schemeClr>
                </a:solidFill>
                <a:latin typeface="Lato Light" panose="020F0402020204030203" pitchFamily="34" charset="0"/>
                <a:cs typeface="Lato Light" panose="020F0402020204030203" pitchFamily="34" charset="0"/>
              </a:rPr>
              <a:t>Random Sampling, Cross Validation, LOPO</a:t>
            </a:r>
            <a:endParaRPr lang="en-US" sz="1200" dirty="0">
              <a:solidFill>
                <a:schemeClr val="bg1">
                  <a:lumMod val="65000"/>
                </a:schemeClr>
              </a:solidFill>
              <a:latin typeface="Lato Light" panose="020F0402020204030203" pitchFamily="34" charset="0"/>
              <a:cs typeface="Lato Light" panose="020F0402020204030203" pitchFamily="34" charset="0"/>
            </a:endParaRPr>
          </a:p>
        </p:txBody>
      </p:sp>
      <p:sp>
        <p:nvSpPr>
          <p:cNvPr id="64" name="TextBox 63"/>
          <p:cNvSpPr txBox="1"/>
          <p:nvPr/>
        </p:nvSpPr>
        <p:spPr>
          <a:xfrm>
            <a:off x="4171922" y="5931470"/>
            <a:ext cx="3848100" cy="369332"/>
          </a:xfrm>
          <a:prstGeom prst="rect">
            <a:avLst/>
          </a:prstGeom>
          <a:noFill/>
        </p:spPr>
        <p:txBody>
          <a:bodyPr wrap="square" rtlCol="0">
            <a:spAutoFit/>
          </a:bodyPr>
          <a:lstStyle/>
          <a:p>
            <a:pPr algn="ctr"/>
            <a:r>
              <a:rPr lang="en-US" dirty="0" smtClean="0">
                <a:solidFill>
                  <a:schemeClr val="tx1">
                    <a:lumMod val="85000"/>
                    <a:lumOff val="15000"/>
                  </a:schemeClr>
                </a:solidFill>
                <a:latin typeface="Lato" panose="020F0502020204030203" pitchFamily="34" charset="0"/>
                <a:cs typeface="Lato" panose="020F0502020204030203" pitchFamily="34" charset="0"/>
              </a:rPr>
              <a:t>Result</a:t>
            </a:r>
            <a:endParaRPr lang="en-US" dirty="0">
              <a:solidFill>
                <a:schemeClr val="tx1">
                  <a:lumMod val="85000"/>
                  <a:lumOff val="15000"/>
                </a:schemeClr>
              </a:solidFill>
              <a:latin typeface="Lato" panose="020F0502020204030203" pitchFamily="34" charset="0"/>
              <a:cs typeface="Lato" panose="020F0502020204030203" pitchFamily="34" charset="0"/>
            </a:endParaRPr>
          </a:p>
        </p:txBody>
      </p:sp>
      <p:sp>
        <p:nvSpPr>
          <p:cNvPr id="65" name="TextBox 64"/>
          <p:cNvSpPr txBox="1"/>
          <p:nvPr/>
        </p:nvSpPr>
        <p:spPr>
          <a:xfrm>
            <a:off x="4162397" y="6197085"/>
            <a:ext cx="3848100" cy="276999"/>
          </a:xfrm>
          <a:prstGeom prst="rect">
            <a:avLst/>
          </a:prstGeom>
          <a:noFill/>
        </p:spPr>
        <p:txBody>
          <a:bodyPr wrap="square" rtlCol="0">
            <a:spAutoFit/>
          </a:bodyPr>
          <a:lstStyle/>
          <a:p>
            <a:pPr algn="ctr"/>
            <a:r>
              <a:rPr lang="en-US" sz="1200" dirty="0" smtClean="0">
                <a:solidFill>
                  <a:schemeClr val="bg1">
                    <a:lumMod val="65000"/>
                  </a:schemeClr>
                </a:solidFill>
                <a:latin typeface="Lato Light" panose="020F0402020204030203" pitchFamily="34" charset="0"/>
                <a:cs typeface="Lato Light" panose="020F0402020204030203" pitchFamily="34" charset="0"/>
              </a:rPr>
              <a:t>FAR, FRR, EER, etc.</a:t>
            </a:r>
            <a:endParaRPr lang="en-US" sz="1200" dirty="0">
              <a:solidFill>
                <a:schemeClr val="bg1">
                  <a:lumMod val="65000"/>
                </a:schemeClr>
              </a:solidFill>
              <a:latin typeface="Lato Light" panose="020F0402020204030203" pitchFamily="34" charset="0"/>
              <a:cs typeface="Lato Light" panose="020F0402020204030203" pitchFamily="34" charset="0"/>
            </a:endParaRPr>
          </a:p>
        </p:txBody>
      </p:sp>
      <p:sp>
        <p:nvSpPr>
          <p:cNvPr id="66" name="TextBox 65"/>
          <p:cNvSpPr txBox="1"/>
          <p:nvPr/>
        </p:nvSpPr>
        <p:spPr>
          <a:xfrm>
            <a:off x="6569703" y="3758280"/>
            <a:ext cx="4598351" cy="369332"/>
          </a:xfrm>
          <a:prstGeom prst="rect">
            <a:avLst/>
          </a:prstGeom>
          <a:noFill/>
        </p:spPr>
        <p:txBody>
          <a:bodyPr wrap="square" rtlCol="0">
            <a:spAutoFit/>
          </a:bodyPr>
          <a:lstStyle/>
          <a:p>
            <a:r>
              <a:rPr lang="en-US" dirty="0" smtClean="0">
                <a:solidFill>
                  <a:schemeClr val="tx1">
                    <a:lumMod val="85000"/>
                    <a:lumOff val="15000"/>
                  </a:schemeClr>
                </a:solidFill>
                <a:latin typeface="Lato" panose="020F0502020204030203" pitchFamily="34" charset="0"/>
                <a:cs typeface="Lato" panose="020F0502020204030203" pitchFamily="34" charset="0"/>
              </a:rPr>
              <a:t>Feature Selection</a:t>
            </a:r>
            <a:endParaRPr lang="en-US" dirty="0">
              <a:solidFill>
                <a:schemeClr val="tx1">
                  <a:lumMod val="85000"/>
                  <a:lumOff val="15000"/>
                </a:schemeClr>
              </a:solidFill>
              <a:latin typeface="Lato" panose="020F0502020204030203" pitchFamily="34" charset="0"/>
              <a:cs typeface="Lato" panose="020F0502020204030203" pitchFamily="34" charset="0"/>
            </a:endParaRPr>
          </a:p>
        </p:txBody>
      </p:sp>
      <p:sp>
        <p:nvSpPr>
          <p:cNvPr id="47" name="Oval 46"/>
          <p:cNvSpPr/>
          <p:nvPr/>
        </p:nvSpPr>
        <p:spPr>
          <a:xfrm>
            <a:off x="4780065" y="3887191"/>
            <a:ext cx="274320" cy="274320"/>
          </a:xfrm>
          <a:prstGeom prst="ellipse">
            <a:avLst/>
          </a:prstGeom>
          <a:solidFill>
            <a:srgbClr val="3DBF9C"/>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p:cNvSpPr/>
          <p:nvPr/>
        </p:nvSpPr>
        <p:spPr>
          <a:xfrm>
            <a:off x="5954028" y="5504997"/>
            <a:ext cx="274320" cy="274320"/>
          </a:xfrm>
          <a:prstGeom prst="ellipse">
            <a:avLst/>
          </a:prstGeom>
          <a:solidFill>
            <a:srgbClr val="0087B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681232220"/>
      </p:ext>
    </p:extLst>
  </p:cSld>
  <p:clrMapOvr>
    <a:masterClrMapping/>
  </p:clrMapOvr>
  <p:transition spd="slow" advTm="28113">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53" presetClass="entr" presetSubtype="16" fill="hold" grpId="0" nodeType="withEffect">
                                  <p:stCondLst>
                                    <p:cond delay="250"/>
                                  </p:stCondLst>
                                  <p:childTnLst>
                                    <p:set>
                                      <p:cBhvr>
                                        <p:cTn id="9" dur="1" fill="hold">
                                          <p:stCondLst>
                                            <p:cond delay="0"/>
                                          </p:stCondLst>
                                        </p:cTn>
                                        <p:tgtEl>
                                          <p:spTgt spid="16"/>
                                        </p:tgtEl>
                                        <p:attrNameLst>
                                          <p:attrName>style.visibility</p:attrName>
                                        </p:attrNameLst>
                                      </p:cBhvr>
                                      <p:to>
                                        <p:strVal val="visible"/>
                                      </p:to>
                                    </p:set>
                                    <p:anim calcmode="lin" valueType="num">
                                      <p:cBhvr>
                                        <p:cTn id="10" dur="500" fill="hold"/>
                                        <p:tgtEl>
                                          <p:spTgt spid="16"/>
                                        </p:tgtEl>
                                        <p:attrNameLst>
                                          <p:attrName>ppt_w</p:attrName>
                                        </p:attrNameLst>
                                      </p:cBhvr>
                                      <p:tavLst>
                                        <p:tav tm="0">
                                          <p:val>
                                            <p:fltVal val="0"/>
                                          </p:val>
                                        </p:tav>
                                        <p:tav tm="100000">
                                          <p:val>
                                            <p:strVal val="#ppt_w"/>
                                          </p:val>
                                        </p:tav>
                                      </p:tavLst>
                                    </p:anim>
                                    <p:anim calcmode="lin" valueType="num">
                                      <p:cBhvr>
                                        <p:cTn id="11" dur="500" fill="hold"/>
                                        <p:tgtEl>
                                          <p:spTgt spid="16"/>
                                        </p:tgtEl>
                                        <p:attrNameLst>
                                          <p:attrName>ppt_h</p:attrName>
                                        </p:attrNameLst>
                                      </p:cBhvr>
                                      <p:tavLst>
                                        <p:tav tm="0">
                                          <p:val>
                                            <p:fltVal val="0"/>
                                          </p:val>
                                        </p:tav>
                                        <p:tav tm="100000">
                                          <p:val>
                                            <p:strVal val="#ppt_h"/>
                                          </p:val>
                                        </p:tav>
                                      </p:tavLst>
                                    </p:anim>
                                    <p:animEffect transition="in" filter="fade">
                                      <p:cBhvr>
                                        <p:cTn id="12" dur="500"/>
                                        <p:tgtEl>
                                          <p:spTgt spid="16"/>
                                        </p:tgtEl>
                                      </p:cBhvr>
                                    </p:animEffect>
                                  </p:childTnLst>
                                </p:cTn>
                              </p:par>
                              <p:par>
                                <p:cTn id="13" presetID="10" presetClass="entr" presetSubtype="0" fill="hold" grpId="0" nodeType="withEffect">
                                  <p:stCondLst>
                                    <p:cond delay="25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500"/>
                                        <p:tgtEl>
                                          <p:spTgt spid="22"/>
                                        </p:tgtEl>
                                      </p:cBhvr>
                                    </p:animEffect>
                                  </p:childTnLst>
                                </p:cTn>
                              </p:par>
                            </p:childTnLst>
                          </p:cTn>
                        </p:par>
                        <p:par>
                          <p:cTn id="16" fill="hold">
                            <p:stCondLst>
                              <p:cond delay="750"/>
                            </p:stCondLst>
                            <p:childTnLst>
                              <p:par>
                                <p:cTn id="17" presetID="22" presetClass="entr" presetSubtype="1" fill="hold" nodeType="afterEffect">
                                  <p:stCondLst>
                                    <p:cond delay="50"/>
                                  </p:stCondLst>
                                  <p:childTnLst>
                                    <p:set>
                                      <p:cBhvr>
                                        <p:cTn id="18" dur="1" fill="hold">
                                          <p:stCondLst>
                                            <p:cond delay="0"/>
                                          </p:stCondLst>
                                        </p:cTn>
                                        <p:tgtEl>
                                          <p:spTgt spid="24"/>
                                        </p:tgtEl>
                                        <p:attrNameLst>
                                          <p:attrName>style.visibility</p:attrName>
                                        </p:attrNameLst>
                                      </p:cBhvr>
                                      <p:to>
                                        <p:strVal val="visible"/>
                                      </p:to>
                                    </p:set>
                                    <p:animEffect transition="in" filter="wipe(up)">
                                      <p:cBhvr>
                                        <p:cTn id="19" dur="4500"/>
                                        <p:tgtEl>
                                          <p:spTgt spid="24"/>
                                        </p:tgtEl>
                                      </p:cBhvr>
                                    </p:animEffect>
                                  </p:childTnLst>
                                </p:cTn>
                              </p:par>
                              <p:par>
                                <p:cTn id="20" presetID="53" presetClass="entr" presetSubtype="16" fill="hold" grpId="0" nodeType="withEffect">
                                  <p:stCondLst>
                                    <p:cond delay="250"/>
                                  </p:stCondLst>
                                  <p:childTnLst>
                                    <p:set>
                                      <p:cBhvr>
                                        <p:cTn id="21" dur="1" fill="hold">
                                          <p:stCondLst>
                                            <p:cond delay="0"/>
                                          </p:stCondLst>
                                        </p:cTn>
                                        <p:tgtEl>
                                          <p:spTgt spid="10"/>
                                        </p:tgtEl>
                                        <p:attrNameLst>
                                          <p:attrName>style.visibility</p:attrName>
                                        </p:attrNameLst>
                                      </p:cBhvr>
                                      <p:to>
                                        <p:strVal val="visible"/>
                                      </p:to>
                                    </p:set>
                                    <p:anim calcmode="lin" valueType="num">
                                      <p:cBhvr>
                                        <p:cTn id="22" dur="500" fill="hold"/>
                                        <p:tgtEl>
                                          <p:spTgt spid="10"/>
                                        </p:tgtEl>
                                        <p:attrNameLst>
                                          <p:attrName>ppt_w</p:attrName>
                                        </p:attrNameLst>
                                      </p:cBhvr>
                                      <p:tavLst>
                                        <p:tav tm="0">
                                          <p:val>
                                            <p:fltVal val="0"/>
                                          </p:val>
                                        </p:tav>
                                        <p:tav tm="100000">
                                          <p:val>
                                            <p:strVal val="#ppt_w"/>
                                          </p:val>
                                        </p:tav>
                                      </p:tavLst>
                                    </p:anim>
                                    <p:anim calcmode="lin" valueType="num">
                                      <p:cBhvr>
                                        <p:cTn id="23" dur="500" fill="hold"/>
                                        <p:tgtEl>
                                          <p:spTgt spid="10"/>
                                        </p:tgtEl>
                                        <p:attrNameLst>
                                          <p:attrName>ppt_h</p:attrName>
                                        </p:attrNameLst>
                                      </p:cBhvr>
                                      <p:tavLst>
                                        <p:tav tm="0">
                                          <p:val>
                                            <p:fltVal val="0"/>
                                          </p:val>
                                        </p:tav>
                                        <p:tav tm="100000">
                                          <p:val>
                                            <p:strVal val="#ppt_h"/>
                                          </p:val>
                                        </p:tav>
                                      </p:tavLst>
                                    </p:anim>
                                    <p:animEffect transition="in" filter="fade">
                                      <p:cBhvr>
                                        <p:cTn id="24" dur="500"/>
                                        <p:tgtEl>
                                          <p:spTgt spid="10"/>
                                        </p:tgtEl>
                                      </p:cBhvr>
                                    </p:animEffect>
                                  </p:childTnLst>
                                </p:cTn>
                              </p:par>
                              <p:par>
                                <p:cTn id="25" presetID="22" presetClass="entr" presetSubtype="2" fill="hold" nodeType="withEffect">
                                  <p:stCondLst>
                                    <p:cond delay="500"/>
                                  </p:stCondLst>
                                  <p:childTnLst>
                                    <p:set>
                                      <p:cBhvr>
                                        <p:cTn id="26" dur="1" fill="hold">
                                          <p:stCondLst>
                                            <p:cond delay="0"/>
                                          </p:stCondLst>
                                        </p:cTn>
                                        <p:tgtEl>
                                          <p:spTgt spid="8"/>
                                        </p:tgtEl>
                                        <p:attrNameLst>
                                          <p:attrName>style.visibility</p:attrName>
                                        </p:attrNameLst>
                                      </p:cBhvr>
                                      <p:to>
                                        <p:strVal val="visible"/>
                                      </p:to>
                                    </p:set>
                                    <p:animEffect transition="in" filter="wipe(right)">
                                      <p:cBhvr>
                                        <p:cTn id="27" dur="500"/>
                                        <p:tgtEl>
                                          <p:spTgt spid="8"/>
                                        </p:tgtEl>
                                      </p:cBhvr>
                                    </p:animEffect>
                                  </p:childTnLst>
                                </p:cTn>
                              </p:par>
                              <p:par>
                                <p:cTn id="28" presetID="53" presetClass="entr" presetSubtype="16" fill="hold" grpId="0" nodeType="withEffect">
                                  <p:stCondLst>
                                    <p:cond delay="500"/>
                                  </p:stCondLst>
                                  <p:childTnLst>
                                    <p:set>
                                      <p:cBhvr>
                                        <p:cTn id="29" dur="1" fill="hold">
                                          <p:stCondLst>
                                            <p:cond delay="0"/>
                                          </p:stCondLst>
                                        </p:cTn>
                                        <p:tgtEl>
                                          <p:spTgt spid="9"/>
                                        </p:tgtEl>
                                        <p:attrNameLst>
                                          <p:attrName>style.visibility</p:attrName>
                                        </p:attrNameLst>
                                      </p:cBhvr>
                                      <p:to>
                                        <p:strVal val="visible"/>
                                      </p:to>
                                    </p:set>
                                    <p:anim calcmode="lin" valueType="num">
                                      <p:cBhvr>
                                        <p:cTn id="30" dur="500" fill="hold"/>
                                        <p:tgtEl>
                                          <p:spTgt spid="9"/>
                                        </p:tgtEl>
                                        <p:attrNameLst>
                                          <p:attrName>ppt_w</p:attrName>
                                        </p:attrNameLst>
                                      </p:cBhvr>
                                      <p:tavLst>
                                        <p:tav tm="0">
                                          <p:val>
                                            <p:fltVal val="0"/>
                                          </p:val>
                                        </p:tav>
                                        <p:tav tm="100000">
                                          <p:val>
                                            <p:strVal val="#ppt_w"/>
                                          </p:val>
                                        </p:tav>
                                      </p:tavLst>
                                    </p:anim>
                                    <p:anim calcmode="lin" valueType="num">
                                      <p:cBhvr>
                                        <p:cTn id="31" dur="500" fill="hold"/>
                                        <p:tgtEl>
                                          <p:spTgt spid="9"/>
                                        </p:tgtEl>
                                        <p:attrNameLst>
                                          <p:attrName>ppt_h</p:attrName>
                                        </p:attrNameLst>
                                      </p:cBhvr>
                                      <p:tavLst>
                                        <p:tav tm="0">
                                          <p:val>
                                            <p:fltVal val="0"/>
                                          </p:val>
                                        </p:tav>
                                        <p:tav tm="100000">
                                          <p:val>
                                            <p:strVal val="#ppt_h"/>
                                          </p:val>
                                        </p:tav>
                                      </p:tavLst>
                                    </p:anim>
                                    <p:animEffect transition="in" filter="fade">
                                      <p:cBhvr>
                                        <p:cTn id="32" dur="500"/>
                                        <p:tgtEl>
                                          <p:spTgt spid="9"/>
                                        </p:tgtEl>
                                      </p:cBhvr>
                                    </p:animEffect>
                                  </p:childTnLst>
                                </p:cTn>
                              </p:par>
                              <p:par>
                                <p:cTn id="33" presetID="10" presetClass="entr" presetSubtype="0" fill="hold" grpId="0" nodeType="withEffect">
                                  <p:stCondLst>
                                    <p:cond delay="500"/>
                                  </p:stCondLst>
                                  <p:childTnLst>
                                    <p:set>
                                      <p:cBhvr>
                                        <p:cTn id="34" dur="1" fill="hold">
                                          <p:stCondLst>
                                            <p:cond delay="0"/>
                                          </p:stCondLst>
                                        </p:cTn>
                                        <p:tgtEl>
                                          <p:spTgt spid="25"/>
                                        </p:tgtEl>
                                        <p:attrNameLst>
                                          <p:attrName>style.visibility</p:attrName>
                                        </p:attrNameLst>
                                      </p:cBhvr>
                                      <p:to>
                                        <p:strVal val="visible"/>
                                      </p:to>
                                    </p:set>
                                    <p:animEffect transition="in" filter="fade">
                                      <p:cBhvr>
                                        <p:cTn id="35" dur="500"/>
                                        <p:tgtEl>
                                          <p:spTgt spid="25"/>
                                        </p:tgtEl>
                                      </p:cBhvr>
                                    </p:animEffect>
                                  </p:childTnLst>
                                </p:cTn>
                              </p:par>
                              <p:par>
                                <p:cTn id="36" presetID="10" presetClass="entr" presetSubtype="0" fill="hold" grpId="0" nodeType="withEffect">
                                  <p:stCondLst>
                                    <p:cond delay="500"/>
                                  </p:stCondLst>
                                  <p:childTnLst>
                                    <p:set>
                                      <p:cBhvr>
                                        <p:cTn id="37" dur="1" fill="hold">
                                          <p:stCondLst>
                                            <p:cond delay="0"/>
                                          </p:stCondLst>
                                        </p:cTn>
                                        <p:tgtEl>
                                          <p:spTgt spid="29"/>
                                        </p:tgtEl>
                                        <p:attrNameLst>
                                          <p:attrName>style.visibility</p:attrName>
                                        </p:attrNameLst>
                                      </p:cBhvr>
                                      <p:to>
                                        <p:strVal val="visible"/>
                                      </p:to>
                                    </p:set>
                                    <p:animEffect transition="in" filter="fade">
                                      <p:cBhvr>
                                        <p:cTn id="38" dur="500"/>
                                        <p:tgtEl>
                                          <p:spTgt spid="29"/>
                                        </p:tgtEl>
                                      </p:cBhvr>
                                    </p:animEffect>
                                  </p:childTnLst>
                                </p:cTn>
                              </p:par>
                              <p:par>
                                <p:cTn id="39" presetID="10" presetClass="entr" presetSubtype="0" fill="hold" grpId="0" nodeType="withEffect">
                                  <p:stCondLst>
                                    <p:cond delay="500"/>
                                  </p:stCondLst>
                                  <p:childTnLst>
                                    <p:set>
                                      <p:cBhvr>
                                        <p:cTn id="40" dur="1" fill="hold">
                                          <p:stCondLst>
                                            <p:cond delay="0"/>
                                          </p:stCondLst>
                                        </p:cTn>
                                        <p:tgtEl>
                                          <p:spTgt spid="30"/>
                                        </p:tgtEl>
                                        <p:attrNameLst>
                                          <p:attrName>style.visibility</p:attrName>
                                        </p:attrNameLst>
                                      </p:cBhvr>
                                      <p:to>
                                        <p:strVal val="visible"/>
                                      </p:to>
                                    </p:set>
                                    <p:animEffect transition="in" filter="fade">
                                      <p:cBhvr>
                                        <p:cTn id="41" dur="500"/>
                                        <p:tgtEl>
                                          <p:spTgt spid="30"/>
                                        </p:tgtEl>
                                      </p:cBhvr>
                                    </p:animEffect>
                                  </p:childTnLst>
                                </p:cTn>
                              </p:par>
                              <p:par>
                                <p:cTn id="42" presetID="53" presetClass="entr" presetSubtype="16" fill="hold" grpId="0" nodeType="withEffect">
                                  <p:stCondLst>
                                    <p:cond delay="750"/>
                                  </p:stCondLst>
                                  <p:childTnLst>
                                    <p:set>
                                      <p:cBhvr>
                                        <p:cTn id="43" dur="1" fill="hold">
                                          <p:stCondLst>
                                            <p:cond delay="0"/>
                                          </p:stCondLst>
                                        </p:cTn>
                                        <p:tgtEl>
                                          <p:spTgt spid="14"/>
                                        </p:tgtEl>
                                        <p:attrNameLst>
                                          <p:attrName>style.visibility</p:attrName>
                                        </p:attrNameLst>
                                      </p:cBhvr>
                                      <p:to>
                                        <p:strVal val="visible"/>
                                      </p:to>
                                    </p:set>
                                    <p:anim calcmode="lin" valueType="num">
                                      <p:cBhvr>
                                        <p:cTn id="44" dur="500" fill="hold"/>
                                        <p:tgtEl>
                                          <p:spTgt spid="14"/>
                                        </p:tgtEl>
                                        <p:attrNameLst>
                                          <p:attrName>ppt_w</p:attrName>
                                        </p:attrNameLst>
                                      </p:cBhvr>
                                      <p:tavLst>
                                        <p:tav tm="0">
                                          <p:val>
                                            <p:fltVal val="0"/>
                                          </p:val>
                                        </p:tav>
                                        <p:tav tm="100000">
                                          <p:val>
                                            <p:strVal val="#ppt_w"/>
                                          </p:val>
                                        </p:tav>
                                      </p:tavLst>
                                    </p:anim>
                                    <p:anim calcmode="lin" valueType="num">
                                      <p:cBhvr>
                                        <p:cTn id="45" dur="500" fill="hold"/>
                                        <p:tgtEl>
                                          <p:spTgt spid="14"/>
                                        </p:tgtEl>
                                        <p:attrNameLst>
                                          <p:attrName>ppt_h</p:attrName>
                                        </p:attrNameLst>
                                      </p:cBhvr>
                                      <p:tavLst>
                                        <p:tav tm="0">
                                          <p:val>
                                            <p:fltVal val="0"/>
                                          </p:val>
                                        </p:tav>
                                        <p:tav tm="100000">
                                          <p:val>
                                            <p:strVal val="#ppt_h"/>
                                          </p:val>
                                        </p:tav>
                                      </p:tavLst>
                                    </p:anim>
                                    <p:animEffect transition="in" filter="fade">
                                      <p:cBhvr>
                                        <p:cTn id="46" dur="500"/>
                                        <p:tgtEl>
                                          <p:spTgt spid="14"/>
                                        </p:tgtEl>
                                      </p:cBhvr>
                                    </p:animEffect>
                                  </p:childTnLst>
                                </p:cTn>
                              </p:par>
                              <p:par>
                                <p:cTn id="47" presetID="22" presetClass="entr" presetSubtype="8" fill="hold" nodeType="withEffect">
                                  <p:stCondLst>
                                    <p:cond delay="1000"/>
                                  </p:stCondLst>
                                  <p:childTnLst>
                                    <p:set>
                                      <p:cBhvr>
                                        <p:cTn id="48" dur="1" fill="hold">
                                          <p:stCondLst>
                                            <p:cond delay="0"/>
                                          </p:stCondLst>
                                        </p:cTn>
                                        <p:tgtEl>
                                          <p:spTgt spid="11"/>
                                        </p:tgtEl>
                                        <p:attrNameLst>
                                          <p:attrName>style.visibility</p:attrName>
                                        </p:attrNameLst>
                                      </p:cBhvr>
                                      <p:to>
                                        <p:strVal val="visible"/>
                                      </p:to>
                                    </p:set>
                                    <p:animEffect transition="in" filter="wipe(left)">
                                      <p:cBhvr>
                                        <p:cTn id="49" dur="500"/>
                                        <p:tgtEl>
                                          <p:spTgt spid="11"/>
                                        </p:tgtEl>
                                      </p:cBhvr>
                                    </p:animEffect>
                                  </p:childTnLst>
                                </p:cTn>
                              </p:par>
                              <p:par>
                                <p:cTn id="50" presetID="53" presetClass="entr" presetSubtype="16" fill="hold" grpId="0" nodeType="withEffect">
                                  <p:stCondLst>
                                    <p:cond delay="1000"/>
                                  </p:stCondLst>
                                  <p:childTnLst>
                                    <p:set>
                                      <p:cBhvr>
                                        <p:cTn id="51" dur="1" fill="hold">
                                          <p:stCondLst>
                                            <p:cond delay="0"/>
                                          </p:stCondLst>
                                        </p:cTn>
                                        <p:tgtEl>
                                          <p:spTgt spid="13"/>
                                        </p:tgtEl>
                                        <p:attrNameLst>
                                          <p:attrName>style.visibility</p:attrName>
                                        </p:attrNameLst>
                                      </p:cBhvr>
                                      <p:to>
                                        <p:strVal val="visible"/>
                                      </p:to>
                                    </p:set>
                                    <p:anim calcmode="lin" valueType="num">
                                      <p:cBhvr>
                                        <p:cTn id="52" dur="500" fill="hold"/>
                                        <p:tgtEl>
                                          <p:spTgt spid="13"/>
                                        </p:tgtEl>
                                        <p:attrNameLst>
                                          <p:attrName>ppt_w</p:attrName>
                                        </p:attrNameLst>
                                      </p:cBhvr>
                                      <p:tavLst>
                                        <p:tav tm="0">
                                          <p:val>
                                            <p:fltVal val="0"/>
                                          </p:val>
                                        </p:tav>
                                        <p:tav tm="100000">
                                          <p:val>
                                            <p:strVal val="#ppt_w"/>
                                          </p:val>
                                        </p:tav>
                                      </p:tavLst>
                                    </p:anim>
                                    <p:anim calcmode="lin" valueType="num">
                                      <p:cBhvr>
                                        <p:cTn id="53" dur="500" fill="hold"/>
                                        <p:tgtEl>
                                          <p:spTgt spid="13"/>
                                        </p:tgtEl>
                                        <p:attrNameLst>
                                          <p:attrName>ppt_h</p:attrName>
                                        </p:attrNameLst>
                                      </p:cBhvr>
                                      <p:tavLst>
                                        <p:tav tm="0">
                                          <p:val>
                                            <p:fltVal val="0"/>
                                          </p:val>
                                        </p:tav>
                                        <p:tav tm="100000">
                                          <p:val>
                                            <p:strVal val="#ppt_h"/>
                                          </p:val>
                                        </p:tav>
                                      </p:tavLst>
                                    </p:anim>
                                    <p:animEffect transition="in" filter="fade">
                                      <p:cBhvr>
                                        <p:cTn id="54" dur="500"/>
                                        <p:tgtEl>
                                          <p:spTgt spid="13"/>
                                        </p:tgtEl>
                                      </p:cBhvr>
                                    </p:animEffect>
                                  </p:childTnLst>
                                </p:cTn>
                              </p:par>
                              <p:par>
                                <p:cTn id="55" presetID="10" presetClass="entr" presetSubtype="0" fill="hold" grpId="0" nodeType="withEffect">
                                  <p:stCondLst>
                                    <p:cond delay="1000"/>
                                  </p:stCondLst>
                                  <p:childTnLst>
                                    <p:set>
                                      <p:cBhvr>
                                        <p:cTn id="56" dur="1" fill="hold">
                                          <p:stCondLst>
                                            <p:cond delay="0"/>
                                          </p:stCondLst>
                                        </p:cTn>
                                        <p:tgtEl>
                                          <p:spTgt spid="32"/>
                                        </p:tgtEl>
                                        <p:attrNameLst>
                                          <p:attrName>style.visibility</p:attrName>
                                        </p:attrNameLst>
                                      </p:cBhvr>
                                      <p:to>
                                        <p:strVal val="visible"/>
                                      </p:to>
                                    </p:set>
                                    <p:animEffect transition="in" filter="fade">
                                      <p:cBhvr>
                                        <p:cTn id="57" dur="500"/>
                                        <p:tgtEl>
                                          <p:spTgt spid="32"/>
                                        </p:tgtEl>
                                      </p:cBhvr>
                                    </p:animEffect>
                                  </p:childTnLst>
                                </p:cTn>
                              </p:par>
                              <p:par>
                                <p:cTn id="58" presetID="10" presetClass="entr" presetSubtype="0" fill="hold" grpId="0" nodeType="withEffect">
                                  <p:stCondLst>
                                    <p:cond delay="1000"/>
                                  </p:stCondLst>
                                  <p:childTnLst>
                                    <p:set>
                                      <p:cBhvr>
                                        <p:cTn id="59" dur="1" fill="hold">
                                          <p:stCondLst>
                                            <p:cond delay="0"/>
                                          </p:stCondLst>
                                        </p:cTn>
                                        <p:tgtEl>
                                          <p:spTgt spid="26"/>
                                        </p:tgtEl>
                                        <p:attrNameLst>
                                          <p:attrName>style.visibility</p:attrName>
                                        </p:attrNameLst>
                                      </p:cBhvr>
                                      <p:to>
                                        <p:strVal val="visible"/>
                                      </p:to>
                                    </p:set>
                                    <p:animEffect transition="in" filter="fade">
                                      <p:cBhvr>
                                        <p:cTn id="60" dur="500"/>
                                        <p:tgtEl>
                                          <p:spTgt spid="26"/>
                                        </p:tgtEl>
                                      </p:cBhvr>
                                    </p:animEffect>
                                  </p:childTnLst>
                                </p:cTn>
                              </p:par>
                              <p:par>
                                <p:cTn id="61" presetID="10" presetClass="entr" presetSubtype="0" fill="hold" grpId="0" nodeType="withEffect">
                                  <p:stCondLst>
                                    <p:cond delay="1000"/>
                                  </p:stCondLst>
                                  <p:childTnLst>
                                    <p:set>
                                      <p:cBhvr>
                                        <p:cTn id="62" dur="1" fill="hold">
                                          <p:stCondLst>
                                            <p:cond delay="0"/>
                                          </p:stCondLst>
                                        </p:cTn>
                                        <p:tgtEl>
                                          <p:spTgt spid="31"/>
                                        </p:tgtEl>
                                        <p:attrNameLst>
                                          <p:attrName>style.visibility</p:attrName>
                                        </p:attrNameLst>
                                      </p:cBhvr>
                                      <p:to>
                                        <p:strVal val="visible"/>
                                      </p:to>
                                    </p:set>
                                    <p:animEffect transition="in" filter="fade">
                                      <p:cBhvr>
                                        <p:cTn id="63" dur="500"/>
                                        <p:tgtEl>
                                          <p:spTgt spid="31"/>
                                        </p:tgtEl>
                                      </p:cBhvr>
                                    </p:animEffect>
                                  </p:childTnLst>
                                </p:cTn>
                              </p:par>
                              <p:par>
                                <p:cTn id="64" presetID="53" presetClass="entr" presetSubtype="16" fill="hold" grpId="0" nodeType="withEffect">
                                  <p:stCondLst>
                                    <p:cond delay="1250"/>
                                  </p:stCondLst>
                                  <p:childTnLst>
                                    <p:set>
                                      <p:cBhvr>
                                        <p:cTn id="65" dur="1" fill="hold">
                                          <p:stCondLst>
                                            <p:cond delay="0"/>
                                          </p:stCondLst>
                                        </p:cTn>
                                        <p:tgtEl>
                                          <p:spTgt spid="19"/>
                                        </p:tgtEl>
                                        <p:attrNameLst>
                                          <p:attrName>style.visibility</p:attrName>
                                        </p:attrNameLst>
                                      </p:cBhvr>
                                      <p:to>
                                        <p:strVal val="visible"/>
                                      </p:to>
                                    </p:set>
                                    <p:anim calcmode="lin" valueType="num">
                                      <p:cBhvr>
                                        <p:cTn id="66" dur="500" fill="hold"/>
                                        <p:tgtEl>
                                          <p:spTgt spid="19"/>
                                        </p:tgtEl>
                                        <p:attrNameLst>
                                          <p:attrName>ppt_w</p:attrName>
                                        </p:attrNameLst>
                                      </p:cBhvr>
                                      <p:tavLst>
                                        <p:tav tm="0">
                                          <p:val>
                                            <p:fltVal val="0"/>
                                          </p:val>
                                        </p:tav>
                                        <p:tav tm="100000">
                                          <p:val>
                                            <p:strVal val="#ppt_w"/>
                                          </p:val>
                                        </p:tav>
                                      </p:tavLst>
                                    </p:anim>
                                    <p:anim calcmode="lin" valueType="num">
                                      <p:cBhvr>
                                        <p:cTn id="67" dur="500" fill="hold"/>
                                        <p:tgtEl>
                                          <p:spTgt spid="19"/>
                                        </p:tgtEl>
                                        <p:attrNameLst>
                                          <p:attrName>ppt_h</p:attrName>
                                        </p:attrNameLst>
                                      </p:cBhvr>
                                      <p:tavLst>
                                        <p:tav tm="0">
                                          <p:val>
                                            <p:fltVal val="0"/>
                                          </p:val>
                                        </p:tav>
                                        <p:tav tm="100000">
                                          <p:val>
                                            <p:strVal val="#ppt_h"/>
                                          </p:val>
                                        </p:tav>
                                      </p:tavLst>
                                    </p:anim>
                                    <p:animEffect transition="in" filter="fade">
                                      <p:cBhvr>
                                        <p:cTn id="68" dur="500"/>
                                        <p:tgtEl>
                                          <p:spTgt spid="19"/>
                                        </p:tgtEl>
                                      </p:cBhvr>
                                    </p:animEffect>
                                  </p:childTnLst>
                                </p:cTn>
                              </p:par>
                              <p:par>
                                <p:cTn id="69" presetID="22" presetClass="entr" presetSubtype="2" fill="hold" nodeType="withEffect">
                                  <p:stCondLst>
                                    <p:cond delay="1500"/>
                                  </p:stCondLst>
                                  <p:childTnLst>
                                    <p:set>
                                      <p:cBhvr>
                                        <p:cTn id="70" dur="1" fill="hold">
                                          <p:stCondLst>
                                            <p:cond delay="0"/>
                                          </p:stCondLst>
                                        </p:cTn>
                                        <p:tgtEl>
                                          <p:spTgt spid="17"/>
                                        </p:tgtEl>
                                        <p:attrNameLst>
                                          <p:attrName>style.visibility</p:attrName>
                                        </p:attrNameLst>
                                      </p:cBhvr>
                                      <p:to>
                                        <p:strVal val="visible"/>
                                      </p:to>
                                    </p:set>
                                    <p:animEffect transition="in" filter="wipe(right)">
                                      <p:cBhvr>
                                        <p:cTn id="71" dur="500"/>
                                        <p:tgtEl>
                                          <p:spTgt spid="17"/>
                                        </p:tgtEl>
                                      </p:cBhvr>
                                    </p:animEffect>
                                  </p:childTnLst>
                                </p:cTn>
                              </p:par>
                              <p:par>
                                <p:cTn id="72" presetID="53" presetClass="entr" presetSubtype="16" fill="hold" grpId="0" nodeType="withEffect">
                                  <p:stCondLst>
                                    <p:cond delay="1500"/>
                                  </p:stCondLst>
                                  <p:childTnLst>
                                    <p:set>
                                      <p:cBhvr>
                                        <p:cTn id="73" dur="1" fill="hold">
                                          <p:stCondLst>
                                            <p:cond delay="0"/>
                                          </p:stCondLst>
                                        </p:cTn>
                                        <p:tgtEl>
                                          <p:spTgt spid="18"/>
                                        </p:tgtEl>
                                        <p:attrNameLst>
                                          <p:attrName>style.visibility</p:attrName>
                                        </p:attrNameLst>
                                      </p:cBhvr>
                                      <p:to>
                                        <p:strVal val="visible"/>
                                      </p:to>
                                    </p:set>
                                    <p:anim calcmode="lin" valueType="num">
                                      <p:cBhvr>
                                        <p:cTn id="74" dur="500" fill="hold"/>
                                        <p:tgtEl>
                                          <p:spTgt spid="18"/>
                                        </p:tgtEl>
                                        <p:attrNameLst>
                                          <p:attrName>ppt_w</p:attrName>
                                        </p:attrNameLst>
                                      </p:cBhvr>
                                      <p:tavLst>
                                        <p:tav tm="0">
                                          <p:val>
                                            <p:fltVal val="0"/>
                                          </p:val>
                                        </p:tav>
                                        <p:tav tm="100000">
                                          <p:val>
                                            <p:strVal val="#ppt_w"/>
                                          </p:val>
                                        </p:tav>
                                      </p:tavLst>
                                    </p:anim>
                                    <p:anim calcmode="lin" valueType="num">
                                      <p:cBhvr>
                                        <p:cTn id="75" dur="500" fill="hold"/>
                                        <p:tgtEl>
                                          <p:spTgt spid="18"/>
                                        </p:tgtEl>
                                        <p:attrNameLst>
                                          <p:attrName>ppt_h</p:attrName>
                                        </p:attrNameLst>
                                      </p:cBhvr>
                                      <p:tavLst>
                                        <p:tav tm="0">
                                          <p:val>
                                            <p:fltVal val="0"/>
                                          </p:val>
                                        </p:tav>
                                        <p:tav tm="100000">
                                          <p:val>
                                            <p:strVal val="#ppt_h"/>
                                          </p:val>
                                        </p:tav>
                                      </p:tavLst>
                                    </p:anim>
                                    <p:animEffect transition="in" filter="fade">
                                      <p:cBhvr>
                                        <p:cTn id="76" dur="500"/>
                                        <p:tgtEl>
                                          <p:spTgt spid="18"/>
                                        </p:tgtEl>
                                      </p:cBhvr>
                                    </p:animEffect>
                                  </p:childTnLst>
                                </p:cTn>
                              </p:par>
                              <p:par>
                                <p:cTn id="77" presetID="10" presetClass="entr" presetSubtype="0" fill="hold" grpId="0" nodeType="withEffect">
                                  <p:stCondLst>
                                    <p:cond delay="1500"/>
                                  </p:stCondLst>
                                  <p:childTnLst>
                                    <p:set>
                                      <p:cBhvr>
                                        <p:cTn id="78" dur="1" fill="hold">
                                          <p:stCondLst>
                                            <p:cond delay="0"/>
                                          </p:stCondLst>
                                        </p:cTn>
                                        <p:tgtEl>
                                          <p:spTgt spid="27"/>
                                        </p:tgtEl>
                                        <p:attrNameLst>
                                          <p:attrName>style.visibility</p:attrName>
                                        </p:attrNameLst>
                                      </p:cBhvr>
                                      <p:to>
                                        <p:strVal val="visible"/>
                                      </p:to>
                                    </p:set>
                                    <p:animEffect transition="in" filter="fade">
                                      <p:cBhvr>
                                        <p:cTn id="79" dur="500"/>
                                        <p:tgtEl>
                                          <p:spTgt spid="27"/>
                                        </p:tgtEl>
                                      </p:cBhvr>
                                    </p:animEffect>
                                  </p:childTnLst>
                                </p:cTn>
                              </p:par>
                              <p:par>
                                <p:cTn id="80" presetID="10" presetClass="entr" presetSubtype="0" fill="hold" grpId="0" nodeType="withEffect">
                                  <p:stCondLst>
                                    <p:cond delay="1500"/>
                                  </p:stCondLst>
                                  <p:childTnLst>
                                    <p:set>
                                      <p:cBhvr>
                                        <p:cTn id="81" dur="1" fill="hold">
                                          <p:stCondLst>
                                            <p:cond delay="0"/>
                                          </p:stCondLst>
                                        </p:cTn>
                                        <p:tgtEl>
                                          <p:spTgt spid="33"/>
                                        </p:tgtEl>
                                        <p:attrNameLst>
                                          <p:attrName>style.visibility</p:attrName>
                                        </p:attrNameLst>
                                      </p:cBhvr>
                                      <p:to>
                                        <p:strVal val="visible"/>
                                      </p:to>
                                    </p:set>
                                    <p:animEffect transition="in" filter="fade">
                                      <p:cBhvr>
                                        <p:cTn id="82" dur="500"/>
                                        <p:tgtEl>
                                          <p:spTgt spid="33"/>
                                        </p:tgtEl>
                                      </p:cBhvr>
                                    </p:animEffect>
                                  </p:childTnLst>
                                </p:cTn>
                              </p:par>
                              <p:par>
                                <p:cTn id="83" presetID="10" presetClass="entr" presetSubtype="0" fill="hold" grpId="0" nodeType="withEffect">
                                  <p:stCondLst>
                                    <p:cond delay="1500"/>
                                  </p:stCondLst>
                                  <p:childTnLst>
                                    <p:set>
                                      <p:cBhvr>
                                        <p:cTn id="84" dur="1" fill="hold">
                                          <p:stCondLst>
                                            <p:cond delay="0"/>
                                          </p:stCondLst>
                                        </p:cTn>
                                        <p:tgtEl>
                                          <p:spTgt spid="34"/>
                                        </p:tgtEl>
                                        <p:attrNameLst>
                                          <p:attrName>style.visibility</p:attrName>
                                        </p:attrNameLst>
                                      </p:cBhvr>
                                      <p:to>
                                        <p:strVal val="visible"/>
                                      </p:to>
                                    </p:set>
                                    <p:animEffect transition="in" filter="fade">
                                      <p:cBhvr>
                                        <p:cTn id="85" dur="500"/>
                                        <p:tgtEl>
                                          <p:spTgt spid="34"/>
                                        </p:tgtEl>
                                      </p:cBhvr>
                                    </p:animEffect>
                                  </p:childTnLst>
                                </p:cTn>
                              </p:par>
                              <p:par>
                                <p:cTn id="86" presetID="53" presetClass="entr" presetSubtype="16" fill="hold" grpId="0" nodeType="withEffect">
                                  <p:stCondLst>
                                    <p:cond delay="1750"/>
                                  </p:stCondLst>
                                  <p:childTnLst>
                                    <p:set>
                                      <p:cBhvr>
                                        <p:cTn id="87" dur="1" fill="hold">
                                          <p:stCondLst>
                                            <p:cond delay="0"/>
                                          </p:stCondLst>
                                        </p:cTn>
                                        <p:tgtEl>
                                          <p:spTgt spid="23"/>
                                        </p:tgtEl>
                                        <p:attrNameLst>
                                          <p:attrName>style.visibility</p:attrName>
                                        </p:attrNameLst>
                                      </p:cBhvr>
                                      <p:to>
                                        <p:strVal val="visible"/>
                                      </p:to>
                                    </p:set>
                                    <p:anim calcmode="lin" valueType="num">
                                      <p:cBhvr>
                                        <p:cTn id="88" dur="500" fill="hold"/>
                                        <p:tgtEl>
                                          <p:spTgt spid="23"/>
                                        </p:tgtEl>
                                        <p:attrNameLst>
                                          <p:attrName>ppt_w</p:attrName>
                                        </p:attrNameLst>
                                      </p:cBhvr>
                                      <p:tavLst>
                                        <p:tav tm="0">
                                          <p:val>
                                            <p:fltVal val="0"/>
                                          </p:val>
                                        </p:tav>
                                        <p:tav tm="100000">
                                          <p:val>
                                            <p:strVal val="#ppt_w"/>
                                          </p:val>
                                        </p:tav>
                                      </p:tavLst>
                                    </p:anim>
                                    <p:anim calcmode="lin" valueType="num">
                                      <p:cBhvr>
                                        <p:cTn id="89" dur="500" fill="hold"/>
                                        <p:tgtEl>
                                          <p:spTgt spid="23"/>
                                        </p:tgtEl>
                                        <p:attrNameLst>
                                          <p:attrName>ppt_h</p:attrName>
                                        </p:attrNameLst>
                                      </p:cBhvr>
                                      <p:tavLst>
                                        <p:tav tm="0">
                                          <p:val>
                                            <p:fltVal val="0"/>
                                          </p:val>
                                        </p:tav>
                                        <p:tav tm="100000">
                                          <p:val>
                                            <p:strVal val="#ppt_h"/>
                                          </p:val>
                                        </p:tav>
                                      </p:tavLst>
                                    </p:anim>
                                    <p:animEffect transition="in" filter="fade">
                                      <p:cBhvr>
                                        <p:cTn id="90" dur="500"/>
                                        <p:tgtEl>
                                          <p:spTgt spid="23"/>
                                        </p:tgtEl>
                                      </p:cBhvr>
                                    </p:animEffect>
                                  </p:childTnLst>
                                </p:cTn>
                              </p:par>
                              <p:par>
                                <p:cTn id="91" presetID="22" presetClass="entr" presetSubtype="8" fill="hold" nodeType="withEffect">
                                  <p:stCondLst>
                                    <p:cond delay="2000"/>
                                  </p:stCondLst>
                                  <p:childTnLst>
                                    <p:set>
                                      <p:cBhvr>
                                        <p:cTn id="92" dur="1" fill="hold">
                                          <p:stCondLst>
                                            <p:cond delay="0"/>
                                          </p:stCondLst>
                                        </p:cTn>
                                        <p:tgtEl>
                                          <p:spTgt spid="20"/>
                                        </p:tgtEl>
                                        <p:attrNameLst>
                                          <p:attrName>style.visibility</p:attrName>
                                        </p:attrNameLst>
                                      </p:cBhvr>
                                      <p:to>
                                        <p:strVal val="visible"/>
                                      </p:to>
                                    </p:set>
                                    <p:animEffect transition="in" filter="wipe(left)">
                                      <p:cBhvr>
                                        <p:cTn id="93" dur="500"/>
                                        <p:tgtEl>
                                          <p:spTgt spid="20"/>
                                        </p:tgtEl>
                                      </p:cBhvr>
                                    </p:animEffect>
                                  </p:childTnLst>
                                </p:cTn>
                              </p:par>
                              <p:par>
                                <p:cTn id="94" presetID="53" presetClass="entr" presetSubtype="16" fill="hold" grpId="0" nodeType="withEffect">
                                  <p:stCondLst>
                                    <p:cond delay="2000"/>
                                  </p:stCondLst>
                                  <p:childTnLst>
                                    <p:set>
                                      <p:cBhvr>
                                        <p:cTn id="95" dur="1" fill="hold">
                                          <p:stCondLst>
                                            <p:cond delay="0"/>
                                          </p:stCondLst>
                                        </p:cTn>
                                        <p:tgtEl>
                                          <p:spTgt spid="21"/>
                                        </p:tgtEl>
                                        <p:attrNameLst>
                                          <p:attrName>style.visibility</p:attrName>
                                        </p:attrNameLst>
                                      </p:cBhvr>
                                      <p:to>
                                        <p:strVal val="visible"/>
                                      </p:to>
                                    </p:set>
                                    <p:anim calcmode="lin" valueType="num">
                                      <p:cBhvr>
                                        <p:cTn id="96" dur="500" fill="hold"/>
                                        <p:tgtEl>
                                          <p:spTgt spid="21"/>
                                        </p:tgtEl>
                                        <p:attrNameLst>
                                          <p:attrName>ppt_w</p:attrName>
                                        </p:attrNameLst>
                                      </p:cBhvr>
                                      <p:tavLst>
                                        <p:tav tm="0">
                                          <p:val>
                                            <p:fltVal val="0"/>
                                          </p:val>
                                        </p:tav>
                                        <p:tav tm="100000">
                                          <p:val>
                                            <p:strVal val="#ppt_w"/>
                                          </p:val>
                                        </p:tav>
                                      </p:tavLst>
                                    </p:anim>
                                    <p:anim calcmode="lin" valueType="num">
                                      <p:cBhvr>
                                        <p:cTn id="97" dur="500" fill="hold"/>
                                        <p:tgtEl>
                                          <p:spTgt spid="21"/>
                                        </p:tgtEl>
                                        <p:attrNameLst>
                                          <p:attrName>ppt_h</p:attrName>
                                        </p:attrNameLst>
                                      </p:cBhvr>
                                      <p:tavLst>
                                        <p:tav tm="0">
                                          <p:val>
                                            <p:fltVal val="0"/>
                                          </p:val>
                                        </p:tav>
                                        <p:tav tm="100000">
                                          <p:val>
                                            <p:strVal val="#ppt_h"/>
                                          </p:val>
                                        </p:tav>
                                      </p:tavLst>
                                    </p:anim>
                                    <p:animEffect transition="in" filter="fade">
                                      <p:cBhvr>
                                        <p:cTn id="98" dur="500"/>
                                        <p:tgtEl>
                                          <p:spTgt spid="21"/>
                                        </p:tgtEl>
                                      </p:cBhvr>
                                    </p:animEffect>
                                  </p:childTnLst>
                                </p:cTn>
                              </p:par>
                              <p:par>
                                <p:cTn id="99" presetID="10" presetClass="entr" presetSubtype="0" fill="hold" grpId="0" nodeType="withEffect">
                                  <p:stCondLst>
                                    <p:cond delay="2000"/>
                                  </p:stCondLst>
                                  <p:childTnLst>
                                    <p:set>
                                      <p:cBhvr>
                                        <p:cTn id="100" dur="1" fill="hold">
                                          <p:stCondLst>
                                            <p:cond delay="0"/>
                                          </p:stCondLst>
                                        </p:cTn>
                                        <p:tgtEl>
                                          <p:spTgt spid="28"/>
                                        </p:tgtEl>
                                        <p:attrNameLst>
                                          <p:attrName>style.visibility</p:attrName>
                                        </p:attrNameLst>
                                      </p:cBhvr>
                                      <p:to>
                                        <p:strVal val="visible"/>
                                      </p:to>
                                    </p:set>
                                    <p:animEffect transition="in" filter="fade">
                                      <p:cBhvr>
                                        <p:cTn id="101" dur="500"/>
                                        <p:tgtEl>
                                          <p:spTgt spid="28"/>
                                        </p:tgtEl>
                                      </p:cBhvr>
                                    </p:animEffect>
                                  </p:childTnLst>
                                </p:cTn>
                              </p:par>
                              <p:par>
                                <p:cTn id="102" presetID="10" presetClass="entr" presetSubtype="0" fill="hold" grpId="0" nodeType="withEffect">
                                  <p:stCondLst>
                                    <p:cond delay="2000"/>
                                  </p:stCondLst>
                                  <p:childTnLst>
                                    <p:set>
                                      <p:cBhvr>
                                        <p:cTn id="103" dur="1" fill="hold">
                                          <p:stCondLst>
                                            <p:cond delay="0"/>
                                          </p:stCondLst>
                                        </p:cTn>
                                        <p:tgtEl>
                                          <p:spTgt spid="36"/>
                                        </p:tgtEl>
                                        <p:attrNameLst>
                                          <p:attrName>style.visibility</p:attrName>
                                        </p:attrNameLst>
                                      </p:cBhvr>
                                      <p:to>
                                        <p:strVal val="visible"/>
                                      </p:to>
                                    </p:set>
                                    <p:animEffect transition="in" filter="fade">
                                      <p:cBhvr>
                                        <p:cTn id="104" dur="500"/>
                                        <p:tgtEl>
                                          <p:spTgt spid="36"/>
                                        </p:tgtEl>
                                      </p:cBhvr>
                                    </p:animEffect>
                                  </p:childTnLst>
                                </p:cTn>
                              </p:par>
                              <p:par>
                                <p:cTn id="105" presetID="10" presetClass="entr" presetSubtype="0" fill="hold" grpId="0" nodeType="withEffect">
                                  <p:stCondLst>
                                    <p:cond delay="2000"/>
                                  </p:stCondLst>
                                  <p:childTnLst>
                                    <p:set>
                                      <p:cBhvr>
                                        <p:cTn id="106" dur="1" fill="hold">
                                          <p:stCondLst>
                                            <p:cond delay="0"/>
                                          </p:stCondLst>
                                        </p:cTn>
                                        <p:tgtEl>
                                          <p:spTgt spid="35"/>
                                        </p:tgtEl>
                                        <p:attrNameLst>
                                          <p:attrName>style.visibility</p:attrName>
                                        </p:attrNameLst>
                                      </p:cBhvr>
                                      <p:to>
                                        <p:strVal val="visible"/>
                                      </p:to>
                                    </p:set>
                                    <p:animEffect transition="in" filter="fade">
                                      <p:cBhvr>
                                        <p:cTn id="107" dur="500"/>
                                        <p:tgtEl>
                                          <p:spTgt spid="35"/>
                                        </p:tgtEl>
                                      </p:cBhvr>
                                    </p:animEffect>
                                  </p:childTnLst>
                                </p:cTn>
                              </p:par>
                              <p:par>
                                <p:cTn id="108" presetID="53" presetClass="entr" presetSubtype="16" fill="hold" grpId="0" nodeType="withEffect">
                                  <p:stCondLst>
                                    <p:cond delay="2250"/>
                                  </p:stCondLst>
                                  <p:childTnLst>
                                    <p:set>
                                      <p:cBhvr>
                                        <p:cTn id="109" dur="1" fill="hold">
                                          <p:stCondLst>
                                            <p:cond delay="0"/>
                                          </p:stCondLst>
                                        </p:cTn>
                                        <p:tgtEl>
                                          <p:spTgt spid="54"/>
                                        </p:tgtEl>
                                        <p:attrNameLst>
                                          <p:attrName>style.visibility</p:attrName>
                                        </p:attrNameLst>
                                      </p:cBhvr>
                                      <p:to>
                                        <p:strVal val="visible"/>
                                      </p:to>
                                    </p:set>
                                    <p:anim calcmode="lin" valueType="num">
                                      <p:cBhvr>
                                        <p:cTn id="110" dur="500" fill="hold"/>
                                        <p:tgtEl>
                                          <p:spTgt spid="54"/>
                                        </p:tgtEl>
                                        <p:attrNameLst>
                                          <p:attrName>ppt_w</p:attrName>
                                        </p:attrNameLst>
                                      </p:cBhvr>
                                      <p:tavLst>
                                        <p:tav tm="0">
                                          <p:val>
                                            <p:fltVal val="0"/>
                                          </p:val>
                                        </p:tav>
                                        <p:tav tm="100000">
                                          <p:val>
                                            <p:strVal val="#ppt_w"/>
                                          </p:val>
                                        </p:tav>
                                      </p:tavLst>
                                    </p:anim>
                                    <p:anim calcmode="lin" valueType="num">
                                      <p:cBhvr>
                                        <p:cTn id="111" dur="500" fill="hold"/>
                                        <p:tgtEl>
                                          <p:spTgt spid="54"/>
                                        </p:tgtEl>
                                        <p:attrNameLst>
                                          <p:attrName>ppt_h</p:attrName>
                                        </p:attrNameLst>
                                      </p:cBhvr>
                                      <p:tavLst>
                                        <p:tav tm="0">
                                          <p:val>
                                            <p:fltVal val="0"/>
                                          </p:val>
                                        </p:tav>
                                        <p:tav tm="100000">
                                          <p:val>
                                            <p:strVal val="#ppt_h"/>
                                          </p:val>
                                        </p:tav>
                                      </p:tavLst>
                                    </p:anim>
                                    <p:animEffect transition="in" filter="fade">
                                      <p:cBhvr>
                                        <p:cTn id="112" dur="500"/>
                                        <p:tgtEl>
                                          <p:spTgt spid="54"/>
                                        </p:tgtEl>
                                      </p:cBhvr>
                                    </p:animEffect>
                                  </p:childTnLst>
                                </p:cTn>
                              </p:par>
                              <p:par>
                                <p:cTn id="113" presetID="22" presetClass="entr" presetSubtype="2" fill="hold" nodeType="withEffect">
                                  <p:stCondLst>
                                    <p:cond delay="2500"/>
                                  </p:stCondLst>
                                  <p:childTnLst>
                                    <p:set>
                                      <p:cBhvr>
                                        <p:cTn id="114" dur="1" fill="hold">
                                          <p:stCondLst>
                                            <p:cond delay="0"/>
                                          </p:stCondLst>
                                        </p:cTn>
                                        <p:tgtEl>
                                          <p:spTgt spid="52"/>
                                        </p:tgtEl>
                                        <p:attrNameLst>
                                          <p:attrName>style.visibility</p:attrName>
                                        </p:attrNameLst>
                                      </p:cBhvr>
                                      <p:to>
                                        <p:strVal val="visible"/>
                                      </p:to>
                                    </p:set>
                                    <p:animEffect transition="in" filter="wipe(right)">
                                      <p:cBhvr>
                                        <p:cTn id="115" dur="500"/>
                                        <p:tgtEl>
                                          <p:spTgt spid="52"/>
                                        </p:tgtEl>
                                      </p:cBhvr>
                                    </p:animEffect>
                                  </p:childTnLst>
                                </p:cTn>
                              </p:par>
                              <p:par>
                                <p:cTn id="116" presetID="53" presetClass="entr" presetSubtype="16" fill="hold" grpId="0" nodeType="withEffect">
                                  <p:stCondLst>
                                    <p:cond delay="2500"/>
                                  </p:stCondLst>
                                  <p:childTnLst>
                                    <p:set>
                                      <p:cBhvr>
                                        <p:cTn id="117" dur="1" fill="hold">
                                          <p:stCondLst>
                                            <p:cond delay="0"/>
                                          </p:stCondLst>
                                        </p:cTn>
                                        <p:tgtEl>
                                          <p:spTgt spid="53"/>
                                        </p:tgtEl>
                                        <p:attrNameLst>
                                          <p:attrName>style.visibility</p:attrName>
                                        </p:attrNameLst>
                                      </p:cBhvr>
                                      <p:to>
                                        <p:strVal val="visible"/>
                                      </p:to>
                                    </p:set>
                                    <p:anim calcmode="lin" valueType="num">
                                      <p:cBhvr>
                                        <p:cTn id="118" dur="500" fill="hold"/>
                                        <p:tgtEl>
                                          <p:spTgt spid="53"/>
                                        </p:tgtEl>
                                        <p:attrNameLst>
                                          <p:attrName>ppt_w</p:attrName>
                                        </p:attrNameLst>
                                      </p:cBhvr>
                                      <p:tavLst>
                                        <p:tav tm="0">
                                          <p:val>
                                            <p:fltVal val="0"/>
                                          </p:val>
                                        </p:tav>
                                        <p:tav tm="100000">
                                          <p:val>
                                            <p:strVal val="#ppt_w"/>
                                          </p:val>
                                        </p:tav>
                                      </p:tavLst>
                                    </p:anim>
                                    <p:anim calcmode="lin" valueType="num">
                                      <p:cBhvr>
                                        <p:cTn id="119" dur="500" fill="hold"/>
                                        <p:tgtEl>
                                          <p:spTgt spid="53"/>
                                        </p:tgtEl>
                                        <p:attrNameLst>
                                          <p:attrName>ppt_h</p:attrName>
                                        </p:attrNameLst>
                                      </p:cBhvr>
                                      <p:tavLst>
                                        <p:tav tm="0">
                                          <p:val>
                                            <p:fltVal val="0"/>
                                          </p:val>
                                        </p:tav>
                                        <p:tav tm="100000">
                                          <p:val>
                                            <p:strVal val="#ppt_h"/>
                                          </p:val>
                                        </p:tav>
                                      </p:tavLst>
                                    </p:anim>
                                    <p:animEffect transition="in" filter="fade">
                                      <p:cBhvr>
                                        <p:cTn id="120" dur="500"/>
                                        <p:tgtEl>
                                          <p:spTgt spid="53"/>
                                        </p:tgtEl>
                                      </p:cBhvr>
                                    </p:animEffect>
                                  </p:childTnLst>
                                </p:cTn>
                              </p:par>
                              <p:par>
                                <p:cTn id="121" presetID="10" presetClass="entr" presetSubtype="0" fill="hold" grpId="0" nodeType="withEffect">
                                  <p:stCondLst>
                                    <p:cond delay="2500"/>
                                  </p:stCondLst>
                                  <p:childTnLst>
                                    <p:set>
                                      <p:cBhvr>
                                        <p:cTn id="122" dur="1" fill="hold">
                                          <p:stCondLst>
                                            <p:cond delay="0"/>
                                          </p:stCondLst>
                                        </p:cTn>
                                        <p:tgtEl>
                                          <p:spTgt spid="59"/>
                                        </p:tgtEl>
                                        <p:attrNameLst>
                                          <p:attrName>style.visibility</p:attrName>
                                        </p:attrNameLst>
                                      </p:cBhvr>
                                      <p:to>
                                        <p:strVal val="visible"/>
                                      </p:to>
                                    </p:set>
                                    <p:animEffect transition="in" filter="fade">
                                      <p:cBhvr>
                                        <p:cTn id="123" dur="500"/>
                                        <p:tgtEl>
                                          <p:spTgt spid="59"/>
                                        </p:tgtEl>
                                      </p:cBhvr>
                                    </p:animEffect>
                                  </p:childTnLst>
                                </p:cTn>
                              </p:par>
                              <p:par>
                                <p:cTn id="124" presetID="10" presetClass="entr" presetSubtype="0" fill="hold" grpId="0" nodeType="withEffect">
                                  <p:stCondLst>
                                    <p:cond delay="2500"/>
                                  </p:stCondLst>
                                  <p:childTnLst>
                                    <p:set>
                                      <p:cBhvr>
                                        <p:cTn id="125" dur="1" fill="hold">
                                          <p:stCondLst>
                                            <p:cond delay="0"/>
                                          </p:stCondLst>
                                        </p:cTn>
                                        <p:tgtEl>
                                          <p:spTgt spid="66"/>
                                        </p:tgtEl>
                                        <p:attrNameLst>
                                          <p:attrName>style.visibility</p:attrName>
                                        </p:attrNameLst>
                                      </p:cBhvr>
                                      <p:to>
                                        <p:strVal val="visible"/>
                                      </p:to>
                                    </p:set>
                                    <p:animEffect transition="in" filter="fade">
                                      <p:cBhvr>
                                        <p:cTn id="126" dur="500"/>
                                        <p:tgtEl>
                                          <p:spTgt spid="66"/>
                                        </p:tgtEl>
                                      </p:cBhvr>
                                    </p:animEffect>
                                  </p:childTnLst>
                                </p:cTn>
                              </p:par>
                              <p:par>
                                <p:cTn id="127" presetID="10" presetClass="entr" presetSubtype="0" fill="hold" grpId="0" nodeType="withEffect">
                                  <p:stCondLst>
                                    <p:cond delay="2500"/>
                                  </p:stCondLst>
                                  <p:childTnLst>
                                    <p:set>
                                      <p:cBhvr>
                                        <p:cTn id="128" dur="1" fill="hold">
                                          <p:stCondLst>
                                            <p:cond delay="0"/>
                                          </p:stCondLst>
                                        </p:cTn>
                                        <p:tgtEl>
                                          <p:spTgt spid="61"/>
                                        </p:tgtEl>
                                        <p:attrNameLst>
                                          <p:attrName>style.visibility</p:attrName>
                                        </p:attrNameLst>
                                      </p:cBhvr>
                                      <p:to>
                                        <p:strVal val="visible"/>
                                      </p:to>
                                    </p:set>
                                    <p:animEffect transition="in" filter="fade">
                                      <p:cBhvr>
                                        <p:cTn id="129" dur="500"/>
                                        <p:tgtEl>
                                          <p:spTgt spid="61"/>
                                        </p:tgtEl>
                                      </p:cBhvr>
                                    </p:animEffect>
                                  </p:childTnLst>
                                </p:cTn>
                              </p:par>
                              <p:par>
                                <p:cTn id="130" presetID="53" presetClass="entr" presetSubtype="16" fill="hold" grpId="0" nodeType="withEffect">
                                  <p:stCondLst>
                                    <p:cond delay="2750"/>
                                  </p:stCondLst>
                                  <p:childTnLst>
                                    <p:set>
                                      <p:cBhvr>
                                        <p:cTn id="131" dur="1" fill="hold">
                                          <p:stCondLst>
                                            <p:cond delay="0"/>
                                          </p:stCondLst>
                                        </p:cTn>
                                        <p:tgtEl>
                                          <p:spTgt spid="57"/>
                                        </p:tgtEl>
                                        <p:attrNameLst>
                                          <p:attrName>style.visibility</p:attrName>
                                        </p:attrNameLst>
                                      </p:cBhvr>
                                      <p:to>
                                        <p:strVal val="visible"/>
                                      </p:to>
                                    </p:set>
                                    <p:anim calcmode="lin" valueType="num">
                                      <p:cBhvr>
                                        <p:cTn id="132" dur="500" fill="hold"/>
                                        <p:tgtEl>
                                          <p:spTgt spid="57"/>
                                        </p:tgtEl>
                                        <p:attrNameLst>
                                          <p:attrName>ppt_w</p:attrName>
                                        </p:attrNameLst>
                                      </p:cBhvr>
                                      <p:tavLst>
                                        <p:tav tm="0">
                                          <p:val>
                                            <p:fltVal val="0"/>
                                          </p:val>
                                        </p:tav>
                                        <p:tav tm="100000">
                                          <p:val>
                                            <p:strVal val="#ppt_w"/>
                                          </p:val>
                                        </p:tav>
                                      </p:tavLst>
                                    </p:anim>
                                    <p:anim calcmode="lin" valueType="num">
                                      <p:cBhvr>
                                        <p:cTn id="133" dur="500" fill="hold"/>
                                        <p:tgtEl>
                                          <p:spTgt spid="57"/>
                                        </p:tgtEl>
                                        <p:attrNameLst>
                                          <p:attrName>ppt_h</p:attrName>
                                        </p:attrNameLst>
                                      </p:cBhvr>
                                      <p:tavLst>
                                        <p:tav tm="0">
                                          <p:val>
                                            <p:fltVal val="0"/>
                                          </p:val>
                                        </p:tav>
                                        <p:tav tm="100000">
                                          <p:val>
                                            <p:strVal val="#ppt_h"/>
                                          </p:val>
                                        </p:tav>
                                      </p:tavLst>
                                    </p:anim>
                                    <p:animEffect transition="in" filter="fade">
                                      <p:cBhvr>
                                        <p:cTn id="134" dur="500"/>
                                        <p:tgtEl>
                                          <p:spTgt spid="57"/>
                                        </p:tgtEl>
                                      </p:cBhvr>
                                    </p:animEffect>
                                  </p:childTnLst>
                                </p:cTn>
                              </p:par>
                              <p:par>
                                <p:cTn id="135" presetID="22" presetClass="entr" presetSubtype="8" fill="hold" nodeType="withEffect">
                                  <p:stCondLst>
                                    <p:cond delay="3000"/>
                                  </p:stCondLst>
                                  <p:childTnLst>
                                    <p:set>
                                      <p:cBhvr>
                                        <p:cTn id="136" dur="1" fill="hold">
                                          <p:stCondLst>
                                            <p:cond delay="0"/>
                                          </p:stCondLst>
                                        </p:cTn>
                                        <p:tgtEl>
                                          <p:spTgt spid="55"/>
                                        </p:tgtEl>
                                        <p:attrNameLst>
                                          <p:attrName>style.visibility</p:attrName>
                                        </p:attrNameLst>
                                      </p:cBhvr>
                                      <p:to>
                                        <p:strVal val="visible"/>
                                      </p:to>
                                    </p:set>
                                    <p:animEffect transition="in" filter="wipe(left)">
                                      <p:cBhvr>
                                        <p:cTn id="137" dur="500"/>
                                        <p:tgtEl>
                                          <p:spTgt spid="55"/>
                                        </p:tgtEl>
                                      </p:cBhvr>
                                    </p:animEffect>
                                  </p:childTnLst>
                                </p:cTn>
                              </p:par>
                              <p:par>
                                <p:cTn id="138" presetID="53" presetClass="entr" presetSubtype="16" fill="hold" grpId="0" nodeType="withEffect">
                                  <p:stCondLst>
                                    <p:cond delay="3000"/>
                                  </p:stCondLst>
                                  <p:childTnLst>
                                    <p:set>
                                      <p:cBhvr>
                                        <p:cTn id="139" dur="1" fill="hold">
                                          <p:stCondLst>
                                            <p:cond delay="0"/>
                                          </p:stCondLst>
                                        </p:cTn>
                                        <p:tgtEl>
                                          <p:spTgt spid="56"/>
                                        </p:tgtEl>
                                        <p:attrNameLst>
                                          <p:attrName>style.visibility</p:attrName>
                                        </p:attrNameLst>
                                      </p:cBhvr>
                                      <p:to>
                                        <p:strVal val="visible"/>
                                      </p:to>
                                    </p:set>
                                    <p:anim calcmode="lin" valueType="num">
                                      <p:cBhvr>
                                        <p:cTn id="140" dur="500" fill="hold"/>
                                        <p:tgtEl>
                                          <p:spTgt spid="56"/>
                                        </p:tgtEl>
                                        <p:attrNameLst>
                                          <p:attrName>ppt_w</p:attrName>
                                        </p:attrNameLst>
                                      </p:cBhvr>
                                      <p:tavLst>
                                        <p:tav tm="0">
                                          <p:val>
                                            <p:fltVal val="0"/>
                                          </p:val>
                                        </p:tav>
                                        <p:tav tm="100000">
                                          <p:val>
                                            <p:strVal val="#ppt_w"/>
                                          </p:val>
                                        </p:tav>
                                      </p:tavLst>
                                    </p:anim>
                                    <p:anim calcmode="lin" valueType="num">
                                      <p:cBhvr>
                                        <p:cTn id="141" dur="500" fill="hold"/>
                                        <p:tgtEl>
                                          <p:spTgt spid="56"/>
                                        </p:tgtEl>
                                        <p:attrNameLst>
                                          <p:attrName>ppt_h</p:attrName>
                                        </p:attrNameLst>
                                      </p:cBhvr>
                                      <p:tavLst>
                                        <p:tav tm="0">
                                          <p:val>
                                            <p:fltVal val="0"/>
                                          </p:val>
                                        </p:tav>
                                        <p:tav tm="100000">
                                          <p:val>
                                            <p:strVal val="#ppt_h"/>
                                          </p:val>
                                        </p:tav>
                                      </p:tavLst>
                                    </p:anim>
                                    <p:animEffect transition="in" filter="fade">
                                      <p:cBhvr>
                                        <p:cTn id="142" dur="500"/>
                                        <p:tgtEl>
                                          <p:spTgt spid="56"/>
                                        </p:tgtEl>
                                      </p:cBhvr>
                                    </p:animEffect>
                                  </p:childTnLst>
                                </p:cTn>
                              </p:par>
                              <p:par>
                                <p:cTn id="143" presetID="10" presetClass="entr" presetSubtype="0" fill="hold" grpId="0" nodeType="withEffect">
                                  <p:stCondLst>
                                    <p:cond delay="3000"/>
                                  </p:stCondLst>
                                  <p:childTnLst>
                                    <p:set>
                                      <p:cBhvr>
                                        <p:cTn id="144" dur="1" fill="hold">
                                          <p:stCondLst>
                                            <p:cond delay="0"/>
                                          </p:stCondLst>
                                        </p:cTn>
                                        <p:tgtEl>
                                          <p:spTgt spid="60"/>
                                        </p:tgtEl>
                                        <p:attrNameLst>
                                          <p:attrName>style.visibility</p:attrName>
                                        </p:attrNameLst>
                                      </p:cBhvr>
                                      <p:to>
                                        <p:strVal val="visible"/>
                                      </p:to>
                                    </p:set>
                                    <p:animEffect transition="in" filter="fade">
                                      <p:cBhvr>
                                        <p:cTn id="145" dur="500"/>
                                        <p:tgtEl>
                                          <p:spTgt spid="60"/>
                                        </p:tgtEl>
                                      </p:cBhvr>
                                    </p:animEffect>
                                  </p:childTnLst>
                                </p:cTn>
                              </p:par>
                              <p:par>
                                <p:cTn id="146" presetID="10" presetClass="entr" presetSubtype="0" fill="hold" grpId="0" nodeType="withEffect">
                                  <p:stCondLst>
                                    <p:cond delay="3000"/>
                                  </p:stCondLst>
                                  <p:childTnLst>
                                    <p:set>
                                      <p:cBhvr>
                                        <p:cTn id="147" dur="1" fill="hold">
                                          <p:stCondLst>
                                            <p:cond delay="0"/>
                                          </p:stCondLst>
                                        </p:cTn>
                                        <p:tgtEl>
                                          <p:spTgt spid="63"/>
                                        </p:tgtEl>
                                        <p:attrNameLst>
                                          <p:attrName>style.visibility</p:attrName>
                                        </p:attrNameLst>
                                      </p:cBhvr>
                                      <p:to>
                                        <p:strVal val="visible"/>
                                      </p:to>
                                    </p:set>
                                    <p:animEffect transition="in" filter="fade">
                                      <p:cBhvr>
                                        <p:cTn id="148" dur="500"/>
                                        <p:tgtEl>
                                          <p:spTgt spid="63"/>
                                        </p:tgtEl>
                                      </p:cBhvr>
                                    </p:animEffect>
                                  </p:childTnLst>
                                </p:cTn>
                              </p:par>
                              <p:par>
                                <p:cTn id="149" presetID="10" presetClass="entr" presetSubtype="0" fill="hold" grpId="0" nodeType="withEffect">
                                  <p:stCondLst>
                                    <p:cond delay="3000"/>
                                  </p:stCondLst>
                                  <p:childTnLst>
                                    <p:set>
                                      <p:cBhvr>
                                        <p:cTn id="150" dur="1" fill="hold">
                                          <p:stCondLst>
                                            <p:cond delay="0"/>
                                          </p:stCondLst>
                                        </p:cTn>
                                        <p:tgtEl>
                                          <p:spTgt spid="62"/>
                                        </p:tgtEl>
                                        <p:attrNameLst>
                                          <p:attrName>style.visibility</p:attrName>
                                        </p:attrNameLst>
                                      </p:cBhvr>
                                      <p:to>
                                        <p:strVal val="visible"/>
                                      </p:to>
                                    </p:set>
                                    <p:animEffect transition="in" filter="fade">
                                      <p:cBhvr>
                                        <p:cTn id="151" dur="500"/>
                                        <p:tgtEl>
                                          <p:spTgt spid="62"/>
                                        </p:tgtEl>
                                      </p:cBhvr>
                                    </p:animEffect>
                                  </p:childTnLst>
                                </p:cTn>
                              </p:par>
                              <p:par>
                                <p:cTn id="152" presetID="53" presetClass="entr" presetSubtype="16" fill="hold" grpId="0" nodeType="withEffect">
                                  <p:stCondLst>
                                    <p:cond delay="3500"/>
                                  </p:stCondLst>
                                  <p:childTnLst>
                                    <p:set>
                                      <p:cBhvr>
                                        <p:cTn id="153" dur="1" fill="hold">
                                          <p:stCondLst>
                                            <p:cond delay="0"/>
                                          </p:stCondLst>
                                        </p:cTn>
                                        <p:tgtEl>
                                          <p:spTgt spid="58"/>
                                        </p:tgtEl>
                                        <p:attrNameLst>
                                          <p:attrName>style.visibility</p:attrName>
                                        </p:attrNameLst>
                                      </p:cBhvr>
                                      <p:to>
                                        <p:strVal val="visible"/>
                                      </p:to>
                                    </p:set>
                                    <p:anim calcmode="lin" valueType="num">
                                      <p:cBhvr>
                                        <p:cTn id="154" dur="500" fill="hold"/>
                                        <p:tgtEl>
                                          <p:spTgt spid="58"/>
                                        </p:tgtEl>
                                        <p:attrNameLst>
                                          <p:attrName>ppt_w</p:attrName>
                                        </p:attrNameLst>
                                      </p:cBhvr>
                                      <p:tavLst>
                                        <p:tav tm="0">
                                          <p:val>
                                            <p:fltVal val="0"/>
                                          </p:val>
                                        </p:tav>
                                        <p:tav tm="100000">
                                          <p:val>
                                            <p:strVal val="#ppt_w"/>
                                          </p:val>
                                        </p:tav>
                                      </p:tavLst>
                                    </p:anim>
                                    <p:anim calcmode="lin" valueType="num">
                                      <p:cBhvr>
                                        <p:cTn id="155" dur="500" fill="hold"/>
                                        <p:tgtEl>
                                          <p:spTgt spid="58"/>
                                        </p:tgtEl>
                                        <p:attrNameLst>
                                          <p:attrName>ppt_h</p:attrName>
                                        </p:attrNameLst>
                                      </p:cBhvr>
                                      <p:tavLst>
                                        <p:tav tm="0">
                                          <p:val>
                                            <p:fltVal val="0"/>
                                          </p:val>
                                        </p:tav>
                                        <p:tav tm="100000">
                                          <p:val>
                                            <p:strVal val="#ppt_h"/>
                                          </p:val>
                                        </p:tav>
                                      </p:tavLst>
                                    </p:anim>
                                    <p:animEffect transition="in" filter="fade">
                                      <p:cBhvr>
                                        <p:cTn id="156" dur="500"/>
                                        <p:tgtEl>
                                          <p:spTgt spid="58"/>
                                        </p:tgtEl>
                                      </p:cBhvr>
                                    </p:animEffect>
                                  </p:childTnLst>
                                </p:cTn>
                              </p:par>
                              <p:par>
                                <p:cTn id="157" presetID="10" presetClass="entr" presetSubtype="0" fill="hold" grpId="0" nodeType="withEffect">
                                  <p:stCondLst>
                                    <p:cond delay="3500"/>
                                  </p:stCondLst>
                                  <p:childTnLst>
                                    <p:set>
                                      <p:cBhvr>
                                        <p:cTn id="158" dur="1" fill="hold">
                                          <p:stCondLst>
                                            <p:cond delay="0"/>
                                          </p:stCondLst>
                                        </p:cTn>
                                        <p:tgtEl>
                                          <p:spTgt spid="64"/>
                                        </p:tgtEl>
                                        <p:attrNameLst>
                                          <p:attrName>style.visibility</p:attrName>
                                        </p:attrNameLst>
                                      </p:cBhvr>
                                      <p:to>
                                        <p:strVal val="visible"/>
                                      </p:to>
                                    </p:set>
                                    <p:animEffect transition="in" filter="fade">
                                      <p:cBhvr>
                                        <p:cTn id="159" dur="500"/>
                                        <p:tgtEl>
                                          <p:spTgt spid="64"/>
                                        </p:tgtEl>
                                      </p:cBhvr>
                                    </p:animEffect>
                                  </p:childTnLst>
                                </p:cTn>
                              </p:par>
                              <p:par>
                                <p:cTn id="160" presetID="10" presetClass="entr" presetSubtype="0" fill="hold" grpId="0" nodeType="withEffect">
                                  <p:stCondLst>
                                    <p:cond delay="3500"/>
                                  </p:stCondLst>
                                  <p:childTnLst>
                                    <p:set>
                                      <p:cBhvr>
                                        <p:cTn id="161" dur="1" fill="hold">
                                          <p:stCondLst>
                                            <p:cond delay="0"/>
                                          </p:stCondLst>
                                        </p:cTn>
                                        <p:tgtEl>
                                          <p:spTgt spid="65"/>
                                        </p:tgtEl>
                                        <p:attrNameLst>
                                          <p:attrName>style.visibility</p:attrName>
                                        </p:attrNameLst>
                                      </p:cBhvr>
                                      <p:to>
                                        <p:strVal val="visible"/>
                                      </p:to>
                                    </p:set>
                                    <p:animEffect transition="in" filter="fade">
                                      <p:cBhvr>
                                        <p:cTn id="162" dur="500"/>
                                        <p:tgtEl>
                                          <p:spTgt spid="65"/>
                                        </p:tgtEl>
                                      </p:cBhvr>
                                    </p:animEffect>
                                  </p:childTnLst>
                                </p:cTn>
                              </p:par>
                            </p:childTnLst>
                          </p:cTn>
                        </p:par>
                      </p:childTnLst>
                    </p:cTn>
                  </p:par>
                  <p:par>
                    <p:cTn id="163" fill="hold">
                      <p:stCondLst>
                        <p:cond delay="indefinite"/>
                      </p:stCondLst>
                      <p:childTnLst>
                        <p:par>
                          <p:cTn id="164" fill="hold">
                            <p:stCondLst>
                              <p:cond delay="0"/>
                            </p:stCondLst>
                            <p:childTnLst>
                              <p:par>
                                <p:cTn id="165" presetID="53" presetClass="entr" presetSubtype="16" fill="hold" grpId="0" nodeType="clickEffect">
                                  <p:stCondLst>
                                    <p:cond delay="0"/>
                                  </p:stCondLst>
                                  <p:childTnLst>
                                    <p:set>
                                      <p:cBhvr>
                                        <p:cTn id="166" dur="1" fill="hold">
                                          <p:stCondLst>
                                            <p:cond delay="0"/>
                                          </p:stCondLst>
                                        </p:cTn>
                                        <p:tgtEl>
                                          <p:spTgt spid="47"/>
                                        </p:tgtEl>
                                        <p:attrNameLst>
                                          <p:attrName>style.visibility</p:attrName>
                                        </p:attrNameLst>
                                      </p:cBhvr>
                                      <p:to>
                                        <p:strVal val="visible"/>
                                      </p:to>
                                    </p:set>
                                    <p:anim calcmode="lin" valueType="num">
                                      <p:cBhvr>
                                        <p:cTn id="167" dur="500" fill="hold"/>
                                        <p:tgtEl>
                                          <p:spTgt spid="47"/>
                                        </p:tgtEl>
                                        <p:attrNameLst>
                                          <p:attrName>ppt_w</p:attrName>
                                        </p:attrNameLst>
                                      </p:cBhvr>
                                      <p:tavLst>
                                        <p:tav tm="0">
                                          <p:val>
                                            <p:fltVal val="0"/>
                                          </p:val>
                                        </p:tav>
                                        <p:tav tm="100000">
                                          <p:val>
                                            <p:strVal val="#ppt_w"/>
                                          </p:val>
                                        </p:tav>
                                      </p:tavLst>
                                    </p:anim>
                                    <p:anim calcmode="lin" valueType="num">
                                      <p:cBhvr>
                                        <p:cTn id="168" dur="500" fill="hold"/>
                                        <p:tgtEl>
                                          <p:spTgt spid="47"/>
                                        </p:tgtEl>
                                        <p:attrNameLst>
                                          <p:attrName>ppt_h</p:attrName>
                                        </p:attrNameLst>
                                      </p:cBhvr>
                                      <p:tavLst>
                                        <p:tav tm="0">
                                          <p:val>
                                            <p:fltVal val="0"/>
                                          </p:val>
                                        </p:tav>
                                        <p:tav tm="100000">
                                          <p:val>
                                            <p:strVal val="#ppt_h"/>
                                          </p:val>
                                        </p:tav>
                                      </p:tavLst>
                                    </p:anim>
                                    <p:animEffect transition="in" filter="fade">
                                      <p:cBhvr>
                                        <p:cTn id="169" dur="500"/>
                                        <p:tgtEl>
                                          <p:spTgt spid="47"/>
                                        </p:tgtEl>
                                      </p:cBhvr>
                                    </p:animEffect>
                                  </p:childTnLst>
                                </p:cTn>
                              </p:par>
                            </p:childTnLst>
                          </p:cTn>
                        </p:par>
                      </p:childTnLst>
                    </p:cTn>
                  </p:par>
                  <p:par>
                    <p:cTn id="170" fill="hold">
                      <p:stCondLst>
                        <p:cond delay="indefinite"/>
                      </p:stCondLst>
                      <p:childTnLst>
                        <p:par>
                          <p:cTn id="171" fill="hold">
                            <p:stCondLst>
                              <p:cond delay="0"/>
                            </p:stCondLst>
                            <p:childTnLst>
                              <p:par>
                                <p:cTn id="172" presetID="53" presetClass="entr" presetSubtype="16" fill="hold" grpId="0" nodeType="clickEffect">
                                  <p:stCondLst>
                                    <p:cond delay="0"/>
                                  </p:stCondLst>
                                  <p:childTnLst>
                                    <p:set>
                                      <p:cBhvr>
                                        <p:cTn id="173" dur="1" fill="hold">
                                          <p:stCondLst>
                                            <p:cond delay="0"/>
                                          </p:stCondLst>
                                        </p:cTn>
                                        <p:tgtEl>
                                          <p:spTgt spid="48"/>
                                        </p:tgtEl>
                                        <p:attrNameLst>
                                          <p:attrName>style.visibility</p:attrName>
                                        </p:attrNameLst>
                                      </p:cBhvr>
                                      <p:to>
                                        <p:strVal val="visible"/>
                                      </p:to>
                                    </p:set>
                                    <p:anim calcmode="lin" valueType="num">
                                      <p:cBhvr>
                                        <p:cTn id="174" dur="500" fill="hold"/>
                                        <p:tgtEl>
                                          <p:spTgt spid="48"/>
                                        </p:tgtEl>
                                        <p:attrNameLst>
                                          <p:attrName>ppt_w</p:attrName>
                                        </p:attrNameLst>
                                      </p:cBhvr>
                                      <p:tavLst>
                                        <p:tav tm="0">
                                          <p:val>
                                            <p:fltVal val="0"/>
                                          </p:val>
                                        </p:tav>
                                        <p:tav tm="100000">
                                          <p:val>
                                            <p:strVal val="#ppt_w"/>
                                          </p:val>
                                        </p:tav>
                                      </p:tavLst>
                                    </p:anim>
                                    <p:anim calcmode="lin" valueType="num">
                                      <p:cBhvr>
                                        <p:cTn id="175" dur="500" fill="hold"/>
                                        <p:tgtEl>
                                          <p:spTgt spid="48"/>
                                        </p:tgtEl>
                                        <p:attrNameLst>
                                          <p:attrName>ppt_h</p:attrName>
                                        </p:attrNameLst>
                                      </p:cBhvr>
                                      <p:tavLst>
                                        <p:tav tm="0">
                                          <p:val>
                                            <p:fltVal val="0"/>
                                          </p:val>
                                        </p:tav>
                                        <p:tav tm="100000">
                                          <p:val>
                                            <p:strVal val="#ppt_h"/>
                                          </p:val>
                                        </p:tav>
                                      </p:tavLst>
                                    </p:anim>
                                    <p:animEffect transition="in" filter="fade">
                                      <p:cBhvr>
                                        <p:cTn id="176"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22" grpId="0" animBg="1"/>
      <p:bldP spid="9" grpId="0" animBg="1"/>
      <p:bldP spid="10" grpId="0" animBg="1"/>
      <p:bldP spid="13" grpId="0" animBg="1"/>
      <p:bldP spid="14" grpId="0" animBg="1"/>
      <p:bldP spid="18" grpId="0" animBg="1"/>
      <p:bldP spid="19" grpId="0" animBg="1"/>
      <p:bldP spid="21" grpId="0" animBg="1"/>
      <p:bldP spid="23" grpId="0" animBg="1"/>
      <p:bldP spid="25" grpId="0"/>
      <p:bldP spid="26" grpId="0"/>
      <p:bldP spid="27" grpId="0"/>
      <p:bldP spid="28" grpId="0"/>
      <p:bldP spid="29" grpId="0"/>
      <p:bldP spid="30" grpId="0"/>
      <p:bldP spid="31" grpId="0"/>
      <p:bldP spid="32" grpId="0"/>
      <p:bldP spid="33" grpId="0"/>
      <p:bldP spid="34" grpId="0"/>
      <p:bldP spid="35" grpId="0"/>
      <p:bldP spid="36" grpId="0"/>
      <p:bldP spid="53" grpId="0" animBg="1"/>
      <p:bldP spid="54" grpId="0" animBg="1"/>
      <p:bldP spid="56" grpId="0" animBg="1"/>
      <p:bldP spid="57" grpId="0" animBg="1"/>
      <p:bldP spid="58" grpId="0" animBg="1"/>
      <p:bldP spid="59" grpId="0"/>
      <p:bldP spid="60" grpId="0"/>
      <p:bldP spid="61" grpId="0"/>
      <p:bldP spid="62" grpId="0"/>
      <p:bldP spid="63" grpId="0"/>
      <p:bldP spid="64" grpId="0"/>
      <p:bldP spid="65" grpId="0"/>
      <p:bldP spid="66" grpId="0"/>
      <p:bldP spid="47" grpId="0" animBg="1"/>
      <p:bldP spid="48" grpId="0" animBg="1"/>
    </p:bldLst>
  </p:timing>
  <p:extLst mod="1">
    <p:ext uri="{3A86A75C-4F4B-4683-9AE1-C65F6400EC91}">
      <p14:laserTraceLst xmlns:p14="http://schemas.microsoft.com/office/powerpoint/2010/main">
        <p14:tracePtLst>
          <p14:tracePt t="8337" x="6232525" y="5857875"/>
          <p14:tracePt t="8344" x="6215063" y="5867400"/>
          <p14:tracePt t="8353" x="6197600" y="5867400"/>
          <p14:tracePt t="8374" x="6143625" y="5894388"/>
          <p14:tracePt t="8394" x="6037263" y="5894388"/>
          <p14:tracePt t="8415" x="5911850" y="5894388"/>
          <p14:tracePt t="8436" x="5795963" y="5894388"/>
          <p14:tracePt t="8457" x="5724525" y="5875338"/>
          <p14:tracePt t="8478" x="5705475" y="5857875"/>
          <p14:tracePt t="8499" x="5697538" y="5857875"/>
          <p14:tracePt t="8527" x="5688013" y="5857875"/>
          <p14:tracePt t="8540" x="5643563" y="5840413"/>
          <p14:tracePt t="8561" x="5537200" y="5795963"/>
          <p14:tracePt t="8582" x="5483225" y="5751513"/>
          <p14:tracePt t="8603" x="5411788" y="5680075"/>
          <p14:tracePt t="8624" x="5313363" y="5608638"/>
          <p14:tracePt t="8645" x="5143500" y="5518150"/>
          <p14:tracePt t="8650" x="5081588" y="5473700"/>
          <p14:tracePt t="8666" x="4973638" y="5394325"/>
          <p14:tracePt t="8686" x="4867275" y="5259388"/>
          <p14:tracePt t="8707" x="4822825" y="5126038"/>
          <p14:tracePt t="8728" x="4795838" y="5062538"/>
          <p14:tracePt t="8749" x="4776788" y="5027613"/>
          <p14:tracePt t="8770" x="4768850" y="4991100"/>
          <p14:tracePt t="8791" x="4759325" y="4902200"/>
          <p14:tracePt t="8811" x="4759325" y="4830763"/>
          <p14:tracePt t="8832" x="4751388" y="4795838"/>
          <p14:tracePt t="8853" x="4751388" y="4786313"/>
          <p14:tracePt t="15394" x="4714875" y="4803775"/>
          <p14:tracePt t="15401" x="4670425" y="4840288"/>
          <p14:tracePt t="15416" x="4598988" y="4902200"/>
          <p14:tracePt t="15436" x="4465638" y="5010150"/>
          <p14:tracePt t="15457" x="4286250" y="5108575"/>
          <p14:tracePt t="15478" x="4108450" y="5170488"/>
          <p14:tracePt t="15499" x="3911600" y="5232400"/>
          <p14:tracePt t="15519" x="3714750" y="5259388"/>
          <p14:tracePt t="15541" x="3598863" y="5268913"/>
          <p14:tracePt t="15561" x="3438525" y="5268913"/>
          <p14:tracePt t="15582" x="3295650" y="5268913"/>
          <p14:tracePt t="15603" x="3214688" y="5268913"/>
          <p14:tracePt t="15624" x="3170238" y="5259388"/>
          <p14:tracePt t="15645" x="3143250" y="5241925"/>
          <p14:tracePt t="15648" x="3125788" y="5241925"/>
          <p14:tracePt t="15666" x="3108325" y="5232400"/>
          <p14:tracePt t="15687" x="3071813" y="5224463"/>
          <p14:tracePt t="15737" x="3089275" y="5224463"/>
          <p14:tracePt t="15749" x="3143250" y="5232400"/>
          <p14:tracePt t="15770" x="3490913" y="5286375"/>
          <p14:tracePt t="15791" x="4224338" y="5419725"/>
          <p14:tracePt t="15812" x="4848225" y="5581650"/>
          <p14:tracePt t="15833" x="5357813" y="5741988"/>
          <p14:tracePt t="15854" x="5572125" y="5803900"/>
          <p14:tracePt t="15874" x="5732463" y="5840413"/>
          <p14:tracePt t="15895" x="5884863" y="5857875"/>
          <p14:tracePt t="15915" x="5983288" y="5902325"/>
          <p14:tracePt t="15937" x="6062663" y="5929313"/>
          <p14:tracePt t="15957" x="6099175" y="5956300"/>
          <p14:tracePt t="15978" x="6099175" y="5965825"/>
          <p14:tracePt t="16020" x="6099175" y="5973763"/>
          <p14:tracePt t="16040" x="6099175" y="5991225"/>
          <p14:tracePt t="16061" x="6116638" y="6037263"/>
          <p14:tracePt t="16082" x="6143625" y="6089650"/>
          <p14:tracePt t="16103" x="6143625" y="6108700"/>
          <p14:tracePt t="16145" x="6116638" y="6143625"/>
          <p14:tracePt t="16150" x="6081713" y="6161088"/>
          <p14:tracePt t="16166" x="6010275" y="6224588"/>
          <p14:tracePt t="16186" x="5929313" y="6276975"/>
          <p14:tracePt t="16207" x="5822950" y="6323013"/>
          <p14:tracePt t="16228" x="5661025" y="6330950"/>
          <p14:tracePt t="16250" x="5572125" y="6303963"/>
          <p14:tracePt t="16270" x="5554663" y="6296025"/>
          <p14:tracePt t="16291" x="5554663" y="6276975"/>
          <p14:tracePt t="16311" x="5545138" y="6215063"/>
          <p14:tracePt t="16332" x="5527675" y="6153150"/>
          <p14:tracePt t="16353" x="5527675" y="6081713"/>
          <p14:tracePt t="16374" x="5527675" y="6045200"/>
          <p14:tracePt t="16395" x="5527675" y="6010275"/>
          <p14:tracePt t="16417" x="5537200" y="5956300"/>
          <p14:tracePt t="16437" x="5562600" y="5867400"/>
          <p14:tracePt t="16458" x="5589588" y="5776913"/>
          <p14:tracePt t="16479" x="5634038" y="5715000"/>
          <p14:tracePt t="16500" x="5697538" y="5661025"/>
          <p14:tracePt t="16520" x="5768975" y="5589588"/>
          <p14:tracePt t="16541" x="5848350" y="5491163"/>
          <p14:tracePt t="16562" x="5929313" y="5411788"/>
          <p14:tracePt t="16583" x="5983288" y="5367338"/>
          <p14:tracePt t="16603" x="6018213" y="5348288"/>
          <p14:tracePt t="16626" x="6126163" y="5322888"/>
          <p14:tracePt t="16646" x="6188075" y="5322888"/>
          <p14:tracePt t="16652" x="6215063" y="5313363"/>
          <p14:tracePt t="16665" x="6251575" y="5313363"/>
          <p14:tracePt t="16686" x="6276975" y="5313363"/>
          <p14:tracePt t="16707" x="6303963" y="5322888"/>
          <p14:tracePt t="16729" x="6340475" y="5367338"/>
          <p14:tracePt t="16749" x="6394450" y="5419725"/>
          <p14:tracePt t="16770" x="6446838" y="5473700"/>
          <p14:tracePt t="16791" x="6491288" y="5527675"/>
          <p14:tracePt t="16812" x="6527800" y="5562600"/>
          <p14:tracePt t="16832" x="6545263" y="5608638"/>
          <p14:tracePt t="16853" x="6572250" y="5653088"/>
          <p14:tracePt t="16874" x="6589713" y="5705475"/>
          <p14:tracePt t="16895" x="6589713" y="5813425"/>
          <p14:tracePt t="16916" x="6562725" y="5929313"/>
          <p14:tracePt t="16936" x="6554788" y="5965825"/>
          <p14:tracePt t="16957" x="6545263" y="5973763"/>
          <p14:tracePt t="16978" x="6518275" y="6000750"/>
          <p14:tracePt t="16999" x="6438900" y="6045200"/>
          <p14:tracePt t="17020" x="6348413" y="6081713"/>
          <p14:tracePt t="17041" x="6313488" y="6099175"/>
          <p14:tracePt t="17061" x="6251575" y="6108700"/>
          <p14:tracePt t="17082" x="6116638" y="6099175"/>
          <p14:tracePt t="17103" x="5983288" y="6081713"/>
          <p14:tracePt t="17124" x="5803900" y="6062663"/>
          <p14:tracePt t="17145" x="5759450" y="6054725"/>
          <p14:tracePt t="17165" x="5751513" y="6054725"/>
          <p14:tracePt t="17187" x="5741988" y="6045200"/>
          <p14:tracePt t="17778" x="5724525" y="6045200"/>
          <p14:tracePt t="17784" x="5688013" y="6037263"/>
          <p14:tracePt t="17791" x="5661025" y="6027738"/>
          <p14:tracePt t="17811" x="5500688" y="5946775"/>
          <p14:tracePt t="17832" x="5367338" y="5848350"/>
          <p14:tracePt t="17853" x="5268913" y="5715000"/>
          <p14:tracePt t="17874" x="5170488" y="5572125"/>
          <p14:tracePt t="17895" x="5000625" y="5446713"/>
          <p14:tracePt t="17916" x="4822825" y="5322888"/>
          <p14:tracePt t="17937" x="4732338" y="5251450"/>
          <p14:tracePt t="17958" x="4714875" y="5224463"/>
          <p14:tracePt t="17978" x="4705350" y="5187950"/>
          <p14:tracePt t="18000" x="4697413" y="5116513"/>
          <p14:tracePt t="18020" x="4687888" y="5054600"/>
          <p14:tracePt t="18041" x="4687888" y="5010150"/>
          <p14:tracePt t="18062" x="4687888" y="4991100"/>
          <p14:tracePt t="18083" x="4687888" y="4965700"/>
          <p14:tracePt t="18104" x="4660900" y="4867275"/>
          <p14:tracePt t="18124" x="4652963" y="4786313"/>
          <p14:tracePt t="18145" x="4652963" y="4724400"/>
          <p14:tracePt t="18167" x="4652963" y="4714875"/>
          <p14:tracePt t="18213" x="4652963" y="4705350"/>
          <p14:tracePt t="18316" x="4652963" y="4697413"/>
          <p14:tracePt t="18330" x="4652963" y="4679950"/>
          <p14:tracePt t="18338" x="4643438" y="4660900"/>
          <p14:tracePt t="18353" x="4633913" y="4633913"/>
          <p14:tracePt t="18374" x="4616450" y="4562475"/>
          <p14:tracePt t="18395" x="4608513" y="4456113"/>
          <p14:tracePt t="18416" x="4598988" y="4313238"/>
          <p14:tracePt t="18436" x="4598988" y="4160838"/>
          <p14:tracePt t="18457" x="4598988" y="4000500"/>
          <p14:tracePt t="18478" x="4608513" y="3919538"/>
          <p14:tracePt t="18499" x="4608513" y="3902075"/>
          <p14:tracePt t="18591" x="4616450" y="3894138"/>
          <p14:tracePt t="18598" x="4633913" y="3875088"/>
          <p14:tracePt t="18604" x="4643438" y="3875088"/>
          <p14:tracePt t="18624" x="4670425" y="3840163"/>
          <p14:tracePt t="18645" x="4697413" y="3759200"/>
          <p14:tracePt t="18665" x="4705350" y="3732213"/>
          <p14:tracePt t="18686" x="4705350" y="3724275"/>
          <p14:tracePt t="18729" x="4776788" y="3670300"/>
          <p14:tracePt t="18749" x="4884738" y="3616325"/>
          <p14:tracePt t="18770" x="4929188" y="3608388"/>
          <p14:tracePt t="18791" x="4991100" y="3598863"/>
          <p14:tracePt t="18812" x="5045075" y="3625850"/>
          <p14:tracePt t="18834" x="5099050" y="3660775"/>
          <p14:tracePt t="18854" x="5160963" y="3714750"/>
          <p14:tracePt t="18875" x="5241925" y="3768725"/>
          <p14:tracePt t="18897" x="5313363" y="3803650"/>
          <p14:tracePt t="18917" x="5375275" y="3830638"/>
          <p14:tracePt t="18938" x="5429250" y="3857625"/>
          <p14:tracePt t="18958" x="5446713" y="3875088"/>
          <p14:tracePt t="18978" x="5473700" y="3919538"/>
          <p14:tracePt t="18999" x="5491163" y="3938588"/>
          <p14:tracePt t="19020" x="5518150" y="3965575"/>
          <p14:tracePt t="19041" x="5527675" y="3990975"/>
          <p14:tracePt t="19062" x="5554663" y="4017963"/>
          <p14:tracePt t="19083" x="5581650" y="4062413"/>
          <p14:tracePt t="19104" x="5608638" y="4108450"/>
          <p14:tracePt t="19124" x="5626100" y="4143375"/>
          <p14:tracePt t="19145" x="5643563" y="4170363"/>
          <p14:tracePt t="19151" x="5643563" y="4187825"/>
          <p14:tracePt t="19166" x="5653088" y="4224338"/>
          <p14:tracePt t="19186" x="5643563" y="4303713"/>
          <p14:tracePt t="19207" x="5616575" y="4394200"/>
          <p14:tracePt t="19229" x="5599113" y="4446588"/>
          <p14:tracePt t="19249" x="5572125" y="4483100"/>
          <p14:tracePt t="19270" x="5518150" y="4537075"/>
          <p14:tracePt t="19291" x="5465763" y="4598988"/>
          <p14:tracePt t="19311" x="5411788" y="4660900"/>
          <p14:tracePt t="19332" x="5330825" y="4714875"/>
          <p14:tracePt t="19353" x="5205413" y="4786313"/>
          <p14:tracePt t="19374" x="5089525" y="4822825"/>
          <p14:tracePt t="19395" x="5010150" y="4848225"/>
          <p14:tracePt t="19416" x="4938713" y="4867275"/>
          <p14:tracePt t="19436" x="4857750" y="4875213"/>
          <p14:tracePt t="19457" x="4776788" y="4875213"/>
          <p14:tracePt t="19478" x="4714875" y="4875213"/>
          <p14:tracePt t="19499" x="4660900" y="4875213"/>
          <p14:tracePt t="19520" x="4608513" y="4875213"/>
          <p14:tracePt t="19541" x="4545013" y="4867275"/>
          <p14:tracePt t="19562" x="4394200" y="4840288"/>
          <p14:tracePt t="19584" x="4241800" y="4803775"/>
          <p14:tracePt t="19604" x="4170363" y="4759325"/>
          <p14:tracePt t="19624" x="4098925" y="4724400"/>
          <p14:tracePt t="19645" x="4027488" y="4670425"/>
          <p14:tracePt t="19667" x="4000500" y="4643438"/>
          <p14:tracePt t="19687" x="3990975" y="4633913"/>
          <p14:tracePt t="19707" x="3990975" y="4625975"/>
          <p14:tracePt t="19728" x="3990975" y="4581525"/>
          <p14:tracePt t="19749" x="4017963" y="4419600"/>
          <p14:tracePt t="19770" x="4054475" y="4170363"/>
          <p14:tracePt t="19791" x="4116388" y="3956050"/>
          <p14:tracePt t="19811" x="4170363" y="3803650"/>
          <p14:tracePt t="19834" x="4214813" y="3732213"/>
          <p14:tracePt t="19853" x="4259263" y="3687763"/>
          <p14:tracePt t="19874" x="4384675" y="3652838"/>
          <p14:tracePt t="19895" x="4581525" y="3581400"/>
          <p14:tracePt t="19916" x="4741863" y="3517900"/>
          <p14:tracePt t="19937" x="4956175" y="3490913"/>
          <p14:tracePt t="19957" x="5116513" y="3509963"/>
          <p14:tracePt t="19978" x="5224463" y="3536950"/>
          <p14:tracePt t="19999" x="5303838" y="3562350"/>
          <p14:tracePt t="20020" x="5367338" y="3571875"/>
          <p14:tracePt t="20041" x="5411788" y="3581400"/>
          <p14:tracePt t="20062" x="5446713" y="3589338"/>
          <p14:tracePt t="20083" x="5491163" y="3625850"/>
          <p14:tracePt t="20103" x="5527675" y="3660775"/>
          <p14:tracePt t="20124" x="5581650" y="3714750"/>
          <p14:tracePt t="20145" x="5608638" y="3776663"/>
          <p14:tracePt t="20150" x="5626100" y="3795713"/>
          <p14:tracePt t="20166" x="5653088" y="3840163"/>
          <p14:tracePt t="20187" x="5697538" y="3902075"/>
          <p14:tracePt t="20207" x="5732463" y="3946525"/>
          <p14:tracePt t="20229" x="5768975" y="3990975"/>
          <p14:tracePt t="20249" x="5776913" y="4027488"/>
          <p14:tracePt t="20271" x="5786438" y="4071938"/>
          <p14:tracePt t="20291" x="5786438" y="4098925"/>
          <p14:tracePt t="20312" x="5776913" y="4125913"/>
          <p14:tracePt t="20333" x="5751513" y="4187825"/>
          <p14:tracePt t="20354" x="5715000" y="4259263"/>
          <p14:tracePt t="20375" x="5661025" y="4322763"/>
          <p14:tracePt t="20396" x="5643563" y="4357688"/>
          <p14:tracePt t="20417" x="5626100" y="4394200"/>
          <p14:tracePt t="20438" x="5616575" y="4419600"/>
          <p14:tracePt t="20458" x="5599113" y="4438650"/>
          <p14:tracePt t="20480" x="5589588" y="4456113"/>
          <p14:tracePt t="20500" x="5562600" y="4473575"/>
          <p14:tracePt t="20520" x="5510213" y="4500563"/>
          <p14:tracePt t="20541" x="5446713" y="4537075"/>
          <p14:tracePt t="20562" x="5384800" y="4562475"/>
          <p14:tracePt t="20585" x="5340350" y="4581525"/>
          <p14:tracePt t="20605" x="5295900" y="4598988"/>
          <p14:tracePt t="20624" x="5241925" y="4616450"/>
          <p14:tracePt t="20645" x="5180013" y="4633913"/>
          <p14:tracePt t="20651" x="5170488" y="4633913"/>
          <p14:tracePt t="20666" x="5133975" y="4633913"/>
          <p14:tracePt t="20687" x="5116513" y="4633913"/>
          <p14:tracePt t="20707" x="5099050" y="4633913"/>
          <p14:tracePt t="20729" x="5027613" y="4652963"/>
          <p14:tracePt t="20749" x="4929188" y="4670425"/>
          <p14:tracePt t="20770" x="4884738" y="4679950"/>
          <p14:tracePt t="20791" x="4875213" y="4679950"/>
          <p14:tracePt t="20812" x="4867275" y="4679950"/>
          <p14:tracePt t="22045" x="4875213" y="4643438"/>
          <p14:tracePt t="22051" x="4902200" y="4581525"/>
          <p14:tracePt t="22062" x="4929188" y="4518025"/>
          <p14:tracePt t="22084" x="4991100" y="4357688"/>
          <p14:tracePt t="22103" x="5045075" y="4251325"/>
          <p14:tracePt t="22124" x="5133975" y="4160838"/>
          <p14:tracePt t="22145" x="5295900" y="4062413"/>
          <p14:tracePt t="22151" x="5330825" y="4027488"/>
          <p14:tracePt t="22166" x="5419725" y="3973513"/>
          <p14:tracePt t="22186" x="5500688" y="3929063"/>
          <p14:tracePt t="22207" x="5572125" y="3902075"/>
          <p14:tracePt t="22229" x="5688013" y="3894138"/>
          <p14:tracePt t="22249" x="5803900" y="3875088"/>
          <p14:tracePt t="22270" x="5894388" y="3867150"/>
          <p14:tracePt t="22291" x="5991225" y="3867150"/>
          <p14:tracePt t="22311" x="6170613" y="3867150"/>
          <p14:tracePt t="22332" x="6330950" y="3867150"/>
          <p14:tracePt t="22353" x="6465888" y="3857625"/>
          <p14:tracePt t="22374" x="6670675" y="3840163"/>
          <p14:tracePt t="22395" x="6804025" y="3840163"/>
          <p14:tracePt t="22415" x="6867525" y="3840163"/>
          <p14:tracePt t="22436" x="6956425" y="3848100"/>
          <p14:tracePt t="22457" x="7072313" y="3875088"/>
          <p14:tracePt t="22478" x="7170738" y="3894138"/>
          <p14:tracePt t="22499" x="7232650" y="3911600"/>
          <p14:tracePt t="22520" x="7277100" y="3938588"/>
          <p14:tracePt t="22540" x="7323138" y="3983038"/>
          <p14:tracePt t="22561" x="7367588" y="4027488"/>
          <p14:tracePt t="22582" x="7412038" y="4071938"/>
          <p14:tracePt t="22603" x="7429500" y="4089400"/>
          <p14:tracePt t="22653" x="7429500" y="4098925"/>
          <p14:tracePt t="22675" x="7419975" y="4108450"/>
          <p14:tracePt t="22687" x="7394575" y="4116388"/>
          <p14:tracePt t="22708" x="7340600" y="4143375"/>
          <p14:tracePt t="22729" x="7296150" y="4160838"/>
          <p14:tracePt t="22749" x="7277100" y="4170363"/>
          <p14:tracePt t="22771" x="7224713" y="4179888"/>
          <p14:tracePt t="22792" x="7134225" y="4197350"/>
          <p14:tracePt t="22813" x="7010400" y="4205288"/>
          <p14:tracePt t="22834" x="6938963" y="4205288"/>
          <p14:tracePt t="22854" x="6911975" y="4205288"/>
          <p14:tracePt t="22875" x="6894513" y="4205288"/>
          <p14:tracePt t="22897" x="6831013" y="4187825"/>
          <p14:tracePt t="22916" x="6786563" y="4179888"/>
          <p14:tracePt t="22936" x="6724650" y="4179888"/>
          <p14:tracePt t="22958" x="6661150" y="4160838"/>
          <p14:tracePt t="22979" x="6599238" y="4152900"/>
          <p14:tracePt t="22999" x="6537325" y="4143375"/>
          <p14:tracePt t="23021" x="6438900" y="4125913"/>
          <p14:tracePt t="23041" x="6323013" y="4116388"/>
          <p14:tracePt t="23062" x="6232525" y="4116388"/>
          <p14:tracePt t="23082" x="6153150" y="4116388"/>
          <p14:tracePt t="23103" x="6045200" y="4116388"/>
          <p14:tracePt t="23124" x="5911850" y="4116388"/>
          <p14:tracePt t="23145" x="5813425" y="4125913"/>
          <p14:tracePt t="23152" x="5795963" y="4125913"/>
          <p14:tracePt t="23166" x="5751513" y="4133850"/>
          <p14:tracePt t="23187" x="5688013" y="4133850"/>
          <p14:tracePt t="23208" x="5626100" y="4133850"/>
          <p14:tracePt t="23228" x="5554663" y="4133850"/>
          <p14:tracePt t="23249" x="5510213" y="4133850"/>
          <p14:tracePt t="23270" x="5465763" y="4133850"/>
          <p14:tracePt t="23291" x="5384800" y="4133850"/>
          <p14:tracePt t="23311" x="5322888" y="4133850"/>
          <p14:tracePt t="23332" x="5303838" y="4133850"/>
          <p14:tracePt t="23354" x="5295900" y="4133850"/>
          <p14:tracePt t="23374" x="5286375" y="4133850"/>
          <p14:tracePt t="23398" x="5286375" y="4125913"/>
          <p14:tracePt t="23416" x="5303838" y="4116388"/>
          <p14:tracePt t="23436" x="5313363" y="4098925"/>
          <p14:tracePt t="23458" x="5348288" y="4081463"/>
          <p14:tracePt t="23478" x="5465763" y="4037013"/>
          <p14:tracePt t="23500" x="5670550" y="3965575"/>
          <p14:tracePt t="23520" x="5894388" y="3902075"/>
          <p14:tracePt t="23542" x="6161088" y="3840163"/>
          <p14:tracePt t="23563" x="6330950" y="3795713"/>
          <p14:tracePt t="23583" x="6483350" y="3759200"/>
          <p14:tracePt t="23604" x="6626225" y="3751263"/>
          <p14:tracePt t="23624" x="6680200" y="3741738"/>
          <p14:tracePt t="23645" x="6742113" y="3724275"/>
          <p14:tracePt t="23650" x="6759575" y="3724275"/>
          <p14:tracePt t="23666" x="6777038" y="3724275"/>
          <p14:tracePt t="23686" x="6831013" y="3714750"/>
          <p14:tracePt t="23707" x="6894513" y="3714750"/>
          <p14:tracePt t="23728" x="6983413" y="3714750"/>
          <p14:tracePt t="23749" x="7099300" y="3724275"/>
          <p14:tracePt t="23770" x="7170738" y="3732213"/>
          <p14:tracePt t="23791" x="7205663" y="3741738"/>
          <p14:tracePt t="23812" x="7251700" y="3751263"/>
          <p14:tracePt t="23833" x="7323138" y="3768725"/>
          <p14:tracePt t="23853" x="7439025" y="3786188"/>
          <p14:tracePt t="23874" x="7518400" y="3813175"/>
          <p14:tracePt t="23895" x="7581900" y="3822700"/>
          <p14:tracePt t="23916" x="7626350" y="3848100"/>
          <p14:tracePt t="23937" x="7688263" y="3875088"/>
          <p14:tracePt t="23957" x="7796213" y="3919538"/>
          <p14:tracePt t="23979" x="7875588" y="3965575"/>
          <p14:tracePt t="23999" x="7939088" y="4000500"/>
          <p14:tracePt t="24020" x="7956550" y="4017963"/>
          <p14:tracePt t="24041" x="7956550" y="4027488"/>
          <p14:tracePt t="24062" x="7956550" y="4037013"/>
          <p14:tracePt t="24083" x="7956550" y="4044950"/>
          <p14:tracePt t="24127" x="7956550" y="4054475"/>
          <p14:tracePt t="24154" x="7956550" y="4062413"/>
          <p14:tracePt t="24167" x="7966075" y="4071938"/>
          <p14:tracePt t="24183" x="7974013" y="4089400"/>
          <p14:tracePt t="24197" x="7974013" y="4098925"/>
          <p14:tracePt t="24231" x="7974013" y="4108450"/>
          <p14:tracePt t="24265" x="7974013" y="4116388"/>
          <p14:tracePt t="24323" x="7966075" y="4116388"/>
          <p14:tracePt t="24337" x="7966075" y="4125913"/>
          <p14:tracePt t="24344" x="7956550" y="4125913"/>
          <p14:tracePt t="24380" x="7947025" y="4125913"/>
          <p14:tracePt t="24412" x="7939088" y="4125913"/>
          <p14:tracePt t="24437" x="7929563" y="4125913"/>
          <p14:tracePt t="24445" x="7912100" y="4133850"/>
          <p14:tracePt t="24457" x="7894638" y="4143375"/>
          <p14:tracePt t="24480" x="7840663" y="4143375"/>
          <p14:tracePt t="24499" x="7786688" y="4160838"/>
          <p14:tracePt t="24520" x="7769225" y="4160838"/>
          <p14:tracePt t="24541" x="7751763" y="4160838"/>
          <p14:tracePt t="24561" x="7724775" y="4170363"/>
          <p14:tracePt t="24582" x="7680325" y="4179888"/>
          <p14:tracePt t="24604" x="7643813" y="4197350"/>
          <p14:tracePt t="24625" x="7608888" y="4197350"/>
          <p14:tracePt t="24645" x="7599363" y="4197350"/>
          <p14:tracePt t="24651" x="7589838" y="4197350"/>
          <p14:tracePt t="24666" x="7562850" y="4205288"/>
          <p14:tracePt t="24687" x="7500938" y="4224338"/>
          <p14:tracePt t="24707" x="7466013" y="4224338"/>
          <p14:tracePt t="24728" x="7412038" y="4224338"/>
          <p14:tracePt t="24749" x="7385050" y="4232275"/>
          <p14:tracePt t="24771" x="7348538" y="4232275"/>
          <p14:tracePt t="24791" x="7323138" y="4241800"/>
          <p14:tracePt t="24812" x="7296150" y="4241800"/>
          <p14:tracePt t="24833" x="7277100" y="4241800"/>
          <p14:tracePt t="24854" x="7259638" y="4241800"/>
          <p14:tracePt t="24874" x="7205663" y="4241800"/>
          <p14:tracePt t="24895" x="7143750" y="4241800"/>
          <p14:tracePt t="24916" x="7081838" y="4241800"/>
          <p14:tracePt t="24936" x="7045325" y="4241800"/>
          <p14:tracePt t="24958" x="7018338" y="4241800"/>
          <p14:tracePt t="24979" x="6973888" y="4241800"/>
          <p14:tracePt t="24999" x="6929438" y="4241800"/>
          <p14:tracePt t="25020" x="6894513" y="4241800"/>
          <p14:tracePt t="25042" x="6884988" y="4241800"/>
          <p14:tracePt t="25083" x="6875463" y="4241800"/>
          <p14:tracePt t="25104" x="6867525" y="4241800"/>
          <p14:tracePt t="25142" x="6867525" y="4232275"/>
          <p14:tracePt t="25212" x="6875463" y="4224338"/>
          <p14:tracePt t="25582" x="6848475" y="4224338"/>
          <p14:tracePt t="25590" x="6813550" y="4224338"/>
          <p14:tracePt t="25603" x="6724650" y="4214813"/>
          <p14:tracePt t="25624" x="6643688" y="4214813"/>
          <p14:tracePt t="25646" x="6616700" y="4205288"/>
          <p14:tracePt t="25653" x="6608763" y="4197350"/>
          <p14:tracePt t="25667" x="6599238" y="4187825"/>
          <p14:tracePt t="25686" x="6589713" y="4170363"/>
          <p14:tracePt t="25707" x="6581775" y="4143375"/>
          <p14:tracePt t="25728" x="6581775" y="4125913"/>
          <p14:tracePt t="25749" x="6581775" y="4116388"/>
          <p14:tracePt t="25770" x="6581775" y="4108450"/>
          <p14:tracePt t="25791" x="6581775" y="4089400"/>
          <p14:tracePt t="25812" x="6581775" y="4062413"/>
          <p14:tracePt t="25834" x="6599238" y="4010025"/>
          <p14:tracePt t="25854" x="6616700" y="3946525"/>
          <p14:tracePt t="25874" x="6661150" y="3884613"/>
          <p14:tracePt t="25896" x="6742113" y="3822700"/>
          <p14:tracePt t="25917" x="6875463" y="3768725"/>
          <p14:tracePt t="25938" x="7000875" y="3732213"/>
          <p14:tracePt t="25958" x="7081838" y="3714750"/>
          <p14:tracePt t="25979" x="7242175" y="3705225"/>
          <p14:tracePt t="25999" x="7412038" y="3714750"/>
          <p14:tracePt t="26020" x="7545388" y="3732213"/>
          <p14:tracePt t="26041" x="7688263" y="3751263"/>
          <p14:tracePt t="26062" x="7840663" y="3751263"/>
          <p14:tracePt t="26083" x="7939088" y="3751263"/>
          <p14:tracePt t="26103" x="8010525" y="3751263"/>
          <p14:tracePt t="26124" x="8072438" y="3751263"/>
          <p14:tracePt t="26145" x="8170863" y="3751263"/>
          <p14:tracePt t="26154" x="8205788" y="3751263"/>
          <p14:tracePt t="26166" x="8286750" y="3751263"/>
          <p14:tracePt t="26186" x="8375650" y="3759200"/>
          <p14:tracePt t="26207" x="8447088" y="3768725"/>
          <p14:tracePt t="26228" x="8501063" y="3786188"/>
          <p14:tracePt t="26249" x="8582025" y="3830638"/>
          <p14:tracePt t="26270" x="8653463" y="3848100"/>
          <p14:tracePt t="26291" x="8732838" y="3867150"/>
          <p14:tracePt t="26312" x="8777288" y="3884613"/>
          <p14:tracePt t="26332" x="8796338" y="3902075"/>
          <p14:tracePt t="26354" x="8823325" y="3938588"/>
          <p14:tracePt t="26374" x="8848725" y="3983038"/>
          <p14:tracePt t="26395" x="8848725" y="4010025"/>
          <p14:tracePt t="26416" x="8848725" y="4027488"/>
          <p14:tracePt t="26437" x="8848725" y="4044950"/>
          <p14:tracePt t="26478" x="8848725" y="4054475"/>
          <p14:tracePt t="26499" x="8848725" y="4062413"/>
          <p14:tracePt t="26520" x="8848725" y="4071938"/>
          <p14:tracePt t="26544" x="8848725" y="4081463"/>
          <p14:tracePt t="26562" x="8840788" y="4081463"/>
          <p14:tracePt t="26584" x="8831263" y="4089400"/>
          <p14:tracePt t="26604" x="8831263" y="4098925"/>
          <p14:tracePt t="26624" x="8831263" y="4108450"/>
          <p14:tracePt t="26666" x="8823325" y="4116388"/>
          <p14:tracePt t="26688" x="8796338" y="4133850"/>
          <p14:tracePt t="26709" x="8742363" y="4160838"/>
          <p14:tracePt t="26728" x="8697913" y="4170363"/>
          <p14:tracePt t="26751" x="8609013" y="4187825"/>
          <p14:tracePt t="26772" x="8555038" y="4187825"/>
          <p14:tracePt t="26791" x="8483600" y="4187825"/>
          <p14:tracePt t="26811" x="8402638" y="4187825"/>
          <p14:tracePt t="26832" x="8286750" y="4187825"/>
          <p14:tracePt t="26853" x="8153400" y="4187825"/>
          <p14:tracePt t="26874" x="8062913" y="4187825"/>
          <p14:tracePt t="26895" x="7983538" y="4187825"/>
          <p14:tracePt t="26916" x="7902575" y="4187825"/>
          <p14:tracePt t="26937" x="7786688" y="4187825"/>
          <p14:tracePt t="26958" x="7545388" y="4160838"/>
          <p14:tracePt t="26978" x="7170738" y="4133850"/>
        </p14:tracePtLst>
      </p14:laserTraceLst>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A430DA-A2F8-1B49-A706-61B13F62FC70}"/>
              </a:ext>
            </a:extLst>
          </p:cNvPr>
          <p:cNvSpPr>
            <a:spLocks noGrp="1"/>
          </p:cNvSpPr>
          <p:nvPr>
            <p:ph type="ctrTitle"/>
          </p:nvPr>
        </p:nvSpPr>
        <p:spPr/>
        <p:txBody>
          <a:bodyPr/>
          <a:lstStyle/>
          <a:p>
            <a:r>
              <a:rPr lang="en-US" dirty="0"/>
              <a:t>T-TEST</a:t>
            </a:r>
          </a:p>
        </p:txBody>
      </p:sp>
      <p:sp>
        <p:nvSpPr>
          <p:cNvPr id="3" name="Subtitle 2">
            <a:extLst>
              <a:ext uri="{FF2B5EF4-FFF2-40B4-BE49-F238E27FC236}">
                <a16:creationId xmlns:a16="http://schemas.microsoft.com/office/drawing/2014/main" id="{501733F3-D0BD-3548-9BC4-307CE5E057A9}"/>
              </a:ext>
            </a:extLst>
          </p:cNvPr>
          <p:cNvSpPr>
            <a:spLocks noGrp="1"/>
          </p:cNvSpPr>
          <p:nvPr>
            <p:ph type="subTitle" idx="1"/>
          </p:nvPr>
        </p:nvSpPr>
        <p:spPr/>
        <p:txBody>
          <a:bodyPr/>
          <a:lstStyle/>
          <a:p>
            <a:r>
              <a:rPr lang="en-US" dirty="0" smtClean="0"/>
              <a:t>In </a:t>
            </a:r>
            <a:r>
              <a:rPr lang="en-US" dirty="0"/>
              <a:t>Class Session</a:t>
            </a:r>
          </a:p>
        </p:txBody>
      </p:sp>
    </p:spTree>
    <p:extLst>
      <p:ext uri="{BB962C8B-B14F-4D97-AF65-F5344CB8AC3E}">
        <p14:creationId xmlns:p14="http://schemas.microsoft.com/office/powerpoint/2010/main" val="68859714"/>
      </p:ext>
    </p:extLst>
  </p:cSld>
  <p:clrMapOvr>
    <a:masterClrMapping/>
  </p:clrMapOvr>
  <p:transition spd="slow" advTm="7905">
    <p:push dir="u"/>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OUTLIne</a:t>
            </a:r>
            <a:endParaRPr lang="en-GB" dirty="0"/>
          </a:p>
        </p:txBody>
      </p:sp>
      <p:sp>
        <p:nvSpPr>
          <p:cNvPr id="4" name="Slide Number Placeholder 3"/>
          <p:cNvSpPr>
            <a:spLocks noGrp="1"/>
          </p:cNvSpPr>
          <p:nvPr>
            <p:ph type="sldNum" sz="quarter" idx="12"/>
          </p:nvPr>
        </p:nvSpPr>
        <p:spPr/>
        <p:txBody>
          <a:bodyPr/>
          <a:lstStyle/>
          <a:p>
            <a:fld id="{5AA13D58-D7BC-8747-9F0A-0DB9E6B3595A}" type="slidenum">
              <a:rPr lang="en-US" smtClean="0"/>
              <a:t>6</a:t>
            </a:fld>
            <a:endParaRPr lang="en-US"/>
          </a:p>
        </p:txBody>
      </p:sp>
      <p:grpSp>
        <p:nvGrpSpPr>
          <p:cNvPr id="5" name="Group 4"/>
          <p:cNvGrpSpPr/>
          <p:nvPr/>
        </p:nvGrpSpPr>
        <p:grpSpPr>
          <a:xfrm>
            <a:off x="1024127" y="2169424"/>
            <a:ext cx="5735872" cy="705063"/>
            <a:chOff x="2552698" y="2876550"/>
            <a:chExt cx="5826639" cy="876300"/>
          </a:xfrm>
        </p:grpSpPr>
        <p:sp>
          <p:nvSpPr>
            <p:cNvPr id="6" name="Rectangle: Rounded Corners 12"/>
            <p:cNvSpPr/>
            <p:nvPr/>
          </p:nvSpPr>
          <p:spPr>
            <a:xfrm>
              <a:off x="2552698" y="2876550"/>
              <a:ext cx="5826639" cy="876300"/>
            </a:xfrm>
            <a:prstGeom prst="roundRect">
              <a:avLst>
                <a:gd name="adj" fmla="val 50000"/>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p:cNvSpPr/>
            <p:nvPr/>
          </p:nvSpPr>
          <p:spPr>
            <a:xfrm>
              <a:off x="2619374" y="2938462"/>
              <a:ext cx="752476" cy="752476"/>
            </a:xfrm>
            <a:prstGeom prst="ellipse">
              <a:avLst/>
            </a:prstGeom>
            <a:gradFill>
              <a:gsLst>
                <a:gs pos="0">
                  <a:schemeClr val="accent1">
                    <a:lumMod val="75000"/>
                  </a:schemeClr>
                </a:gs>
                <a:gs pos="100000">
                  <a:schemeClr val="accent2"/>
                </a:gs>
              </a:gsLst>
              <a:lin ang="10800000" scaled="1"/>
            </a:gra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TextBox 7"/>
          <p:cNvSpPr txBox="1"/>
          <p:nvPr/>
        </p:nvSpPr>
        <p:spPr>
          <a:xfrm>
            <a:off x="1100506" y="2337027"/>
            <a:ext cx="768937" cy="388336"/>
          </a:xfrm>
          <a:prstGeom prst="rect">
            <a:avLst/>
          </a:prstGeom>
          <a:noFill/>
          <a:effectLst>
            <a:outerShdw blurRad="25400" dist="12700" dir="8100000" algn="tr" rotWithShape="0">
              <a:prstClr val="black">
                <a:alpha val="30000"/>
              </a:prstClr>
            </a:outerShdw>
          </a:effectLst>
        </p:spPr>
        <p:txBody>
          <a:bodyPr wrap="square" rtlCol="0">
            <a:spAutoFit/>
          </a:bodyPr>
          <a:lstStyle/>
          <a:p>
            <a:pPr algn="ctr">
              <a:spcAft>
                <a:spcPts val="1200"/>
              </a:spcAft>
              <a:buClr>
                <a:srgbClr val="00A6CA"/>
              </a:buClr>
              <a:buSzPct val="80000"/>
            </a:pPr>
            <a:r>
              <a:rPr lang="en-US" sz="1400" b="1" dirty="0">
                <a:solidFill>
                  <a:schemeClr val="bg1"/>
                </a:solidFill>
                <a:latin typeface="Lato Black" panose="020F0502020204030203" pitchFamily="34" charset="0"/>
                <a:ea typeface="Lato Black" panose="020F0502020204030203" pitchFamily="34" charset="0"/>
                <a:cs typeface="Lato Black" panose="020F0502020204030203" pitchFamily="34" charset="0"/>
              </a:rPr>
              <a:t>01</a:t>
            </a:r>
          </a:p>
        </p:txBody>
      </p:sp>
      <p:grpSp>
        <p:nvGrpSpPr>
          <p:cNvPr id="9" name="Group 8"/>
          <p:cNvGrpSpPr/>
          <p:nvPr/>
        </p:nvGrpSpPr>
        <p:grpSpPr>
          <a:xfrm>
            <a:off x="1024127" y="3047274"/>
            <a:ext cx="5735872" cy="705063"/>
            <a:chOff x="2552698" y="2876550"/>
            <a:chExt cx="5826639" cy="876300"/>
          </a:xfrm>
        </p:grpSpPr>
        <p:sp>
          <p:nvSpPr>
            <p:cNvPr id="10" name="Rectangle: Rounded Corners 35"/>
            <p:cNvSpPr/>
            <p:nvPr/>
          </p:nvSpPr>
          <p:spPr>
            <a:xfrm>
              <a:off x="2552698" y="2876550"/>
              <a:ext cx="5826639" cy="876300"/>
            </a:xfrm>
            <a:prstGeom prst="roundRect">
              <a:avLst>
                <a:gd name="adj" fmla="val 50000"/>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p:cNvSpPr/>
            <p:nvPr/>
          </p:nvSpPr>
          <p:spPr>
            <a:xfrm>
              <a:off x="2619374" y="2938462"/>
              <a:ext cx="752476" cy="752476"/>
            </a:xfrm>
            <a:prstGeom prst="ellipse">
              <a:avLst/>
            </a:prstGeom>
            <a:gradFill>
              <a:gsLst>
                <a:gs pos="0">
                  <a:schemeClr val="accent1">
                    <a:lumMod val="75000"/>
                  </a:schemeClr>
                </a:gs>
                <a:gs pos="100000">
                  <a:schemeClr val="accent2"/>
                </a:gs>
              </a:gsLst>
              <a:lin ang="10800000" scaled="1"/>
            </a:gra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TextBox 11"/>
          <p:cNvSpPr txBox="1"/>
          <p:nvPr/>
        </p:nvSpPr>
        <p:spPr>
          <a:xfrm>
            <a:off x="1100506" y="3214877"/>
            <a:ext cx="768937" cy="388336"/>
          </a:xfrm>
          <a:prstGeom prst="rect">
            <a:avLst/>
          </a:prstGeom>
          <a:noFill/>
          <a:effectLst>
            <a:outerShdw blurRad="25400" dist="12700" dir="8100000" algn="tr" rotWithShape="0">
              <a:prstClr val="black">
                <a:alpha val="30000"/>
              </a:prstClr>
            </a:outerShdw>
          </a:effectLst>
        </p:spPr>
        <p:txBody>
          <a:bodyPr wrap="square" rtlCol="0">
            <a:spAutoFit/>
          </a:bodyPr>
          <a:lstStyle/>
          <a:p>
            <a:pPr algn="ctr">
              <a:spcAft>
                <a:spcPts val="1200"/>
              </a:spcAft>
              <a:buClr>
                <a:srgbClr val="00A6CA"/>
              </a:buClr>
              <a:buSzPct val="80000"/>
            </a:pPr>
            <a:r>
              <a:rPr lang="en-US" sz="1400" b="1" dirty="0">
                <a:solidFill>
                  <a:schemeClr val="bg1"/>
                </a:solidFill>
                <a:latin typeface="Lato Black" panose="020F0502020204030203" pitchFamily="34" charset="0"/>
                <a:ea typeface="Lato Black" panose="020F0502020204030203" pitchFamily="34" charset="0"/>
                <a:cs typeface="Lato Black" panose="020F0502020204030203" pitchFamily="34" charset="0"/>
              </a:rPr>
              <a:t>02</a:t>
            </a:r>
          </a:p>
        </p:txBody>
      </p:sp>
      <p:sp>
        <p:nvSpPr>
          <p:cNvPr id="13" name="TextBox 12"/>
          <p:cNvSpPr txBox="1"/>
          <p:nvPr/>
        </p:nvSpPr>
        <p:spPr>
          <a:xfrm>
            <a:off x="2010529" y="3166804"/>
            <a:ext cx="5288045" cy="584775"/>
          </a:xfrm>
          <a:prstGeom prst="rect">
            <a:avLst/>
          </a:prstGeom>
          <a:noFill/>
          <a:effectLst>
            <a:outerShdw blurRad="25400" dist="12700" dir="8100000" algn="tr" rotWithShape="0">
              <a:prstClr val="black">
                <a:alpha val="30000"/>
              </a:prstClr>
            </a:outerShdw>
          </a:effectLst>
        </p:spPr>
        <p:txBody>
          <a:bodyPr wrap="square" rtlCol="0">
            <a:spAutoFit/>
          </a:bodyPr>
          <a:lstStyle/>
          <a:p>
            <a:pPr marL="342900" indent="-342900"/>
            <a:r>
              <a:rPr lang="en-US" sz="3200" dirty="0">
                <a:hlinkClick r:id="" action="ppaction://customshow?id=1&amp;return=true"/>
              </a:rPr>
              <a:t>One-Tailed Vs Two-Tailed</a:t>
            </a:r>
            <a:endParaRPr lang="en-US" sz="3200" dirty="0"/>
          </a:p>
        </p:txBody>
      </p:sp>
      <p:grpSp>
        <p:nvGrpSpPr>
          <p:cNvPr id="14" name="Group 13"/>
          <p:cNvGrpSpPr/>
          <p:nvPr/>
        </p:nvGrpSpPr>
        <p:grpSpPr>
          <a:xfrm>
            <a:off x="1024127" y="3925126"/>
            <a:ext cx="5735872" cy="705063"/>
            <a:chOff x="2552698" y="2876550"/>
            <a:chExt cx="5826639" cy="876300"/>
          </a:xfrm>
        </p:grpSpPr>
        <p:sp>
          <p:nvSpPr>
            <p:cNvPr id="15" name="Rectangle: Rounded Corners 42"/>
            <p:cNvSpPr/>
            <p:nvPr/>
          </p:nvSpPr>
          <p:spPr>
            <a:xfrm>
              <a:off x="2552698" y="2876550"/>
              <a:ext cx="5826639" cy="876300"/>
            </a:xfrm>
            <a:prstGeom prst="roundRect">
              <a:avLst>
                <a:gd name="adj" fmla="val 50000"/>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Oval 15"/>
            <p:cNvSpPr/>
            <p:nvPr/>
          </p:nvSpPr>
          <p:spPr>
            <a:xfrm>
              <a:off x="2619374" y="2938462"/>
              <a:ext cx="752476" cy="752476"/>
            </a:xfrm>
            <a:prstGeom prst="ellipse">
              <a:avLst/>
            </a:prstGeom>
            <a:gradFill>
              <a:gsLst>
                <a:gs pos="0">
                  <a:schemeClr val="accent1">
                    <a:lumMod val="75000"/>
                  </a:schemeClr>
                </a:gs>
                <a:gs pos="100000">
                  <a:schemeClr val="accent2"/>
                </a:gs>
              </a:gsLst>
              <a:lin ang="10800000" scaled="1"/>
            </a:gra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TextBox 16"/>
          <p:cNvSpPr txBox="1"/>
          <p:nvPr/>
        </p:nvSpPr>
        <p:spPr>
          <a:xfrm>
            <a:off x="1100506" y="4092729"/>
            <a:ext cx="768937" cy="388336"/>
          </a:xfrm>
          <a:prstGeom prst="rect">
            <a:avLst/>
          </a:prstGeom>
          <a:noFill/>
          <a:effectLst>
            <a:outerShdw blurRad="25400" dist="12700" dir="8100000" algn="tr" rotWithShape="0">
              <a:prstClr val="black">
                <a:alpha val="30000"/>
              </a:prstClr>
            </a:outerShdw>
          </a:effectLst>
        </p:spPr>
        <p:txBody>
          <a:bodyPr wrap="square" rtlCol="0">
            <a:spAutoFit/>
          </a:bodyPr>
          <a:lstStyle/>
          <a:p>
            <a:pPr algn="ctr">
              <a:spcAft>
                <a:spcPts val="1200"/>
              </a:spcAft>
              <a:buClr>
                <a:srgbClr val="00A6CA"/>
              </a:buClr>
              <a:buSzPct val="80000"/>
            </a:pPr>
            <a:r>
              <a:rPr lang="en-US" sz="1400" b="1" dirty="0">
                <a:solidFill>
                  <a:schemeClr val="bg1"/>
                </a:solidFill>
                <a:latin typeface="Lato Black" panose="020F0502020204030203" pitchFamily="34" charset="0"/>
                <a:ea typeface="Lato Black" panose="020F0502020204030203" pitchFamily="34" charset="0"/>
                <a:cs typeface="Lato Black" panose="020F0502020204030203" pitchFamily="34" charset="0"/>
              </a:rPr>
              <a:t>03</a:t>
            </a:r>
          </a:p>
        </p:txBody>
      </p:sp>
      <p:sp>
        <p:nvSpPr>
          <p:cNvPr id="18" name="TextBox 17"/>
          <p:cNvSpPr txBox="1"/>
          <p:nvPr/>
        </p:nvSpPr>
        <p:spPr>
          <a:xfrm>
            <a:off x="2010529" y="4044656"/>
            <a:ext cx="6504206" cy="584775"/>
          </a:xfrm>
          <a:prstGeom prst="rect">
            <a:avLst/>
          </a:prstGeom>
          <a:noFill/>
          <a:effectLst>
            <a:outerShdw blurRad="25400" dist="12700" dir="8100000" algn="tr" rotWithShape="0">
              <a:prstClr val="black">
                <a:alpha val="30000"/>
              </a:prstClr>
            </a:outerShdw>
          </a:effectLst>
        </p:spPr>
        <p:txBody>
          <a:bodyPr wrap="square" rtlCol="0">
            <a:spAutoFit/>
          </a:bodyPr>
          <a:lstStyle/>
          <a:p>
            <a:pPr marL="342900" indent="-342900"/>
            <a:r>
              <a:rPr lang="en-US" sz="3200" dirty="0">
                <a:hlinkClick r:id="" action="ppaction://customshow?id=2&amp;return=true"/>
              </a:rPr>
              <a:t>How to Perform </a:t>
            </a:r>
            <a:r>
              <a:rPr lang="en-US" sz="3200" dirty="0" smtClean="0">
                <a:hlinkClick r:id="" action="ppaction://customshow?id=2&amp;return=true"/>
              </a:rPr>
              <a:t>T-Test – (Two-Tailed)  </a:t>
            </a:r>
            <a:endParaRPr lang="en-US" sz="3200" dirty="0"/>
          </a:p>
        </p:txBody>
      </p:sp>
      <p:sp>
        <p:nvSpPr>
          <p:cNvPr id="24" name="TextBox 23"/>
          <p:cNvSpPr txBox="1"/>
          <p:nvPr/>
        </p:nvSpPr>
        <p:spPr>
          <a:xfrm>
            <a:off x="2010529" y="2244709"/>
            <a:ext cx="4808046" cy="584775"/>
          </a:xfrm>
          <a:prstGeom prst="rect">
            <a:avLst/>
          </a:prstGeom>
          <a:noFill/>
          <a:effectLst>
            <a:outerShdw blurRad="25400" dist="12700" dir="8100000" algn="tr" rotWithShape="0">
              <a:prstClr val="black">
                <a:alpha val="30000"/>
              </a:prstClr>
            </a:outerShdw>
          </a:effectLst>
        </p:spPr>
        <p:txBody>
          <a:bodyPr wrap="square" rtlCol="0">
            <a:spAutoFit/>
          </a:bodyPr>
          <a:lstStyle/>
          <a:p>
            <a:pPr marL="342900" indent="-342900"/>
            <a:r>
              <a:rPr lang="en-US" sz="3200" dirty="0">
                <a:hlinkClick r:id="" action="ppaction://customshow?id=0&amp;return=true"/>
              </a:rPr>
              <a:t>Introduction to T-Test</a:t>
            </a:r>
            <a:endParaRPr lang="en-US" sz="3200" dirty="0"/>
          </a:p>
        </p:txBody>
      </p:sp>
    </p:spTree>
    <p:extLst>
      <p:ext uri="{BB962C8B-B14F-4D97-AF65-F5344CB8AC3E}">
        <p14:creationId xmlns:p14="http://schemas.microsoft.com/office/powerpoint/2010/main" val="1797908505"/>
      </p:ext>
    </p:extLst>
  </p:cSld>
  <p:clrMapOvr>
    <a:masterClrMapping/>
  </p:clrMapOvr>
  <p:transition spd="slow" advTm="24906">
    <p:push dir="u"/>
  </p:transition>
  <p:timing>
    <p:tnLst>
      <p:par>
        <p:cTn id="1" dur="indefinite" restart="never" nodeType="tmRoot"/>
      </p:par>
    </p:tnLst>
  </p:timing>
  <p:extLst mod="1">
    <p:ext uri="{3A86A75C-4F4B-4683-9AE1-C65F6400EC91}">
      <p14:laserTraceLst xmlns:p14="http://schemas.microsoft.com/office/powerpoint/2010/main">
        <p14:tracePtLst>
          <p14:tracePt t="8813" x="536575" y="5054600"/>
          <p14:tracePt t="9112" x="517525" y="4991100"/>
          <p14:tracePt t="9118" x="490538" y="4911725"/>
          <p14:tracePt t="9125" x="473075" y="4830763"/>
          <p14:tracePt t="9145" x="455613" y="4625975"/>
          <p14:tracePt t="9166" x="455613" y="4367213"/>
          <p14:tracePt t="9187" x="465138" y="4197350"/>
          <p14:tracePt t="9208" x="500063" y="4044950"/>
          <p14:tracePt t="9229" x="536575" y="3911600"/>
          <p14:tracePt t="9250" x="608013" y="3803650"/>
          <p14:tracePt t="9271" x="679450" y="3724275"/>
          <p14:tracePt t="9292" x="776288" y="3652838"/>
          <p14:tracePt t="9313" x="847725" y="3616325"/>
          <p14:tracePt t="9334" x="938213" y="3581400"/>
          <p14:tracePt t="9354" x="1071563" y="3527425"/>
          <p14:tracePt t="9375" x="1250950" y="3429000"/>
          <p14:tracePt t="9396" x="1357313" y="3340100"/>
          <p14:tracePt t="9417" x="1411288" y="3268663"/>
          <p14:tracePt t="9437" x="1482725" y="3214688"/>
          <p14:tracePt t="9458" x="1633538" y="3125788"/>
          <p14:tracePt t="9479" x="1812925" y="3062288"/>
          <p14:tracePt t="9500" x="1938338" y="3044825"/>
          <p14:tracePt t="9520" x="2089150" y="3036888"/>
          <p14:tracePt t="9541" x="2170113" y="3044825"/>
          <p14:tracePt t="9854" x="2259013" y="3027363"/>
          <p14:tracePt t="9861" x="2339975" y="3009900"/>
          <p14:tracePt t="9874" x="2544763" y="2973388"/>
          <p14:tracePt t="9895" x="2830513" y="2955925"/>
          <p14:tracePt t="9917" x="2982913" y="2955925"/>
          <p14:tracePt t="9937" x="3036888" y="2955925"/>
          <p14:tracePt t="9958" x="3160713" y="2973388"/>
          <p14:tracePt t="9980" x="3286125" y="3000375"/>
          <p14:tracePt t="9999" x="3330575" y="3027363"/>
          <p14:tracePt t="10020" x="3419475" y="3071813"/>
          <p14:tracePt t="10042" x="3473450" y="3116263"/>
          <p14:tracePt t="10063" x="3517900" y="3187700"/>
          <p14:tracePt t="10084" x="3562350" y="3251200"/>
          <p14:tracePt t="10105" x="3598863" y="3303588"/>
          <p14:tracePt t="10125" x="3616325" y="3330575"/>
          <p14:tracePt t="10146" x="3616325" y="3357563"/>
          <p14:tracePt t="10166" x="3625850" y="3394075"/>
          <p14:tracePt t="10187" x="3625850" y="3438525"/>
          <p14:tracePt t="10208" x="3625850" y="3482975"/>
          <p14:tracePt t="10229" x="3616325" y="3509963"/>
          <p14:tracePt t="10250" x="3581400" y="3581400"/>
          <p14:tracePt t="10271" x="3500438" y="3687763"/>
          <p14:tracePt t="10292" x="3429000" y="3795713"/>
          <p14:tracePt t="10312" x="3402013" y="3822700"/>
          <p14:tracePt t="10333" x="3394075" y="3840163"/>
          <p14:tracePt t="10339" x="3384550" y="3840163"/>
          <p14:tracePt t="10354" x="3322638" y="3867150"/>
          <p14:tracePt t="10375" x="3179763" y="3919538"/>
          <p14:tracePt t="10395" x="3081338" y="3956050"/>
          <p14:tracePt t="10417" x="3027363" y="3973513"/>
          <p14:tracePt t="10437" x="2990850" y="3983038"/>
          <p14:tracePt t="10458" x="2911475" y="4000500"/>
          <p14:tracePt t="10479" x="2795588" y="4017963"/>
          <p14:tracePt t="10500" x="2687638" y="4037013"/>
          <p14:tracePt t="10521" x="2633663" y="4044950"/>
          <p14:tracePt t="10542" x="2616200" y="4044950"/>
          <p14:tracePt t="10562" x="2544763" y="4044950"/>
          <p14:tracePt t="10583" x="2384425" y="4017963"/>
          <p14:tracePt t="10604" x="2276475" y="4000500"/>
          <p14:tracePt t="10624" x="2224088" y="3983038"/>
          <p14:tracePt t="10645" x="2179638" y="3965575"/>
          <p14:tracePt t="10666" x="2125663" y="3938588"/>
          <p14:tracePt t="10687" x="2044700" y="3911600"/>
          <p14:tracePt t="10709" x="2009775" y="3902075"/>
          <p14:tracePt t="10730" x="1990725" y="3894138"/>
          <p14:tracePt t="10750" x="1982788" y="3894138"/>
          <p14:tracePt t="10771" x="1982788" y="3884613"/>
          <p14:tracePt t="10792" x="1946275" y="3848100"/>
          <p14:tracePt t="10813" x="1901825" y="3822700"/>
          <p14:tracePt t="10834" x="1866900" y="3795713"/>
          <p14:tracePt t="10855" x="1857375" y="3786188"/>
          <p14:tracePt t="10875" x="1847850" y="3776663"/>
          <p14:tracePt t="10895" x="1830388" y="3768725"/>
          <p14:tracePt t="10916" x="1822450" y="3751263"/>
          <p14:tracePt t="10937" x="1822450" y="3741738"/>
          <p14:tracePt t="11286" x="1803400" y="3705225"/>
          <p14:tracePt t="11293" x="1776413" y="3652838"/>
          <p14:tracePt t="11299" x="1758950" y="3598863"/>
          <p14:tracePt t="11312" x="1731963" y="3509963"/>
          <p14:tracePt t="11333" x="1731963" y="3348038"/>
          <p14:tracePt t="11339" x="1741488" y="3276600"/>
          <p14:tracePt t="11354" x="1795463" y="3125788"/>
          <p14:tracePt t="11375" x="1911350" y="2901950"/>
          <p14:tracePt t="11396" x="2054225" y="2724150"/>
          <p14:tracePt t="11417" x="2098675" y="2660650"/>
          <p14:tracePt t="11438" x="2108200" y="2652713"/>
          <p14:tracePt t="11459" x="2143125" y="2643188"/>
          <p14:tracePt t="11480" x="2241550" y="2598738"/>
          <p14:tracePt t="11500" x="2357438" y="2562225"/>
          <p14:tracePt t="11521" x="2455863" y="2544763"/>
          <p14:tracePt t="11542" x="2517775" y="2554288"/>
          <p14:tracePt t="11563" x="2562225" y="2562225"/>
          <p14:tracePt t="11585" x="2581275" y="2581275"/>
          <p14:tracePt t="11604" x="2598738" y="2589213"/>
          <p14:tracePt t="11625" x="2633663" y="2608263"/>
          <p14:tracePt t="11646" x="2679700" y="2643188"/>
          <p14:tracePt t="11667" x="2724150" y="2687638"/>
          <p14:tracePt t="11687" x="2768600" y="2751138"/>
          <p14:tracePt t="11708" x="2830513" y="2813050"/>
          <p14:tracePt t="11729" x="2928938" y="2911475"/>
          <p14:tracePt t="11750" x="3009900" y="3036888"/>
          <p14:tracePt t="11771" x="3081338" y="3205163"/>
          <p14:tracePt t="11792" x="3133725" y="3295650"/>
          <p14:tracePt t="11812" x="3179763" y="3367088"/>
          <p14:tracePt t="11833" x="3224213" y="3446463"/>
          <p14:tracePt t="11839" x="3241675" y="3465513"/>
          <p14:tracePt t="11854" x="3259138" y="3517900"/>
          <p14:tracePt t="11875" x="3286125" y="3571875"/>
          <p14:tracePt t="11895" x="3295650" y="3589338"/>
          <p14:tracePt t="11917" x="3295650" y="3598863"/>
          <p14:tracePt t="11967" x="3286125" y="3608388"/>
          <p14:tracePt t="11980" x="3276600" y="3633788"/>
          <p14:tracePt t="12000" x="3268663" y="3643313"/>
          <p14:tracePt t="12021" x="3268663" y="3660775"/>
          <p14:tracePt t="12062" x="3251200" y="3670300"/>
          <p14:tracePt t="12083" x="3205163" y="3732213"/>
          <p14:tracePt t="12104" x="3170238" y="3786188"/>
          <p14:tracePt t="12125" x="3143250" y="3822700"/>
          <p14:tracePt t="12167" x="3133725" y="3822700"/>
          <p14:tracePt t="12187" x="3081338" y="3822700"/>
          <p14:tracePt t="12209" x="2990850" y="3830638"/>
          <p14:tracePt t="12230" x="2911475" y="3840163"/>
          <p14:tracePt t="12250" x="2867025" y="3840163"/>
          <p14:tracePt t="12271" x="2857500" y="3840163"/>
          <p14:tracePt t="12314" x="2795588" y="3830638"/>
          <p14:tracePt t="12334" x="2751138" y="3813175"/>
          <p14:tracePt t="12340" x="2732088" y="3813175"/>
          <p14:tracePt t="12355" x="2714625" y="3795713"/>
          <p14:tracePt t="12375" x="2687638" y="3786188"/>
          <p14:tracePt t="12395" x="2687638" y="3776663"/>
          <p14:tracePt t="12417" x="2687638" y="3768725"/>
          <p14:tracePt t="12437" x="2687638" y="3759200"/>
          <p14:tracePt t="12459" x="2687638" y="3741738"/>
          <p14:tracePt t="12479" x="2687638" y="3714750"/>
          <p14:tracePt t="12500" x="2687638" y="3687763"/>
          <p14:tracePt t="12520" x="2697163" y="3660775"/>
          <p14:tracePt t="12542" x="2697163" y="3652838"/>
          <p14:tracePt t="12583" x="2697163" y="3643313"/>
          <p14:tracePt t="12604" x="2714625" y="3598863"/>
          <p14:tracePt t="12625" x="2724150" y="3562350"/>
          <p14:tracePt t="12646" x="2732088" y="3554413"/>
          <p14:tracePt t="12666" x="2768600" y="3517900"/>
          <p14:tracePt t="12687" x="2830513" y="3490913"/>
          <p14:tracePt t="12708" x="2919413" y="3446463"/>
          <p14:tracePt t="12729" x="3017838" y="3419475"/>
          <p14:tracePt t="12750" x="3071813" y="3402013"/>
          <p14:tracePt t="12770" x="3116263" y="3384550"/>
          <p14:tracePt t="12791" x="3170238" y="3375025"/>
          <p14:tracePt t="12813" x="3224213" y="3367088"/>
          <p14:tracePt t="12833" x="3268663" y="3367088"/>
          <p14:tracePt t="12854" x="3322638" y="3367088"/>
          <p14:tracePt t="12875" x="3348038" y="3375025"/>
          <p14:tracePt t="12896" x="3375025" y="3375025"/>
          <p14:tracePt t="12918" x="3402013" y="3375025"/>
          <p14:tracePt t="12938" x="3438525" y="3384550"/>
          <p14:tracePt t="12959" x="3482975" y="3411538"/>
          <p14:tracePt t="12980" x="3509963" y="3411538"/>
          <p14:tracePt t="13000" x="3527425" y="3419475"/>
          <p14:tracePt t="13021" x="3536950" y="3419475"/>
          <p14:tracePt t="13043" x="3544888" y="3429000"/>
          <p14:tracePt t="13083" x="3544888" y="3438525"/>
          <p14:tracePt t="13124" x="3554413" y="3438525"/>
          <p14:tracePt t="13138" x="3571875" y="3438525"/>
          <p14:tracePt t="13146" x="3589338" y="3446463"/>
          <p14:tracePt t="13167" x="3625850" y="3455988"/>
          <p14:tracePt t="13655" x="3670300" y="3446463"/>
          <p14:tracePt t="13663" x="3751263" y="3419475"/>
          <p14:tracePt t="13670" x="3813175" y="3375025"/>
          <p14:tracePt t="13688" x="4071938" y="3313113"/>
          <p14:tracePt t="13709" x="4259263" y="3276600"/>
          <p14:tracePt t="13729" x="4340225" y="3251200"/>
          <p14:tracePt t="13751" x="4518025" y="3214688"/>
          <p14:tracePt t="13772" x="4633913" y="3179763"/>
          <p14:tracePt t="13793" x="4697413" y="3160713"/>
          <p14:tracePt t="13812" x="4768850" y="3143250"/>
          <p14:tracePt t="13833" x="4822825" y="3133725"/>
          <p14:tracePt t="13838" x="4857750" y="3133725"/>
          <p14:tracePt t="13854" x="4946650" y="3125788"/>
          <p14:tracePt t="13875" x="5108575" y="3125788"/>
          <p14:tracePt t="13896" x="5214938" y="3125788"/>
          <p14:tracePt t="13917" x="5322888" y="3125788"/>
          <p14:tracePt t="13937" x="5438775" y="3125788"/>
          <p14:tracePt t="13958" x="5562600" y="3133725"/>
          <p14:tracePt t="13979" x="5680075" y="3170238"/>
          <p14:tracePt t="14000" x="5803900" y="3205163"/>
          <p14:tracePt t="14020" x="5911850" y="3241675"/>
          <p14:tracePt t="14041" x="5973763" y="3268663"/>
          <p14:tracePt t="14062" x="6027738" y="3295650"/>
          <p14:tracePt t="14083" x="6081713" y="3340100"/>
          <p14:tracePt t="14104" x="6143625" y="3411538"/>
          <p14:tracePt t="14125" x="6215063" y="3465513"/>
          <p14:tracePt t="14145" x="6286500" y="3517900"/>
          <p14:tracePt t="14166" x="6330950" y="3554413"/>
          <p14:tracePt t="14187" x="6357938" y="3589338"/>
          <p14:tracePt t="14209" x="6375400" y="3616325"/>
          <p14:tracePt t="14229" x="6375400" y="3633788"/>
          <p14:tracePt t="14250" x="6375400" y="3652838"/>
          <p14:tracePt t="14271" x="6375400" y="3660775"/>
          <p14:tracePt t="14292" x="6375400" y="3670300"/>
          <p14:tracePt t="14312" x="6340475" y="3724275"/>
          <p14:tracePt t="14334" x="6259513" y="3813175"/>
          <p14:tracePt t="14340" x="6242050" y="3830638"/>
          <p14:tracePt t="14354" x="6205538" y="3857625"/>
          <p14:tracePt t="14375" x="6188075" y="3875088"/>
          <p14:tracePt t="14396" x="6180138" y="3875088"/>
          <p14:tracePt t="14418" x="6153150" y="3894138"/>
          <p14:tracePt t="14439" x="6072188" y="3929063"/>
          <p14:tracePt t="14459" x="5919788" y="3956050"/>
          <p14:tracePt t="14480" x="5795963" y="3965575"/>
          <p14:tracePt t="14501" x="5705475" y="3965575"/>
          <p14:tracePt t="14520" x="5661025" y="3956050"/>
          <p14:tracePt t="14541" x="5581650" y="3938588"/>
          <p14:tracePt t="14564" x="5465763" y="3919538"/>
          <p14:tracePt t="14583" x="5357813" y="3902075"/>
          <p14:tracePt t="14605" x="5303838" y="3894138"/>
          <p14:tracePt t="14625" x="5251450" y="3884613"/>
          <p14:tracePt t="14646" x="5170488" y="3857625"/>
          <p14:tracePt t="14667" x="5054600" y="3848100"/>
          <p14:tracePt t="14687" x="4983163" y="3840163"/>
          <p14:tracePt t="14708" x="4956175" y="3840163"/>
          <p14:tracePt t="14751" x="4946650" y="3830638"/>
          <p14:tracePt t="14771" x="4911725" y="3813175"/>
          <p14:tracePt t="14792" x="4867275" y="3795713"/>
          <p14:tracePt t="14812" x="4848225" y="3786188"/>
          <p14:tracePt t="14833" x="4822825" y="3768725"/>
          <p14:tracePt t="14838" x="4813300" y="3768725"/>
          <p14:tracePt t="14854" x="4786313" y="3751263"/>
          <p14:tracePt t="14875" x="4714875" y="3732213"/>
          <p14:tracePt t="14896" x="4660900" y="3714750"/>
          <p14:tracePt t="14917" x="4633913" y="3705225"/>
          <p14:tracePt t="14937" x="4625975" y="3705225"/>
          <p14:tracePt t="14958" x="4625975" y="3687763"/>
          <p14:tracePt t="15008" x="4625975" y="3679825"/>
          <p14:tracePt t="15037" x="4625975" y="3670300"/>
          <p14:tracePt t="15050" x="4625975" y="3652838"/>
          <p14:tracePt t="15062" x="4608513" y="3616325"/>
          <p14:tracePt t="15083" x="4589463" y="3562350"/>
          <p14:tracePt t="15104" x="4581525" y="3544888"/>
          <p14:tracePt t="15125" x="4581525" y="3536950"/>
          <p14:tracePt t="15146" x="4589463" y="3517900"/>
          <p14:tracePt t="15167" x="4616450" y="3473450"/>
          <p14:tracePt t="15188" x="4643438" y="3438525"/>
          <p14:tracePt t="15209" x="4687888" y="3394075"/>
          <p14:tracePt t="15230" x="4732338" y="3348038"/>
          <p14:tracePt t="15250" x="4768850" y="3322638"/>
          <p14:tracePt t="15270" x="4822825" y="3295650"/>
          <p14:tracePt t="15293" x="4884738" y="3251200"/>
          <p14:tracePt t="15312" x="4973638" y="3214688"/>
          <p14:tracePt t="15333" x="5099050" y="3179763"/>
          <p14:tracePt t="15339" x="5143500" y="3170238"/>
          <p14:tracePt t="15354" x="5224463" y="3152775"/>
          <p14:tracePt t="15375" x="5295900" y="3133725"/>
          <p14:tracePt t="15395" x="5419725" y="3108325"/>
          <p14:tracePt t="15417" x="5537200" y="3098800"/>
          <p14:tracePt t="15437" x="5653088" y="3098800"/>
          <p14:tracePt t="15458" x="5724525" y="3098800"/>
          <p14:tracePt t="15479" x="5776913" y="3098800"/>
          <p14:tracePt t="15500" x="5857875" y="3098800"/>
          <p14:tracePt t="15521" x="5965825" y="3116263"/>
          <p14:tracePt t="15542" x="6054725" y="3160713"/>
          <p14:tracePt t="15562" x="6116638" y="3205163"/>
          <p14:tracePt t="15583" x="6153150" y="3241675"/>
          <p14:tracePt t="15604" x="6170613" y="3268663"/>
          <p14:tracePt t="15625" x="6180138" y="3295650"/>
          <p14:tracePt t="15645" x="6180138" y="3303588"/>
          <p14:tracePt t="15667" x="6180138" y="3322638"/>
          <p14:tracePt t="15708" x="6180138" y="3348038"/>
          <p14:tracePt t="15729" x="6188075" y="3411538"/>
          <p14:tracePt t="15750" x="6205538" y="3500438"/>
          <p14:tracePt t="15771" x="6215063" y="3571875"/>
          <p14:tracePt t="15793" x="6232525" y="3616325"/>
          <p14:tracePt t="15812" x="6232525" y="3625850"/>
          <p14:tracePt t="15833" x="6232525" y="3633788"/>
          <p14:tracePt t="15915" x="6232525" y="3643313"/>
          <p14:tracePt t="15935" x="6232525" y="3652838"/>
          <p14:tracePt t="15942" x="6232525" y="3670300"/>
          <p14:tracePt t="15959" x="6232525" y="3697288"/>
          <p14:tracePt t="15980" x="6232525" y="3705225"/>
          <p14:tracePt t="16033" x="6232525" y="3697288"/>
          <p14:tracePt t="16042" x="6232525" y="3687763"/>
          <p14:tracePt t="16433" x="6180138" y="3705225"/>
          <p14:tracePt t="16439" x="6099175" y="3751263"/>
          <p14:tracePt t="16459" x="5946775" y="3803650"/>
          <p14:tracePt t="16480" x="5867400" y="3840163"/>
          <p14:tracePt t="16500" x="5830888" y="3848100"/>
          <p14:tracePt t="16521" x="5751513" y="3867150"/>
          <p14:tracePt t="16542" x="5545138" y="3894138"/>
          <p14:tracePt t="16563" x="5330825" y="3911600"/>
          <p14:tracePt t="16584" x="5133975" y="3919538"/>
          <p14:tracePt t="16605" x="4902200" y="3902075"/>
          <p14:tracePt t="16626" x="4732338" y="3884613"/>
          <p14:tracePt t="16647" x="4456113" y="3867150"/>
          <p14:tracePt t="16668" x="4241800" y="3840163"/>
          <p14:tracePt t="16688" x="4098925" y="3840163"/>
          <p14:tracePt t="16710" x="3929063" y="3830638"/>
          <p14:tracePt t="16729" x="3813175" y="3830638"/>
          <p14:tracePt t="16751" x="3732213" y="3840163"/>
          <p14:tracePt t="16771" x="3643313" y="3848100"/>
          <p14:tracePt t="16792" x="3490913" y="3857625"/>
          <p14:tracePt t="16812" x="3276600" y="3902075"/>
          <p14:tracePt t="16833" x="2946400" y="3990975"/>
          <p14:tracePt t="16840" x="2847975" y="4027488"/>
          <p14:tracePt t="16855" x="2724150" y="4081463"/>
          <p14:tracePt t="16875" x="2633663" y="4108450"/>
          <p14:tracePt t="16896" x="2527300" y="4116388"/>
          <p14:tracePt t="16917" x="2339975" y="4116388"/>
          <p14:tracePt t="16937" x="2251075" y="4116388"/>
          <p14:tracePt t="16958" x="2224088" y="4116388"/>
          <p14:tracePt t="16979" x="2214563" y="4116388"/>
          <p14:tracePt t="17345" x="2197100" y="4116388"/>
          <p14:tracePt t="17351" x="2179638" y="4116388"/>
          <p14:tracePt t="17359" x="2160588" y="4116388"/>
          <p14:tracePt t="17376" x="2133600" y="4116388"/>
          <p14:tracePt t="17396" x="2125663" y="4116388"/>
          <p14:tracePt t="17417" x="2116138" y="4116388"/>
          <p14:tracePt t="17491" x="2116138" y="4108450"/>
          <p14:tracePt t="17525" x="2108200" y="4108450"/>
          <p14:tracePt t="17563" x="2098675" y="4108450"/>
          <p14:tracePt t="17570" x="2071688" y="4098925"/>
          <p14:tracePt t="17583" x="1990725" y="4098925"/>
          <p14:tracePt t="17604" x="1928813" y="4089400"/>
          <p14:tracePt t="17625" x="1919288" y="4089400"/>
          <p14:tracePt t="17667" x="1911350" y="4089400"/>
          <p14:tracePt t="17687" x="1901825" y="4089400"/>
          <p14:tracePt t="17708" x="1857375" y="4089400"/>
          <p14:tracePt t="17729" x="1785938" y="4089400"/>
          <p14:tracePt t="17751" x="1714500" y="4089400"/>
          <p14:tracePt t="17771" x="1643063" y="4089400"/>
          <p14:tracePt t="17791" x="1608138" y="4089400"/>
          <p14:tracePt t="17812" x="1598613" y="4089400"/>
          <p14:tracePt t="17833" x="1589088" y="4089400"/>
          <p14:tracePt t="17855" x="1581150" y="4089400"/>
          <p14:tracePt t="17876" x="1571625" y="4089400"/>
          <p14:tracePt t="17896" x="1482725" y="4116388"/>
          <p14:tracePt t="17917" x="1393825" y="4125913"/>
          <p14:tracePt t="17937" x="1285875" y="4152900"/>
          <p14:tracePt t="17958" x="1204913" y="4170363"/>
          <p14:tracePt t="17979" x="1169988" y="4179888"/>
          <p14:tracePt t="18000" x="1160463" y="4187825"/>
          <p14:tracePt t="18021" x="1160463" y="4197350"/>
          <p14:tracePt t="18042" x="1160463" y="4205288"/>
          <p14:tracePt t="18063" x="1160463" y="4241800"/>
          <p14:tracePt t="18084" x="1160463" y="4375150"/>
          <p14:tracePt t="18105" x="1160463" y="4483100"/>
          <p14:tracePt t="18125" x="1160463" y="4554538"/>
          <p14:tracePt t="18146" x="1169988" y="4581525"/>
          <p14:tracePt t="18168" x="1179513" y="4589463"/>
          <p14:tracePt t="18189" x="1196975" y="4608513"/>
          <p14:tracePt t="18209" x="1250950" y="4643438"/>
          <p14:tracePt t="18231" x="1322388" y="4660900"/>
          <p14:tracePt t="18250" x="1428750" y="4714875"/>
          <p14:tracePt t="18271" x="1544638" y="4751388"/>
          <p14:tracePt t="18292" x="1687513" y="4776788"/>
          <p14:tracePt t="18312" x="1803400" y="4786313"/>
          <p14:tracePt t="18333" x="1884363" y="4786313"/>
          <p14:tracePt t="18341" x="1901825" y="4786313"/>
          <p14:tracePt t="18355" x="1928813" y="4786313"/>
          <p14:tracePt t="18375" x="1982788" y="4786313"/>
          <p14:tracePt t="18396" x="2027238" y="4786313"/>
          <p14:tracePt t="18417" x="2081213" y="4786313"/>
          <p14:tracePt t="18437" x="2160588" y="4786313"/>
          <p14:tracePt t="18458" x="2259013" y="4759325"/>
          <p14:tracePt t="18479" x="2339975" y="4732338"/>
          <p14:tracePt t="18500" x="2438400" y="4714875"/>
          <p14:tracePt t="18521" x="2554288" y="4705350"/>
          <p14:tracePt t="18542" x="2652713" y="4714875"/>
          <p14:tracePt t="18562" x="2660650" y="4714875"/>
          <p14:tracePt t="18890" x="2894013" y="4652963"/>
          <p14:tracePt t="18918" x="3313113" y="4562475"/>
          <p14:tracePt t="18939" x="3581400" y="4518025"/>
          <p14:tracePt t="18958" x="3679825" y="4510088"/>
          <p14:tracePt t="18980" x="3803650" y="4491038"/>
          <p14:tracePt t="19000" x="4010025" y="4483100"/>
          <p14:tracePt t="19021" x="4179888" y="4483100"/>
          <p14:tracePt t="19042" x="4330700" y="4500563"/>
          <p14:tracePt t="19063" x="4483100" y="4510088"/>
          <p14:tracePt t="19083" x="4608513" y="4518025"/>
          <p14:tracePt t="19104" x="4670425" y="4527550"/>
          <p14:tracePt t="19125" x="4732338" y="4527550"/>
          <p14:tracePt t="19145" x="4840288" y="4545013"/>
          <p14:tracePt t="19167" x="4929188" y="4554538"/>
          <p14:tracePt t="19187" x="5027613" y="4562475"/>
          <p14:tracePt t="19208" x="5108575" y="4581525"/>
          <p14:tracePt t="19230" x="5205413" y="4589463"/>
          <p14:tracePt t="19251" x="5322888" y="4608513"/>
          <p14:tracePt t="19271" x="5419725" y="4616450"/>
          <p14:tracePt t="19291" x="5491163" y="4625975"/>
          <p14:tracePt t="19312" x="5545138" y="4625975"/>
          <p14:tracePt t="19333" x="5581650" y="4643438"/>
          <p14:tracePt t="19340" x="5599113" y="4643438"/>
          <p14:tracePt t="19354" x="5626100" y="4652963"/>
          <p14:tracePt t="19375" x="5653088" y="4652963"/>
          <p14:tracePt t="19396" x="5661025" y="4652963"/>
          <p14:tracePt t="22446" x="5697538" y="4608513"/>
          <p14:tracePt t="22451" x="5732463" y="4527550"/>
          <p14:tracePt t="22460" x="5759450" y="4465638"/>
          <p14:tracePt t="22479" x="5848350" y="4322763"/>
          <p14:tracePt t="22499" x="5902325" y="4259263"/>
          <p14:tracePt t="22521" x="6010275" y="4160838"/>
          <p14:tracePt t="22542" x="6072188" y="4108450"/>
          <p14:tracePt t="22562" x="6143625" y="4054475"/>
          <p14:tracePt t="22583" x="6188075" y="4017963"/>
          <p14:tracePt t="22604" x="6205538" y="4000500"/>
          <p14:tracePt t="22625" x="6215063" y="3990975"/>
          <p14:tracePt t="22645" x="6232525" y="3983038"/>
          <p14:tracePt t="22668" x="6303963" y="3973513"/>
          <p14:tracePt t="22687" x="6394450" y="3946525"/>
          <p14:tracePt t="22708" x="6500813" y="3919538"/>
          <p14:tracePt t="22728" x="6572250" y="3902075"/>
          <p14:tracePt t="22750" x="6626225" y="3894138"/>
          <p14:tracePt t="22772" x="6697663" y="3884613"/>
          <p14:tracePt t="22792" x="6796088" y="3884613"/>
          <p14:tracePt t="22812" x="6894513" y="3875088"/>
          <p14:tracePt t="22833" x="6973888" y="3875088"/>
          <p14:tracePt t="22838" x="7000875" y="3875088"/>
          <p14:tracePt t="22854" x="7045325" y="3884613"/>
          <p14:tracePt t="22875" x="7161213" y="3911600"/>
          <p14:tracePt t="22896" x="7296150" y="3911600"/>
          <p14:tracePt t="22916" x="7394575" y="3911600"/>
          <p14:tracePt t="22937" x="7456488" y="3911600"/>
          <p14:tracePt t="22958" x="7500938" y="3919538"/>
          <p14:tracePt t="22979" x="7572375" y="3929063"/>
          <p14:tracePt t="23000" x="7616825" y="3946525"/>
          <p14:tracePt t="23020" x="7680325" y="3965575"/>
          <p14:tracePt t="23042" x="7732713" y="3990975"/>
          <p14:tracePt t="23062" x="7786688" y="4017963"/>
          <p14:tracePt t="23083" x="7831138" y="4044950"/>
          <p14:tracePt t="23104" x="7875588" y="4071938"/>
          <p14:tracePt t="23125" x="7920038" y="4108450"/>
          <p14:tracePt t="23145" x="7966075" y="4143375"/>
          <p14:tracePt t="23166" x="7991475" y="4179888"/>
          <p14:tracePt t="23188" x="8027988" y="4224338"/>
          <p14:tracePt t="23209" x="8072438" y="4276725"/>
          <p14:tracePt t="23229" x="8099425" y="4322763"/>
          <p14:tracePt t="23250" x="8126413" y="4375150"/>
          <p14:tracePt t="23271" x="8153400" y="4429125"/>
          <p14:tracePt t="23292" x="8161338" y="4456113"/>
          <p14:tracePt t="23313" x="8161338" y="4473575"/>
          <p14:tracePt t="23333" x="8161338" y="4483100"/>
          <p14:tracePt t="23355" x="8143875" y="4510088"/>
          <p14:tracePt t="23376" x="8001000" y="4670425"/>
          <p14:tracePt t="23396" x="7912100" y="4768850"/>
          <p14:tracePt t="23417" x="7840663" y="4822825"/>
          <p14:tracePt t="23437" x="7813675" y="4830763"/>
          <p14:tracePt t="23460" x="7796213" y="4840288"/>
          <p14:tracePt t="23479" x="7715250" y="4867275"/>
          <p14:tracePt t="23500" x="7589838" y="4902200"/>
          <p14:tracePt t="23521" x="7456488" y="4929188"/>
          <p14:tracePt t="23542" x="7385050" y="4946650"/>
          <p14:tracePt t="23563" x="7340600" y="4946650"/>
          <p14:tracePt t="23583" x="7286625" y="4946650"/>
          <p14:tracePt t="23604" x="7180263" y="4946650"/>
          <p14:tracePt t="23625" x="7045325" y="4929188"/>
          <p14:tracePt t="23645" x="6946900" y="4919663"/>
          <p14:tracePt t="23666" x="6884988" y="4911725"/>
          <p14:tracePt t="23687" x="6796088" y="4902200"/>
          <p14:tracePt t="23708" x="6705600" y="4894263"/>
          <p14:tracePt t="23730" x="6643688" y="4884738"/>
          <p14:tracePt t="23750" x="6608763" y="4875213"/>
          <p14:tracePt t="23770" x="6599238" y="4875213"/>
          <p14:tracePt t="23792" x="6581775" y="4867275"/>
          <p14:tracePt t="23812" x="6527800" y="4830763"/>
          <p14:tracePt t="23833" x="6438900" y="4786313"/>
          <p14:tracePt t="23854" x="6340475" y="4732338"/>
          <p14:tracePt t="23875" x="6232525" y="4697413"/>
          <p14:tracePt t="23895" x="6089650" y="4633913"/>
          <p14:tracePt t="23916" x="5911850" y="4554538"/>
          <p14:tracePt t="23937" x="5741988" y="4500563"/>
          <p14:tracePt t="23958" x="5653088" y="4465638"/>
          <p14:tracePt t="23979" x="5616575" y="4456113"/>
        </p14:tracePtLst>
      </p14:laserTraceLst>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INTRODUCTION</a:t>
            </a:r>
          </a:p>
        </p:txBody>
      </p:sp>
      <p:sp>
        <p:nvSpPr>
          <p:cNvPr id="3" name="Content Placeholder 2"/>
          <p:cNvSpPr>
            <a:spLocks noGrp="1"/>
          </p:cNvSpPr>
          <p:nvPr>
            <p:ph idx="1"/>
          </p:nvPr>
        </p:nvSpPr>
        <p:spPr>
          <a:xfrm>
            <a:off x="1024128" y="2286000"/>
            <a:ext cx="9813206" cy="972402"/>
          </a:xfrm>
        </p:spPr>
        <p:txBody>
          <a:bodyPr>
            <a:normAutofit fontScale="62500" lnSpcReduction="20000"/>
          </a:bodyPr>
          <a:lstStyle/>
          <a:p>
            <a:pPr>
              <a:buFont typeface="Wingdings" panose="05000000000000000000" pitchFamily="2" charset="2"/>
              <a:buChar char="v"/>
            </a:pPr>
            <a:r>
              <a:rPr lang="en-GB" dirty="0"/>
              <a:t> </a:t>
            </a:r>
            <a:r>
              <a:rPr lang="en-GB" sz="3200" dirty="0"/>
              <a:t>T-test is used to determine if there is a significant difference between the means of two groups</a:t>
            </a:r>
          </a:p>
          <a:p>
            <a:pPr>
              <a:buFont typeface="Wingdings" panose="05000000000000000000" pitchFamily="2" charset="2"/>
              <a:buChar char="v"/>
            </a:pPr>
            <a:r>
              <a:rPr lang="en-GB" sz="3200" dirty="0" smtClean="0">
                <a:solidFill>
                  <a:srgbClr val="FF0000"/>
                </a:solidFill>
              </a:rPr>
              <a:t>T-Test </a:t>
            </a:r>
            <a:r>
              <a:rPr lang="en-GB" sz="3200" dirty="0">
                <a:solidFill>
                  <a:srgbClr val="FF0000"/>
                </a:solidFill>
              </a:rPr>
              <a:t>assumes the data follows a normal distribution</a:t>
            </a:r>
            <a:endParaRPr lang="en-GB" sz="3200" dirty="0"/>
          </a:p>
        </p:txBody>
      </p:sp>
      <p:sp>
        <p:nvSpPr>
          <p:cNvPr id="4" name="Slide Number Placeholder 3"/>
          <p:cNvSpPr>
            <a:spLocks noGrp="1"/>
          </p:cNvSpPr>
          <p:nvPr>
            <p:ph type="sldNum" sz="quarter" idx="12"/>
          </p:nvPr>
        </p:nvSpPr>
        <p:spPr/>
        <p:txBody>
          <a:bodyPr/>
          <a:lstStyle/>
          <a:p>
            <a:fld id="{5AA13D58-D7BC-8747-9F0A-0DB9E6B3595A}" type="slidenum">
              <a:rPr lang="en-US" smtClean="0"/>
              <a:t>7</a:t>
            </a:fld>
            <a:endParaRPr lang="en-US"/>
          </a:p>
        </p:txBody>
      </p:sp>
      <p:sp>
        <p:nvSpPr>
          <p:cNvPr id="5" name="Rectangle 4"/>
          <p:cNvSpPr/>
          <p:nvPr/>
        </p:nvSpPr>
        <p:spPr>
          <a:xfrm>
            <a:off x="1024128" y="3292439"/>
            <a:ext cx="1976651" cy="696036"/>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GB" dirty="0"/>
              <a:t>T-Test</a:t>
            </a:r>
          </a:p>
        </p:txBody>
      </p:sp>
      <p:sp>
        <p:nvSpPr>
          <p:cNvPr id="6" name="Rectangle 5"/>
          <p:cNvSpPr/>
          <p:nvPr/>
        </p:nvSpPr>
        <p:spPr>
          <a:xfrm>
            <a:off x="4346264" y="3057015"/>
            <a:ext cx="2370162" cy="1166884"/>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GB" dirty="0"/>
              <a:t>Null </a:t>
            </a:r>
            <a:r>
              <a:rPr lang="en-GB" dirty="0" smtClean="0"/>
              <a:t>Hypothesis (H</a:t>
            </a:r>
            <a:r>
              <a:rPr lang="en-GB" baseline="-25000" dirty="0" smtClean="0"/>
              <a:t>0</a:t>
            </a:r>
            <a:r>
              <a:rPr lang="en-GB" dirty="0" smtClean="0"/>
              <a:t>):</a:t>
            </a:r>
            <a:endParaRPr lang="en-GB" dirty="0"/>
          </a:p>
          <a:p>
            <a:pPr algn="ctr"/>
            <a:r>
              <a:rPr lang="en-GB" dirty="0" smtClean="0">
                <a:solidFill>
                  <a:schemeClr val="bg1"/>
                </a:solidFill>
              </a:rPr>
              <a:t>The feature has </a:t>
            </a:r>
            <a:r>
              <a:rPr lang="en-GB" dirty="0" smtClean="0">
                <a:solidFill>
                  <a:srgbClr val="FF0000"/>
                </a:solidFill>
              </a:rPr>
              <a:t>No</a:t>
            </a:r>
            <a:r>
              <a:rPr lang="en-GB" dirty="0" smtClean="0"/>
              <a:t> </a:t>
            </a:r>
            <a:r>
              <a:rPr lang="en-GB" dirty="0"/>
              <a:t>differences </a:t>
            </a:r>
            <a:r>
              <a:rPr lang="en-GB" dirty="0" smtClean="0"/>
              <a:t>between </a:t>
            </a:r>
            <a:r>
              <a:rPr lang="en-GB" dirty="0"/>
              <a:t>the groups</a:t>
            </a:r>
          </a:p>
        </p:txBody>
      </p:sp>
      <p:sp>
        <p:nvSpPr>
          <p:cNvPr id="7" name="Rectangle 6"/>
          <p:cNvSpPr/>
          <p:nvPr/>
        </p:nvSpPr>
        <p:spPr>
          <a:xfrm>
            <a:off x="8122692" y="3071800"/>
            <a:ext cx="2714642" cy="1152099"/>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GB" dirty="0"/>
              <a:t>Alternative </a:t>
            </a:r>
            <a:r>
              <a:rPr lang="en-GB" dirty="0" smtClean="0"/>
              <a:t>Hypothesis (H</a:t>
            </a:r>
            <a:r>
              <a:rPr lang="en-GB" baseline="-25000" dirty="0" smtClean="0"/>
              <a:t>A</a:t>
            </a:r>
            <a:r>
              <a:rPr lang="en-GB" dirty="0" smtClean="0"/>
              <a:t>):</a:t>
            </a:r>
          </a:p>
          <a:p>
            <a:pPr algn="ctr"/>
            <a:r>
              <a:rPr lang="en-GB" dirty="0" smtClean="0"/>
              <a:t>The feature </a:t>
            </a:r>
            <a:r>
              <a:rPr lang="en-GB" dirty="0" smtClean="0">
                <a:solidFill>
                  <a:srgbClr val="A1BB22"/>
                </a:solidFill>
              </a:rPr>
              <a:t>has</a:t>
            </a:r>
            <a:r>
              <a:rPr lang="en-GB" dirty="0" smtClean="0"/>
              <a:t> significance difference of groups</a:t>
            </a:r>
            <a:endParaRPr lang="en-GB" dirty="0"/>
          </a:p>
        </p:txBody>
      </p:sp>
      <p:sp>
        <p:nvSpPr>
          <p:cNvPr id="8" name="Cross 7"/>
          <p:cNvSpPr/>
          <p:nvPr/>
        </p:nvSpPr>
        <p:spPr>
          <a:xfrm>
            <a:off x="6905767" y="3440290"/>
            <a:ext cx="641445" cy="548185"/>
          </a:xfrm>
          <a:prstGeom prst="plus">
            <a:avLst>
              <a:gd name="adj" fmla="val 3744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ight Arrow 8"/>
          <p:cNvSpPr/>
          <p:nvPr/>
        </p:nvSpPr>
        <p:spPr>
          <a:xfrm>
            <a:off x="3236793" y="3540373"/>
            <a:ext cx="873457" cy="34801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9" name="Group 18"/>
          <p:cNvGrpSpPr/>
          <p:nvPr/>
        </p:nvGrpSpPr>
        <p:grpSpPr>
          <a:xfrm>
            <a:off x="7843520" y="4262155"/>
            <a:ext cx="2975041" cy="1540597"/>
            <a:chOff x="7547212" y="4630304"/>
            <a:chExt cx="2975041" cy="1540597"/>
          </a:xfrm>
        </p:grpSpPr>
        <p:pic>
          <p:nvPicPr>
            <p:cNvPr id="16" name="Picture 15"/>
            <p:cNvPicPr>
              <a:picLocks noChangeAspect="1"/>
            </p:cNvPicPr>
            <p:nvPr/>
          </p:nvPicPr>
          <p:blipFill>
            <a:blip r:embed="rId4"/>
            <a:stretch>
              <a:fillRect/>
            </a:stretch>
          </p:blipFill>
          <p:spPr>
            <a:xfrm>
              <a:off x="7547212" y="4630304"/>
              <a:ext cx="2975041" cy="1540597"/>
            </a:xfrm>
            <a:prstGeom prst="rect">
              <a:avLst/>
            </a:prstGeom>
          </p:spPr>
        </p:pic>
        <p:sp>
          <p:nvSpPr>
            <p:cNvPr id="17" name="Rectangle 16"/>
            <p:cNvSpPr/>
            <p:nvPr/>
          </p:nvSpPr>
          <p:spPr>
            <a:xfrm>
              <a:off x="7820841" y="5240594"/>
              <a:ext cx="973393" cy="498289"/>
            </a:xfrm>
            <a:prstGeom prst="rect">
              <a:avLst/>
            </a:prstGeom>
            <a:solidFill>
              <a:srgbClr val="002600"/>
            </a:solid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GB" dirty="0" smtClean="0"/>
                <a:t>Group A</a:t>
              </a:r>
              <a:endParaRPr lang="en-GB" baseline="-25000" dirty="0"/>
            </a:p>
          </p:txBody>
        </p:sp>
        <p:sp>
          <p:nvSpPr>
            <p:cNvPr id="18" name="Rectangle 17"/>
            <p:cNvSpPr/>
            <p:nvPr/>
          </p:nvSpPr>
          <p:spPr>
            <a:xfrm>
              <a:off x="9276015" y="5203649"/>
              <a:ext cx="935011" cy="473907"/>
            </a:xfrm>
            <a:prstGeom prst="rect">
              <a:avLst/>
            </a:prstGeom>
            <a:solidFill>
              <a:srgbClr val="002600"/>
            </a:solid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GB" dirty="0" smtClean="0"/>
                <a:t>Group B</a:t>
              </a:r>
              <a:endParaRPr lang="en-GB" baseline="-25000" dirty="0"/>
            </a:p>
          </p:txBody>
        </p:sp>
      </p:grpSp>
      <p:sp>
        <p:nvSpPr>
          <p:cNvPr id="11" name="TextBox 10"/>
          <p:cNvSpPr txBox="1"/>
          <p:nvPr/>
        </p:nvSpPr>
        <p:spPr>
          <a:xfrm>
            <a:off x="4110250" y="5805353"/>
            <a:ext cx="1502143" cy="923330"/>
          </a:xfrm>
          <a:prstGeom prst="rect">
            <a:avLst/>
          </a:prstGeom>
          <a:noFill/>
        </p:spPr>
        <p:txBody>
          <a:bodyPr wrap="square" rtlCol="0">
            <a:spAutoFit/>
          </a:bodyPr>
          <a:lstStyle/>
          <a:p>
            <a:pPr algn="ctr"/>
            <a:r>
              <a:rPr lang="en-US" dirty="0" smtClean="0"/>
              <a:t>25</a:t>
            </a:r>
          </a:p>
          <a:p>
            <a:pPr algn="ctr"/>
            <a:r>
              <a:rPr lang="en-US" sz="1800" kern="1200" dirty="0" smtClean="0">
                <a:solidFill>
                  <a:schemeClr val="tx1"/>
                </a:solidFill>
                <a:latin typeface="+mn-lt"/>
                <a:ea typeface="+mn-ea"/>
                <a:cs typeface="+mn-cs"/>
              </a:rPr>
              <a:t>43</a:t>
            </a:r>
          </a:p>
          <a:p>
            <a:pPr algn="ctr"/>
            <a:r>
              <a:rPr lang="en-US" dirty="0" smtClean="0"/>
              <a:t>Average: </a:t>
            </a:r>
            <a:r>
              <a:rPr lang="en-US" b="1" dirty="0" smtClean="0"/>
              <a:t>34</a:t>
            </a:r>
            <a:endParaRPr lang="en-US" sz="1800" b="1" kern="1200" dirty="0">
              <a:solidFill>
                <a:schemeClr val="tx1"/>
              </a:solidFill>
            </a:endParaRPr>
          </a:p>
        </p:txBody>
      </p:sp>
      <p:sp>
        <p:nvSpPr>
          <p:cNvPr id="20" name="TextBox 19"/>
          <p:cNvSpPr txBox="1"/>
          <p:nvPr/>
        </p:nvSpPr>
        <p:spPr>
          <a:xfrm>
            <a:off x="5612394" y="5809820"/>
            <a:ext cx="1382424" cy="923330"/>
          </a:xfrm>
          <a:prstGeom prst="rect">
            <a:avLst/>
          </a:prstGeom>
          <a:noFill/>
        </p:spPr>
        <p:txBody>
          <a:bodyPr wrap="square" rtlCol="0">
            <a:spAutoFit/>
          </a:bodyPr>
          <a:lstStyle/>
          <a:p>
            <a:pPr algn="ctr"/>
            <a:r>
              <a:rPr lang="en-US" dirty="0" smtClean="0"/>
              <a:t>14</a:t>
            </a:r>
          </a:p>
          <a:p>
            <a:pPr algn="ctr"/>
            <a:r>
              <a:rPr lang="en-US" sz="1800" kern="1200" dirty="0" smtClean="0">
                <a:solidFill>
                  <a:schemeClr val="tx1"/>
                </a:solidFill>
                <a:latin typeface="+mn-lt"/>
                <a:ea typeface="+mn-ea"/>
                <a:cs typeface="+mn-cs"/>
              </a:rPr>
              <a:t>48</a:t>
            </a:r>
          </a:p>
          <a:p>
            <a:pPr algn="ctr"/>
            <a:r>
              <a:rPr lang="en-US" dirty="0" smtClean="0"/>
              <a:t>Average: </a:t>
            </a:r>
            <a:r>
              <a:rPr lang="en-US" b="1" dirty="0" smtClean="0"/>
              <a:t>31</a:t>
            </a:r>
            <a:endParaRPr lang="en-US" sz="1800" b="1" kern="1200" dirty="0">
              <a:solidFill>
                <a:schemeClr val="tx1"/>
              </a:solidFill>
            </a:endParaRPr>
          </a:p>
        </p:txBody>
      </p:sp>
      <p:sp>
        <p:nvSpPr>
          <p:cNvPr id="21" name="TextBox 20"/>
          <p:cNvSpPr txBox="1"/>
          <p:nvPr/>
        </p:nvSpPr>
        <p:spPr>
          <a:xfrm>
            <a:off x="7843520" y="5814287"/>
            <a:ext cx="1493808" cy="923330"/>
          </a:xfrm>
          <a:prstGeom prst="rect">
            <a:avLst/>
          </a:prstGeom>
          <a:noFill/>
        </p:spPr>
        <p:txBody>
          <a:bodyPr wrap="square" rtlCol="0">
            <a:spAutoFit/>
          </a:bodyPr>
          <a:lstStyle/>
          <a:p>
            <a:pPr algn="ctr"/>
            <a:r>
              <a:rPr lang="en-US" dirty="0" smtClean="0"/>
              <a:t>25</a:t>
            </a:r>
            <a:endParaRPr lang="en-US" dirty="0"/>
          </a:p>
          <a:p>
            <a:pPr algn="ctr"/>
            <a:r>
              <a:rPr lang="en-US" dirty="0" smtClean="0"/>
              <a:t>43</a:t>
            </a:r>
          </a:p>
          <a:p>
            <a:pPr algn="ctr"/>
            <a:r>
              <a:rPr lang="en-US" dirty="0"/>
              <a:t>Average: </a:t>
            </a:r>
            <a:r>
              <a:rPr lang="en-US" b="1" dirty="0" smtClean="0"/>
              <a:t>34</a:t>
            </a:r>
            <a:endParaRPr lang="en-US" b="1" dirty="0"/>
          </a:p>
        </p:txBody>
      </p:sp>
      <p:sp>
        <p:nvSpPr>
          <p:cNvPr id="22" name="TextBox 21"/>
          <p:cNvSpPr txBox="1"/>
          <p:nvPr/>
        </p:nvSpPr>
        <p:spPr>
          <a:xfrm>
            <a:off x="9337328" y="5824373"/>
            <a:ext cx="1481233" cy="923330"/>
          </a:xfrm>
          <a:prstGeom prst="rect">
            <a:avLst/>
          </a:prstGeom>
          <a:noFill/>
        </p:spPr>
        <p:txBody>
          <a:bodyPr wrap="square" rtlCol="0">
            <a:spAutoFit/>
          </a:bodyPr>
          <a:lstStyle/>
          <a:p>
            <a:pPr algn="ctr"/>
            <a:r>
              <a:rPr lang="en-US" dirty="0" smtClean="0"/>
              <a:t>554</a:t>
            </a:r>
          </a:p>
          <a:p>
            <a:pPr algn="ctr"/>
            <a:r>
              <a:rPr lang="en-US" dirty="0" smtClean="0"/>
              <a:t>413</a:t>
            </a:r>
          </a:p>
          <a:p>
            <a:pPr algn="ctr"/>
            <a:r>
              <a:rPr lang="en-US" dirty="0" smtClean="0"/>
              <a:t>Average: </a:t>
            </a:r>
            <a:r>
              <a:rPr lang="en-US" b="1" dirty="0" smtClean="0"/>
              <a:t>483</a:t>
            </a:r>
          </a:p>
        </p:txBody>
      </p:sp>
      <p:grpSp>
        <p:nvGrpSpPr>
          <p:cNvPr id="10" name="Group 9"/>
          <p:cNvGrpSpPr/>
          <p:nvPr/>
        </p:nvGrpSpPr>
        <p:grpSpPr>
          <a:xfrm>
            <a:off x="4216597" y="4294835"/>
            <a:ext cx="2778220" cy="1519452"/>
            <a:chOff x="4142235" y="4662984"/>
            <a:chExt cx="2778220" cy="1519452"/>
          </a:xfrm>
        </p:grpSpPr>
        <p:grpSp>
          <p:nvGrpSpPr>
            <p:cNvPr id="15" name="Group 14"/>
            <p:cNvGrpSpPr/>
            <p:nvPr/>
          </p:nvGrpSpPr>
          <p:grpSpPr>
            <a:xfrm>
              <a:off x="4142235" y="4662984"/>
              <a:ext cx="2778220" cy="1519452"/>
              <a:chOff x="4142235" y="4662984"/>
              <a:chExt cx="2778220" cy="1519452"/>
            </a:xfrm>
          </p:grpSpPr>
          <p:pic>
            <p:nvPicPr>
              <p:cNvPr id="12" name="Picture 11"/>
              <p:cNvPicPr>
                <a:picLocks noChangeAspect="1"/>
              </p:cNvPicPr>
              <p:nvPr/>
            </p:nvPicPr>
            <p:blipFill>
              <a:blip r:embed="rId5"/>
              <a:stretch>
                <a:fillRect/>
              </a:stretch>
            </p:blipFill>
            <p:spPr>
              <a:xfrm>
                <a:off x="4142235" y="4662984"/>
                <a:ext cx="2778220" cy="1519452"/>
              </a:xfrm>
              <a:prstGeom prst="rect">
                <a:avLst/>
              </a:prstGeom>
            </p:spPr>
          </p:pic>
          <p:sp>
            <p:nvSpPr>
              <p:cNvPr id="13" name="Rectangle 12"/>
              <p:cNvSpPr/>
              <p:nvPr/>
            </p:nvSpPr>
            <p:spPr>
              <a:xfrm>
                <a:off x="4346264" y="5240594"/>
                <a:ext cx="963155" cy="573352"/>
              </a:xfrm>
              <a:prstGeom prst="rect">
                <a:avLst/>
              </a:prstGeom>
              <a:solidFill>
                <a:srgbClr val="002C00"/>
              </a:solid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GB" dirty="0" smtClean="0"/>
                  <a:t>Group A</a:t>
                </a:r>
                <a:endParaRPr lang="en-GB" baseline="-25000" dirty="0"/>
              </a:p>
            </p:txBody>
          </p:sp>
          <p:sp>
            <p:nvSpPr>
              <p:cNvPr id="14" name="Rectangle 13"/>
              <p:cNvSpPr/>
              <p:nvPr/>
            </p:nvSpPr>
            <p:spPr>
              <a:xfrm>
                <a:off x="6020937" y="5500048"/>
                <a:ext cx="436729" cy="313898"/>
              </a:xfrm>
              <a:prstGeom prst="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GB" dirty="0"/>
                  <a:t>B</a:t>
                </a:r>
              </a:p>
            </p:txBody>
          </p:sp>
        </p:grpSp>
        <p:sp>
          <p:nvSpPr>
            <p:cNvPr id="25" name="Rectangle 24"/>
            <p:cNvSpPr/>
            <p:nvPr/>
          </p:nvSpPr>
          <p:spPr>
            <a:xfrm>
              <a:off x="5791200" y="5240594"/>
              <a:ext cx="916124" cy="573352"/>
            </a:xfrm>
            <a:prstGeom prst="rect">
              <a:avLst/>
            </a:prstGeom>
            <a:solidFill>
              <a:srgbClr val="002C00"/>
            </a:solid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GB" dirty="0" smtClean="0"/>
                <a:t>Group B</a:t>
              </a:r>
              <a:endParaRPr lang="en-GB" baseline="-25000" dirty="0"/>
            </a:p>
          </p:txBody>
        </p:sp>
      </p:grpSp>
    </p:spTree>
    <p:custDataLst>
      <p:tags r:id="rId1"/>
    </p:custDataLst>
    <p:extLst>
      <p:ext uri="{BB962C8B-B14F-4D97-AF65-F5344CB8AC3E}">
        <p14:creationId xmlns:p14="http://schemas.microsoft.com/office/powerpoint/2010/main" val="2444681906"/>
      </p:ext>
    </p:extLst>
  </p:cSld>
  <p:clrMapOvr>
    <a:masterClrMapping/>
  </p:clrMapOvr>
  <p:transition spd="slow" advTm="112901">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5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0" grpId="0"/>
      <p:bldP spid="21" grpId="0"/>
      <p:bldP spid="22" grpId="0"/>
    </p:bldLst>
  </p:timing>
  <p:extLst mod="1">
    <p:ext uri="{3A86A75C-4F4B-4683-9AE1-C65F6400EC91}">
      <p14:laserTraceLst xmlns:p14="http://schemas.microsoft.com/office/powerpoint/2010/main">
        <p14:tracePtLst>
          <p14:tracePt t="3564" x="798513" y="5305425"/>
          <p14:tracePt t="3805" x="798513" y="5297488"/>
          <p14:tracePt t="3821" x="804863" y="5297488"/>
          <p14:tracePt t="3829" x="812800" y="5297488"/>
          <p14:tracePt t="3837" x="820738" y="5297488"/>
          <p14:tracePt t="3861" x="835025" y="5291138"/>
          <p14:tracePt t="3877" x="841375" y="5291138"/>
          <p14:tracePt t="3909" x="849313" y="5291138"/>
          <p14:tracePt t="3933" x="855663" y="5291138"/>
          <p14:tracePt t="3941" x="863600" y="5291138"/>
          <p14:tracePt t="3965" x="877888" y="5283200"/>
          <p14:tracePt t="3973" x="885825" y="5283200"/>
          <p14:tracePt t="3989" x="900113" y="5275263"/>
          <p14:tracePt t="4000" x="914400" y="5275263"/>
          <p14:tracePt t="4017" x="936625" y="5268913"/>
          <p14:tracePt t="4033" x="950913" y="5260975"/>
          <p14:tracePt t="4050" x="965200" y="5254625"/>
          <p14:tracePt t="4067" x="987425" y="5246688"/>
          <p14:tracePt t="4083" x="1016000" y="5224463"/>
          <p14:tracePt t="4100" x="1103313" y="5181600"/>
          <p14:tracePt t="4117" x="1168400" y="5145088"/>
          <p14:tracePt t="4134" x="1227138" y="5108575"/>
          <p14:tracePt t="4150" x="1262063" y="5072063"/>
          <p14:tracePt t="4168" x="1298575" y="5037138"/>
          <p14:tracePt t="4184" x="1363663" y="4941888"/>
          <p14:tracePt t="4200" x="1444625" y="4833938"/>
          <p14:tracePt t="4217" x="1516063" y="4738688"/>
          <p14:tracePt t="4234" x="1552575" y="4651375"/>
          <p14:tracePt t="4250" x="1582738" y="4594225"/>
          <p14:tracePt t="4267" x="1589088" y="4513263"/>
          <p14:tracePt t="4284" x="1611313" y="4411663"/>
          <p14:tracePt t="4300" x="1647825" y="4259263"/>
          <p14:tracePt t="4317" x="1668463" y="4151313"/>
          <p14:tracePt t="4334" x="1684338" y="4100513"/>
          <p14:tracePt t="4350" x="1690688" y="4056063"/>
          <p14:tracePt t="4367" x="1690688" y="4049713"/>
          <p14:tracePt t="4384" x="1698625" y="4013200"/>
          <p14:tracePt t="4401" x="1712913" y="3998913"/>
          <p14:tracePt t="4417" x="1712913" y="3954463"/>
          <p14:tracePt t="4434" x="1735138" y="3897313"/>
          <p14:tracePt t="4450" x="1741488" y="3824288"/>
          <p14:tracePt t="4467" x="1741488" y="3759200"/>
          <p14:tracePt t="4484" x="1763713" y="3700463"/>
          <p14:tracePt t="4500" x="1763713" y="3643313"/>
          <p14:tracePt t="4517" x="1770063" y="3563938"/>
          <p14:tracePt t="4534" x="1778000" y="3454400"/>
          <p14:tracePt t="4551" x="1800225" y="3352800"/>
          <p14:tracePt t="4567" x="1800225" y="3294063"/>
          <p14:tracePt t="4584" x="1800225" y="3259138"/>
          <p14:tracePt t="4600" x="1800225" y="3243263"/>
          <p14:tracePt t="4617" x="1806575" y="3214688"/>
          <p14:tracePt t="4634" x="1806575" y="3186113"/>
          <p14:tracePt t="4650" x="1806575" y="3157538"/>
          <p14:tracePt t="4668" x="1806575" y="3127375"/>
          <p14:tracePt t="4684" x="1806575" y="3106738"/>
          <p14:tracePt t="4700" x="1806575" y="3084513"/>
          <p14:tracePt t="4718" x="1792288" y="3033713"/>
          <p14:tracePt t="4734" x="1778000" y="2982913"/>
          <p14:tracePt t="4750" x="1763713" y="2909888"/>
          <p14:tracePt t="4767" x="1741488" y="2852738"/>
          <p14:tracePt t="4784" x="1735138" y="2830513"/>
          <p14:tracePt t="4800" x="1727200" y="2808288"/>
          <p14:tracePt t="4817" x="1719263" y="2794000"/>
          <p14:tracePt t="4834" x="1712913" y="2786063"/>
          <p14:tracePt t="4851" x="1712913" y="2779713"/>
          <p14:tracePt t="4867" x="1712913" y="2771775"/>
          <p14:tracePt t="4884" x="1704975" y="2765425"/>
          <p14:tracePt t="4917" x="1698625" y="2757488"/>
          <p14:tracePt t="4949" x="1690688" y="2751138"/>
          <p14:tracePt t="8695" x="1690688" y="2743200"/>
          <p14:tracePt t="8710" x="1690688" y="2735263"/>
          <p14:tracePt t="8751" x="1690688" y="2728913"/>
          <p14:tracePt t="8766" x="1690688" y="2720975"/>
          <p14:tracePt t="8774" x="1690688" y="2714625"/>
          <p14:tracePt t="8799" x="1690688" y="2706688"/>
          <p14:tracePt t="8807" x="1690688" y="2700338"/>
          <p14:tracePt t="8818" x="1690688" y="2692400"/>
          <p14:tracePt t="8835" x="1690688" y="2678113"/>
          <p14:tracePt t="8852" x="1690688" y="2670175"/>
          <p14:tracePt t="8868" x="1690688" y="2649538"/>
          <p14:tracePt t="8885" x="1690688" y="2633663"/>
          <p14:tracePt t="8919" x="1698625" y="2627313"/>
          <p14:tracePt t="8935" x="1704975" y="2619375"/>
          <p14:tracePt t="8952" x="1704975" y="2613025"/>
          <p14:tracePt t="8969" x="1719263" y="2605088"/>
          <p14:tracePt t="8985" x="1727200" y="2590800"/>
          <p14:tracePt t="9002" x="1741488" y="2582863"/>
          <p14:tracePt t="9019" x="1755775" y="2576513"/>
          <p14:tracePt t="9035" x="1763713" y="2576513"/>
          <p14:tracePt t="9052" x="1792288" y="2568575"/>
          <p14:tracePt t="9069" x="1851025" y="2540000"/>
          <p14:tracePt t="9085" x="1916113" y="2525713"/>
          <p14:tracePt t="9102" x="1966913" y="2525713"/>
          <p14:tracePt t="9119" x="2009775" y="2525713"/>
          <p14:tracePt t="9135" x="2039938" y="2525713"/>
          <p14:tracePt t="9152" x="2046288" y="2525713"/>
          <p14:tracePt t="9169" x="2068513" y="2525713"/>
          <p14:tracePt t="9185" x="2090738" y="2525713"/>
          <p14:tracePt t="9202" x="2147888" y="2525713"/>
          <p14:tracePt t="9219" x="2257425" y="2525713"/>
          <p14:tracePt t="9235" x="2401888" y="2525713"/>
          <p14:tracePt t="9252" x="2547938" y="2525713"/>
          <p14:tracePt t="9269" x="2786063" y="2532063"/>
          <p14:tracePt t="9286" x="2954338" y="2547938"/>
          <p14:tracePt t="9302" x="3113088" y="2568575"/>
          <p14:tracePt t="9319" x="3243263" y="2598738"/>
          <p14:tracePt t="9335" x="3381375" y="2619375"/>
          <p14:tracePt t="9352" x="3497263" y="2641600"/>
          <p14:tracePt t="9369" x="3614738" y="2655888"/>
          <p14:tracePt t="9385" x="3716338" y="2663825"/>
          <p14:tracePt t="9402" x="3795713" y="2678113"/>
          <p14:tracePt t="9405" x="3838575" y="2678113"/>
          <p14:tracePt t="9419" x="3868738" y="2684463"/>
          <p14:tracePt t="9435" x="3933825" y="2692400"/>
          <p14:tracePt t="9453" x="3998913" y="2706688"/>
          <p14:tracePt t="9469" x="4041775" y="2714625"/>
          <p14:tracePt t="9485" x="4078288" y="2714625"/>
          <p14:tracePt t="9502" x="4114800" y="2720975"/>
          <p14:tracePt t="9519" x="4165600" y="2728913"/>
          <p14:tracePt t="9535" x="4202113" y="2735263"/>
          <p14:tracePt t="9552" x="4230688" y="2735263"/>
          <p14:tracePt t="9569" x="4259263" y="2743200"/>
          <p14:tracePt t="9586" x="4281488" y="2743200"/>
          <p14:tracePt t="9602" x="4303713" y="2751138"/>
          <p14:tracePt t="9619" x="4340225" y="2757488"/>
          <p14:tracePt t="9636" x="4360863" y="2757488"/>
          <p14:tracePt t="9653" x="4391025" y="2765425"/>
          <p14:tracePt t="9669" x="4433888" y="2765425"/>
          <p14:tracePt t="9686" x="4456113" y="2765425"/>
          <p14:tracePt t="9702" x="4478338" y="2771775"/>
          <p14:tracePt t="9719" x="4484688" y="2771775"/>
          <p14:tracePt t="9735" x="4492625" y="2771775"/>
          <p14:tracePt t="9752" x="4498975" y="2771775"/>
          <p14:tracePt t="9814" x="4506913" y="2771775"/>
          <p14:tracePt t="9822" x="4513263" y="2771775"/>
          <p14:tracePt t="9830" x="4521200" y="2771775"/>
          <p14:tracePt t="9864" x="4529138" y="2771775"/>
          <p14:tracePt t="9961" x="4543425" y="2786063"/>
          <p14:tracePt t="9993" x="4543425" y="2794000"/>
          <p14:tracePt t="10000" x="4543425" y="2808288"/>
          <p14:tracePt t="10008" x="4521200" y="2852738"/>
          <p14:tracePt t="10019" x="4456113" y="2887663"/>
          <p14:tracePt t="10036" x="4224338" y="2960688"/>
          <p14:tracePt t="10053" x="4224338" y="2968625"/>
          <p14:tracePt t="10483" x="4244975" y="2938463"/>
          <p14:tracePt t="10492" x="4267200" y="2909888"/>
          <p14:tracePt t="10503" x="4303713" y="2887663"/>
          <p14:tracePt t="10519" x="4310063" y="2887663"/>
          <p14:tracePt t="10602" x="4318000" y="2881313"/>
          <p14:tracePt t="10626" x="4325938" y="2881313"/>
          <p14:tracePt t="10650" x="4332288" y="2881313"/>
          <p14:tracePt t="10662" x="4340225" y="2873375"/>
          <p14:tracePt t="10686" x="4354513" y="2867025"/>
          <p14:tracePt t="10703" x="4376738" y="2867025"/>
          <p14:tracePt t="10720" x="4419600" y="2859088"/>
          <p14:tracePt t="10736" x="4478338" y="2836863"/>
          <p14:tracePt t="10753" x="4557713" y="2816225"/>
          <p14:tracePt t="10769" x="4659313" y="2794000"/>
          <p14:tracePt t="10786" x="4789488" y="2751138"/>
          <p14:tracePt t="10803" x="4927600" y="2714625"/>
          <p14:tracePt t="10820" x="5051425" y="2678113"/>
          <p14:tracePt t="10837" x="5159375" y="2649538"/>
          <p14:tracePt t="10853" x="5291138" y="2605088"/>
          <p14:tracePt t="10870" x="5356225" y="2576513"/>
          <p14:tracePt t="10886" x="5407025" y="2562225"/>
          <p14:tracePt t="10903" x="5449888" y="2540000"/>
          <p14:tracePt t="10913" x="5472113" y="2532063"/>
          <p14:tracePt t="10925" x="5500688" y="2517775"/>
          <p14:tracePt t="10936" x="5508625" y="2517775"/>
          <p14:tracePt t="10953" x="5529263" y="2503488"/>
          <p14:tracePt t="10970" x="5551488" y="2497138"/>
          <p14:tracePt t="10987" x="5610225" y="2466975"/>
          <p14:tracePt t="11003" x="5653088" y="2452688"/>
          <p14:tracePt t="11020" x="5689600" y="2438400"/>
          <p14:tracePt t="11037" x="5703888" y="2430463"/>
          <p14:tracePt t="11053" x="5711825" y="2424113"/>
          <p14:tracePt t="11081" x="5718175" y="2416175"/>
          <p14:tracePt t="11105" x="5726113" y="2416175"/>
          <p14:tracePt t="13488" x="5718175" y="2416175"/>
          <p14:tracePt t="13502" x="5711825" y="2416175"/>
          <p14:tracePt t="13511" x="5703888" y="2416175"/>
          <p14:tracePt t="13521" x="5697538" y="2416175"/>
          <p14:tracePt t="14127" x="5689600" y="2416175"/>
          <p14:tracePt t="14134" x="5675313" y="2424113"/>
          <p14:tracePt t="14142" x="5661025" y="2424113"/>
          <p14:tracePt t="14154" x="5646738" y="2430463"/>
          <p14:tracePt t="14170" x="5602288" y="2452688"/>
          <p14:tracePt t="14187" x="5559425" y="2460625"/>
          <p14:tracePt t="14203" x="5514975" y="2474913"/>
          <p14:tracePt t="14220" x="5457825" y="2481263"/>
          <p14:tracePt t="14237" x="5384800" y="2489200"/>
          <p14:tracePt t="14253" x="5341938" y="2503488"/>
          <p14:tracePt t="14270" x="5305425" y="2511425"/>
          <p14:tracePt t="14287" x="5260975" y="2511425"/>
          <p14:tracePt t="14303" x="5224463" y="2517775"/>
          <p14:tracePt t="14320" x="5189538" y="2532063"/>
          <p14:tracePt t="14337" x="5153025" y="2540000"/>
          <p14:tracePt t="14353" x="5116513" y="2547938"/>
          <p14:tracePt t="14370" x="5087938" y="2562225"/>
          <p14:tracePt t="14387" x="5037138" y="2576513"/>
          <p14:tracePt t="14404" x="4978400" y="2605088"/>
          <p14:tracePt t="14405" x="4941888" y="2619375"/>
          <p14:tracePt t="14420" x="4913313" y="2633663"/>
          <p14:tracePt t="14437" x="4797425" y="2670175"/>
          <p14:tracePt t="14453" x="4702175" y="2706688"/>
          <p14:tracePt t="14470" x="4608513" y="2735263"/>
          <p14:tracePt t="14487" x="4513263" y="2765425"/>
          <p14:tracePt t="14504" x="4411663" y="2801938"/>
          <p14:tracePt t="14520" x="4318000" y="2830513"/>
          <p14:tracePt t="14537" x="4244975" y="2844800"/>
          <p14:tracePt t="14554" x="4173538" y="2873375"/>
          <p14:tracePt t="14570" x="4092575" y="2903538"/>
          <p14:tracePt t="14587" x="4035425" y="2924175"/>
          <p14:tracePt t="14604" x="3976688" y="2938463"/>
          <p14:tracePt t="14620" x="3903663" y="2938463"/>
          <p14:tracePt t="14637" x="3860800" y="2938463"/>
          <p14:tracePt t="14654" x="3817938" y="2938463"/>
          <p14:tracePt t="14670" x="3787775" y="2938463"/>
          <p14:tracePt t="14687" x="3751263" y="2938463"/>
          <p14:tracePt t="14704" x="3708400" y="2938463"/>
          <p14:tracePt t="14720" x="3679825" y="2938463"/>
          <p14:tracePt t="14737" x="3649663" y="2938463"/>
          <p14:tracePt t="14754" x="3621088" y="2932113"/>
          <p14:tracePt t="14770" x="3614738" y="2932113"/>
          <p14:tracePt t="14787" x="3606800" y="2932113"/>
          <p14:tracePt t="15295" x="3598863" y="2932113"/>
          <p14:tracePt t="15302" x="3592513" y="2932113"/>
          <p14:tracePt t="15310" x="3584575" y="2932113"/>
          <p14:tracePt t="15320" x="3563938" y="2932113"/>
          <p14:tracePt t="15337" x="3527425" y="2932113"/>
          <p14:tracePt t="15355" x="3482975" y="2932113"/>
          <p14:tracePt t="15371" x="3440113" y="2932113"/>
          <p14:tracePt t="15387" x="3381375" y="2932113"/>
          <p14:tracePt t="15405" x="3324225" y="2932113"/>
          <p14:tracePt t="15408" x="3294063" y="2932113"/>
          <p14:tracePt t="15421" x="3236913" y="2932113"/>
          <p14:tracePt t="15437" x="3192463" y="2932113"/>
          <p14:tracePt t="15454" x="3141663" y="2932113"/>
          <p14:tracePt t="15471" x="3090863" y="2932113"/>
          <p14:tracePt t="15487" x="3048000" y="2932113"/>
          <p14:tracePt t="15504" x="3011488" y="2932113"/>
          <p14:tracePt t="15521" x="2974975" y="2924175"/>
          <p14:tracePt t="15537" x="2932113" y="2917825"/>
          <p14:tracePt t="15554" x="2887663" y="2909888"/>
          <p14:tracePt t="15571" x="2830513" y="2903538"/>
          <p14:tracePt t="15588" x="2771775" y="2903538"/>
          <p14:tracePt t="15604" x="2692400" y="2903538"/>
          <p14:tracePt t="15621" x="2568575" y="2903538"/>
          <p14:tracePt t="15638" x="2466975" y="2917825"/>
          <p14:tracePt t="15654" x="2359025" y="2924175"/>
          <p14:tracePt t="15671" x="2263775" y="2946400"/>
          <p14:tracePt t="15687" x="2212975" y="2954338"/>
          <p14:tracePt t="15704" x="2162175" y="2960688"/>
          <p14:tracePt t="15721" x="2119313" y="2968625"/>
          <p14:tracePt t="15738" x="2082800" y="2974975"/>
          <p14:tracePt t="15754" x="2017713" y="2982913"/>
          <p14:tracePt t="15771" x="1966913" y="2989263"/>
          <p14:tracePt t="15788" x="1930400" y="2997200"/>
          <p14:tracePt t="15804" x="1879600" y="3005138"/>
          <p14:tracePt t="15821" x="1806575" y="3011488"/>
          <p14:tracePt t="15837" x="1763713" y="3019425"/>
          <p14:tracePt t="15854" x="1727200" y="3025775"/>
          <p14:tracePt t="15871" x="1684338" y="3025775"/>
          <p14:tracePt t="15889" x="1662113" y="3033713"/>
          <p14:tracePt t="15904" x="1633538" y="3040063"/>
          <p14:tracePt t="15921" x="1603375" y="3040063"/>
          <p14:tracePt t="15937" x="1552575" y="3040063"/>
          <p14:tracePt t="15954" x="1516063" y="3048000"/>
          <p14:tracePt t="15971" x="1473200" y="3062288"/>
          <p14:tracePt t="15987" x="1444625" y="3062288"/>
          <p14:tracePt t="16004" x="1414463" y="3062288"/>
          <p14:tracePt t="16021" x="1371600" y="3062288"/>
          <p14:tracePt t="16037" x="1335088" y="3070225"/>
          <p14:tracePt t="16054" x="1292225" y="3070225"/>
          <p14:tracePt t="16071" x="1255713" y="3070225"/>
          <p14:tracePt t="16088" x="1204913" y="3070225"/>
          <p14:tracePt t="16104" x="1154113" y="3070225"/>
          <p14:tracePt t="16121" x="1095375" y="3070225"/>
          <p14:tracePt t="16138" x="1058863" y="3070225"/>
          <p14:tracePt t="16154" x="1030288" y="3070225"/>
          <p14:tracePt t="16171" x="1008063" y="3070225"/>
          <p14:tracePt t="16188" x="993775" y="3070225"/>
          <p14:tracePt t="16204" x="987425" y="3070225"/>
          <p14:tracePt t="16221" x="979488" y="3070225"/>
          <p14:tracePt t="16254" x="979488" y="3062288"/>
          <p14:tracePt t="16271" x="965200" y="3055938"/>
          <p14:tracePt t="16288" x="965200" y="3040063"/>
          <p14:tracePt t="16304" x="957263" y="3025775"/>
          <p14:tracePt t="16321" x="957263" y="3005138"/>
          <p14:tracePt t="16339" x="942975" y="2982913"/>
          <p14:tracePt t="16355" x="936625" y="2968625"/>
          <p14:tracePt t="16371" x="928688" y="2946400"/>
          <p14:tracePt t="16388" x="922338" y="2932113"/>
          <p14:tracePt t="16404" x="922338" y="2909888"/>
          <p14:tracePt t="16408" x="922338" y="2903538"/>
          <p14:tracePt t="16421" x="914400" y="2881313"/>
          <p14:tracePt t="16438" x="914400" y="2873375"/>
          <p14:tracePt t="16454" x="914400" y="2859088"/>
          <p14:tracePt t="16471" x="914400" y="2836863"/>
          <p14:tracePt t="16488" x="914400" y="2822575"/>
          <p14:tracePt t="16504" x="914400" y="2816225"/>
          <p14:tracePt t="16521" x="914400" y="2801938"/>
          <p14:tracePt t="16554" x="914400" y="2794000"/>
          <p14:tracePt t="16571" x="922338" y="2786063"/>
          <p14:tracePt t="16589" x="936625" y="2765425"/>
          <p14:tracePt t="16604" x="936625" y="2757488"/>
          <p14:tracePt t="16621" x="950913" y="2751138"/>
          <p14:tracePt t="16654" x="957263" y="2743200"/>
          <p14:tracePt t="16679" x="965200" y="2743200"/>
          <p14:tracePt t="16688" x="965200" y="2735263"/>
          <p14:tracePt t="16704" x="979488" y="2728913"/>
          <p14:tracePt t="16721" x="987425" y="2728913"/>
          <p14:tracePt t="16738" x="1001713" y="2728913"/>
          <p14:tracePt t="16754" x="1008063" y="2720975"/>
          <p14:tracePt t="16771" x="1030288" y="2714625"/>
          <p14:tracePt t="16788" x="1058863" y="2706688"/>
          <p14:tracePt t="16804" x="1081088" y="2700338"/>
          <p14:tracePt t="16821" x="1095375" y="2700338"/>
          <p14:tracePt t="16856" x="1103313" y="2700338"/>
          <p14:tracePt t="16871" x="1125538" y="2700338"/>
          <p14:tracePt t="16888" x="1131888" y="2692400"/>
          <p14:tracePt t="16905" x="1139825" y="2692400"/>
          <p14:tracePt t="16921" x="1168400" y="2692400"/>
          <p14:tracePt t="16938" x="1190625" y="2684463"/>
          <p14:tracePt t="16954" x="1204913" y="2684463"/>
          <p14:tracePt t="16971" x="1227138" y="2684463"/>
          <p14:tracePt t="16988" x="1255713" y="2684463"/>
          <p14:tracePt t="17005" x="1335088" y="2684463"/>
          <p14:tracePt t="17021" x="1393825" y="2684463"/>
          <p14:tracePt t="17038" x="1444625" y="2684463"/>
          <p14:tracePt t="17054" x="1481138" y="2684463"/>
          <p14:tracePt t="17071" x="1524000" y="2684463"/>
          <p14:tracePt t="17088" x="1552575" y="2684463"/>
          <p14:tracePt t="17104" x="1582738" y="2684463"/>
          <p14:tracePt t="17121" x="1611313" y="2684463"/>
          <p14:tracePt t="17138" x="1639888" y="2684463"/>
          <p14:tracePt t="17154" x="1662113" y="2684463"/>
          <p14:tracePt t="17171" x="1698625" y="2684463"/>
          <p14:tracePt t="17188" x="1727200" y="2692400"/>
          <p14:tracePt t="17204" x="1770063" y="2706688"/>
          <p14:tracePt t="17221" x="1778000" y="2706688"/>
          <p14:tracePt t="17238" x="1814513" y="2720975"/>
          <p14:tracePt t="17254" x="1851025" y="2720975"/>
          <p14:tracePt t="17271" x="1901825" y="2728913"/>
          <p14:tracePt t="17288" x="1966913" y="2735263"/>
          <p14:tracePt t="17304" x="2017713" y="2743200"/>
          <p14:tracePt t="17321" x="2060575" y="2751138"/>
          <p14:tracePt t="17338" x="2111375" y="2765425"/>
          <p14:tracePt t="17354" x="2147888" y="2765425"/>
          <p14:tracePt t="17371" x="2184400" y="2771775"/>
          <p14:tracePt t="17389" x="2235200" y="2779713"/>
          <p14:tracePt t="17404" x="2271713" y="2786063"/>
          <p14:tracePt t="17421" x="2308225" y="2786063"/>
          <p14:tracePt t="17438" x="2328863" y="2794000"/>
          <p14:tracePt t="17455" x="2359025" y="2801938"/>
          <p14:tracePt t="17471" x="2379663" y="2801938"/>
          <p14:tracePt t="17488" x="2424113" y="2801938"/>
          <p14:tracePt t="17505" x="2446338" y="2801938"/>
          <p14:tracePt t="17521" x="2474913" y="2801938"/>
          <p14:tracePt t="17538" x="2503488" y="2816225"/>
          <p14:tracePt t="17555" x="2525713" y="2816225"/>
          <p14:tracePt t="17571" x="2554288" y="2822575"/>
          <p14:tracePt t="17588" x="2562225" y="2830513"/>
          <p14:tracePt t="17604" x="2582863" y="2836863"/>
          <p14:tracePt t="17621" x="2605088" y="2844800"/>
          <p14:tracePt t="17638" x="2619375" y="2852738"/>
          <p14:tracePt t="17654" x="2633663" y="2859088"/>
          <p14:tracePt t="17671" x="2641600" y="2867025"/>
          <p14:tracePt t="17688" x="2649538" y="2873375"/>
          <p14:tracePt t="17704" x="2655888" y="2881313"/>
          <p14:tracePt t="17721" x="2663825" y="2887663"/>
          <p14:tracePt t="17755" x="2670175" y="2895600"/>
          <p14:tracePt t="17771" x="2670175" y="2903538"/>
          <p14:tracePt t="17788" x="2670175" y="2909888"/>
          <p14:tracePt t="17805" x="2670175" y="2924175"/>
          <p14:tracePt t="17821" x="2670175" y="2932113"/>
          <p14:tracePt t="17839" x="2670175" y="2954338"/>
          <p14:tracePt t="17855" x="2670175" y="2968625"/>
          <p14:tracePt t="17871" x="2641600" y="2989263"/>
          <p14:tracePt t="17888" x="2598738" y="3011488"/>
          <p14:tracePt t="17905" x="2547938" y="3025775"/>
          <p14:tracePt t="17921" x="2460625" y="3040063"/>
          <p14:tracePt t="17938" x="2379663" y="3070225"/>
          <p14:tracePt t="17955" x="2278063" y="3076575"/>
          <p14:tracePt t="17971" x="2192338" y="3076575"/>
          <p14:tracePt t="17988" x="2111375" y="3076575"/>
          <p14:tracePt t="18005" x="1995488" y="3076575"/>
          <p14:tracePt t="18021" x="1938338" y="3076575"/>
          <p14:tracePt t="18038" x="1871663" y="3076575"/>
          <p14:tracePt t="18055" x="1828800" y="3076575"/>
          <p14:tracePt t="18071" x="1778000" y="3076575"/>
          <p14:tracePt t="18088" x="1749425" y="3076575"/>
          <p14:tracePt t="18105" x="1712913" y="3076575"/>
          <p14:tracePt t="18121" x="1668463" y="3076575"/>
          <p14:tracePt t="18138" x="1625600" y="3076575"/>
          <p14:tracePt t="18155" x="1574800" y="3076575"/>
          <p14:tracePt t="18171" x="1538288" y="3076575"/>
          <p14:tracePt t="18188" x="1524000" y="3076575"/>
          <p14:tracePt t="18205" x="1516063" y="3076575"/>
          <p14:tracePt t="18851" x="1516063" y="3084513"/>
          <p14:tracePt t="18865" x="1516063" y="3106738"/>
          <p14:tracePt t="18881" x="1524000" y="3113088"/>
          <p14:tracePt t="18895" x="1531938" y="3127375"/>
          <p14:tracePt t="18910" x="1538288" y="3135313"/>
          <p14:tracePt t="18930" x="1560513" y="3141663"/>
          <p14:tracePt t="18942" x="1566863" y="3149600"/>
          <p14:tracePt t="18972" x="1574800" y="3149600"/>
          <p14:tracePt t="18989" x="1582738" y="3163888"/>
          <p14:tracePt t="19010" x="1589088" y="3163888"/>
          <p14:tracePt t="19062" x="1597025" y="3171825"/>
          <p14:tracePt t="19143" x="1603375" y="3171825"/>
          <p14:tracePt t="19171" x="1611313" y="3178175"/>
          <p14:tracePt t="21544" x="1617663" y="3178175"/>
          <p14:tracePt t="21559" x="1617663" y="3171825"/>
          <p14:tracePt t="21566" x="1625600" y="3171825"/>
          <p14:tracePt t="21582" x="1625600" y="3163888"/>
          <p14:tracePt t="21592" x="1633538" y="3157538"/>
          <p14:tracePt t="21606" x="1639888" y="3149600"/>
          <p14:tracePt t="21622" x="1639888" y="3141663"/>
          <p14:tracePt t="21639" x="1647825" y="3135313"/>
          <p14:tracePt t="21656" x="1647825" y="3127375"/>
          <p14:tracePt t="21672" x="1654175" y="3127375"/>
          <p14:tracePt t="21689" x="1654175" y="3121025"/>
          <p14:tracePt t="21706" x="1662113" y="3113088"/>
          <p14:tracePt t="21723" x="1668463" y="3106738"/>
          <p14:tracePt t="21739" x="1676400" y="3098800"/>
          <p14:tracePt t="21766" x="1684338" y="3090863"/>
          <p14:tracePt t="21775" x="1684338" y="3084513"/>
          <p14:tracePt t="21799" x="1690688" y="3076575"/>
          <p14:tracePt t="21846" x="1698625" y="3076575"/>
          <p14:tracePt t="23127" x="1698625" y="3070225"/>
          <p14:tracePt t="23134" x="1704975" y="3055938"/>
          <p14:tracePt t="23151" x="1719263" y="3055938"/>
          <p14:tracePt t="23167" x="1727200" y="3055938"/>
          <p14:tracePt t="23174" x="1735138" y="3055938"/>
          <p14:tracePt t="23190" x="1755775" y="3048000"/>
          <p14:tracePt t="23206" x="1770063" y="3040063"/>
          <p14:tracePt t="23223" x="1792288" y="3033713"/>
          <p14:tracePt t="23240" x="1806575" y="3033713"/>
          <p14:tracePt t="23256" x="1820863" y="3033713"/>
          <p14:tracePt t="23273" x="1851025" y="3025775"/>
          <p14:tracePt t="23290" x="1865313" y="3025775"/>
          <p14:tracePt t="23307" x="1893888" y="3025775"/>
          <p14:tracePt t="23323" x="1922463" y="3019425"/>
          <p14:tracePt t="23340" x="1930400" y="3019425"/>
          <p14:tracePt t="23356" x="1944688" y="3019425"/>
          <p14:tracePt t="23373" x="1952625" y="3019425"/>
          <p14:tracePt t="23390" x="1958975" y="3019425"/>
          <p14:tracePt t="23406" x="1966913" y="3019425"/>
          <p14:tracePt t="23423" x="1973263" y="3019425"/>
          <p14:tracePt t="23448" x="1981200" y="3019425"/>
          <p14:tracePt t="23679" x="1973263" y="3019425"/>
          <p14:tracePt t="23710" x="1966913" y="3019425"/>
          <p14:tracePt t="23975" x="1958975" y="3019425"/>
          <p14:tracePt t="23999" x="1958975" y="3011488"/>
          <p14:tracePt t="24006" x="1952625" y="3005138"/>
          <p14:tracePt t="24471" x="1944688" y="3005138"/>
          <p14:tracePt t="24487" x="1938338" y="3005138"/>
          <p14:tracePt t="24502" x="1930400" y="3005138"/>
          <p14:tracePt t="24511" x="1922463" y="3005138"/>
          <p14:tracePt t="24523" x="1908175" y="3011488"/>
          <p14:tracePt t="24542" x="1893888" y="3019425"/>
          <p14:tracePt t="24557" x="1871663" y="3025775"/>
          <p14:tracePt t="24574" x="1851025" y="3025775"/>
          <p14:tracePt t="24591" x="1828800" y="3025775"/>
          <p14:tracePt t="24607" x="1820863" y="3025775"/>
          <p14:tracePt t="24624" x="1806575" y="3025775"/>
          <p14:tracePt t="24640" x="1785938" y="3025775"/>
          <p14:tracePt t="24657" x="1763713" y="3025775"/>
          <p14:tracePt t="24674" x="1749425" y="3025775"/>
          <p14:tracePt t="24691" x="1727200" y="3025775"/>
          <p14:tracePt t="24707" x="1719263" y="3025775"/>
          <p14:tracePt t="24724" x="1712913" y="3025775"/>
          <p14:tracePt t="24741" x="1698625" y="3025775"/>
          <p14:tracePt t="24765" x="1684338" y="3025775"/>
          <p14:tracePt t="24791" x="1662113" y="3025775"/>
          <p14:tracePt t="24808" x="1654175" y="3025775"/>
          <p14:tracePt t="24824" x="1639888" y="3025775"/>
          <p14:tracePt t="24842" x="1625600" y="3025775"/>
          <p14:tracePt t="24858" x="1617663" y="3025775"/>
          <p14:tracePt t="24874" x="1611313" y="3025775"/>
          <p14:tracePt t="24890" x="1597025" y="3025775"/>
          <p14:tracePt t="24909" x="1574800" y="3025775"/>
          <p14:tracePt t="24926" x="1560513" y="3025775"/>
          <p14:tracePt t="24941" x="1546225" y="3025775"/>
          <p14:tracePt t="24958" x="1516063" y="3025775"/>
          <p14:tracePt t="24974" x="1509713" y="3025775"/>
          <p14:tracePt t="24990" x="1495425" y="3025775"/>
          <p14:tracePt t="25007" x="1487488" y="3025775"/>
          <p14:tracePt t="26019" x="1501775" y="3025775"/>
          <p14:tracePt t="26034" x="1566863" y="3025775"/>
          <p14:tracePt t="26048" x="1617663" y="3025775"/>
          <p14:tracePt t="26062" x="1654175" y="3025775"/>
          <p14:tracePt t="26076" x="1676400" y="3025775"/>
          <p14:tracePt t="26091" x="1684338" y="3025775"/>
          <p14:tracePt t="26107" x="1690688" y="3025775"/>
          <p14:tracePt t="26125" x="1704975" y="3025775"/>
          <p14:tracePt t="26141" x="1712913" y="3025775"/>
          <p14:tracePt t="26157" x="1719263" y="3025775"/>
          <p14:tracePt t="26175" x="1727200" y="3025775"/>
          <p14:tracePt t="26200" x="1735138" y="3025775"/>
          <p14:tracePt t="26375" x="1741488" y="3025775"/>
          <p14:tracePt t="26383" x="1749425" y="3025775"/>
          <p14:tracePt t="26391" x="1755775" y="3025775"/>
          <p14:tracePt t="26408" x="1792288" y="3025775"/>
          <p14:tracePt t="26424" x="1836738" y="3025775"/>
          <p14:tracePt t="26441" x="1887538" y="3025775"/>
          <p14:tracePt t="26458" x="1916113" y="3025775"/>
          <p14:tracePt t="26474" x="1952625" y="3025775"/>
          <p14:tracePt t="26491" x="1989138" y="3025775"/>
          <p14:tracePt t="26508" x="2024063" y="3025775"/>
          <p14:tracePt t="26524" x="2046288" y="3025775"/>
          <p14:tracePt t="26541" x="2090738" y="3025775"/>
          <p14:tracePt t="26559" x="2119313" y="3025775"/>
          <p14:tracePt t="26575" x="2133600" y="3025775"/>
          <p14:tracePt t="26591" x="2170113" y="3033713"/>
          <p14:tracePt t="26609" x="2206625" y="3040063"/>
          <p14:tracePt t="26624" x="2257425" y="3048000"/>
          <p14:tracePt t="26641" x="2293938" y="3055938"/>
          <p14:tracePt t="26658" x="2336800" y="3062288"/>
          <p14:tracePt t="26674" x="2373313" y="3070225"/>
          <p14:tracePt t="26691" x="2395538" y="3070225"/>
          <p14:tracePt t="26708" x="2424113" y="3076575"/>
          <p14:tracePt t="26725" x="2446338" y="3084513"/>
          <p14:tracePt t="26741" x="2489200" y="3084513"/>
          <p14:tracePt t="26758" x="2497138" y="3084513"/>
          <p14:tracePt t="26791" x="2511425" y="3090863"/>
          <p14:tracePt t="26808" x="2517775" y="3090863"/>
          <p14:tracePt t="26825" x="2532063" y="3098800"/>
          <p14:tracePt t="26841" x="2562225" y="3106738"/>
          <p14:tracePt t="26858" x="2576513" y="3106738"/>
          <p14:tracePt t="26874" x="2590800" y="3113088"/>
          <p14:tracePt t="26891" x="2598738" y="3113088"/>
          <p14:tracePt t="26910" x="2613025" y="3121025"/>
          <p14:tracePt t="26927" x="2619375" y="3121025"/>
          <p14:tracePt t="26941" x="2627313" y="3127375"/>
          <p14:tracePt t="26958" x="2649538" y="3135313"/>
          <p14:tracePt t="26974" x="2655888" y="3135313"/>
          <p14:tracePt t="26991" x="2663825" y="3135313"/>
          <p14:tracePt t="27008" x="2678113" y="3135313"/>
          <p14:tracePt t="27024" x="2700338" y="3135313"/>
          <p14:tracePt t="27041" x="2720975" y="3135313"/>
          <p14:tracePt t="27058" x="2735263" y="3135313"/>
          <p14:tracePt t="27075" x="2765425" y="3135313"/>
          <p14:tracePt t="27091" x="2779713" y="3135313"/>
          <p14:tracePt t="27108" x="2808288" y="3135313"/>
          <p14:tracePt t="27125" x="2830513" y="3127375"/>
          <p14:tracePt t="27141" x="2867025" y="3121025"/>
          <p14:tracePt t="27158" x="2895600" y="3121025"/>
          <p14:tracePt t="27174" x="2924175" y="3121025"/>
          <p14:tracePt t="27191" x="2960688" y="3113088"/>
          <p14:tracePt t="27208" x="2989263" y="3098800"/>
          <p14:tracePt t="27224" x="3025775" y="3098800"/>
          <p14:tracePt t="27241" x="3076575" y="3098800"/>
          <p14:tracePt t="27258" x="3141663" y="3090863"/>
          <p14:tracePt t="27274" x="3186113" y="3090863"/>
          <p14:tracePt t="27291" x="3222625" y="3090863"/>
          <p14:tracePt t="27308" x="3251200" y="3090863"/>
          <p14:tracePt t="27325" x="3294063" y="3090863"/>
          <p14:tracePt t="27341" x="3316288" y="3090863"/>
          <p14:tracePt t="27358" x="3338513" y="3090863"/>
          <p14:tracePt t="27374" x="3360738" y="3090863"/>
          <p14:tracePt t="27391" x="3375025" y="3090863"/>
          <p14:tracePt t="27408" x="3389313" y="3090863"/>
          <p14:tracePt t="27425" x="3403600" y="3090863"/>
          <p14:tracePt t="27441" x="3411538" y="3090863"/>
          <p14:tracePt t="27458" x="3425825" y="3090863"/>
          <p14:tracePt t="27474" x="3440113" y="3090863"/>
          <p14:tracePt t="27491" x="3454400" y="3084513"/>
          <p14:tracePt t="27508" x="3468688" y="3076575"/>
          <p14:tracePt t="27524" x="3476625" y="3070225"/>
          <p14:tracePt t="27541" x="3490913" y="3062288"/>
          <p14:tracePt t="27558" x="3497263" y="3062288"/>
          <p14:tracePt t="27575" x="3513138" y="3048000"/>
          <p14:tracePt t="27591" x="3519488" y="3048000"/>
          <p14:tracePt t="27608" x="3533775" y="3040063"/>
          <p14:tracePt t="27625" x="3556000" y="3025775"/>
          <p14:tracePt t="27641" x="3563938" y="3025775"/>
          <p14:tracePt t="27658" x="3570288" y="3019425"/>
          <p14:tracePt t="27675" x="3578225" y="3019425"/>
          <p14:tracePt t="27691" x="3592513" y="3005138"/>
          <p14:tracePt t="27708" x="3598863" y="3005138"/>
          <p14:tracePt t="27725" x="3614738" y="2997200"/>
          <p14:tracePt t="27758" x="3629025" y="2997200"/>
          <p14:tracePt t="27775" x="3635375" y="2997200"/>
          <p14:tracePt t="27791" x="3649663" y="2997200"/>
          <p14:tracePt t="27808" x="3679825" y="2997200"/>
          <p14:tracePt t="27824" x="3708400" y="2982913"/>
          <p14:tracePt t="27841" x="3730625" y="2982913"/>
          <p14:tracePt t="27858" x="3767138" y="2982913"/>
          <p14:tracePt t="27875" x="3810000" y="2982913"/>
          <p14:tracePt t="27891" x="3846513" y="2982913"/>
          <p14:tracePt t="27908" x="3889375" y="2982913"/>
          <p14:tracePt t="27911" x="3903663" y="2982913"/>
          <p14:tracePt t="27924" x="3925888" y="2982913"/>
          <p14:tracePt t="27941" x="3954463" y="2982913"/>
          <p14:tracePt t="27958" x="3976688" y="2982913"/>
          <p14:tracePt t="27975" x="3998913" y="2982913"/>
          <p14:tracePt t="27991" x="4021138" y="2982913"/>
          <p14:tracePt t="28008" x="4041775" y="2982913"/>
          <p14:tracePt t="28025" x="4064000" y="2982913"/>
          <p14:tracePt t="28042" x="4092575" y="2982913"/>
          <p14:tracePt t="28058" x="4106863" y="2982913"/>
          <p14:tracePt t="28076" x="4114800" y="2982913"/>
          <p14:tracePt t="28091" x="4137025" y="2982913"/>
          <p14:tracePt t="28108" x="4157663" y="2982913"/>
          <p14:tracePt t="28124" x="4194175" y="2982913"/>
          <p14:tracePt t="28141" x="4216400" y="2982913"/>
          <p14:tracePt t="28158" x="4244975" y="2982913"/>
          <p14:tracePt t="28174" x="4289425" y="2982913"/>
          <p14:tracePt t="28191" x="4318000" y="2982913"/>
          <p14:tracePt t="28208" x="4354513" y="2982913"/>
          <p14:tracePt t="28225" x="4391025" y="2982913"/>
          <p14:tracePt t="28241" x="4427538" y="2982913"/>
          <p14:tracePt t="28258" x="4470400" y="2982913"/>
          <p14:tracePt t="28275" x="4506913" y="2982913"/>
          <p14:tracePt t="28291" x="4549775" y="2982913"/>
          <p14:tracePt t="28308" x="4594225" y="2982913"/>
          <p14:tracePt t="28325" x="4673600" y="2982913"/>
          <p14:tracePt t="28341" x="4724400" y="2982913"/>
          <p14:tracePt t="28358" x="4783138" y="2982913"/>
          <p14:tracePt t="28375" x="4833938" y="2982913"/>
          <p14:tracePt t="28392" x="4876800" y="2982913"/>
          <p14:tracePt t="28408" x="4927600" y="2982913"/>
          <p14:tracePt t="28425" x="4970463" y="2982913"/>
          <p14:tracePt t="28441" x="5000625" y="2982913"/>
          <p14:tracePt t="28458" x="5021263" y="2982913"/>
          <p14:tracePt t="28475" x="5043488" y="2982913"/>
          <p14:tracePt t="28491" x="5057775" y="2982913"/>
          <p14:tracePt t="28508" x="5080000" y="2974975"/>
          <p14:tracePt t="28525" x="5116513" y="2974975"/>
          <p14:tracePt t="28543" x="5138738" y="2974975"/>
          <p14:tracePt t="28558" x="5153025" y="2974975"/>
          <p14:tracePt t="28575" x="5167313" y="2974975"/>
          <p14:tracePt t="28592" x="5173663" y="2974975"/>
          <p14:tracePt t="28608" x="5189538" y="2974975"/>
          <p14:tracePt t="28641" x="5195888" y="2974975"/>
          <p14:tracePt t="28658" x="5203825" y="2974975"/>
          <p14:tracePt t="30106" x="5210175" y="2974975"/>
          <p14:tracePt t="30466" x="5195888" y="2974975"/>
          <p14:tracePt t="30479" x="5130800" y="2982913"/>
          <p14:tracePt t="30493" x="5102225" y="2982913"/>
          <p14:tracePt t="30509" x="5006975" y="2989263"/>
          <p14:tracePt t="30526" x="4949825" y="2989263"/>
          <p14:tracePt t="30543" x="4905375" y="2989263"/>
          <p14:tracePt t="30559" x="4862513" y="2989263"/>
          <p14:tracePt t="30575" x="4833938" y="2989263"/>
          <p14:tracePt t="30593" x="4789488" y="2989263"/>
          <p14:tracePt t="30609" x="4746625" y="2989263"/>
          <p14:tracePt t="30626" x="4681538" y="2989263"/>
          <p14:tracePt t="30642" x="4594225" y="2989263"/>
          <p14:tracePt t="30659" x="4529138" y="2989263"/>
          <p14:tracePt t="30675" x="4433888" y="2989263"/>
          <p14:tracePt t="30693" x="4376738" y="2989263"/>
          <p14:tracePt t="30709" x="4303713" y="2989263"/>
          <p14:tracePt t="30726" x="4244975" y="2989263"/>
          <p14:tracePt t="30742" x="4194175" y="2989263"/>
          <p14:tracePt t="30759" x="4122738" y="2989263"/>
          <p14:tracePt t="30776" x="4064000" y="2997200"/>
          <p14:tracePt t="30792" x="3976688" y="3019425"/>
          <p14:tracePt t="30809" x="3933825" y="3025775"/>
          <p14:tracePt t="30826" x="3875088" y="3025775"/>
          <p14:tracePt t="30842" x="3810000" y="3048000"/>
          <p14:tracePt t="30859" x="3759200" y="3062288"/>
          <p14:tracePt t="30876" x="3722688" y="3070225"/>
          <p14:tracePt t="30893" x="3694113" y="3076575"/>
          <p14:tracePt t="30909" x="3649663" y="3084513"/>
          <p14:tracePt t="30926" x="3629025" y="3106738"/>
          <p14:tracePt t="30942" x="3592513" y="3106738"/>
          <p14:tracePt t="30959" x="3570288" y="3113088"/>
          <p14:tracePt t="30975" x="3541713" y="3127375"/>
          <p14:tracePt t="30992" x="3519488" y="3127375"/>
          <p14:tracePt t="31009" x="3505200" y="3141663"/>
          <p14:tracePt t="31026" x="3497263" y="3141663"/>
          <p14:tracePt t="31043" x="3476625" y="3149600"/>
          <p14:tracePt t="31059" x="3468688" y="3149600"/>
          <p14:tracePt t="31076" x="3454400" y="3157538"/>
          <p14:tracePt t="31092" x="3446463" y="3157538"/>
          <p14:tracePt t="31109" x="3432175" y="3157538"/>
          <p14:tracePt t="31127" x="3432175" y="3163888"/>
          <p14:tracePt t="31142" x="3425825" y="3163888"/>
          <p14:tracePt t="31175" x="3411538" y="3163888"/>
          <p14:tracePt t="31191" x="3403600" y="3171825"/>
          <p14:tracePt t="31611" x="3395663" y="3178175"/>
          <p14:tracePt t="31730" x="3389313" y="3186113"/>
          <p14:tracePt t="31752" x="3381375" y="3192463"/>
          <p14:tracePt t="32081" x="3367088" y="3200400"/>
          <p14:tracePt t="32123" x="3360738" y="3200400"/>
          <p14:tracePt t="32139" x="3352800" y="3200400"/>
          <p14:tracePt t="32148" x="3344863" y="3200400"/>
          <p14:tracePt t="32165" x="3338513" y="3200400"/>
          <p14:tracePt t="32179" x="3330575" y="3200400"/>
          <p14:tracePt t="32193" x="3324225" y="3200400"/>
          <p14:tracePt t="32209" x="3316288" y="3208338"/>
          <p14:tracePt t="32226" x="3309938" y="3208338"/>
          <p14:tracePt t="32243" x="3302000" y="3208338"/>
          <p14:tracePt t="32289" x="3294063" y="3208338"/>
          <p14:tracePt t="40420" x="3287713" y="3214688"/>
          <p14:tracePt t="40433" x="3287713" y="3222625"/>
          <p14:tracePt t="40444" x="3302000" y="3228975"/>
          <p14:tracePt t="40453" x="3389313" y="3251200"/>
          <p14:tracePt t="40462" x="3425825" y="3259138"/>
          <p14:tracePt t="40480" x="3519488" y="3265488"/>
          <p14:tracePt t="40496" x="3592513" y="3287713"/>
          <p14:tracePt t="40512" x="3635375" y="3287713"/>
          <p14:tracePt t="40529" x="3671888" y="3294063"/>
          <p14:tracePt t="40548" x="3700463" y="3294063"/>
          <p14:tracePt t="40562" x="3730625" y="3302000"/>
          <p14:tracePt t="40579" x="3767138" y="3316288"/>
          <p14:tracePt t="40597" x="3802063" y="3324225"/>
          <p14:tracePt t="40614" x="3846513" y="3330575"/>
          <p14:tracePt t="40629" x="3868738" y="3338513"/>
          <p14:tracePt t="40647" x="3897313" y="3344863"/>
          <p14:tracePt t="40662" x="3925888" y="3352800"/>
          <p14:tracePt t="40679" x="3933825" y="3360738"/>
          <p14:tracePt t="40695" x="3940175" y="3367088"/>
          <p14:tracePt t="40712" x="3948113" y="3375025"/>
          <p14:tracePt t="40729" x="3954463" y="3375025"/>
          <p14:tracePt t="40746" x="3954463" y="3389313"/>
          <p14:tracePt t="40762" x="3962400" y="3411538"/>
          <p14:tracePt t="40779" x="3970338" y="3432175"/>
          <p14:tracePt t="40795" x="3970338" y="3462338"/>
          <p14:tracePt t="40812" x="3970338" y="3476625"/>
          <p14:tracePt t="40829" x="3970338" y="3505200"/>
          <p14:tracePt t="40846" x="3970338" y="3527425"/>
          <p14:tracePt t="40862" x="3970338" y="3548063"/>
          <p14:tracePt t="40879" x="3962400" y="3563938"/>
          <p14:tracePt t="40895" x="3962400" y="3578225"/>
          <p14:tracePt t="40912" x="3954463" y="3584575"/>
          <p14:tracePt t="40929" x="3948113" y="3598863"/>
          <p14:tracePt t="40945" x="3940175" y="3614738"/>
          <p14:tracePt t="40979" x="3925888" y="3629025"/>
          <p14:tracePt t="40995" x="3919538" y="3635375"/>
          <p14:tracePt t="41012" x="3919538" y="3643313"/>
          <p14:tracePt t="41029" x="3897313" y="3649663"/>
          <p14:tracePt t="41045" x="3883025" y="3649663"/>
          <p14:tracePt t="41062" x="3875088" y="3665538"/>
          <p14:tracePt t="41443" x="3868738" y="3665538"/>
          <p14:tracePt t="41490" x="3860800" y="3657600"/>
          <p14:tracePt t="41545" x="3852863" y="3649663"/>
          <p14:tracePt t="41618" x="3846513" y="3649663"/>
          <p14:tracePt t="41657" x="3838575" y="3649663"/>
          <p14:tracePt t="41700" x="3838575" y="3643313"/>
          <p14:tracePt t="41927" x="3832225" y="3643313"/>
          <p14:tracePt t="42331" x="3832225" y="3629025"/>
          <p14:tracePt t="42457" x="3824288" y="3621088"/>
          <p14:tracePt t="42521" x="3817938" y="3621088"/>
          <p14:tracePt t="42548" x="3817938" y="3614738"/>
          <p14:tracePt t="42594" x="3810000" y="3606800"/>
          <p14:tracePt t="42619" x="3802063" y="3606800"/>
          <p14:tracePt t="42643" x="3787775" y="3598863"/>
          <p14:tracePt t="42665" x="3781425" y="3592513"/>
          <p14:tracePt t="42682" x="3781425" y="3584575"/>
          <p14:tracePt t="42698" x="3767138" y="3570288"/>
          <p14:tracePt t="42721" x="3759200" y="3563938"/>
          <p14:tracePt t="42738" x="3751263" y="3548063"/>
          <p14:tracePt t="42754" x="3744913" y="3541713"/>
          <p14:tracePt t="42771" x="3736975" y="3533775"/>
          <p14:tracePt t="42779" x="3736975" y="3519488"/>
          <p14:tracePt t="42785" x="3722688" y="3513138"/>
          <p14:tracePt t="42796" x="3722688" y="3505200"/>
          <p14:tracePt t="42813" x="3694113" y="3476625"/>
          <p14:tracePt t="42830" x="3679825" y="3462338"/>
          <p14:tracePt t="42846" x="3665538" y="3440113"/>
          <p14:tracePt t="42879" x="3649663" y="3425825"/>
          <p14:tracePt t="42913" x="3649663" y="3417888"/>
          <p14:tracePt t="42930" x="3643313" y="3411538"/>
          <p14:tracePt t="42968" x="3643313" y="3403600"/>
          <p14:tracePt t="42992" x="3643313" y="3395663"/>
          <p14:tracePt t="43001" x="3635375" y="3395663"/>
          <p14:tracePt t="43057" x="3635375" y="3389313"/>
          <p14:tracePt t="43819" x="3629025" y="3381375"/>
          <p14:tracePt t="43828" x="3621088" y="3381375"/>
          <p14:tracePt t="43850" x="3621088" y="3375025"/>
          <p14:tracePt t="43857" x="3621088" y="3367088"/>
          <p14:tracePt t="43876" x="3621088" y="3360738"/>
          <p14:tracePt t="43882" x="3614738" y="3352800"/>
          <p14:tracePt t="43896" x="3606800" y="3338513"/>
          <p14:tracePt t="43913" x="3606800" y="3330575"/>
          <p14:tracePt t="43930" x="3598863" y="3309938"/>
          <p14:tracePt t="43947" x="3598863" y="3302000"/>
          <p14:tracePt t="43963" x="3598863" y="3287713"/>
          <p14:tracePt t="43999" x="3598863" y="3279775"/>
          <p14:tracePt t="44025" x="3598863" y="3273425"/>
          <p14:tracePt t="44563" x="3606800" y="3265488"/>
          <p14:tracePt t="44570" x="3643313" y="3265488"/>
          <p14:tracePt t="44581" x="3700463" y="3265488"/>
          <p14:tracePt t="44599" x="3919538" y="3279775"/>
          <p14:tracePt t="44614" x="4064000" y="3279775"/>
          <p14:tracePt t="44630" x="4194175" y="3279775"/>
          <p14:tracePt t="44647" x="4289425" y="3279775"/>
          <p14:tracePt t="44664" x="4346575" y="3259138"/>
          <p14:tracePt t="44681" x="4391025" y="3236913"/>
          <p14:tracePt t="44697" x="4405313" y="3228975"/>
          <p14:tracePt t="44713" x="4441825" y="3228975"/>
          <p14:tracePt t="44731" x="4462463" y="3208338"/>
          <p14:tracePt t="44747" x="4498975" y="3200400"/>
          <p14:tracePt t="44763" x="4521200" y="3186113"/>
          <p14:tracePt t="44781" x="4564063" y="3178175"/>
          <p14:tracePt t="44797" x="4600575" y="3178175"/>
          <p14:tracePt t="44814" x="4645025" y="3178175"/>
          <p14:tracePt t="44830" x="4695825" y="3178175"/>
          <p14:tracePt t="44847" x="4767263" y="3178175"/>
          <p14:tracePt t="44863" x="4811713" y="3178175"/>
          <p14:tracePt t="44880" x="4833938" y="3178175"/>
          <p14:tracePt t="45269" x="4840288" y="3178175"/>
          <p14:tracePt t="45286" x="4840288" y="3200400"/>
          <p14:tracePt t="45300" x="4833938" y="3208338"/>
          <p14:tracePt t="45314" x="4826000" y="3214688"/>
          <p14:tracePt t="45330" x="4811713" y="3228975"/>
          <p14:tracePt t="45348" x="4797425" y="3236913"/>
          <p14:tracePt t="45365" x="4767263" y="3251200"/>
          <p14:tracePt t="45381" x="4752975" y="3259138"/>
          <p14:tracePt t="45397" x="4687888" y="3279775"/>
          <p14:tracePt t="45414" x="4651375" y="3294063"/>
          <p14:tracePt t="45422" x="4637088" y="3294063"/>
          <p14:tracePt t="45433" x="4622800" y="3302000"/>
          <p14:tracePt t="45449" x="4608513" y="3302000"/>
          <p14:tracePt t="45464" x="4586288" y="3302000"/>
          <p14:tracePt t="45481" x="4579938" y="3302000"/>
          <p14:tracePt t="45497" x="4564063" y="3302000"/>
          <p14:tracePt t="45566" x="4564063" y="3287713"/>
          <p14:tracePt t="45574" x="4586288" y="3265488"/>
          <p14:tracePt t="45583" x="4622800" y="3236913"/>
          <p14:tracePt t="45597" x="4732338" y="3192463"/>
          <p14:tracePt t="45614" x="4884738" y="3163888"/>
          <p14:tracePt t="45630" x="5051425" y="3141663"/>
          <p14:tracePt t="45647" x="5203825" y="3141663"/>
          <p14:tracePt t="45664" x="5319713" y="3141663"/>
          <p14:tracePt t="45680" x="5407025" y="3135313"/>
          <p14:tracePt t="45697" x="5457825" y="3127375"/>
          <p14:tracePt t="45714" x="5494338" y="3121025"/>
          <p14:tracePt t="45730" x="5529263" y="3106738"/>
          <p14:tracePt t="45747" x="5573713" y="3106738"/>
          <p14:tracePt t="45764" x="5630863" y="3106738"/>
          <p14:tracePt t="45781" x="5703888" y="3106738"/>
          <p14:tracePt t="45797" x="5813425" y="3106738"/>
          <p14:tracePt t="45814" x="5864225" y="3106738"/>
          <p14:tracePt t="45830" x="5892800" y="3106738"/>
          <p14:tracePt t="45848" x="5915025" y="3106738"/>
          <p14:tracePt t="45864" x="5929313" y="3106738"/>
          <p14:tracePt t="45880" x="5957888" y="3106738"/>
          <p14:tracePt t="45897" x="5965825" y="3106738"/>
          <p14:tracePt t="45914" x="5986463" y="3113088"/>
          <p14:tracePt t="45930" x="5994400" y="3121025"/>
          <p14:tracePt t="45947" x="6016625" y="3141663"/>
          <p14:tracePt t="45965" x="6037263" y="3163888"/>
          <p14:tracePt t="45981" x="6053138" y="3178175"/>
          <p14:tracePt t="46014" x="6053138" y="3192463"/>
          <p14:tracePt t="46030" x="6053138" y="3200400"/>
          <p14:tracePt t="46048" x="6045200" y="3228975"/>
          <p14:tracePt t="46064" x="6016625" y="3251200"/>
          <p14:tracePt t="46080" x="5986463" y="3287713"/>
          <p14:tracePt t="46097" x="5951538" y="3302000"/>
          <p14:tracePt t="46114" x="5915025" y="3316288"/>
          <p14:tracePt t="46130" x="5870575" y="3324225"/>
          <p14:tracePt t="46147" x="5827713" y="3338513"/>
          <p14:tracePt t="46164" x="5791200" y="3344863"/>
          <p14:tracePt t="46180" x="5768975" y="3344863"/>
          <p14:tracePt t="46197" x="5762625" y="3344863"/>
          <p14:tracePt t="46303" x="5754688" y="3344863"/>
          <p14:tracePt t="46327" x="5748338" y="3344863"/>
          <p14:tracePt t="46334" x="5740400" y="3344863"/>
          <p14:tracePt t="46348" x="5718175" y="3344863"/>
          <p14:tracePt t="46364" x="5711825" y="3344863"/>
          <p14:tracePt t="46381" x="5689600" y="3344863"/>
          <p14:tracePt t="46397" x="5667375" y="3344863"/>
          <p14:tracePt t="46414" x="5653088" y="3344863"/>
          <p14:tracePt t="46430" x="5646738" y="3344863"/>
          <p14:tracePt t="46447" x="5638800" y="3344863"/>
          <p14:tracePt t="46470" x="5630863" y="3344863"/>
          <p14:tracePt t="46734" x="5653088" y="3352800"/>
          <p14:tracePt t="46742" x="5768975" y="3395663"/>
          <p14:tracePt t="46750" x="5965825" y="3425825"/>
          <p14:tracePt t="46764" x="6132513" y="3446463"/>
          <p14:tracePt t="46781" x="6459538" y="3468688"/>
          <p14:tracePt t="46797" x="7053263" y="3468688"/>
          <p14:tracePt t="46814" x="7504113" y="3468688"/>
          <p14:tracePt t="46830" x="7881938" y="3468688"/>
          <p14:tracePt t="46847" x="8164513" y="3468688"/>
          <p14:tracePt t="46864" x="8339138" y="3468688"/>
          <p14:tracePt t="46880" x="8382000" y="3468688"/>
          <p14:tracePt t="46897" x="8410575" y="3468688"/>
          <p14:tracePt t="46914" x="8424863" y="3468688"/>
          <p14:tracePt t="46930" x="8469313" y="3468688"/>
          <p14:tracePt t="46948" x="8534400" y="3468688"/>
          <p14:tracePt t="46964" x="8556625" y="3468688"/>
          <p14:tracePt t="46980" x="8577263" y="3468688"/>
          <p14:tracePt t="46997" x="8585200" y="3468688"/>
          <p14:tracePt t="47015" x="8599488" y="3468688"/>
          <p14:tracePt t="47030" x="8621713" y="3468688"/>
          <p14:tracePt t="47047" x="8643938" y="3468688"/>
          <p14:tracePt t="47064" x="8650288" y="3468688"/>
          <p14:tracePt t="47166" x="8636000" y="3468688"/>
          <p14:tracePt t="47174" x="8607425" y="3468688"/>
          <p14:tracePt t="47181" x="8570913" y="3468688"/>
          <p14:tracePt t="47198" x="8491538" y="3468688"/>
          <p14:tracePt t="47214" x="8432800" y="3468688"/>
          <p14:tracePt t="47231" x="8389938" y="3468688"/>
          <p14:tracePt t="47247" x="8359775" y="3468688"/>
          <p14:tracePt t="47264" x="8339138" y="3468688"/>
          <p14:tracePt t="47281" x="8308975" y="3468688"/>
          <p14:tracePt t="47297" x="8294688" y="3468688"/>
          <p14:tracePt t="47314" x="8280400" y="3468688"/>
          <p14:tracePt t="47331" x="8258175" y="3462338"/>
          <p14:tracePt t="47364" x="8237538" y="3454400"/>
          <p14:tracePt t="47380" x="8229600" y="3446463"/>
          <p14:tracePt t="47414" x="8221663" y="3446463"/>
          <p14:tracePt t="47430" x="8221663" y="3432175"/>
          <p14:tracePt t="47448" x="8221663" y="3403600"/>
          <p14:tracePt t="47464" x="8221663" y="3367088"/>
          <p14:tracePt t="47481" x="8280400" y="3309938"/>
          <p14:tracePt t="47497" x="8345488" y="3265488"/>
          <p14:tracePt t="47514" x="8461375" y="3222625"/>
          <p14:tracePt t="47531" x="8599488" y="3186113"/>
          <p14:tracePt t="47547" x="8745538" y="3149600"/>
          <p14:tracePt t="47564" x="8882063" y="3127375"/>
          <p14:tracePt t="47581" x="9042400" y="3113088"/>
          <p14:tracePt t="47598" x="9136063" y="3090863"/>
          <p14:tracePt t="47614" x="9231313" y="3084513"/>
          <p14:tracePt t="47631" x="9304338" y="3076575"/>
          <p14:tracePt t="47647" x="9398000" y="3062288"/>
          <p14:tracePt t="47664" x="9485313" y="3055938"/>
          <p14:tracePt t="47681" x="9593263" y="3055938"/>
          <p14:tracePt t="47697" x="9710738" y="3055938"/>
          <p14:tracePt t="47714" x="9832975" y="3055938"/>
          <p14:tracePt t="47731" x="9964738" y="3070225"/>
          <p14:tracePt t="47748" x="10152063" y="3098800"/>
          <p14:tracePt t="47764" x="10188575" y="3098800"/>
          <p14:tracePt t="47781" x="10377488" y="3135313"/>
          <p14:tracePt t="47797" x="10507663" y="3141663"/>
          <p14:tracePt t="47814" x="10625138" y="3163888"/>
          <p14:tracePt t="47831" x="10733088" y="3178175"/>
          <p14:tracePt t="47847" x="10842625" y="3200400"/>
          <p14:tracePt t="47864" x="10893425" y="3214688"/>
          <p14:tracePt t="47881" x="10950575" y="3222625"/>
          <p14:tracePt t="47898" x="10987088" y="3243263"/>
          <p14:tracePt t="47914" x="11031538" y="3251200"/>
          <p14:tracePt t="47916" x="11037888" y="3259138"/>
          <p14:tracePt t="47931" x="11052175" y="3265488"/>
          <p14:tracePt t="47949" x="11060113" y="3265488"/>
          <p14:tracePt t="47981" x="11066463" y="3273425"/>
          <p14:tracePt t="48014" x="11074400" y="3279775"/>
          <p14:tracePt t="48031" x="11074400" y="3294063"/>
          <p14:tracePt t="48047" x="11074400" y="3302000"/>
          <p14:tracePt t="48064" x="11074400" y="3309938"/>
          <p14:tracePt t="48081" x="11074400" y="3324225"/>
          <p14:tracePt t="48097" x="11074400" y="3330575"/>
          <p14:tracePt t="48114" x="11074400" y="3344863"/>
          <p14:tracePt t="48131" x="11066463" y="3360738"/>
          <p14:tracePt t="48147" x="11045825" y="3375025"/>
          <p14:tracePt t="48164" x="11023600" y="3395663"/>
          <p14:tracePt t="48181" x="10964863" y="3446463"/>
          <p14:tracePt t="48198" x="10885488" y="3482975"/>
          <p14:tracePt t="48214" x="10777538" y="3513138"/>
          <p14:tracePt t="48231" x="10639425" y="3548063"/>
          <p14:tracePt t="48247" x="10529888" y="3570288"/>
          <p14:tracePt t="48264" x="10421938" y="3578225"/>
          <p14:tracePt t="48281" x="10304463" y="3584575"/>
          <p14:tracePt t="48297" x="10196513" y="3584575"/>
          <p14:tracePt t="48314" x="10094913" y="3584575"/>
          <p14:tracePt t="48331" x="10015538" y="3598863"/>
          <p14:tracePt t="48348" x="9956800" y="3598863"/>
          <p14:tracePt t="48364" x="9891713" y="3606800"/>
          <p14:tracePt t="48381" x="9855200" y="3606800"/>
          <p14:tracePt t="48398" x="9826625" y="3614738"/>
          <p14:tracePt t="48414" x="9782175" y="3629025"/>
          <p14:tracePt t="48431" x="9731375" y="3635375"/>
          <p14:tracePt t="48449" x="9680575" y="3635375"/>
          <p14:tracePt t="48464" x="9623425" y="3643313"/>
          <p14:tracePt t="48481" x="9586913" y="3643313"/>
          <p14:tracePt t="48498" x="9564688" y="3657600"/>
          <p14:tracePt t="48514" x="9542463" y="3657600"/>
          <p14:tracePt t="48531" x="9528175" y="3657600"/>
          <p14:tracePt t="48548" x="9521825" y="3657600"/>
          <p14:tracePt t="48564" x="9499600" y="3665538"/>
          <p14:tracePt t="48598" x="9491663" y="3665538"/>
          <p14:tracePt t="48622" x="9485313" y="3665538"/>
          <p14:tracePt t="50558" x="9477375" y="3665538"/>
          <p14:tracePt t="50566" x="9448800" y="3665538"/>
          <p14:tracePt t="50574" x="9426575" y="3665538"/>
          <p14:tracePt t="50582" x="9398000" y="3665538"/>
          <p14:tracePt t="50598" x="9355138" y="3665538"/>
          <p14:tracePt t="50615" x="9310688" y="3671888"/>
          <p14:tracePt t="50632" x="9288463" y="3671888"/>
          <p14:tracePt t="50648" x="9267825" y="3671888"/>
          <p14:tracePt t="50665" x="9253538" y="3671888"/>
          <p14:tracePt t="50682" x="9237663" y="3671888"/>
          <p14:tracePt t="50698" x="9217025" y="3671888"/>
          <p14:tracePt t="50715" x="9202738" y="3671888"/>
          <p14:tracePt t="50732" x="9186863" y="3671888"/>
          <p14:tracePt t="50748" x="9172575" y="3671888"/>
          <p14:tracePt t="50765" x="9151938" y="3671888"/>
          <p14:tracePt t="50782" x="9121775" y="3671888"/>
          <p14:tracePt t="50798" x="9101138" y="3671888"/>
          <p14:tracePt t="50815" x="9078913" y="3671888"/>
          <p14:tracePt t="50832" x="9056688" y="3679825"/>
          <p14:tracePt t="50848" x="9042400" y="3686175"/>
          <p14:tracePt t="50865" x="9028113" y="3686175"/>
          <p14:tracePt t="50898" x="9013825" y="3686175"/>
          <p14:tracePt t="50915" x="9005888" y="3686175"/>
          <p14:tracePt t="50918" x="8999538" y="3694113"/>
          <p14:tracePt t="50933" x="8991600" y="3694113"/>
          <p14:tracePt t="50951" x="8983663" y="3694113"/>
          <p14:tracePt t="50965" x="8963025" y="3694113"/>
          <p14:tracePt t="50982" x="8940800" y="3694113"/>
          <p14:tracePt t="50998" x="8918575" y="3694113"/>
          <p14:tracePt t="51015" x="8897938" y="3708400"/>
          <p14:tracePt t="51032" x="8882063" y="3708400"/>
          <p14:tracePt t="51048" x="8867775" y="3708400"/>
          <p14:tracePt t="51065" x="8853488" y="3708400"/>
          <p14:tracePt t="51082" x="8839200" y="3716338"/>
          <p14:tracePt t="51098" x="8810625" y="3716338"/>
          <p14:tracePt t="51115" x="8796338" y="3722688"/>
          <p14:tracePt t="51132" x="8751888" y="3730625"/>
          <p14:tracePt t="51148" x="8686800" y="3736975"/>
          <p14:tracePt t="51165" x="8636000" y="3744913"/>
          <p14:tracePt t="51182" x="8556625" y="3751263"/>
          <p14:tracePt t="51198" x="8483600" y="3767138"/>
          <p14:tracePt t="51215" x="8424863" y="3773488"/>
          <p14:tracePt t="51232" x="8345488" y="3781425"/>
          <p14:tracePt t="51248" x="8280400" y="3787775"/>
          <p14:tracePt t="51265" x="8215313" y="3795713"/>
          <p14:tracePt t="51282" x="8170863" y="3795713"/>
          <p14:tracePt t="51299" x="8135938" y="3802063"/>
          <p14:tracePt t="51315" x="8105775" y="3810000"/>
          <p14:tracePt t="51332" x="8099425" y="3810000"/>
          <p14:tracePt t="51348" x="8069263" y="3817938"/>
          <p14:tracePt t="51365" x="8034338" y="3832225"/>
          <p14:tracePt t="51382" x="7989888" y="3838575"/>
          <p14:tracePt t="51398" x="7896225" y="3868738"/>
          <p14:tracePt t="51415" x="7800975" y="3897313"/>
          <p14:tracePt t="51432" x="7707313" y="3925888"/>
          <p14:tracePt t="51448" x="7627938" y="3940175"/>
          <p14:tracePt t="51465" x="7546975" y="3962400"/>
          <p14:tracePt t="51482" x="7431088" y="3984625"/>
          <p14:tracePt t="51499" x="7337425" y="3998913"/>
          <p14:tracePt t="51515" x="7235825" y="4013200"/>
          <p14:tracePt t="51532" x="7154863" y="4021138"/>
          <p14:tracePt t="51549" x="7024688" y="4049713"/>
          <p14:tracePt t="51565" x="6967538" y="4064000"/>
          <p14:tracePt t="51582" x="6931025" y="4064000"/>
          <p14:tracePt t="51599" x="6886575" y="4071938"/>
          <p14:tracePt t="51615" x="6835775" y="4086225"/>
          <p14:tracePt t="51632" x="6792913" y="4092575"/>
          <p14:tracePt t="51648" x="6764338" y="4106863"/>
          <p14:tracePt t="51665" x="6742113" y="4106863"/>
          <p14:tracePt t="51682" x="6713538" y="4122738"/>
          <p14:tracePt t="51699" x="6691313" y="4129088"/>
          <p14:tracePt t="51715" x="6662738" y="4129088"/>
          <p14:tracePt t="51732" x="6632575" y="4151313"/>
          <p14:tracePt t="51748" x="6611938" y="4151313"/>
          <p14:tracePt t="51765" x="6589713" y="4157663"/>
          <p14:tracePt t="51782" x="6581775" y="4157663"/>
          <p14:tracePt t="51799" x="6567488" y="4165600"/>
          <p14:tracePt t="51815" x="6553200" y="4173538"/>
          <p14:tracePt t="51832" x="6545263" y="4173538"/>
          <p14:tracePt t="51849" x="6545263" y="4179888"/>
          <p14:tracePt t="51882" x="6538913" y="4179888"/>
          <p14:tracePt t="51899" x="6530975" y="4179888"/>
          <p14:tracePt t="51915" x="6524625" y="4187825"/>
          <p14:tracePt t="51932" x="6516688" y="4187825"/>
          <p14:tracePt t="51949" x="6510338" y="4187825"/>
          <p14:tracePt t="51965" x="6502400" y="4187825"/>
          <p14:tracePt t="51982" x="6494463" y="4187825"/>
          <p14:tracePt t="52015" x="6473825" y="4187825"/>
          <p14:tracePt t="52032" x="6443663" y="4187825"/>
          <p14:tracePt t="52049" x="6392863" y="4187825"/>
          <p14:tracePt t="52065" x="6342063" y="4173538"/>
          <p14:tracePt t="52082" x="6299200" y="4157663"/>
          <p14:tracePt t="52099" x="6270625" y="4137025"/>
          <p14:tracePt t="52115" x="6240463" y="4122738"/>
          <p14:tracePt t="52132" x="6219825" y="4092575"/>
          <p14:tracePt t="52149" x="6197600" y="4049713"/>
          <p14:tracePt t="52165" x="6189663" y="4013200"/>
          <p14:tracePt t="52182" x="6175375" y="3970338"/>
          <p14:tracePt t="52199" x="6169025" y="3911600"/>
          <p14:tracePt t="52216" x="6146800" y="3860800"/>
          <p14:tracePt t="52232" x="6146800" y="3832225"/>
          <p14:tracePt t="52249" x="6146800" y="3810000"/>
          <p14:tracePt t="52265" x="6146800" y="3787775"/>
          <p14:tracePt t="52282" x="6146800" y="3759200"/>
          <p14:tracePt t="52299" x="6146800" y="3708400"/>
          <p14:tracePt t="52315" x="6154738" y="3649663"/>
          <p14:tracePt t="52333" x="6183313" y="3606800"/>
          <p14:tracePt t="52349" x="6183313" y="3592513"/>
          <p14:tracePt t="52365" x="6197600" y="3578225"/>
          <p14:tracePt t="52382" x="6205538" y="3563938"/>
          <p14:tracePt t="52399" x="6234113" y="3541713"/>
          <p14:tracePt t="52415" x="6270625" y="3505200"/>
          <p14:tracePt t="52432" x="6291263" y="3482975"/>
          <p14:tracePt t="52449" x="6313488" y="3462338"/>
          <p14:tracePt t="52466" x="6321425" y="3440113"/>
          <p14:tracePt t="52482" x="6327775" y="3432175"/>
          <p14:tracePt t="52499" x="6335713" y="3417888"/>
          <p14:tracePt t="52516" x="6335713" y="3411538"/>
          <p14:tracePt t="52532" x="6342063" y="3403600"/>
          <p14:tracePt t="52549" x="6357938" y="3395663"/>
          <p14:tracePt t="52669" x="6342063" y="3395663"/>
          <p14:tracePt t="52678" x="6307138" y="3395663"/>
          <p14:tracePt t="52685" x="6270625" y="3395663"/>
          <p14:tracePt t="52699" x="6219825" y="3395663"/>
          <p14:tracePt t="52716" x="6132513" y="3403600"/>
          <p14:tracePt t="52732" x="6053138" y="3403600"/>
          <p14:tracePt t="52749" x="5957888" y="3403600"/>
          <p14:tracePt t="52765" x="5907088" y="3403600"/>
          <p14:tracePt t="52782" x="5856288" y="3403600"/>
          <p14:tracePt t="52799" x="5813425" y="3425825"/>
          <p14:tracePt t="52815" x="5762625" y="3425825"/>
          <p14:tracePt t="52832" x="5703888" y="3425825"/>
          <p14:tracePt t="52849" x="5653088" y="3425825"/>
          <p14:tracePt t="52866" x="5616575" y="3425825"/>
          <p14:tracePt t="52882" x="5565775" y="3425825"/>
          <p14:tracePt t="52899" x="5522913" y="3425825"/>
          <p14:tracePt t="52916" x="5478463" y="3425825"/>
          <p14:tracePt t="52918" x="5449888" y="3432175"/>
          <p14:tracePt t="52932" x="5392738" y="3440113"/>
          <p14:tracePt t="52949" x="5348288" y="3446463"/>
          <p14:tracePt t="52966" x="5311775" y="3454400"/>
          <p14:tracePt t="52982" x="5260975" y="3454400"/>
          <p14:tracePt t="52999" x="5203825" y="3454400"/>
          <p14:tracePt t="53016" x="5122863" y="3454400"/>
          <p14:tracePt t="53032" x="5043488" y="3454400"/>
          <p14:tracePt t="53049" x="4964113" y="3454400"/>
          <p14:tracePt t="53066" x="4876800" y="3454400"/>
          <p14:tracePt t="53082" x="4803775" y="3454400"/>
          <p14:tracePt t="53099" x="4738688" y="3454400"/>
          <p14:tracePt t="53116" x="4665663" y="3454400"/>
          <p14:tracePt t="53132" x="4630738" y="3454400"/>
          <p14:tracePt t="53149" x="4608513" y="3454400"/>
          <p14:tracePt t="53190" x="4600575" y="3454400"/>
          <p14:tracePt t="53238" x="4600575" y="3446463"/>
          <p14:tracePt t="53245" x="4594225" y="3432175"/>
          <p14:tracePt t="53254" x="4586288" y="3432175"/>
          <p14:tracePt t="53266" x="4586288" y="3425825"/>
          <p14:tracePt t="53282" x="4586288" y="3411538"/>
          <p14:tracePt t="53299" x="4586288" y="3395663"/>
          <p14:tracePt t="53316" x="4586288" y="3381375"/>
          <p14:tracePt t="53333" x="4614863" y="3344863"/>
          <p14:tracePt t="53349" x="4645025" y="3324225"/>
          <p14:tracePt t="53366" x="4681538" y="3302000"/>
          <p14:tracePt t="53382" x="4724400" y="3279775"/>
          <p14:tracePt t="53399" x="4738688" y="3273425"/>
          <p14:tracePt t="53419" x="4783138" y="3259138"/>
          <p14:tracePt t="53426" x="4803775" y="3243263"/>
          <p14:tracePt t="53440" x="4868863" y="3214688"/>
          <p14:tracePt t="53455" x="4956175" y="3186113"/>
          <p14:tracePt t="53471" x="5043488" y="3171825"/>
          <p14:tracePt t="53485" x="5116513" y="3157538"/>
          <p14:tracePt t="53499" x="5153025" y="3149600"/>
          <p14:tracePt t="53517" x="5203825" y="3141663"/>
          <p14:tracePt t="53532" x="5246688" y="3135313"/>
          <p14:tracePt t="53549" x="5297488" y="3121025"/>
          <p14:tracePt t="53566" x="5384800" y="3121025"/>
          <p14:tracePt t="53583" x="5500688" y="3106738"/>
          <p14:tracePt t="53599" x="5624513" y="3106738"/>
          <p14:tracePt t="53617" x="5732463" y="3106738"/>
          <p14:tracePt t="53633" x="5819775" y="3106738"/>
          <p14:tracePt t="53650" x="5907088" y="3106738"/>
          <p14:tracePt t="53667" x="5980113" y="3106738"/>
          <p14:tracePt t="53683" x="6045200" y="3106738"/>
          <p14:tracePt t="53699" x="6124575" y="3106738"/>
          <p14:tracePt t="53716" x="6175375" y="3106738"/>
          <p14:tracePt t="53733" x="6256338" y="3113088"/>
          <p14:tracePt t="53749" x="6284913" y="3121025"/>
          <p14:tracePt t="53766" x="6321425" y="3127375"/>
          <p14:tracePt t="53783" x="6364288" y="3141663"/>
          <p14:tracePt t="53799" x="6408738" y="3157538"/>
          <p14:tracePt t="53816" x="6451600" y="3171825"/>
          <p14:tracePt t="53833" x="6473825" y="3178175"/>
          <p14:tracePt t="53850" x="6488113" y="3178175"/>
          <p14:tracePt t="53895" x="6494463" y="3186113"/>
          <p14:tracePt t="53905" x="6494463" y="3192463"/>
          <p14:tracePt t="53916" x="6494463" y="3200400"/>
          <p14:tracePt t="53933" x="6494463" y="3222625"/>
          <p14:tracePt t="53949" x="6494463" y="3236913"/>
          <p14:tracePt t="53966" x="6494463" y="3243263"/>
          <p14:tracePt t="53999" x="6494463" y="3259138"/>
          <p14:tracePt t="54016" x="6488113" y="3265488"/>
          <p14:tracePt t="54033" x="6480175" y="3279775"/>
          <p14:tracePt t="54049" x="6465888" y="3302000"/>
          <p14:tracePt t="54066" x="6451600" y="3309938"/>
          <p14:tracePt t="54083" x="6443663" y="3316288"/>
          <p14:tracePt t="54100" x="6423025" y="3330575"/>
          <p14:tracePt t="54117" x="6408738" y="3338513"/>
          <p14:tracePt t="54133" x="6400800" y="3344863"/>
          <p14:tracePt t="54149" x="6386513" y="3352800"/>
          <p14:tracePt t="54167" x="6378575" y="3352800"/>
          <p14:tracePt t="54183" x="6357938" y="3360738"/>
          <p14:tracePt t="54200" x="6335713" y="3360738"/>
          <p14:tracePt t="54217" x="6313488" y="3360738"/>
          <p14:tracePt t="54233" x="6284913" y="3367088"/>
          <p14:tracePt t="54249" x="6256338" y="3367088"/>
          <p14:tracePt t="54266" x="6219825" y="3381375"/>
          <p14:tracePt t="54283" x="6169025" y="3381375"/>
          <p14:tracePt t="54300" x="6110288" y="3381375"/>
          <p14:tracePt t="54317" x="6037263" y="3381375"/>
          <p14:tracePt t="54333" x="5980113" y="3381375"/>
          <p14:tracePt t="54350" x="5915025" y="3381375"/>
          <p14:tracePt t="54366" x="5856288" y="3381375"/>
          <p14:tracePt t="54383" x="5799138" y="3381375"/>
          <p14:tracePt t="54400" x="5726113" y="3395663"/>
          <p14:tracePt t="54417" x="5661025" y="3411538"/>
          <p14:tracePt t="54421" x="5630863" y="3417888"/>
          <p14:tracePt t="54433" x="5624513" y="3417888"/>
          <p14:tracePt t="54451" x="5580063" y="3425825"/>
          <p14:tracePt t="54466" x="5551488" y="3440113"/>
          <p14:tracePt t="54483" x="5522913" y="3446463"/>
          <p14:tracePt t="54499" x="5486400" y="3454400"/>
          <p14:tracePt t="54516" x="5449888" y="3468688"/>
          <p14:tracePt t="54533" x="5399088" y="3468688"/>
          <p14:tracePt t="54550" x="5370513" y="3476625"/>
          <p14:tracePt t="54566" x="5334000" y="3482975"/>
          <p14:tracePt t="54583" x="5291138" y="3490913"/>
          <p14:tracePt t="54600" x="5246688" y="3490913"/>
          <p14:tracePt t="54616" x="5189538" y="3505200"/>
          <p14:tracePt t="54633" x="5138738" y="3513138"/>
          <p14:tracePt t="54650" x="5116513" y="3513138"/>
          <p14:tracePt t="54668" x="5094288" y="3519488"/>
          <p14:tracePt t="54683" x="5072063" y="3519488"/>
          <p14:tracePt t="54700" x="5057775" y="3527425"/>
          <p14:tracePt t="54718" x="5037138" y="3527425"/>
          <p14:tracePt t="54733" x="5029200" y="3527425"/>
          <p14:tracePt t="54750" x="5021263" y="3527425"/>
          <p14:tracePt t="54767" x="5014913" y="3527425"/>
          <p14:tracePt t="54783" x="5000625" y="3533775"/>
          <p14:tracePt t="54800" x="4986338" y="3541713"/>
          <p14:tracePt t="54817" x="4956175" y="3548063"/>
          <p14:tracePt t="54833" x="4941888" y="3556000"/>
          <p14:tracePt t="54850" x="4919663" y="3556000"/>
          <p14:tracePt t="54945" x="4913313" y="3570288"/>
          <p14:tracePt t="55051" x="4899025" y="3570288"/>
          <p14:tracePt t="55065" x="4899025" y="3578225"/>
          <p14:tracePt t="55080" x="4868863" y="3598863"/>
          <p14:tracePt t="55094" x="4854575" y="3606800"/>
          <p14:tracePt t="55108" x="4848225" y="3614738"/>
          <p14:tracePt t="55123" x="4848225" y="3621088"/>
          <p14:tracePt t="55139" x="4833938" y="3629025"/>
          <p14:tracePt t="55150" x="4826000" y="3643313"/>
          <p14:tracePt t="55167" x="4818063" y="3643313"/>
          <p14:tracePt t="55183" x="4797425" y="3665538"/>
          <p14:tracePt t="55200" x="4789488" y="3671888"/>
          <p14:tracePt t="55217" x="4783138" y="3679825"/>
          <p14:tracePt t="55234" x="4783138" y="3686175"/>
          <p14:tracePt t="55250" x="4767263" y="3686175"/>
          <p14:tracePt t="55266" x="4760913" y="3694113"/>
          <p14:tracePt t="55283" x="4746625" y="3708400"/>
          <p14:tracePt t="55300" x="4738688" y="3708400"/>
          <p14:tracePt t="55316" x="4732338" y="3716338"/>
          <p14:tracePt t="55333" x="4716463" y="3722688"/>
          <p14:tracePt t="55367" x="4716463" y="3730625"/>
          <p14:tracePt t="55383" x="4710113" y="3730625"/>
          <p14:tracePt t="55390" x="4695825" y="3736975"/>
          <p14:tracePt t="55400" x="4695825" y="3744913"/>
          <p14:tracePt t="55417" x="4681538" y="3751263"/>
          <p14:tracePt t="55433" x="4673600" y="3759200"/>
          <p14:tracePt t="55450" x="4673600" y="3767138"/>
          <p14:tracePt t="55466" x="4665663" y="3773488"/>
          <p14:tracePt t="55483" x="4659313" y="3787775"/>
          <p14:tracePt t="55500" x="4645025" y="3810000"/>
          <p14:tracePt t="55516" x="4630738" y="3846513"/>
          <p14:tracePt t="55533" x="4630738" y="3860800"/>
          <p14:tracePt t="55550" x="4630738" y="3868738"/>
          <p14:tracePt t="55567" x="4630738" y="3875088"/>
          <p14:tracePt t="55583" x="4630738" y="3883025"/>
          <p14:tracePt t="55617" x="4630738" y="3889375"/>
          <p14:tracePt t="55638" x="4630738" y="3897313"/>
          <p14:tracePt t="55654" x="4630738" y="3903663"/>
          <p14:tracePt t="55667" x="4630738" y="3911600"/>
          <p14:tracePt t="55694" x="4630738" y="3919538"/>
          <p14:tracePt t="55710" x="4630738" y="3925888"/>
          <p14:tracePt t="55718" x="4630738" y="3933825"/>
          <p14:tracePt t="55758" x="4645025" y="3940175"/>
          <p14:tracePt t="55781" x="4651375" y="3940175"/>
          <p14:tracePt t="55789" x="4665663" y="3954463"/>
          <p14:tracePt t="55806" x="4673600" y="3954463"/>
          <p14:tracePt t="55816" x="4687888" y="3954463"/>
          <p14:tracePt t="55833" x="4724400" y="3954463"/>
          <p14:tracePt t="55850" x="4775200" y="3954463"/>
          <p14:tracePt t="55867" x="4811713" y="3954463"/>
          <p14:tracePt t="55883" x="4854575" y="3954463"/>
          <p14:tracePt t="55900" x="4884738" y="3954463"/>
          <p14:tracePt t="55903" x="4905375" y="3954463"/>
          <p14:tracePt t="55917" x="4941888" y="3954463"/>
          <p14:tracePt t="55933" x="4978400" y="3948113"/>
          <p14:tracePt t="55950" x="5051425" y="3925888"/>
          <p14:tracePt t="55967" x="5116513" y="3919538"/>
          <p14:tracePt t="55984" x="5159375" y="3897313"/>
          <p14:tracePt t="56000" x="5195888" y="3897313"/>
          <p14:tracePt t="56017" x="5224463" y="3897313"/>
          <p14:tracePt t="56033" x="5260975" y="3889375"/>
          <p14:tracePt t="56050" x="5305425" y="3883025"/>
          <p14:tracePt t="56067" x="5370513" y="3868738"/>
          <p14:tracePt t="56083" x="5449888" y="3860800"/>
          <p14:tracePt t="56100" x="5500688" y="3860800"/>
          <p14:tracePt t="56117" x="5529263" y="3852863"/>
          <p14:tracePt t="56133" x="5545138" y="3852863"/>
          <p14:tracePt t="56151" x="5565775" y="3852863"/>
          <p14:tracePt t="56167" x="5595938" y="3838575"/>
          <p14:tracePt t="56183" x="5624513" y="3838575"/>
          <p14:tracePt t="56200" x="5689600" y="3838575"/>
          <p14:tracePt t="56217" x="5740400" y="3838575"/>
          <p14:tracePt t="56233" x="5768975" y="3838575"/>
          <p14:tracePt t="56250" x="5791200" y="3838575"/>
          <p14:tracePt t="56267" x="5799138" y="3838575"/>
          <p14:tracePt t="56283" x="5813425" y="3838575"/>
          <p14:tracePt t="56300" x="5827713" y="3838575"/>
          <p14:tracePt t="56317" x="5856288" y="3838575"/>
          <p14:tracePt t="56333" x="5870575" y="3838575"/>
          <p14:tracePt t="56350" x="5884863" y="3832225"/>
          <p14:tracePt t="56367" x="5907088" y="3832225"/>
          <p14:tracePt t="56383" x="5935663" y="3832225"/>
          <p14:tracePt t="56401" x="5972175" y="3832225"/>
          <p14:tracePt t="56417" x="6008688" y="3832225"/>
          <p14:tracePt t="56434" x="6045200" y="3832225"/>
          <p14:tracePt t="56450" x="6067425" y="3832225"/>
          <p14:tracePt t="56467" x="6096000" y="3832225"/>
          <p14:tracePt t="56484" x="6161088" y="3832225"/>
          <p14:tracePt t="56500" x="6183313" y="3832225"/>
          <p14:tracePt t="56517" x="6248400" y="3832225"/>
          <p14:tracePt t="56533" x="6270625" y="3832225"/>
          <p14:tracePt t="56550" x="6276975" y="3832225"/>
          <p14:tracePt t="56567" x="6313488" y="3832225"/>
          <p14:tracePt t="56584" x="6335713" y="3838575"/>
          <p14:tracePt t="56600" x="6350000" y="3846513"/>
          <p14:tracePt t="56617" x="6372225" y="3846513"/>
          <p14:tracePt t="56633" x="6378575" y="3852863"/>
          <p14:tracePt t="56650" x="6378575" y="3860800"/>
          <p14:tracePt t="56684" x="6392863" y="3868738"/>
          <p14:tracePt t="56700" x="6400800" y="3868738"/>
          <p14:tracePt t="56976" x="6400800" y="3883025"/>
          <p14:tracePt t="56988" x="6400800" y="3889375"/>
          <p14:tracePt t="57000" x="6400800" y="3919538"/>
          <p14:tracePt t="57019" x="6400800" y="3954463"/>
          <p14:tracePt t="57034" x="6400800" y="3976688"/>
          <p14:tracePt t="57051" x="6392863" y="3990975"/>
          <p14:tracePt t="57069" x="6378575" y="4013200"/>
          <p14:tracePt t="57084" x="6378575" y="4021138"/>
          <p14:tracePt t="57101" x="6364288" y="4035425"/>
          <p14:tracePt t="57118" x="6357938" y="4035425"/>
          <p14:tracePt t="57151" x="6350000" y="4041775"/>
          <p14:tracePt t="57170" x="6342063" y="4041775"/>
          <p14:tracePt t="57184" x="6327775" y="4049713"/>
          <p14:tracePt t="57202" x="6321425" y="4049713"/>
          <p14:tracePt t="57217" x="6276975" y="4056063"/>
          <p14:tracePt t="57234" x="6211888" y="4064000"/>
          <p14:tracePt t="57251" x="6161088" y="4071938"/>
          <p14:tracePt t="57268" x="6118225" y="4078288"/>
          <p14:tracePt t="57285" x="6059488" y="4086225"/>
          <p14:tracePt t="57301" x="5986463" y="4100513"/>
          <p14:tracePt t="57318" x="5921375" y="4100513"/>
          <p14:tracePt t="57334" x="5842000" y="4114800"/>
          <p14:tracePt t="57351" x="5754688" y="4114800"/>
          <p14:tracePt t="57368" x="5697538" y="4114800"/>
          <p14:tracePt t="57384" x="5646738" y="4114800"/>
          <p14:tracePt t="57401" x="5610225" y="4114800"/>
          <p14:tracePt t="57419" x="5595938" y="4114800"/>
          <p14:tracePt t="57434" x="5580063" y="4114800"/>
          <p14:tracePt t="57451" x="5565775" y="4114800"/>
          <p14:tracePt t="57468" x="5551488" y="4114800"/>
          <p14:tracePt t="57485" x="5522913" y="4114800"/>
          <p14:tracePt t="57501" x="5472113" y="4114800"/>
          <p14:tracePt t="57517" x="5427663" y="4114800"/>
          <p14:tracePt t="57534" x="5407025" y="4114800"/>
          <p14:tracePt t="57551" x="5384800" y="4106863"/>
          <p14:tracePt t="57568" x="5362575" y="4106863"/>
          <p14:tracePt t="57584" x="5341938" y="4106863"/>
          <p14:tracePt t="57662" x="5334000" y="4106863"/>
          <p14:tracePt t="57986" x="5348288" y="4092575"/>
          <p14:tracePt t="57996" x="5376863" y="4092575"/>
          <p14:tracePt t="58006" x="5522913" y="4071938"/>
          <p14:tracePt t="58018" x="5646738" y="4041775"/>
          <p14:tracePt t="58034" x="5986463" y="3998913"/>
          <p14:tracePt t="58051" x="6378575" y="3948113"/>
          <p14:tracePt t="58068" x="6742113" y="3889375"/>
          <p14:tracePt t="58085" x="7010400" y="3860800"/>
          <p14:tracePt t="58101" x="7292975" y="3787775"/>
          <p14:tracePt t="58118" x="7439025" y="3736975"/>
          <p14:tracePt t="58135" x="7569200" y="3686175"/>
          <p14:tracePt t="58152" x="7678738" y="3643313"/>
          <p14:tracePt t="58169" x="7794625" y="3606800"/>
          <p14:tracePt t="58185" x="7902575" y="3556000"/>
          <p14:tracePt t="58201" x="7961313" y="3541713"/>
          <p14:tracePt t="58218" x="8012113" y="3519488"/>
          <p14:tracePt t="58235" x="8054975" y="3513138"/>
          <p14:tracePt t="58251" x="8099425" y="3497263"/>
          <p14:tracePt t="58268" x="8150225" y="3476625"/>
          <p14:tracePt t="58285" x="8201025" y="3446463"/>
          <p14:tracePt t="58301" x="8251825" y="3432175"/>
          <p14:tracePt t="58318" x="8266113" y="3425825"/>
          <p14:tracePt t="58334" x="8288338" y="3417888"/>
          <p14:tracePt t="58351" x="8294688" y="3417888"/>
          <p14:tracePt t="58563" x="8302625" y="3417888"/>
          <p14:tracePt t="58574" x="8302625" y="3432175"/>
          <p14:tracePt t="58584" x="8302625" y="3440113"/>
          <p14:tracePt t="58601" x="8308975" y="3446463"/>
          <p14:tracePt t="58618" x="8316913" y="3454400"/>
          <p14:tracePt t="58635" x="8316913" y="3462338"/>
          <p14:tracePt t="58652" x="8316913" y="3476625"/>
          <p14:tracePt t="58669" x="8323263" y="3490913"/>
          <p14:tracePt t="58701" x="8323263" y="3497263"/>
          <p14:tracePt t="58772" x="8323263" y="3505200"/>
          <p14:tracePt t="58801" x="8331200" y="3513138"/>
          <p14:tracePt t="58909" x="8331200" y="3527425"/>
          <p14:tracePt t="58923" x="8323263" y="3527425"/>
          <p14:tracePt t="58936" x="8294688" y="3533775"/>
          <p14:tracePt t="58951" x="8280400" y="3541713"/>
          <p14:tracePt t="58968" x="8243888" y="3541713"/>
          <p14:tracePt t="58985" x="8215313" y="3541713"/>
          <p14:tracePt t="59002" x="8193088" y="3541713"/>
          <p14:tracePt t="59018" x="8186738" y="3541713"/>
          <p14:tracePt t="59051" x="8170863" y="3527425"/>
          <p14:tracePt t="59068" x="8156575" y="3505200"/>
          <p14:tracePt t="59085" x="8156575" y="3476625"/>
          <p14:tracePt t="59101" x="8156575" y="3432175"/>
          <p14:tracePt t="59118" x="8170863" y="3403600"/>
          <p14:tracePt t="59135" x="8201025" y="3375025"/>
          <p14:tracePt t="59153" x="8258175" y="3338513"/>
          <p14:tracePt t="59169" x="8323263" y="3309938"/>
          <p14:tracePt t="59185" x="8404225" y="3273425"/>
          <p14:tracePt t="59201" x="8491538" y="3236913"/>
          <p14:tracePt t="59219" x="8607425" y="3200400"/>
          <p14:tracePt t="59235" x="8709025" y="3171825"/>
          <p14:tracePt t="59251" x="8816975" y="3135313"/>
          <p14:tracePt t="59269" x="8932863" y="3113088"/>
          <p14:tracePt t="59285" x="9013825" y="3084513"/>
          <p14:tracePt t="59301" x="9136063" y="3055938"/>
          <p14:tracePt t="59319" x="9209088" y="3048000"/>
          <p14:tracePt t="59335" x="9324975" y="3048000"/>
          <p14:tracePt t="59352" x="9440863" y="3048000"/>
          <p14:tracePt t="59369" x="9550400" y="3048000"/>
          <p14:tracePt t="59385" x="9637713" y="3048000"/>
          <p14:tracePt t="59403" x="9717088" y="3048000"/>
          <p14:tracePt t="59410" x="9745663" y="3048000"/>
          <p14:tracePt t="59423" x="9796463" y="3048000"/>
          <p14:tracePt t="59435" x="9818688" y="3048000"/>
          <p14:tracePt t="59452" x="9855200" y="3048000"/>
          <p14:tracePt t="59470" x="9928225" y="3048000"/>
          <p14:tracePt t="59485" x="9979025" y="3048000"/>
          <p14:tracePt t="59501" x="9999663" y="3048000"/>
          <p14:tracePt t="59518" x="10036175" y="3048000"/>
          <p14:tracePt t="59535" x="10080625" y="3048000"/>
          <p14:tracePt t="59551" x="10137775" y="3055938"/>
          <p14:tracePt t="59568" x="10188575" y="3062288"/>
          <p14:tracePt t="59585" x="10261600" y="3084513"/>
          <p14:tracePt t="59602" x="10320338" y="3090863"/>
          <p14:tracePt t="59618" x="10371138" y="3098800"/>
          <p14:tracePt t="59635" x="10406063" y="3113088"/>
          <p14:tracePt t="59651" x="10442575" y="3121025"/>
          <p14:tracePt t="59670" x="10472738" y="3127375"/>
          <p14:tracePt t="59685" x="10487025" y="3135313"/>
          <p14:tracePt t="59702" x="10501313" y="3149600"/>
          <p14:tracePt t="59719" x="10529888" y="3178175"/>
          <p14:tracePt t="59736" x="10552113" y="3192463"/>
          <p14:tracePt t="59752" x="10558463" y="3214688"/>
          <p14:tracePt t="59768" x="10566400" y="3228975"/>
          <p14:tracePt t="59785" x="10574338" y="3243263"/>
          <p14:tracePt t="59801" x="10580688" y="3265488"/>
          <p14:tracePt t="59818" x="10594975" y="3287713"/>
          <p14:tracePt t="59835" x="10594975" y="3302000"/>
          <p14:tracePt t="59851" x="10594975" y="3309938"/>
          <p14:tracePt t="59868" x="10594975" y="3338513"/>
          <p14:tracePt t="59885" x="10558463" y="3403600"/>
          <p14:tracePt t="59901" x="10529888" y="3440113"/>
          <p14:tracePt t="59918" x="10493375" y="3476625"/>
          <p14:tracePt t="59935" x="10456863" y="3505200"/>
          <p14:tracePt t="59951" x="10421938" y="3519488"/>
          <p14:tracePt t="59968" x="10377488" y="3533775"/>
          <p14:tracePt t="59985" x="10334625" y="3541713"/>
          <p14:tracePt t="60001" x="10269538" y="3548063"/>
          <p14:tracePt t="60018" x="10202863" y="3563938"/>
          <p14:tracePt t="60035" x="10131425" y="3563938"/>
          <p14:tracePt t="60051" x="10044113" y="3578225"/>
          <p14:tracePt t="60068" x="9985375" y="3578225"/>
          <p14:tracePt t="60085" x="9928225" y="3578225"/>
          <p14:tracePt t="60101" x="9898063" y="3578225"/>
          <p14:tracePt t="60118" x="9883775" y="3578225"/>
          <p14:tracePt t="60135" x="9869488" y="3578225"/>
          <p14:tracePt t="60152" x="9863138" y="3578225"/>
          <p14:tracePt t="60169" x="9840913" y="3578225"/>
          <p14:tracePt t="60185" x="9832975" y="3578225"/>
          <p14:tracePt t="60202" x="9826625" y="3578225"/>
          <p14:tracePt t="60218" x="9818688" y="3578225"/>
          <p14:tracePt t="60239" x="9812338" y="3578225"/>
          <p14:tracePt t="60251" x="9804400" y="3578225"/>
          <p14:tracePt t="60272" x="9796463" y="3578225"/>
          <p14:tracePt t="60321" x="9790113" y="3578225"/>
          <p14:tracePt t="60335" x="9782175" y="3578225"/>
          <p14:tracePt t="60354" x="9775825" y="3578225"/>
          <p14:tracePt t="60370" x="9767888" y="3578225"/>
          <p14:tracePt t="60385" x="9761538" y="3578225"/>
          <p14:tracePt t="60402" x="9753600" y="3578225"/>
          <p14:tracePt t="60418" x="9739313" y="3578225"/>
          <p14:tracePt t="60435" x="9725025" y="3578225"/>
          <p14:tracePt t="60451" x="9717088" y="3578225"/>
          <p14:tracePt t="60469" x="9680575" y="3578225"/>
          <p14:tracePt t="60485" x="9659938" y="3570288"/>
          <p14:tracePt t="60501" x="9629775" y="3570288"/>
          <p14:tracePt t="60518" x="9578975" y="3556000"/>
          <p14:tracePt t="60535" x="9528175" y="3541713"/>
          <p14:tracePt t="60551" x="9456738" y="3533775"/>
          <p14:tracePt t="60568" x="9426575" y="3533775"/>
          <p14:tracePt t="60585" x="9383713" y="3533775"/>
          <p14:tracePt t="60601" x="9347200" y="3533775"/>
          <p14:tracePt t="60618" x="9324975" y="3533775"/>
          <p14:tracePt t="60635" x="9296400" y="3533775"/>
          <p14:tracePt t="60652" x="9253538" y="3533775"/>
          <p14:tracePt t="60668" x="9209088" y="3533775"/>
          <p14:tracePt t="60685" x="9093200" y="3527425"/>
          <p14:tracePt t="60701" x="9034463" y="3513138"/>
          <p14:tracePt t="60718" x="8991600" y="3505200"/>
          <p14:tracePt t="60735" x="8940800" y="3497263"/>
          <p14:tracePt t="60752" x="8918575" y="3497263"/>
          <p14:tracePt t="60768" x="8890000" y="3497263"/>
          <p14:tracePt t="60785" x="8853488" y="3497263"/>
          <p14:tracePt t="60801" x="8810625" y="3497263"/>
          <p14:tracePt t="60818" x="8766175" y="3497263"/>
          <p14:tracePt t="60835" x="8729663" y="3497263"/>
          <p14:tracePt t="60851" x="8701088" y="3497263"/>
          <p14:tracePt t="60869" x="8678863" y="3497263"/>
          <p14:tracePt t="60885" x="8658225" y="3497263"/>
          <p14:tracePt t="60902" x="8621713" y="3497263"/>
          <p14:tracePt t="60918" x="8599488" y="3505200"/>
          <p14:tracePt t="60935" x="8562975" y="3519488"/>
          <p14:tracePt t="60952" x="8548688" y="3533775"/>
          <p14:tracePt t="60968" x="8534400" y="3541713"/>
          <p14:tracePt t="60985" x="8512175" y="3556000"/>
          <p14:tracePt t="61002" x="8505825" y="3563938"/>
          <p14:tracePt t="61018" x="8497888" y="3584575"/>
          <p14:tracePt t="61035" x="8491538" y="3592513"/>
          <p14:tracePt t="61052" x="8475663" y="3606800"/>
          <p14:tracePt t="61068" x="8461375" y="3635375"/>
          <p14:tracePt t="61085" x="8440738" y="3665538"/>
          <p14:tracePt t="61102" x="8432800" y="3686175"/>
          <p14:tracePt t="61118" x="8418513" y="3700463"/>
          <p14:tracePt t="61136" x="8404225" y="3730625"/>
          <p14:tracePt t="61152" x="8382000" y="3751263"/>
          <p14:tracePt t="61168" x="8359775" y="3773488"/>
          <p14:tracePt t="61185" x="8331200" y="3795713"/>
          <p14:tracePt t="61202" x="8308975" y="3810000"/>
          <p14:tracePt t="61218" x="8280400" y="3832225"/>
          <p14:tracePt t="61235" x="8266113" y="3838575"/>
          <p14:tracePt t="61252" x="8243888" y="3838575"/>
          <p14:tracePt t="61269" x="8237538" y="3846513"/>
          <p14:tracePt t="61285" x="8215313" y="3852863"/>
          <p14:tracePt t="61302" x="8193088" y="3860800"/>
          <p14:tracePt t="61335" x="8170863" y="3860800"/>
          <p14:tracePt t="61352" x="8156575" y="3860800"/>
          <p14:tracePt t="61368" x="8142288" y="3860800"/>
          <p14:tracePt t="61385" x="8128000" y="3860800"/>
          <p14:tracePt t="61402" x="8120063" y="3860800"/>
          <p14:tracePt t="61418" x="8113713" y="3860800"/>
          <p14:tracePt t="61435" x="8105775" y="3860800"/>
          <p14:tracePt t="61455" x="8099425" y="3860800"/>
          <p14:tracePt t="61784" x="8091488" y="3860800"/>
          <p14:tracePt t="61807" x="8085138" y="3860800"/>
          <p14:tracePt t="61879" x="8077200" y="3860800"/>
          <p14:tracePt t="62023" x="8069263" y="3860800"/>
          <p14:tracePt t="62103" x="8062913" y="3860800"/>
          <p14:tracePt t="62110" x="8062913" y="3852863"/>
          <p14:tracePt t="63531" x="8077200" y="3852863"/>
          <p14:tracePt t="63540" x="8105775" y="3852863"/>
          <p14:tracePt t="63553" x="8164513" y="3852863"/>
          <p14:tracePt t="63569" x="8237538" y="3852863"/>
          <p14:tracePt t="63586" x="8294688" y="3852863"/>
          <p14:tracePt t="63603" x="8374063" y="3852863"/>
          <p14:tracePt t="63619" x="8424863" y="3852863"/>
          <p14:tracePt t="63637" x="8483600" y="3860800"/>
          <p14:tracePt t="63655" x="8577263" y="3868738"/>
          <p14:tracePt t="63670" x="8636000" y="3883025"/>
          <p14:tracePt t="63686" x="8701088" y="3889375"/>
          <p14:tracePt t="63703" x="8780463" y="3897313"/>
          <p14:tracePt t="63720" x="8861425" y="3911600"/>
          <p14:tracePt t="63736" x="8918575" y="3919538"/>
          <p14:tracePt t="63754" x="8977313" y="3925888"/>
          <p14:tracePt t="63769" x="9050338" y="3948113"/>
          <p14:tracePt t="63786" x="9129713" y="3954463"/>
          <p14:tracePt t="63803" x="9186863" y="3962400"/>
          <p14:tracePt t="63819" x="9253538" y="3970338"/>
          <p14:tracePt t="63837" x="9304338" y="3976688"/>
          <p14:tracePt t="63853" x="9310688" y="3976688"/>
          <p14:tracePt t="63870" x="9339263" y="3984625"/>
          <p14:tracePt t="63888" x="9383713" y="3984625"/>
          <p14:tracePt t="63903" x="9440863" y="4005263"/>
          <p14:tracePt t="63922" x="9499600" y="4021138"/>
          <p14:tracePt t="63936" x="9528175" y="4035425"/>
          <p14:tracePt t="63953" x="9542463" y="4035425"/>
          <p14:tracePt t="63969" x="9550400" y="4035425"/>
          <p14:tracePt t="63986" x="9572625" y="4041775"/>
          <p14:tracePt t="64003" x="9615488" y="4056063"/>
          <p14:tracePt t="64020" x="9659938" y="4078288"/>
          <p14:tracePt t="64036" x="9702800" y="4092575"/>
          <p14:tracePt t="64053" x="9731375" y="4100513"/>
          <p14:tracePt t="64086" x="9745663" y="4106863"/>
          <p14:tracePt t="64103" x="9753600" y="4114800"/>
          <p14:tracePt t="64119" x="9775825" y="4114800"/>
          <p14:tracePt t="64137" x="9796463" y="4122738"/>
          <p14:tracePt t="64153" x="9812338" y="4122738"/>
          <p14:tracePt t="64169" x="9818688" y="4129088"/>
          <p14:tracePt t="64186" x="9826625" y="4129088"/>
          <p14:tracePt t="64203" x="9840913" y="4137025"/>
          <p14:tracePt t="64236" x="9847263" y="4137025"/>
          <p14:tracePt t="64253" x="9855200" y="4137025"/>
          <p14:tracePt t="64282" x="9863138" y="4137025"/>
          <p14:tracePt t="64322" x="9869488" y="4137025"/>
          <p14:tracePt t="64727" x="9869488" y="4143375"/>
          <p14:tracePt t="64734" x="9863138" y="4151313"/>
          <p14:tracePt t="64742" x="9832975" y="4157663"/>
          <p14:tracePt t="64753" x="9812338" y="4157663"/>
          <p14:tracePt t="64769" x="9725025" y="4173538"/>
          <p14:tracePt t="64786" x="9609138" y="4202113"/>
          <p14:tracePt t="64803" x="9499600" y="4216400"/>
          <p14:tracePt t="64819" x="9383713" y="4238625"/>
          <p14:tracePt t="64837" x="9274175" y="4244975"/>
          <p14:tracePt t="64853" x="9115425" y="4275138"/>
          <p14:tracePt t="64869" x="9005888" y="4318000"/>
          <p14:tracePt t="64886" x="8904288" y="4340225"/>
          <p14:tracePt t="64903" x="8816975" y="4368800"/>
          <p14:tracePt t="64920" x="8723313" y="4411663"/>
          <p14:tracePt t="64936" x="8607425" y="4470400"/>
          <p14:tracePt t="64953" x="8483600" y="4543425"/>
          <p14:tracePt t="64969" x="8331200" y="4659313"/>
          <p14:tracePt t="64986" x="8215313" y="4752975"/>
          <p14:tracePt t="65003" x="8085138" y="4848225"/>
          <p14:tracePt t="65019" x="7997825" y="4905375"/>
          <p14:tracePt t="65036" x="7902575" y="4978400"/>
          <p14:tracePt t="65053" x="7750175" y="5072063"/>
          <p14:tracePt t="65070" x="7648575" y="5122863"/>
          <p14:tracePt t="65086" x="7496175" y="5189538"/>
          <p14:tracePt t="65103" x="7366000" y="5240338"/>
          <p14:tracePt t="65120" x="7227888" y="5275263"/>
          <p14:tracePt t="65138" x="7097713" y="5319713"/>
          <p14:tracePt t="65153" x="6981825" y="5348288"/>
          <p14:tracePt t="65170" x="6880225" y="5384800"/>
          <p14:tracePt t="65187" x="6829425" y="5399088"/>
          <p14:tracePt t="65203" x="6792913" y="5407025"/>
          <p14:tracePt t="65220" x="6764338" y="5421313"/>
          <p14:tracePt t="65237" x="6713538" y="5443538"/>
          <p14:tracePt t="65253" x="6646863" y="5478463"/>
          <p14:tracePt t="65269" x="6596063" y="5494338"/>
          <p14:tracePt t="65286" x="6545263" y="5514975"/>
          <p14:tracePt t="65303" x="6465888" y="5545138"/>
          <p14:tracePt t="65320" x="6386513" y="5573713"/>
          <p14:tracePt t="65336" x="6262688" y="5602288"/>
          <p14:tracePt t="65353" x="6175375" y="5624513"/>
          <p14:tracePt t="65370" x="6059488" y="5661025"/>
          <p14:tracePt t="65386" x="5951538" y="5689600"/>
          <p14:tracePt t="65403" x="5849938" y="5718175"/>
          <p14:tracePt t="65406" x="5799138" y="5726113"/>
          <p14:tracePt t="65420" x="5748338" y="5732463"/>
          <p14:tracePt t="65437" x="5661025" y="5732463"/>
          <p14:tracePt t="65453" x="5486400" y="5732463"/>
          <p14:tracePt t="65470" x="5376863" y="5732463"/>
          <p14:tracePt t="65486" x="5297488" y="5748338"/>
          <p14:tracePt t="65503" x="5224463" y="5748338"/>
          <p14:tracePt t="65520" x="5173663" y="5748338"/>
          <p14:tracePt t="65536" x="5138738" y="5754688"/>
          <p14:tracePt t="65553" x="5087938" y="5754688"/>
          <p14:tracePt t="65570" x="5021263" y="5754688"/>
          <p14:tracePt t="65587" x="4919663" y="5754688"/>
          <p14:tracePt t="65604" x="4848225" y="5754688"/>
          <p14:tracePt t="65620" x="4746625" y="5754688"/>
          <p14:tracePt t="65637" x="4622800" y="5740400"/>
          <p14:tracePt t="65653" x="4521200" y="5718175"/>
          <p14:tracePt t="65669" x="4419600" y="5681663"/>
          <p14:tracePt t="65686" x="4354513" y="5661025"/>
          <p14:tracePt t="65703" x="4310063" y="5638800"/>
          <p14:tracePt t="65720" x="4267200" y="5610225"/>
          <p14:tracePt t="65737" x="4244975" y="5588000"/>
          <p14:tracePt t="65753" x="4230688" y="5551488"/>
          <p14:tracePt t="65770" x="4194175" y="5508625"/>
          <p14:tracePt t="65787" x="4165600" y="5464175"/>
          <p14:tracePt t="65804" x="4151313" y="5435600"/>
          <p14:tracePt t="65820" x="4137025" y="5413375"/>
          <p14:tracePt t="65837" x="4137025" y="5392738"/>
          <p14:tracePt t="65853" x="4137025" y="5370513"/>
          <p14:tracePt t="65870" x="4137025" y="5348288"/>
          <p14:tracePt t="65888" x="4137025" y="5305425"/>
          <p14:tracePt t="65903" x="4137025" y="5268913"/>
          <p14:tracePt t="65920" x="4137025" y="5224463"/>
          <p14:tracePt t="65937" x="4165600" y="5173663"/>
          <p14:tracePt t="65953" x="4208463" y="5122863"/>
          <p14:tracePt t="65970" x="4230688" y="5087938"/>
          <p14:tracePt t="65987" x="4259263" y="5057775"/>
          <p14:tracePt t="66003" x="4281488" y="5021263"/>
          <p14:tracePt t="66021" x="4368800" y="4956175"/>
          <p14:tracePt t="66037" x="4498975" y="4862513"/>
          <p14:tracePt t="66053" x="4614863" y="4797425"/>
          <p14:tracePt t="66070" x="4732338" y="4738688"/>
          <p14:tracePt t="66087" x="4826000" y="4695825"/>
          <p14:tracePt t="66103" x="4891088" y="4651375"/>
          <p14:tracePt t="66120" x="4970463" y="4608513"/>
          <p14:tracePt t="66138" x="5043488" y="4586288"/>
          <p14:tracePt t="66153" x="5138738" y="4557713"/>
          <p14:tracePt t="66170" x="5240338" y="4529138"/>
          <p14:tracePt t="66187" x="5319713" y="4513263"/>
          <p14:tracePt t="66203" x="5392738" y="4498975"/>
          <p14:tracePt t="66220" x="5443538" y="4492625"/>
          <p14:tracePt t="66237" x="5529263" y="4478338"/>
          <p14:tracePt t="66253" x="5580063" y="4470400"/>
          <p14:tracePt t="66270" x="5638800" y="4462463"/>
          <p14:tracePt t="66287" x="5689600" y="4456113"/>
          <p14:tracePt t="66303" x="5740400" y="4448175"/>
          <p14:tracePt t="66320" x="5783263" y="4441825"/>
          <p14:tracePt t="66337" x="5827713" y="4441825"/>
          <p14:tracePt t="66353" x="5878513" y="4433888"/>
          <p14:tracePt t="66370" x="5929313" y="4433888"/>
          <p14:tracePt t="66387" x="5980113" y="4433888"/>
          <p14:tracePt t="66403" x="6045200" y="4433888"/>
          <p14:tracePt t="66407" x="6067425" y="4433888"/>
          <p14:tracePt t="66420" x="6096000" y="4433888"/>
          <p14:tracePt t="66437" x="6175375" y="4433888"/>
          <p14:tracePt t="66453" x="6234113" y="4433888"/>
          <p14:tracePt t="66470" x="6321425" y="4441825"/>
          <p14:tracePt t="66487" x="6400800" y="4448175"/>
          <p14:tracePt t="66503" x="6480175" y="4456113"/>
          <p14:tracePt t="66520" x="6538913" y="4470400"/>
          <p14:tracePt t="66537" x="6589713" y="4478338"/>
          <p14:tracePt t="66553" x="6646863" y="4498975"/>
          <p14:tracePt t="66570" x="6691313" y="4506913"/>
          <p14:tracePt t="66587" x="6742113" y="4521200"/>
          <p14:tracePt t="66604" x="6778625" y="4543425"/>
          <p14:tracePt t="66620" x="6829425" y="4572000"/>
          <p14:tracePt t="66637" x="6916738" y="4630738"/>
          <p14:tracePt t="66654" x="6967538" y="4673600"/>
          <p14:tracePt t="66670" x="7024688" y="4710113"/>
          <p14:tracePt t="66687" x="7069138" y="4738688"/>
          <p14:tracePt t="66703" x="7097713" y="4775200"/>
          <p14:tracePt t="66721" x="7112000" y="4803775"/>
          <p14:tracePt t="66737" x="7134225" y="4840288"/>
          <p14:tracePt t="66754" x="7134225" y="4891088"/>
          <p14:tracePt t="66770" x="7134225" y="4941888"/>
          <p14:tracePt t="66787" x="7134225" y="5000625"/>
          <p14:tracePt t="66803" x="7126288" y="5051425"/>
          <p14:tracePt t="66820" x="7089775" y="5130800"/>
          <p14:tracePt t="66837" x="7024688" y="5232400"/>
          <p14:tracePt t="66854" x="6959600" y="5291138"/>
          <p14:tracePt t="66872" x="6923088" y="5334000"/>
          <p14:tracePt t="66887" x="6850063" y="5392738"/>
          <p14:tracePt t="66904" x="6792913" y="5427663"/>
          <p14:tracePt t="66920" x="6742113" y="5449888"/>
          <p14:tracePt t="66937" x="6691313" y="5472113"/>
          <p14:tracePt t="66953" x="6632575" y="5500688"/>
          <p14:tracePt t="66970" x="6561138" y="5514975"/>
          <p14:tracePt t="66987" x="6480175" y="5529263"/>
          <p14:tracePt t="67004" x="6386513" y="5545138"/>
          <p14:tracePt t="67020" x="6276975" y="5551488"/>
          <p14:tracePt t="67037" x="6169025" y="5551488"/>
          <p14:tracePt t="67053" x="6073775" y="5551488"/>
          <p14:tracePt t="67070" x="6002338" y="5551488"/>
          <p14:tracePt t="67087" x="5907088" y="5551488"/>
          <p14:tracePt t="67104" x="5827713" y="5551488"/>
          <p14:tracePt t="67120" x="5740400" y="5551488"/>
          <p14:tracePt t="67138" x="5638800" y="5551488"/>
          <p14:tracePt t="67154" x="5559425" y="5551488"/>
          <p14:tracePt t="67170" x="5464175" y="5551488"/>
          <p14:tracePt t="67187" x="5392738" y="5551488"/>
          <p14:tracePt t="67204" x="5326063" y="5551488"/>
          <p14:tracePt t="67221" x="5254625" y="5551488"/>
          <p14:tracePt t="67237" x="5181600" y="5559425"/>
          <p14:tracePt t="67254" x="5138738" y="5559425"/>
          <p14:tracePt t="67270" x="5094288" y="5559425"/>
          <p14:tracePt t="67287" x="5037138" y="5565775"/>
          <p14:tracePt t="67304" x="4970463" y="5573713"/>
          <p14:tracePt t="67321" x="4919663" y="5573713"/>
          <p14:tracePt t="67337" x="4862513" y="5573713"/>
          <p14:tracePt t="67354" x="4789488" y="5573713"/>
          <p14:tracePt t="67372" x="4702175" y="5573713"/>
          <p14:tracePt t="67387" x="4645025" y="5573713"/>
          <p14:tracePt t="67404" x="4594225" y="5573713"/>
          <p14:tracePt t="67408" x="4564063" y="5573713"/>
          <p14:tracePt t="67421" x="4549775" y="5573713"/>
          <p14:tracePt t="67438" x="4492625" y="5565775"/>
          <p14:tracePt t="67454" x="4441825" y="5559425"/>
          <p14:tracePt t="67471" x="4391025" y="5537200"/>
          <p14:tracePt t="67488" x="4346575" y="5522913"/>
          <p14:tracePt t="67504" x="4310063" y="5508625"/>
          <p14:tracePt t="67520" x="4295775" y="5494338"/>
          <p14:tracePt t="67538" x="4275138" y="5486400"/>
          <p14:tracePt t="67554" x="4259263" y="5472113"/>
          <p14:tracePt t="67570" x="4230688" y="5449888"/>
          <p14:tracePt t="67587" x="4194175" y="5421313"/>
          <p14:tracePt t="67604" x="4173538" y="5376863"/>
          <p14:tracePt t="67622" x="4151313" y="5334000"/>
          <p14:tracePt t="67637" x="4143375" y="5297488"/>
          <p14:tracePt t="67654" x="4137025" y="5268913"/>
          <p14:tracePt t="67670" x="4137025" y="5224463"/>
          <p14:tracePt t="67687" x="4137025" y="5189538"/>
          <p14:tracePt t="67704" x="4137025" y="5145088"/>
          <p14:tracePt t="67720" x="4143375" y="5094288"/>
          <p14:tracePt t="67737" x="4151313" y="5065713"/>
          <p14:tracePt t="67754" x="4151313" y="5043488"/>
          <p14:tracePt t="67770" x="4165600" y="5006975"/>
          <p14:tracePt t="67788" x="4173538" y="4970463"/>
          <p14:tracePt t="67804" x="4187825" y="4956175"/>
          <p14:tracePt t="67821" x="4238625" y="4891088"/>
          <p14:tracePt t="67837" x="4281488" y="4848225"/>
          <p14:tracePt t="67854" x="4376738" y="4783138"/>
          <p14:tracePt t="67871" x="4484688" y="4716463"/>
          <p14:tracePt t="67889" x="4557713" y="4665663"/>
          <p14:tracePt t="67904" x="4630738" y="4637088"/>
          <p14:tracePt t="67921" x="4681538" y="4608513"/>
          <p14:tracePt t="67937" x="4716463" y="4600575"/>
          <p14:tracePt t="67954" x="4760913" y="4572000"/>
          <p14:tracePt t="67970" x="4818063" y="4564063"/>
          <p14:tracePt t="67987" x="4868863" y="4543425"/>
          <p14:tracePt t="68004" x="4927600" y="4535488"/>
          <p14:tracePt t="68021" x="4992688" y="4513263"/>
          <p14:tracePt t="68037" x="5037138" y="4498975"/>
          <p14:tracePt t="68054" x="5094288" y="4492625"/>
          <p14:tracePt t="68071" x="5122863" y="4492625"/>
          <p14:tracePt t="68087" x="5173663" y="4484688"/>
          <p14:tracePt t="68104" x="5224463" y="4478338"/>
          <p14:tracePt t="68121" x="5283200" y="4470400"/>
          <p14:tracePt t="68138" x="5341938" y="4470400"/>
          <p14:tracePt t="68154" x="5376863" y="4470400"/>
          <p14:tracePt t="68171" x="5421313" y="4470400"/>
          <p14:tracePt t="68187" x="5457825" y="4470400"/>
          <p14:tracePt t="68204" x="5486400" y="4470400"/>
          <p14:tracePt t="68220" x="5559425" y="4470400"/>
          <p14:tracePt t="68237" x="5616575" y="4470400"/>
          <p14:tracePt t="68254" x="5675313" y="4470400"/>
          <p14:tracePt t="68271" x="5732463" y="4470400"/>
          <p14:tracePt t="68288" x="5791200" y="4470400"/>
          <p14:tracePt t="68304" x="5849938" y="4470400"/>
          <p14:tracePt t="68321" x="5907088" y="4470400"/>
          <p14:tracePt t="68338" x="5965825" y="4470400"/>
          <p14:tracePt t="68354" x="6045200" y="4470400"/>
          <p14:tracePt t="68371" x="6138863" y="4470400"/>
          <p14:tracePt t="68387" x="6248400" y="4470400"/>
          <p14:tracePt t="68405" x="6408738" y="4470400"/>
          <p14:tracePt t="68421" x="6502400" y="4470400"/>
          <p14:tracePt t="68438" x="6596063" y="4484688"/>
          <p14:tracePt t="68454" x="6691313" y="4498975"/>
          <p14:tracePt t="68471" x="6792913" y="4506913"/>
          <p14:tracePt t="68488" x="6886575" y="4529138"/>
          <p14:tracePt t="68504" x="6973888" y="4557713"/>
          <p14:tracePt t="68521" x="7061200" y="4579938"/>
          <p14:tracePt t="68537" x="7134225" y="4608513"/>
          <p14:tracePt t="68554" x="7235825" y="4645025"/>
          <p14:tracePt t="68571" x="7329488" y="4702175"/>
          <p14:tracePt t="68587" x="7431088" y="4767263"/>
          <p14:tracePt t="68604" x="7496175" y="4826000"/>
          <p14:tracePt t="68621" x="7532688" y="4876800"/>
          <p14:tracePt t="68638" x="7532688" y="4905375"/>
          <p14:tracePt t="68654" x="7532688" y="4964113"/>
          <p14:tracePt t="68671" x="7526338" y="5043488"/>
          <p14:tracePt t="68688" x="7504113" y="5138738"/>
          <p14:tracePt t="68704" x="7453313" y="5240338"/>
          <p14:tracePt t="68721" x="7402513" y="5319713"/>
          <p14:tracePt t="68737" x="7358063" y="5384800"/>
          <p14:tracePt t="68754" x="7307263" y="5457825"/>
          <p14:tracePt t="68771" x="7264400" y="5500688"/>
          <p14:tracePt t="68788" x="7199313" y="5545138"/>
          <p14:tracePt t="68804" x="7148513" y="5580063"/>
          <p14:tracePt t="68821" x="7010400" y="5646738"/>
          <p14:tracePt t="68839" x="6894513" y="5689600"/>
          <p14:tracePt t="68854" x="6792913" y="5718175"/>
          <p14:tracePt t="68871" x="6677025" y="5732463"/>
          <p14:tracePt t="68888" x="6524625" y="5732463"/>
          <p14:tracePt t="68904" x="6392863" y="5732463"/>
          <p14:tracePt t="68921" x="6248400" y="5732463"/>
          <p14:tracePt t="68938" x="6118225" y="5732463"/>
          <p14:tracePt t="68954" x="6008688" y="5732463"/>
          <p14:tracePt t="68971" x="5929313" y="5732463"/>
          <p14:tracePt t="68988" x="5834063" y="5732463"/>
          <p14:tracePt t="69005" x="5681663" y="5732463"/>
          <p14:tracePt t="69021" x="5588000" y="5732463"/>
          <p14:tracePt t="69038" x="5500688" y="5740400"/>
          <p14:tracePt t="69054" x="5443538" y="5748338"/>
          <p14:tracePt t="69071" x="5399088" y="5748338"/>
          <p14:tracePt t="69088" x="5362575" y="5748338"/>
          <p14:tracePt t="69104" x="5334000" y="5748338"/>
          <p14:tracePt t="69122" x="5326063" y="5748338"/>
          <p14:tracePt t="69138" x="5311775" y="5748338"/>
          <p14:tracePt t="69154" x="5305425" y="5748338"/>
          <p14:tracePt t="69171" x="5297488" y="5748338"/>
          <p14:tracePt t="69188" x="5283200" y="5748338"/>
          <p14:tracePt t="69204" x="5254625" y="5748338"/>
          <p14:tracePt t="69221" x="5224463" y="5748338"/>
          <p14:tracePt t="69238" x="5210175" y="5748338"/>
          <p14:tracePt t="69254" x="5203825" y="5748338"/>
          <p14:tracePt t="69271" x="5189538" y="5748338"/>
          <p14:tracePt t="69288" x="5181600" y="5748338"/>
          <p14:tracePt t="69304" x="5173663" y="5748338"/>
          <p14:tracePt t="69321" x="5167313" y="5748338"/>
          <p14:tracePt t="69383" x="5159375" y="5748338"/>
          <p14:tracePt t="69414" x="5145088" y="5748338"/>
          <p14:tracePt t="69423" x="5138738" y="5732463"/>
          <p14:tracePt t="69495" x="5130800" y="5732463"/>
          <p14:tracePt t="69519" x="5122863" y="5732463"/>
          <p14:tracePt t="69543" x="5116513" y="5732463"/>
          <p14:tracePt t="69551" x="5116513" y="5726113"/>
          <p14:tracePt t="69599" x="5102225" y="5726113"/>
          <p14:tracePt t="69687" x="5094288" y="5726113"/>
          <p14:tracePt t="69752" x="5087938" y="5718175"/>
          <p14:tracePt t="69767" x="5080000" y="5718175"/>
          <p14:tracePt t="69815" x="5072063" y="5711825"/>
          <p14:tracePt t="69919" x="5065713" y="5703888"/>
          <p14:tracePt t="69935" x="5051425" y="5697538"/>
          <p14:tracePt t="69959" x="5043488" y="5697538"/>
          <p14:tracePt t="69983" x="5043488" y="5689600"/>
          <p14:tracePt t="69991" x="5037138" y="5689600"/>
          <p14:tracePt t="69999" x="5037138" y="5681663"/>
          <p14:tracePt t="70007" x="5029200" y="5667375"/>
          <p14:tracePt t="70022" x="5021263" y="5638800"/>
          <p14:tracePt t="70038" x="5021263" y="5610225"/>
          <p14:tracePt t="70054" x="5021263" y="5580063"/>
          <p14:tracePt t="70071" x="5021263" y="5537200"/>
          <p14:tracePt t="70088" x="5021263" y="5514975"/>
          <p14:tracePt t="70105" x="5021263" y="5486400"/>
          <p14:tracePt t="70121" x="5021263" y="5478463"/>
          <p14:tracePt t="70139" x="5021263" y="5472113"/>
          <p14:tracePt t="70432" x="5021263" y="5464175"/>
          <p14:tracePt t="70463" x="5037138" y="5464175"/>
          <p14:tracePt t="70470" x="5051425" y="5472113"/>
          <p14:tracePt t="70479" x="5057775" y="5486400"/>
          <p14:tracePt t="70488" x="5072063" y="5486400"/>
          <p14:tracePt t="70505" x="5108575" y="5508625"/>
          <p14:tracePt t="70521" x="5138738" y="5529263"/>
          <p14:tracePt t="70538" x="5173663" y="5545138"/>
          <p14:tracePt t="70555" x="5210175" y="5551488"/>
          <p14:tracePt t="70571" x="5240338" y="5573713"/>
          <p14:tracePt t="70588" x="5254625" y="5573713"/>
          <p14:tracePt t="70605" x="5275263" y="5573713"/>
          <p14:tracePt t="70621" x="5297488" y="5580063"/>
          <p14:tracePt t="70638" x="5311775" y="5588000"/>
          <p14:tracePt t="70655" x="5326063" y="5595938"/>
          <p14:tracePt t="70671" x="5334000" y="5595938"/>
          <p14:tracePt t="70688" x="5341938" y="5602288"/>
          <p14:tracePt t="70735" x="5348288" y="5602288"/>
          <p14:tracePt t="70759" x="5348288" y="5610225"/>
          <p14:tracePt t="70766" x="5356225" y="5610225"/>
          <p14:tracePt t="70847" x="5356225" y="5616575"/>
          <p14:tracePt t="70863" x="5362575" y="5616575"/>
          <p14:tracePt t="70878" x="5370513" y="5624513"/>
          <p14:tracePt t="70887" x="5370513" y="5630863"/>
          <p14:tracePt t="70910" x="5370513" y="5638800"/>
          <p14:tracePt t="70919" x="5376863" y="5646738"/>
          <p14:tracePt t="70926" x="5376863" y="5653088"/>
          <p14:tracePt t="70938" x="5384800" y="5653088"/>
          <p14:tracePt t="70955" x="5392738" y="5661025"/>
          <p14:tracePt t="70971" x="5399088" y="5681663"/>
          <p14:tracePt t="70988" x="5407025" y="5689600"/>
          <p14:tracePt t="71005" x="5413375" y="5697538"/>
          <p14:tracePt t="71021" x="5413375" y="5703888"/>
          <p14:tracePt t="71047" x="5413375" y="5718175"/>
          <p14:tracePt t="71919" x="5413375" y="5726113"/>
          <p14:tracePt t="71926" x="5427663" y="5732463"/>
          <p14:tracePt t="71938" x="5427663" y="5748338"/>
          <p14:tracePt t="71955" x="5427663" y="5768975"/>
          <p14:tracePt t="71972" x="5435600" y="5776913"/>
          <p14:tracePt t="71992" x="5435600" y="5783263"/>
          <p14:tracePt t="72717" x="5449888" y="5783263"/>
          <p14:tracePt t="72725" x="5457825" y="5768975"/>
          <p14:tracePt t="72733" x="5464175" y="5762625"/>
          <p14:tracePt t="72741" x="5494338" y="5732463"/>
          <p14:tracePt t="72755" x="5529263" y="5732463"/>
          <p14:tracePt t="72772" x="5573713" y="5718175"/>
          <p14:tracePt t="75415" x="5580063" y="5711825"/>
          <p14:tracePt t="75486" x="5573713" y="5711825"/>
          <p14:tracePt t="75494" x="5565775" y="5718175"/>
          <p14:tracePt t="75502" x="5559425" y="5718175"/>
          <p14:tracePt t="75511" x="5551488" y="5726113"/>
          <p14:tracePt t="75758" x="5537200" y="5732463"/>
          <p14:tracePt t="75765" x="5508625" y="5754688"/>
          <p14:tracePt t="75774" x="5478463" y="5776913"/>
          <p14:tracePt t="75789" x="5427663" y="5849938"/>
          <p14:tracePt t="75806" x="5421313" y="5892800"/>
          <p14:tracePt t="75823" x="5399088" y="5951538"/>
          <p14:tracePt t="75839" x="5384800" y="6008688"/>
          <p14:tracePt t="75856" x="5370513" y="6067425"/>
          <p14:tracePt t="75873" x="5356225" y="6110288"/>
          <p14:tracePt t="75889" x="5356225" y="6161088"/>
          <p14:tracePt t="75906" x="5334000" y="6256338"/>
          <p14:tracePt t="75908" x="5326063" y="6299200"/>
          <p14:tracePt t="75923" x="5326063" y="6327775"/>
          <p14:tracePt t="75940" x="5305425" y="6372225"/>
          <p14:tracePt t="75957" x="5297488" y="6437313"/>
          <p14:tracePt t="75973" x="5297488" y="6465888"/>
          <p14:tracePt t="75990" x="5297488" y="6502400"/>
          <p14:tracePt t="76006" x="5297488" y="6545263"/>
          <p14:tracePt t="76023" x="5297488" y="6581775"/>
          <p14:tracePt t="76040" x="5297488" y="6604000"/>
          <p14:tracePt t="76056" x="5297488" y="6611938"/>
          <p14:tracePt t="76073" x="5297488" y="6618288"/>
          <p14:tracePt t="76090" x="5291138" y="6626225"/>
          <p14:tracePt t="76106" x="5291138" y="6646863"/>
          <p14:tracePt t="76123" x="5275263" y="6677025"/>
          <p14:tracePt t="76140" x="5268913" y="6697663"/>
          <p14:tracePt t="76156" x="5254625" y="6713538"/>
          <p14:tracePt t="76173" x="5246688" y="6727825"/>
          <p14:tracePt t="76190" x="5224463" y="6742113"/>
          <p14:tracePt t="76206" x="5210175" y="6748463"/>
          <p14:tracePt t="76223" x="5189538" y="6748463"/>
          <p14:tracePt t="76240" x="5167313" y="6756400"/>
          <p14:tracePt t="76256" x="5145088" y="6764338"/>
          <p14:tracePt t="76273" x="5116513" y="6770688"/>
          <p14:tracePt t="76290" x="5087938" y="6778625"/>
          <p14:tracePt t="76306" x="5065713" y="6778625"/>
          <p14:tracePt t="76323" x="5043488" y="6784975"/>
          <p14:tracePt t="76340" x="5014913" y="6784975"/>
          <p14:tracePt t="76356" x="4978400" y="6792913"/>
          <p14:tracePt t="76373" x="4935538" y="6799263"/>
          <p14:tracePt t="76390" x="4913313" y="6799263"/>
          <p14:tracePt t="76407" x="4891088" y="6799263"/>
          <p14:tracePt t="76423" x="4862513" y="6799263"/>
          <p14:tracePt t="76440" x="4840288" y="6799263"/>
          <p14:tracePt t="76456" x="4811713" y="6799263"/>
          <p14:tracePt t="76473" x="4783138" y="6799263"/>
          <p14:tracePt t="76490" x="4752975" y="6799263"/>
          <p14:tracePt t="76506" x="4702175" y="6799263"/>
          <p14:tracePt t="76523" x="4673600" y="6799263"/>
          <p14:tracePt t="76540" x="4645025" y="6799263"/>
          <p14:tracePt t="76557" x="4600575" y="6792913"/>
          <p14:tracePt t="76573" x="4572000" y="6784975"/>
          <p14:tracePt t="76590" x="4549775" y="6770688"/>
          <p14:tracePt t="76606" x="4521200" y="6756400"/>
          <p14:tracePt t="76623" x="4492625" y="6734175"/>
          <p14:tracePt t="76640" x="4462463" y="6713538"/>
          <p14:tracePt t="76657" x="4433888" y="6677025"/>
          <p14:tracePt t="76673" x="4391025" y="6632575"/>
          <p14:tracePt t="76690" x="4360863" y="6611938"/>
          <p14:tracePt t="76706" x="4340225" y="6589713"/>
          <p14:tracePt t="76723" x="4325938" y="6575425"/>
          <p14:tracePt t="76740" x="4318000" y="6575425"/>
          <p14:tracePt t="76757" x="4318000" y="6553200"/>
          <p14:tracePt t="76773" x="4303713" y="6524625"/>
          <p14:tracePt t="76790" x="4295775" y="6488113"/>
          <p14:tracePt t="76806" x="4289425" y="6451600"/>
          <p14:tracePt t="76823" x="4289425" y="6423025"/>
          <p14:tracePt t="76840" x="4289425" y="6392863"/>
          <p14:tracePt t="76857" x="4289425" y="6372225"/>
          <p14:tracePt t="76873" x="4289425" y="6350000"/>
          <p14:tracePt t="76890" x="4289425" y="6307138"/>
          <p14:tracePt t="76907" x="4289425" y="6276975"/>
          <p14:tracePt t="76909" x="4289425" y="6256338"/>
          <p14:tracePt t="76923" x="4289425" y="6248400"/>
          <p14:tracePt t="76940" x="4295775" y="6211888"/>
          <p14:tracePt t="76956" x="4310063" y="6175375"/>
          <p14:tracePt t="76973" x="4325938" y="6146800"/>
          <p14:tracePt t="76990" x="4346575" y="6103938"/>
          <p14:tracePt t="77006" x="4376738" y="6053138"/>
          <p14:tracePt t="77023" x="4397375" y="6022975"/>
          <p14:tracePt t="77040" x="4427538" y="6002338"/>
          <p14:tracePt t="77056" x="4456113" y="5965825"/>
          <p14:tracePt t="77073" x="4470400" y="5943600"/>
          <p14:tracePt t="77090" x="4492625" y="5915025"/>
          <p14:tracePt t="77106" x="4513263" y="5892800"/>
          <p14:tracePt t="77123" x="4549775" y="5856288"/>
          <p14:tracePt t="77140" x="4579938" y="5834063"/>
          <p14:tracePt t="77157" x="4614863" y="5783263"/>
          <p14:tracePt t="77173" x="4645025" y="5754688"/>
          <p14:tracePt t="77190" x="4659313" y="5732463"/>
          <p14:tracePt t="77206" x="4681538" y="5718175"/>
          <p14:tracePt t="77223" x="4710113" y="5697538"/>
          <p14:tracePt t="77240" x="4732338" y="5675313"/>
          <p14:tracePt t="77256" x="4752975" y="5667375"/>
          <p14:tracePt t="77273" x="4783138" y="5653088"/>
          <p14:tracePt t="77290" x="4803775" y="5646738"/>
          <p14:tracePt t="77307" x="4826000" y="5646738"/>
          <p14:tracePt t="77324" x="4854575" y="5630863"/>
          <p14:tracePt t="77340" x="4913313" y="5624513"/>
          <p14:tracePt t="77357" x="4956175" y="5624513"/>
          <p14:tracePt t="77373" x="4964113" y="5624513"/>
          <p14:tracePt t="77390" x="4978400" y="5624513"/>
          <p14:tracePt t="77407" x="4992688" y="5624513"/>
          <p14:tracePt t="77423" x="5029200" y="5630863"/>
          <p14:tracePt t="77440" x="5102225" y="5653088"/>
          <p14:tracePt t="77457" x="5189538" y="5667375"/>
          <p14:tracePt t="77473" x="5283200" y="5703888"/>
          <p14:tracePt t="77490" x="5348288" y="5740400"/>
          <p14:tracePt t="77507" x="5399088" y="5783263"/>
          <p14:tracePt t="77524" x="5457825" y="5827713"/>
          <p14:tracePt t="77541" x="5545138" y="5915025"/>
          <p14:tracePt t="77557" x="5602288" y="5972175"/>
          <p14:tracePt t="77573" x="5646738" y="6045200"/>
          <p14:tracePt t="77590" x="5667375" y="6088063"/>
          <p14:tracePt t="77607" x="5681663" y="6118225"/>
          <p14:tracePt t="77623" x="5689600" y="6146800"/>
          <p14:tracePt t="77640" x="5689600" y="6205538"/>
          <p14:tracePt t="77657" x="5689600" y="6262688"/>
          <p14:tracePt t="77673" x="5689600" y="6321425"/>
          <p14:tracePt t="77690" x="5675313" y="6364288"/>
          <p14:tracePt t="77707" x="5653088" y="6400800"/>
          <p14:tracePt t="77723" x="5616575" y="6437313"/>
          <p14:tracePt t="77740" x="5595938" y="6480175"/>
          <p14:tracePt t="77757" x="5551488" y="6545263"/>
          <p14:tracePt t="77773" x="5522913" y="6567488"/>
          <p14:tracePt t="77790" x="5514975" y="6581775"/>
          <p14:tracePt t="77807" x="5508625" y="6589713"/>
          <p14:tracePt t="78030" x="5514975" y="6581775"/>
          <p14:tracePt t="78173" x="5522913" y="6581775"/>
          <p14:tracePt t="78181" x="5529263" y="6575425"/>
          <p14:tracePt t="78203" x="5545138" y="6575425"/>
          <p14:tracePt t="78210" x="5551488" y="6567488"/>
          <p14:tracePt t="78225" x="5580063" y="6553200"/>
          <p14:tracePt t="78241" x="5624513" y="6538913"/>
          <p14:tracePt t="78259" x="5689600" y="6510338"/>
          <p14:tracePt t="78275" x="5740400" y="6480175"/>
          <p14:tracePt t="78291" x="5799138" y="6451600"/>
          <p14:tracePt t="78308" x="5856288" y="6415088"/>
          <p14:tracePt t="78326" x="5915025" y="6372225"/>
          <p14:tracePt t="78341" x="5935663" y="6357938"/>
          <p14:tracePt t="78358" x="6008688" y="6299200"/>
          <p14:tracePt t="78374" x="6045200" y="6270625"/>
          <p14:tracePt t="78391" x="6110288" y="6211888"/>
          <p14:tracePt t="78408" x="6146800" y="6197600"/>
          <p14:tracePt t="78414" x="6169025" y="6183313"/>
          <p14:tracePt t="78424" x="6189663" y="6169025"/>
          <p14:tracePt t="78441" x="6248400" y="6154738"/>
          <p14:tracePt t="78458" x="6299200" y="6138863"/>
          <p14:tracePt t="78474" x="6357938" y="6118225"/>
          <p14:tracePt t="78491" x="6423025" y="6103938"/>
          <p14:tracePt t="78509" x="6516688" y="6073775"/>
          <p14:tracePt t="78524" x="6567488" y="6073775"/>
          <p14:tracePt t="78542" x="6646863" y="6059488"/>
          <p14:tracePt t="78558" x="6764338" y="6059488"/>
          <p14:tracePt t="78576" x="6835775" y="6059488"/>
          <p14:tracePt t="78591" x="6872288" y="6067425"/>
          <p14:tracePt t="78608" x="6923088" y="6081713"/>
          <p14:tracePt t="78624" x="6959600" y="6096000"/>
          <p14:tracePt t="78642" x="7002463" y="6118225"/>
          <p14:tracePt t="78658" x="7032625" y="6138863"/>
          <p14:tracePt t="78674" x="7075488" y="6175375"/>
          <p14:tracePt t="78691" x="7104063" y="6226175"/>
          <p14:tracePt t="78708" x="7126288" y="6270625"/>
          <p14:tracePt t="78725" x="7154863" y="6342063"/>
          <p14:tracePt t="78741" x="7162800" y="6408738"/>
          <p14:tracePt t="78759" x="7162800" y="6465888"/>
          <p14:tracePt t="78774" x="7162800" y="6516688"/>
          <p14:tracePt t="78792" x="7162800" y="6561138"/>
          <p14:tracePt t="78809" x="7112000" y="6604000"/>
          <p14:tracePt t="78824" x="7097713" y="6632575"/>
          <p14:tracePt t="78841" x="7061200" y="6654800"/>
          <p14:tracePt t="78859" x="6996113" y="6697663"/>
          <p14:tracePt t="78874" x="6931025" y="6734175"/>
          <p14:tracePt t="78891" x="6843713" y="6770688"/>
          <p14:tracePt t="78907" x="6778625" y="6784975"/>
          <p14:tracePt t="78911" x="6742113" y="6792913"/>
          <p14:tracePt t="78924" x="6705600" y="6815138"/>
          <p14:tracePt t="78941" x="6611938" y="6821488"/>
          <p14:tracePt t="78957" x="6553200" y="6821488"/>
          <p14:tracePt t="78974" x="6480175" y="6821488"/>
          <p14:tracePt t="78991" x="6415088" y="6821488"/>
          <p14:tracePt t="79007" x="6335713" y="6821488"/>
          <p14:tracePt t="79024" x="6291263" y="6821488"/>
          <p14:tracePt t="79041" x="6240463" y="6821488"/>
          <p14:tracePt t="79058" x="6197600" y="6821488"/>
          <p14:tracePt t="79074" x="6146800" y="6821488"/>
          <p14:tracePt t="79091" x="6096000" y="6815138"/>
          <p14:tracePt t="79107" x="6030913" y="6799263"/>
          <p14:tracePt t="79124" x="5986463" y="6784975"/>
          <p14:tracePt t="79141" x="5929313" y="6770688"/>
          <p14:tracePt t="79157" x="5892800" y="6748463"/>
          <p14:tracePt t="79174" x="5864225" y="6742113"/>
          <p14:tracePt t="79191" x="5819775" y="6719888"/>
          <p14:tracePt t="79208" x="5799138" y="6713538"/>
          <p14:tracePt t="79224" x="5762625" y="6697663"/>
          <p14:tracePt t="79241" x="5754688" y="6691313"/>
          <p14:tracePt t="79258" x="5748338" y="6683375"/>
          <p14:tracePt t="79274" x="5726113" y="6662738"/>
          <p14:tracePt t="79291" x="5703888" y="6640513"/>
          <p14:tracePt t="79308" x="5681663" y="6611938"/>
          <p14:tracePt t="79324" x="5675313" y="6596063"/>
          <p14:tracePt t="79341" x="5675313" y="6575425"/>
          <p14:tracePt t="79358" x="5661025" y="6567488"/>
          <p14:tracePt t="79374" x="5661025" y="6561138"/>
          <p14:tracePt t="79391" x="5661025" y="6545263"/>
          <p14:tracePt t="79408" x="5661025" y="6530975"/>
          <p14:tracePt t="79424" x="5661025" y="6524625"/>
          <p14:tracePt t="79441" x="5661025" y="6510338"/>
          <p14:tracePt t="79474" x="5661025" y="6502400"/>
          <p14:tracePt t="79491" x="5661025" y="6488113"/>
          <p14:tracePt t="79507" x="5661025" y="6473825"/>
          <p14:tracePt t="79525" x="5661025" y="6443663"/>
          <p14:tracePt t="79541" x="5661025" y="6415088"/>
          <p14:tracePt t="79558" x="5661025" y="6386513"/>
          <p14:tracePt t="79575" x="5661025" y="6364288"/>
          <p14:tracePt t="79591" x="5661025" y="6321425"/>
          <p14:tracePt t="79608" x="5667375" y="6291263"/>
          <p14:tracePt t="79624" x="5681663" y="6248400"/>
          <p14:tracePt t="79641" x="5703888" y="6205538"/>
          <p14:tracePt t="79658" x="5732463" y="6146800"/>
          <p14:tracePt t="79674" x="5762625" y="6096000"/>
          <p14:tracePt t="79691" x="5799138" y="6037263"/>
          <p14:tracePt t="79708" x="5834063" y="5994400"/>
          <p14:tracePt t="79725" x="5892800" y="5929313"/>
          <p14:tracePt t="79741" x="5929313" y="5907088"/>
          <p14:tracePt t="79758" x="5986463" y="5856288"/>
          <p14:tracePt t="79774" x="6030913" y="5849938"/>
          <p14:tracePt t="79791" x="6103938" y="5842000"/>
          <p14:tracePt t="79808" x="6205538" y="5827713"/>
          <p14:tracePt t="79825" x="6335713" y="5827713"/>
          <p14:tracePt t="79841" x="6465888" y="5827713"/>
          <p14:tracePt t="79859" x="6581775" y="5827713"/>
          <p14:tracePt t="79875" x="6662738" y="5827713"/>
          <p14:tracePt t="79891" x="6734175" y="5856288"/>
          <p14:tracePt t="79910" x="6821488" y="5915025"/>
          <p14:tracePt t="79924" x="6835775" y="5929313"/>
          <p14:tracePt t="79942" x="6931025" y="6022975"/>
          <p14:tracePt t="79958" x="6973888" y="6073775"/>
          <p14:tracePt t="79974" x="7032625" y="6146800"/>
          <p14:tracePt t="79991" x="7061200" y="6189663"/>
          <p14:tracePt t="80008" x="7075488" y="6226175"/>
          <p14:tracePt t="80024" x="7097713" y="6256338"/>
          <p14:tracePt t="80041" x="7104063" y="6284913"/>
          <p14:tracePt t="80058" x="7119938" y="6321425"/>
          <p14:tracePt t="80075" x="7119938" y="6350000"/>
          <p14:tracePt t="80091" x="7119938" y="6392863"/>
          <p14:tracePt t="80108" x="7119938" y="6423025"/>
          <p14:tracePt t="80125" x="7119938" y="6451600"/>
          <p14:tracePt t="80141" x="7104063" y="6510338"/>
          <p14:tracePt t="80158" x="7069138" y="6545263"/>
          <p14:tracePt t="80174" x="7024688" y="6596063"/>
          <p14:tracePt t="80191" x="6981825" y="6640513"/>
          <p14:tracePt t="80208" x="6931025" y="6683375"/>
          <p14:tracePt t="80224" x="6880225" y="6705600"/>
          <p14:tracePt t="80241" x="6815138" y="6727825"/>
          <p14:tracePt t="80258" x="6764338" y="6748463"/>
          <p14:tracePt t="80274" x="6697663" y="6778625"/>
          <p14:tracePt t="80291" x="6640513" y="6792913"/>
          <p14:tracePt t="80308" x="6589713" y="6792913"/>
          <p14:tracePt t="80324" x="6538913" y="6792913"/>
          <p14:tracePt t="80341" x="6451600" y="6792913"/>
          <p14:tracePt t="80358" x="6386513" y="6792913"/>
          <p14:tracePt t="80374" x="6327775" y="6792913"/>
          <p14:tracePt t="80391" x="6270625" y="6792913"/>
          <p14:tracePt t="80408" x="6240463" y="6792913"/>
          <p14:tracePt t="80424" x="6197600" y="6792913"/>
          <p14:tracePt t="80441" x="6169025" y="6792913"/>
          <p14:tracePt t="80458" x="6124575" y="6792913"/>
          <p14:tracePt t="80474" x="6103938" y="6792913"/>
          <p14:tracePt t="80491" x="6073775" y="6784975"/>
          <p14:tracePt t="80508" x="6037263" y="6784975"/>
          <p14:tracePt t="80524" x="6016625" y="6770688"/>
          <p14:tracePt t="80542" x="5980113" y="6756400"/>
          <p14:tracePt t="80558" x="5951538" y="6748463"/>
          <p14:tracePt t="80575" x="5929313" y="6748463"/>
          <p14:tracePt t="80591" x="5921375" y="6748463"/>
          <p14:tracePt t="80608" x="5907088" y="6742113"/>
          <p14:tracePt t="80624" x="5892800" y="6734175"/>
          <p14:tracePt t="80641" x="5870575" y="6727825"/>
          <p14:tracePt t="80658" x="5834063" y="6705600"/>
          <p14:tracePt t="80675" x="5819775" y="6705600"/>
          <p14:tracePt t="80691" x="5813425" y="6697663"/>
          <p14:tracePt t="80708" x="5805488" y="6691313"/>
          <p14:tracePt t="80751" x="5799138" y="6683375"/>
          <p14:tracePt t="80767" x="5799138" y="6677025"/>
          <p14:tracePt t="80774" x="5791200" y="6669088"/>
          <p14:tracePt t="80791" x="5783263" y="6654800"/>
          <p14:tracePt t="80808" x="5783263" y="6626225"/>
          <p14:tracePt t="80825" x="5762625" y="6596063"/>
          <p14:tracePt t="80841" x="5740400" y="6553200"/>
          <p14:tracePt t="80858" x="5732463" y="6524625"/>
          <p14:tracePt t="80875" x="5732463" y="6502400"/>
          <p14:tracePt t="80891" x="5732463" y="6465888"/>
          <p14:tracePt t="80908" x="5732463" y="6437313"/>
          <p14:tracePt t="80911" x="5732463" y="6429375"/>
          <p14:tracePt t="80925" x="5732463" y="6400800"/>
          <p14:tracePt t="80941" x="5732463" y="6364288"/>
          <p14:tracePt t="80958" x="5754688" y="6321425"/>
          <p14:tracePt t="80975" x="5776913" y="6284913"/>
          <p14:tracePt t="80991" x="5805488" y="6248400"/>
          <p14:tracePt t="81008" x="5856288" y="6205538"/>
          <p14:tracePt t="81025" x="5915025" y="6169025"/>
          <p14:tracePt t="81041" x="6002338" y="6132513"/>
          <p14:tracePt t="81058" x="6096000" y="6096000"/>
          <p14:tracePt t="81075" x="6205538" y="6059488"/>
          <p14:tracePt t="81091" x="6350000" y="6016625"/>
          <p14:tracePt t="81109" x="6516688" y="5986463"/>
          <p14:tracePt t="81125" x="6611938" y="5972175"/>
          <p14:tracePt t="81141" x="6697663" y="5965825"/>
          <p14:tracePt t="81158" x="6784975" y="5965825"/>
          <p14:tracePt t="81175" x="6865938" y="5965825"/>
          <p14:tracePt t="81191" x="6951663" y="5965825"/>
          <p14:tracePt t="81208" x="7032625" y="6008688"/>
          <p14:tracePt t="81225" x="7097713" y="6067425"/>
          <p14:tracePt t="81241" x="7177088" y="6118225"/>
          <p14:tracePt t="81258" x="7221538" y="6161088"/>
          <p14:tracePt t="81275" x="7242175" y="6189663"/>
          <p14:tracePt t="81292" x="7242175" y="6234113"/>
          <p14:tracePt t="81308" x="7242175" y="6307138"/>
          <p14:tracePt t="81325" x="7191375" y="6429375"/>
          <p14:tracePt t="81341" x="7140575" y="6524625"/>
          <p14:tracePt t="81358" x="7089775" y="6604000"/>
          <p14:tracePt t="81375" x="7046913" y="6646863"/>
          <p14:tracePt t="81391" x="6996113" y="6697663"/>
          <p14:tracePt t="81408" x="6959600" y="6719888"/>
          <p14:tracePt t="81425" x="6916738" y="6742113"/>
          <p14:tracePt t="81441" x="6900863" y="6742113"/>
          <p14:tracePt t="81458" x="6880225" y="6756400"/>
          <p14:tracePt t="81492" x="6865938" y="6756400"/>
          <p14:tracePt t="81509" x="6843713" y="6764338"/>
          <p14:tracePt t="81525" x="6829425" y="6764338"/>
          <p14:tracePt t="81560" x="6821488" y="6764338"/>
          <p14:tracePt t="81919" x="6843713" y="6748463"/>
          <p14:tracePt t="81926" x="6865938" y="6727825"/>
          <p14:tracePt t="81935" x="6894513" y="6713538"/>
          <p14:tracePt t="81942" x="6908800" y="6691313"/>
          <p14:tracePt t="81958" x="6959600" y="6662738"/>
          <p14:tracePt t="81975" x="7002463" y="6632575"/>
          <p14:tracePt t="81992" x="7053263" y="6589713"/>
          <p14:tracePt t="82008" x="7089775" y="6553200"/>
          <p14:tracePt t="82025" x="7134225" y="6516688"/>
          <p14:tracePt t="82042" x="7185025" y="6480175"/>
          <p14:tracePt t="82058" x="7227888" y="6459538"/>
          <p14:tracePt t="82075" x="7264400" y="6437313"/>
          <p14:tracePt t="82092" x="7278688" y="6429375"/>
          <p14:tracePt t="82108" x="7323138" y="6400800"/>
          <p14:tracePt t="82125" x="7358063" y="6378575"/>
          <p14:tracePt t="82142" x="7394575" y="6372225"/>
          <p14:tracePt t="82158" x="7424738" y="6350000"/>
          <p14:tracePt t="82176" x="7459663" y="6335713"/>
          <p14:tracePt t="82192" x="7475538" y="6327775"/>
          <p14:tracePt t="82209" x="7475538" y="6321425"/>
          <p14:tracePt t="82251" x="7481888" y="6321425"/>
          <p14:tracePt t="82813" x="7526338" y="6307138"/>
          <p14:tracePt t="82828" x="7546975" y="6307138"/>
          <p14:tracePt t="82842" x="7612063" y="6299200"/>
          <p14:tracePt t="82859" x="7693025" y="6299200"/>
          <p14:tracePt t="82877" x="7815263" y="6299200"/>
          <p14:tracePt t="82893" x="7837488" y="6299200"/>
          <p14:tracePt t="82911" x="7932738" y="6291263"/>
          <p14:tracePt t="82918" x="7953375" y="6291263"/>
          <p14:tracePt t="82925" x="7983538" y="6291263"/>
          <p14:tracePt t="82942" x="8018463" y="6291263"/>
          <p14:tracePt t="82959" x="8062913" y="6291263"/>
          <p14:tracePt t="82976" x="8120063" y="6291263"/>
          <p14:tracePt t="82992" x="8150225" y="6276975"/>
          <p14:tracePt t="83009" x="8215313" y="6270625"/>
          <p14:tracePt t="83026" x="8294688" y="6262688"/>
          <p14:tracePt t="83044" x="8382000" y="6256338"/>
          <p14:tracePt t="83059" x="8440738" y="6248400"/>
          <p14:tracePt t="83075" x="8475663" y="6240463"/>
          <p14:tracePt t="83092" x="8491538" y="6240463"/>
          <p14:tracePt t="83109" x="8505825" y="6234113"/>
          <p14:tracePt t="83128" x="8512175" y="6234113"/>
          <p14:tracePt t="83142" x="8526463" y="6234113"/>
          <p14:tracePt t="83159" x="8548688" y="6219825"/>
          <p14:tracePt t="83176" x="8570913" y="6211888"/>
          <p14:tracePt t="83192" x="8599488" y="6197600"/>
          <p14:tracePt t="83209" x="8613775" y="6189663"/>
          <p14:tracePt t="83226" x="8621713" y="6183313"/>
          <p14:tracePt t="83242" x="8628063" y="6175375"/>
          <p14:tracePt t="83259" x="8636000" y="6169025"/>
          <p14:tracePt t="83305" x="8643938" y="6169025"/>
          <p14:tracePt t="83313" x="8643938" y="6161088"/>
          <p14:tracePt t="83345" x="8658225" y="6154738"/>
          <p14:tracePt t="83353" x="8664575" y="6154738"/>
          <p14:tracePt t="83370" x="8664575" y="6146800"/>
          <p14:tracePt t="83412" x="8678863" y="6146800"/>
          <p14:tracePt t="83465" x="8686800" y="6146800"/>
          <p14:tracePt t="83483" x="8701088" y="6138863"/>
          <p14:tracePt t="83490" x="8709025" y="6138863"/>
          <p14:tracePt t="83497" x="8729663" y="6132513"/>
          <p14:tracePt t="83509" x="8759825" y="6124575"/>
          <p14:tracePt t="83526" x="8780463" y="6118225"/>
          <p14:tracePt t="83543" x="8796338" y="6118225"/>
          <p14:tracePt t="83559" x="8802688" y="6118225"/>
          <p14:tracePt t="83576" x="8816975" y="6103938"/>
          <p14:tracePt t="83593" x="8824913" y="6103938"/>
          <p14:tracePt t="83609" x="8853488" y="6103938"/>
          <p14:tracePt t="83626" x="8875713" y="6096000"/>
          <p14:tracePt t="83643" x="8882063" y="6096000"/>
          <p14:tracePt t="83659" x="8897938" y="6096000"/>
          <p14:tracePt t="83677" x="8912225" y="6096000"/>
          <p14:tracePt t="83709" x="8926513" y="6088063"/>
          <p14:tracePt t="83726" x="8932863" y="6088063"/>
          <p14:tracePt t="83742" x="8940800" y="6088063"/>
          <p14:tracePt t="83759" x="8948738" y="6088063"/>
          <p14:tracePt t="83795" x="8963025" y="6088063"/>
          <p14:tracePt t="84547" x="8963025" y="6081713"/>
          <p14:tracePt t="86697" x="8955088" y="6081713"/>
          <p14:tracePt t="86782" x="8948738" y="6081713"/>
          <p14:tracePt t="89166" x="8948738" y="6088063"/>
          <p14:tracePt t="89182" x="8948738" y="6096000"/>
          <p14:tracePt t="89197" x="8963025" y="6103938"/>
          <p14:tracePt t="89221" x="8969375" y="6103938"/>
          <p14:tracePt t="89229" x="8983663" y="6110288"/>
          <p14:tracePt t="89237" x="8983663" y="6118225"/>
          <p14:tracePt t="89245" x="8991600" y="6118225"/>
          <p14:tracePt t="89260" x="9005888" y="6124575"/>
          <p14:tracePt t="89277" x="9020175" y="6138863"/>
          <p14:tracePt t="89294" x="9028113" y="6154738"/>
          <p14:tracePt t="89310" x="9042400" y="6154738"/>
          <p14:tracePt t="89327" x="9050338" y="6161088"/>
          <p14:tracePt t="89344" x="9050338" y="6169025"/>
          <p14:tracePt t="89360" x="9056688" y="6169025"/>
          <p14:tracePt t="89394" x="9056688" y="6183313"/>
          <p14:tracePt t="89421" x="9056688" y="6189663"/>
          <p14:tracePt t="89445" x="9064625" y="6205538"/>
          <p14:tracePt t="89461" x="9070975" y="6219825"/>
          <p14:tracePt t="89477" x="9070975" y="6226175"/>
          <p14:tracePt t="89485" x="9070975" y="6234113"/>
          <p14:tracePt t="89494" x="9078913" y="6234113"/>
          <p14:tracePt t="89510" x="9078913" y="6240463"/>
          <p14:tracePt t="89527" x="9078913" y="6256338"/>
          <p14:tracePt t="89544" x="9085263" y="6256338"/>
          <p14:tracePt t="89560" x="9085263" y="6262688"/>
          <p14:tracePt t="89577" x="9093200" y="6270625"/>
          <p14:tracePt t="89610" x="9093200" y="6284913"/>
          <p14:tracePt t="89644" x="9107488" y="6291263"/>
          <p14:tracePt t="89660" x="9115425" y="6307138"/>
          <p14:tracePt t="89677" x="9121775" y="6321425"/>
          <p14:tracePt t="89694" x="9129713" y="6335713"/>
          <p14:tracePt t="89711" x="9136063" y="6342063"/>
          <p14:tracePt t="89727" x="9144000" y="6357938"/>
          <p14:tracePt t="89744" x="9144000" y="6364288"/>
          <p14:tracePt t="89761" x="9151938" y="6378575"/>
          <p14:tracePt t="89778" x="9151938" y="6386513"/>
          <p14:tracePt t="89794" x="9166225" y="6392863"/>
          <p14:tracePt t="89810" x="9166225" y="6400800"/>
          <p14:tracePt t="89827" x="9172575" y="6408738"/>
          <p14:tracePt t="89844" x="9172575" y="6423025"/>
          <p14:tracePt t="89860" x="9180513" y="6437313"/>
          <p14:tracePt t="89877" x="9180513" y="6443663"/>
          <p14:tracePt t="89894" x="9180513" y="6451600"/>
          <p14:tracePt t="89911" x="9180513" y="6459538"/>
          <p14:tracePt t="89927" x="9186863" y="6465888"/>
          <p14:tracePt t="89944" x="9186863" y="6473825"/>
          <p14:tracePt t="89960" x="9186863" y="6480175"/>
          <p14:tracePt t="89977" x="9186863" y="6488113"/>
          <p14:tracePt t="89994" x="9186863" y="6502400"/>
          <p14:tracePt t="90011" x="9186863" y="6510338"/>
          <p14:tracePt t="90027" x="9186863" y="6524625"/>
          <p14:tracePt t="90044" x="9186863" y="6530975"/>
          <p14:tracePt t="90061" x="9172575" y="6553200"/>
          <p14:tracePt t="90078" x="9172575" y="6561138"/>
          <p14:tracePt t="90094" x="9166225" y="6575425"/>
          <p14:tracePt t="90111" x="9151938" y="6581775"/>
          <p14:tracePt t="90127" x="9144000" y="6596063"/>
          <p14:tracePt t="90144" x="9129713" y="6604000"/>
          <p14:tracePt t="90161" x="9115425" y="6611938"/>
          <p14:tracePt t="90194" x="9101138" y="6626225"/>
          <p14:tracePt t="90211" x="9085263" y="6632575"/>
          <p14:tracePt t="90227" x="9070975" y="6632575"/>
          <p14:tracePt t="90244" x="9050338" y="6632575"/>
          <p14:tracePt t="90261" x="9028113" y="6646863"/>
          <p14:tracePt t="90277" x="8999538" y="6669088"/>
          <p14:tracePt t="90294" x="8977313" y="6677025"/>
          <p14:tracePt t="90311" x="8955088" y="6677025"/>
          <p14:tracePt t="90327" x="8932863" y="6697663"/>
          <p14:tracePt t="90344" x="8918575" y="6697663"/>
          <p14:tracePt t="90361" x="8897938" y="6705600"/>
          <p14:tracePt t="90377" x="8875713" y="6705600"/>
          <p14:tracePt t="90394" x="8861425" y="6705600"/>
          <p14:tracePt t="90411" x="8847138" y="6705600"/>
          <p14:tracePt t="90413" x="8839200" y="6705600"/>
          <p14:tracePt t="90427" x="8824913" y="6713538"/>
          <p14:tracePt t="90444" x="8816975" y="6719888"/>
          <p14:tracePt t="90461" x="8780463" y="6719888"/>
          <p14:tracePt t="90477" x="8759825" y="6719888"/>
          <p14:tracePt t="90494" x="8737600" y="6719888"/>
          <p14:tracePt t="90511" x="8709025" y="6719888"/>
          <p14:tracePt t="90527" x="8672513" y="6719888"/>
          <p14:tracePt t="90544" x="8650288" y="6719888"/>
          <p14:tracePt t="90561" x="8628063" y="6719888"/>
          <p14:tracePt t="90577" x="8599488" y="6719888"/>
          <p14:tracePt t="90594" x="8562975" y="6719888"/>
          <p14:tracePt t="90611" x="8534400" y="6719888"/>
          <p14:tracePt t="90627" x="8497888" y="6713538"/>
          <p14:tracePt t="90644" x="8475663" y="6713538"/>
          <p14:tracePt t="90661" x="8418513" y="6691313"/>
          <p14:tracePt t="90677" x="8389938" y="6683375"/>
          <p14:tracePt t="90694" x="8345488" y="6683375"/>
          <p14:tracePt t="90711" x="8316913" y="6669088"/>
          <p14:tracePt t="90727" x="8294688" y="6669088"/>
          <p14:tracePt t="90744" x="8258175" y="6662738"/>
          <p14:tracePt t="90761" x="8215313" y="6662738"/>
          <p14:tracePt t="90777" x="8170863" y="6654800"/>
          <p14:tracePt t="90794" x="8128000" y="6640513"/>
          <p14:tracePt t="90811" x="8099425" y="6632575"/>
          <p14:tracePt t="90827" x="8069263" y="6618288"/>
          <p14:tracePt t="90844" x="8062913" y="6611938"/>
          <p14:tracePt t="90861" x="8034338" y="6596063"/>
          <p14:tracePt t="90878" x="8018463" y="6581775"/>
          <p14:tracePt t="90894" x="7989888" y="6567488"/>
          <p14:tracePt t="90911" x="7975600" y="6553200"/>
          <p14:tracePt t="90927" x="7967663" y="6524625"/>
          <p14:tracePt t="90944" x="7953375" y="6502400"/>
          <p14:tracePt t="90961" x="7939088" y="6465888"/>
          <p14:tracePt t="90978" x="7924800" y="6437313"/>
          <p14:tracePt t="90994" x="7910513" y="6408738"/>
          <p14:tracePt t="91011" x="7902575" y="6372225"/>
          <p14:tracePt t="91027" x="7902575" y="6350000"/>
          <p14:tracePt t="91044" x="7902575" y="6313488"/>
          <p14:tracePt t="91061" x="7924800" y="6248400"/>
          <p14:tracePt t="91078" x="7953375" y="6205538"/>
          <p14:tracePt t="91094" x="7997825" y="6154738"/>
          <p14:tracePt t="91111" x="8040688" y="6110288"/>
          <p14:tracePt t="91128" x="8099425" y="6067425"/>
          <p14:tracePt t="91144" x="8186738" y="6016625"/>
          <p14:tracePt t="91161" x="8266113" y="5980113"/>
          <p14:tracePt t="91178" x="8323263" y="5951538"/>
          <p14:tracePt t="91194" x="8353425" y="5951538"/>
          <p14:tracePt t="91211" x="8374063" y="5943600"/>
          <p14:tracePt t="91228" x="8396288" y="5929313"/>
          <p14:tracePt t="91244" x="8432800" y="5921375"/>
          <p14:tracePt t="91261" x="8475663" y="5915025"/>
          <p14:tracePt t="91278" x="8526463" y="5907088"/>
          <p14:tracePt t="91294" x="8562975" y="5900738"/>
          <p14:tracePt t="91311" x="8585200" y="5900738"/>
          <p14:tracePt t="91328" x="8593138" y="5900738"/>
          <p14:tracePt t="91344" x="8607425" y="5900738"/>
          <p14:tracePt t="91361" x="8636000" y="5900738"/>
          <p14:tracePt t="91378" x="8686800" y="5900738"/>
          <p14:tracePt t="91394" x="8737600" y="5900738"/>
          <p14:tracePt t="91411" x="8796338" y="5900738"/>
          <p14:tracePt t="91413" x="8816975" y="5900738"/>
          <p14:tracePt t="91428" x="8831263" y="5900738"/>
          <p14:tracePt t="91445" x="8882063" y="5900738"/>
          <p14:tracePt t="91461" x="8904288" y="5900738"/>
          <p14:tracePt t="91478" x="8918575" y="5907088"/>
          <p14:tracePt t="91494" x="8948738" y="5915025"/>
          <p14:tracePt t="91511" x="8969375" y="5929313"/>
          <p14:tracePt t="91528" x="8999538" y="5935663"/>
          <p14:tracePt t="91544" x="9020175" y="5951538"/>
          <p14:tracePt t="91561" x="9050338" y="5972175"/>
          <p14:tracePt t="91578" x="9085263" y="6002338"/>
          <p14:tracePt t="91594" x="9121775" y="6030913"/>
          <p14:tracePt t="91611" x="9144000" y="6053138"/>
          <p14:tracePt t="91628" x="9172575" y="6096000"/>
          <p14:tracePt t="91644" x="9194800" y="6146800"/>
          <p14:tracePt t="91661" x="9209088" y="6183313"/>
          <p14:tracePt t="91678" x="9237663" y="6226175"/>
          <p14:tracePt t="91694" x="9245600" y="6262688"/>
          <p14:tracePt t="91711" x="9259888" y="6291263"/>
          <p14:tracePt t="91728" x="9267825" y="6321425"/>
          <p14:tracePt t="91744" x="9267825" y="6335713"/>
          <p14:tracePt t="91761" x="9274175" y="6357938"/>
          <p14:tracePt t="91778" x="9274175" y="6378575"/>
          <p14:tracePt t="91794" x="9274175" y="6415088"/>
          <p14:tracePt t="91811" x="9274175" y="6451600"/>
          <p14:tracePt t="91828" x="9274175" y="6465888"/>
          <p14:tracePt t="91844" x="9274175" y="6488113"/>
          <p14:tracePt t="91861" x="9274175" y="6510338"/>
          <p14:tracePt t="91878" x="9274175" y="6524625"/>
          <p14:tracePt t="91894" x="9274175" y="6553200"/>
          <p14:tracePt t="91911" x="9274175" y="6575425"/>
          <p14:tracePt t="91928" x="9259888" y="6604000"/>
          <p14:tracePt t="91944" x="9259888" y="6618288"/>
          <p14:tracePt t="91961" x="9253538" y="6632575"/>
          <p14:tracePt t="91978" x="9245600" y="6646863"/>
          <p14:tracePt t="91995" x="9237663" y="6662738"/>
          <p14:tracePt t="92011" x="9237663" y="6669088"/>
          <p14:tracePt t="92028" x="9231313" y="6677025"/>
          <p14:tracePt t="92045" x="9217025" y="6691313"/>
          <p14:tracePt t="92078" x="9209088" y="6705600"/>
          <p14:tracePt t="92213" x="9202738" y="6705600"/>
          <p14:tracePt t="92317" x="9202738" y="6713538"/>
          <p14:tracePt t="92325" x="9194800" y="6727825"/>
          <p14:tracePt t="92342" x="9186863" y="6727825"/>
          <p14:tracePt t="92349" x="9180513" y="6727825"/>
          <p14:tracePt t="92361" x="9172575" y="6727825"/>
          <p14:tracePt t="92378" x="9151938" y="6734175"/>
          <p14:tracePt t="92411" x="9144000" y="6734175"/>
          <p14:tracePt t="92428" x="9121775" y="6742113"/>
          <p14:tracePt t="92445" x="9107488" y="6742113"/>
          <p14:tracePt t="92478" x="9101138" y="6742113"/>
          <p14:tracePt t="92495" x="9085263" y="6742113"/>
          <p14:tracePt t="92511" x="9078913" y="6742113"/>
          <p14:tracePt t="92528" x="9056688" y="6742113"/>
          <p14:tracePt t="92545" x="9042400" y="6742113"/>
          <p14:tracePt t="92561" x="9034463" y="6742113"/>
          <p14:tracePt t="92578" x="9020175" y="6742113"/>
          <p14:tracePt t="92595" x="9013825" y="6742113"/>
          <p14:tracePt t="92611" x="9005888" y="6742113"/>
          <p14:tracePt t="92694" x="8991600" y="6742113"/>
          <p14:tracePt t="92742" x="8991600" y="6734175"/>
          <p14:tracePt t="92749" x="8983663" y="6727825"/>
          <p14:tracePt t="92781" x="8969375" y="6719888"/>
          <p14:tracePt t="92813" x="8969375" y="6713538"/>
          <p14:tracePt t="92829" x="8963025" y="6705600"/>
          <p14:tracePt t="92845" x="8963025" y="6697663"/>
          <p14:tracePt t="92854" x="8955088" y="6697663"/>
          <p14:tracePt t="92862" x="8955088" y="6691313"/>
          <p14:tracePt t="92878" x="8948738" y="6683375"/>
          <p14:tracePt t="92895" x="8948738" y="6662738"/>
          <p14:tracePt t="92911" x="8948738" y="6654800"/>
          <p14:tracePt t="92928" x="8940800" y="6640513"/>
          <p14:tracePt t="92957" x="8940800" y="6632575"/>
          <p14:tracePt t="92965" x="8940800" y="6626225"/>
          <p14:tracePt t="92981" x="8940800" y="6618288"/>
          <p14:tracePt t="92998" x="8940800" y="6611938"/>
          <p14:tracePt t="93011" x="8940800" y="6604000"/>
          <p14:tracePt t="93028" x="8940800" y="6581775"/>
          <p14:tracePt t="93045" x="8948738" y="6567488"/>
          <p14:tracePt t="93061" x="8963025" y="6553200"/>
          <p14:tracePt t="93078" x="8963025" y="6538913"/>
          <p14:tracePt t="93095" x="8977313" y="6530975"/>
          <p14:tracePt t="93112" x="8983663" y="6510338"/>
          <p14:tracePt t="93128" x="8999538" y="6494463"/>
          <p14:tracePt t="93145" x="9013825" y="6480175"/>
          <p14:tracePt t="93161" x="9034463" y="6465888"/>
          <p14:tracePt t="93178" x="9050338" y="6459538"/>
          <p14:tracePt t="93195" x="9064625" y="6451600"/>
          <p14:tracePt t="93212" x="9078913" y="6443663"/>
          <p14:tracePt t="93228" x="9085263" y="6437313"/>
          <p14:tracePt t="93245" x="9107488" y="6429375"/>
          <p14:tracePt t="93278" x="9115425" y="6429375"/>
          <p14:tracePt t="93309" x="9129713" y="6429375"/>
          <p14:tracePt t="93342" x="9136063" y="6429375"/>
          <p14:tracePt t="93357" x="9151938" y="6429375"/>
          <p14:tracePt t="93373" x="9158288" y="6429375"/>
          <p14:tracePt t="93381" x="9166225" y="6429375"/>
          <p14:tracePt t="93389" x="9180513" y="6443663"/>
          <p14:tracePt t="93401" x="9186863" y="6451600"/>
          <p14:tracePt t="93412" x="9194800" y="6465888"/>
          <p14:tracePt t="93429" x="9209088" y="6480175"/>
          <p14:tracePt t="93446" x="9209088" y="6502400"/>
          <p14:tracePt t="93462" x="9217025" y="6510338"/>
          <p14:tracePt t="93479" x="9217025" y="6524625"/>
          <p14:tracePt t="93496" x="9223375" y="6538913"/>
          <p14:tracePt t="93512" x="9223375" y="6545263"/>
          <p14:tracePt t="93529" x="9223375" y="6553200"/>
          <p14:tracePt t="93546" x="9231313" y="6567488"/>
          <p14:tracePt t="93562" x="9231313" y="6581775"/>
          <p14:tracePt t="93580" x="9231313" y="6604000"/>
          <p14:tracePt t="93595" x="9231313" y="6626225"/>
          <p14:tracePt t="93629" x="9223375" y="6646863"/>
          <p14:tracePt t="93645" x="9217025" y="6646863"/>
          <p14:tracePt t="93662" x="9209088" y="6669088"/>
          <p14:tracePt t="93695" x="9194800" y="6683375"/>
          <p14:tracePt t="93712" x="9186863" y="6691313"/>
          <p14:tracePt t="93745" x="9172575" y="6697663"/>
          <p14:tracePt t="93762" x="9158288" y="6705600"/>
          <p14:tracePt t="93779" x="9136063" y="6713538"/>
          <p14:tracePt t="93808" x="9129713" y="6713538"/>
          <p14:tracePt t="93816" x="9121775" y="6713538"/>
          <p14:tracePt t="93833" x="9107488" y="6719888"/>
          <p14:tracePt t="93848" x="9101138" y="6719888"/>
          <p14:tracePt t="93862" x="9093200" y="6719888"/>
          <p14:tracePt t="93879" x="9085263" y="6719888"/>
          <p14:tracePt t="93897" x="9070975" y="6719888"/>
          <p14:tracePt t="93929" x="9064625" y="6719888"/>
          <p14:tracePt t="93946" x="9056688" y="6719888"/>
          <p14:tracePt t="93962" x="9050338" y="6719888"/>
          <p14:tracePt t="93979" x="9042400" y="6719888"/>
          <p14:tracePt t="93997" x="9034463" y="6719888"/>
          <p14:tracePt t="94014" x="9028113" y="6719888"/>
          <p14:tracePt t="94033" x="9020175" y="6719888"/>
          <p14:tracePt t="94056" x="9013825" y="6719888"/>
          <p14:tracePt t="94064" x="9005888" y="6719888"/>
          <p14:tracePt t="94121" x="8999538" y="6719888"/>
          <p14:tracePt t="94145" x="8991600" y="6719888"/>
          <p14:tracePt t="94202" x="8983663" y="6719888"/>
          <p14:tracePt t="94224" x="8977313" y="6719888"/>
          <p14:tracePt t="94257" x="8977313" y="6713538"/>
          <p14:tracePt t="94680" x="8977313" y="6705600"/>
          <p14:tracePt t="94686" x="8977313" y="6697663"/>
          <p14:tracePt t="94702" x="8969375" y="6683375"/>
          <p14:tracePt t="94718" x="8963025" y="6677025"/>
          <p14:tracePt t="94729" x="8963025" y="6669088"/>
          <p14:tracePt t="94748" x="8955088" y="6654800"/>
          <p14:tracePt t="94763" x="8955088" y="6646863"/>
          <p14:tracePt t="94779" x="8955088" y="6632575"/>
          <p14:tracePt t="94813" x="8955088" y="6626225"/>
          <p14:tracePt t="94829" x="8955088" y="6596063"/>
          <p14:tracePt t="94846" x="8955088" y="6589713"/>
          <p14:tracePt t="94863" x="8955088" y="6567488"/>
          <p14:tracePt t="94880" x="8963025" y="6567488"/>
          <p14:tracePt t="94897" x="8963025" y="6553200"/>
          <p14:tracePt t="94929" x="8969375" y="6545263"/>
          <p14:tracePt t="94946" x="8969375" y="6538913"/>
          <p14:tracePt t="94963" x="8977313" y="6530975"/>
          <p14:tracePt t="94986" x="8983663" y="6516688"/>
          <p14:tracePt t="95002" x="8991600" y="6516688"/>
          <p14:tracePt t="95020" x="8991600" y="6502400"/>
          <p14:tracePt t="95035" x="8999538" y="6494463"/>
          <p14:tracePt t="95048" x="9005888" y="6488113"/>
          <p14:tracePt t="95063" x="9020175" y="6473825"/>
          <p14:tracePt t="95080" x="9034463" y="6459538"/>
          <p14:tracePt t="95113" x="9042400" y="6451600"/>
          <p14:tracePt t="95144" x="9050338" y="6443663"/>
          <p14:tracePt t="95176" x="9056688" y="6443663"/>
          <p14:tracePt t="95193" x="9070975" y="6443663"/>
          <p14:tracePt t="95210" x="9078913" y="6443663"/>
          <p14:tracePt t="95244" x="9085263" y="6443663"/>
          <p14:tracePt t="95258" x="9093200" y="6443663"/>
          <p14:tracePt t="95290" x="9107488" y="6443663"/>
          <p14:tracePt t="95314" x="9115425" y="6443663"/>
          <p14:tracePt t="95322" x="9121775" y="6443663"/>
          <p14:tracePt t="95345" x="9129713" y="6459538"/>
          <p14:tracePt t="95362" x="9129713" y="6465888"/>
          <p14:tracePt t="95370" x="9144000" y="6480175"/>
          <p14:tracePt t="95383" x="9144000" y="6494463"/>
          <p14:tracePt t="95396" x="9144000" y="6502400"/>
          <p14:tracePt t="95413" x="9151938" y="6516688"/>
          <p14:tracePt t="95429" x="9151938" y="6538913"/>
          <p14:tracePt t="95446" x="9151938" y="6553200"/>
          <p14:tracePt t="95463" x="9151938" y="6561138"/>
          <p14:tracePt t="95479" x="9151938" y="6575425"/>
          <p14:tracePt t="95496" x="9151938" y="6581775"/>
          <p14:tracePt t="95513" x="9151938" y="6589713"/>
          <p14:tracePt t="95530" x="9151938" y="6604000"/>
          <p14:tracePt t="95546" x="9144000" y="6604000"/>
          <p14:tracePt t="95562" x="9136063" y="6618288"/>
          <p14:tracePt t="95579" x="9129713" y="6626225"/>
          <p14:tracePt t="95597" x="9107488" y="6640513"/>
          <p14:tracePt t="95613" x="9107488" y="6646863"/>
          <p14:tracePt t="95629" x="9078913" y="6654800"/>
          <p14:tracePt t="95646" x="9056688" y="6669088"/>
          <p14:tracePt t="95663" x="9050338" y="6669088"/>
          <p14:tracePt t="95679" x="9042400" y="6669088"/>
          <p14:tracePt t="95696" x="9034463" y="6669088"/>
          <p14:tracePt t="95841" x="9050338" y="6669088"/>
          <p14:tracePt t="95847" x="9085263" y="6669088"/>
          <p14:tracePt t="95855" x="9166225" y="6662738"/>
          <p14:tracePt t="95863" x="9231313" y="6662738"/>
          <p14:tracePt t="95879" x="9369425" y="6662738"/>
          <p14:tracePt t="95896" x="9499600" y="6662738"/>
          <p14:tracePt t="95913" x="9601200" y="6662738"/>
          <p14:tracePt t="95929" x="9637713" y="6662738"/>
          <p14:tracePt t="95946" x="9674225" y="6662738"/>
          <p14:tracePt t="95963" x="9710738" y="6662738"/>
          <p14:tracePt t="95979" x="9745663" y="6662738"/>
          <p14:tracePt t="95996" x="9812338" y="6654800"/>
          <p14:tracePt t="96014" x="9934575" y="6646863"/>
          <p14:tracePt t="96029" x="9985375" y="6646863"/>
          <p14:tracePt t="96046" x="10007600" y="6646863"/>
          <p14:tracePt t="96063" x="10015538" y="6646863"/>
          <p14:tracePt t="96079" x="10021888" y="6646863"/>
          <p14:tracePt t="96097" x="10036175" y="6646863"/>
          <p14:tracePt t="96113" x="10058400" y="6646863"/>
          <p14:tracePt t="96129" x="10094913" y="6646863"/>
          <p14:tracePt t="96146" x="10117138" y="6646863"/>
          <p14:tracePt t="96163" x="10131425" y="6646863"/>
          <p14:tracePt t="96179" x="10137775" y="6646863"/>
          <p14:tracePt t="96196" x="10160000" y="6646863"/>
          <p14:tracePt t="96213" x="10239375" y="6662738"/>
          <p14:tracePt t="96229" x="10312400" y="6691313"/>
          <p14:tracePt t="96246" x="10399713" y="6705600"/>
          <p14:tracePt t="96263" x="10436225" y="6713538"/>
          <p14:tracePt t="96280" x="10456863" y="6713538"/>
          <p14:tracePt t="96361" x="10464800" y="6713538"/>
          <p14:tracePt t="96472" x="10464800" y="6719888"/>
          <p14:tracePt t="96488" x="10464800" y="6727825"/>
          <p14:tracePt t="96494" x="10442575" y="6727825"/>
          <p14:tracePt t="96503" x="10428288" y="6734175"/>
          <p14:tracePt t="96513" x="10414000" y="6734175"/>
          <p14:tracePt t="96529" x="10355263" y="6748463"/>
          <p14:tracePt t="96546" x="10320338" y="6756400"/>
          <p14:tracePt t="96563" x="10283825" y="6756400"/>
          <p14:tracePt t="96580" x="10269538" y="6756400"/>
          <p14:tracePt t="96596" x="10253663" y="6756400"/>
          <p14:tracePt t="96613" x="10239375" y="6756400"/>
          <p14:tracePt t="96672" x="10233025" y="6756400"/>
          <p14:tracePt t="96687" x="10225088" y="6756400"/>
          <p14:tracePt t="96696" x="10225088" y="6748463"/>
          <p14:tracePt t="96712" x="10225088" y="6734175"/>
          <p14:tracePt t="96721" x="10225088" y="6727825"/>
          <p14:tracePt t="96731" x="10225088" y="6713538"/>
          <p14:tracePt t="96748" x="10225088" y="6691313"/>
          <p14:tracePt t="96764" x="10225088" y="6677025"/>
          <p14:tracePt t="96780" x="10225088" y="6662738"/>
          <p14:tracePt t="96798" x="10225088" y="6632575"/>
          <p14:tracePt t="96813" x="10239375" y="6618288"/>
          <p14:tracePt t="96830" x="10253663" y="6604000"/>
          <p14:tracePt t="96847" x="10275888" y="6589713"/>
          <p14:tracePt t="96864" x="10290175" y="6581775"/>
          <p14:tracePt t="96880" x="10312400" y="6567488"/>
          <p14:tracePt t="96897" x="10320338" y="6561138"/>
          <p14:tracePt t="96913" x="10326688" y="6561138"/>
          <p14:tracePt t="96930" x="10334625" y="6553200"/>
          <p14:tracePt t="96947" x="10348913" y="6545263"/>
          <p14:tracePt t="96963" x="10355263" y="6538913"/>
          <p14:tracePt t="96980" x="10371138" y="6538913"/>
          <p14:tracePt t="96998" x="10414000" y="6516688"/>
          <p14:tracePt t="97013" x="10442575" y="6516688"/>
          <p14:tracePt t="97030" x="10472738" y="6510338"/>
          <p14:tracePt t="97047" x="10501313" y="6502400"/>
          <p14:tracePt t="97063" x="10529888" y="6494463"/>
          <p14:tracePt t="97080" x="10558463" y="6494463"/>
          <p14:tracePt t="97097" x="10574338" y="6488113"/>
          <p14:tracePt t="97114" x="10594975" y="6488113"/>
          <p14:tracePt t="97130" x="10602913" y="6488113"/>
          <p14:tracePt t="97147" x="10617200" y="6488113"/>
          <p14:tracePt t="97164" x="10639425" y="6488113"/>
          <p14:tracePt t="97180" x="10653713" y="6488113"/>
          <p14:tracePt t="97199" x="10690225" y="6488113"/>
          <p14:tracePt t="97214" x="10704513" y="6494463"/>
          <p14:tracePt t="97231" x="10726738" y="6502400"/>
          <p14:tracePt t="97247" x="10755313" y="6510338"/>
          <p14:tracePt t="97263" x="10769600" y="6516688"/>
          <p14:tracePt t="97299" x="10777538" y="6524625"/>
          <p14:tracePt t="97322" x="10777538" y="6538913"/>
          <p14:tracePt t="97332" x="10791825" y="6545263"/>
          <p14:tracePt t="97347" x="10791825" y="6567488"/>
          <p14:tracePt t="97363" x="10791825" y="6596063"/>
          <p14:tracePt t="97380" x="10791825" y="6618288"/>
          <p14:tracePt t="97397" x="10791825" y="6632575"/>
          <p14:tracePt t="97413" x="10791825" y="6654800"/>
          <p14:tracePt t="97453" x="10769600" y="6683375"/>
          <p14:tracePt t="97461" x="10761663" y="6691313"/>
          <p14:tracePt t="97469" x="10755313" y="6697663"/>
          <p14:tracePt t="97480" x="10755313" y="6705600"/>
          <p14:tracePt t="97497" x="10747375" y="6713538"/>
          <p14:tracePt t="97514" x="10741025" y="6719888"/>
          <p14:tracePt t="97530" x="10710863" y="6734175"/>
          <p14:tracePt t="97549" x="10696575" y="6734175"/>
          <p14:tracePt t="97564" x="10645775" y="6748463"/>
          <p14:tracePt t="97581" x="10602913" y="6764338"/>
          <p14:tracePt t="97599" x="10566400" y="6778625"/>
          <p14:tracePt t="97613" x="10544175" y="6778625"/>
          <p14:tracePt t="97630" x="10537825" y="6778625"/>
          <p14:tracePt t="97647" x="10507663" y="6778625"/>
          <p14:tracePt t="97664" x="10487025" y="6778625"/>
          <p14:tracePt t="97680" x="10450513" y="6778625"/>
          <p14:tracePt t="97697" x="10436225" y="6778625"/>
          <p14:tracePt t="97714" x="10414000" y="6778625"/>
          <p14:tracePt t="97730" x="10406063" y="6778625"/>
          <p14:tracePt t="97749" x="10399713" y="6778625"/>
          <p14:tracePt t="97763" x="10385425" y="6778625"/>
          <p14:tracePt t="97781" x="10363200" y="6778625"/>
          <p14:tracePt t="97798" x="10340975" y="6770688"/>
          <p14:tracePt t="97814" x="10340975" y="6764338"/>
          <p14:tracePt t="97831" x="10334625" y="6748463"/>
          <p14:tracePt t="97848" x="10320338" y="6742113"/>
          <p14:tracePt t="97864" x="10320338" y="6727825"/>
          <p14:tracePt t="97880" x="10320338" y="6705600"/>
          <p14:tracePt t="97897" x="10320338" y="6691313"/>
          <p14:tracePt t="97913" x="10320338" y="6669088"/>
          <p14:tracePt t="97923" x="10320338" y="6654800"/>
          <p14:tracePt t="97930" x="10320338" y="6640513"/>
          <p14:tracePt t="97947" x="10320338" y="6618288"/>
          <p14:tracePt t="97966" x="10320338" y="6589713"/>
          <p14:tracePt t="97981" x="10320338" y="6581775"/>
          <p14:tracePt t="97999" x="10320338" y="6561138"/>
          <p14:tracePt t="98014" x="10320338" y="6553200"/>
          <p14:tracePt t="98030" x="10326688" y="6538913"/>
          <p14:tracePt t="98047" x="10348913" y="6516688"/>
          <p14:tracePt t="98063" x="10355263" y="6510338"/>
          <p14:tracePt t="98080" x="10385425" y="6494463"/>
          <p14:tracePt t="98097" x="10421938" y="6473825"/>
          <p14:tracePt t="98113" x="10456863" y="6465888"/>
          <p14:tracePt t="98130" x="10493375" y="6451600"/>
          <p14:tracePt t="98147" x="10537825" y="6443663"/>
          <p14:tracePt t="98164" x="10594975" y="6429375"/>
          <p14:tracePt t="98180" x="10617200" y="6423025"/>
          <p14:tracePt t="98197" x="10653713" y="6423025"/>
          <p14:tracePt t="98213" x="10668000" y="6415088"/>
          <p14:tracePt t="98230" x="10690225" y="6415088"/>
          <p14:tracePt t="98247" x="10704513" y="6415088"/>
          <p14:tracePt t="98263" x="10726738" y="6408738"/>
          <p14:tracePt t="98280" x="10747375" y="6408738"/>
          <p14:tracePt t="98297" x="10769600" y="6408738"/>
          <p14:tracePt t="98330" x="10791825" y="6415088"/>
          <p14:tracePt t="98347" x="10806113" y="6429375"/>
          <p14:tracePt t="98363" x="10820400" y="6443663"/>
          <p14:tracePt t="98380" x="10828338" y="6465888"/>
          <p14:tracePt t="98397" x="10842625" y="6502400"/>
          <p14:tracePt t="98413" x="10842625" y="6524625"/>
          <p14:tracePt t="98430" x="10842625" y="6545263"/>
          <p14:tracePt t="98447" x="10842625" y="6575425"/>
          <p14:tracePt t="98464" x="10828338" y="6611938"/>
          <p14:tracePt t="98481" x="10812463" y="6632575"/>
          <p14:tracePt t="98498" x="10798175" y="6654800"/>
          <p14:tracePt t="98513" x="10777538" y="6677025"/>
          <p14:tracePt t="98530" x="10769600" y="6697663"/>
          <p14:tracePt t="98547" x="10755313" y="6713538"/>
          <p14:tracePt t="98564" x="10741025" y="6727825"/>
          <p14:tracePt t="98581" x="10726738" y="6734175"/>
          <p14:tracePt t="98597" x="10710863" y="6742113"/>
          <p14:tracePt t="98613" x="10696575" y="6748463"/>
          <p14:tracePt t="98630" x="10682288" y="6756400"/>
          <p14:tracePt t="98647" x="10675938" y="6756400"/>
          <p14:tracePt t="98663" x="10653713" y="6756400"/>
          <p14:tracePt t="98680" x="10631488" y="6764338"/>
          <p14:tracePt t="98698" x="10609263" y="6764338"/>
          <p14:tracePt t="98714" x="10594975" y="6764338"/>
          <p14:tracePt t="98730" x="10574338" y="6778625"/>
          <p14:tracePt t="98763" x="10558463" y="6778625"/>
          <p14:tracePt t="98781" x="10552113" y="6778625"/>
          <p14:tracePt t="98797" x="10537825" y="6778625"/>
          <p14:tracePt t="98814" x="10523538" y="6778625"/>
          <p14:tracePt t="98830" x="10515600" y="6778625"/>
          <p14:tracePt t="98847" x="10507663" y="6778625"/>
          <p14:tracePt t="98888" x="10493375" y="6778625"/>
          <p14:tracePt t="98914" x="10479088" y="6770688"/>
          <p14:tracePt t="98931" x="10464800" y="6770688"/>
          <p14:tracePt t="98950" x="10456863" y="6770688"/>
          <p14:tracePt t="98965" x="10450513" y="6770688"/>
          <p14:tracePt t="98980" x="10442575" y="6764338"/>
          <p14:tracePt t="99014" x="10428288" y="6764338"/>
          <p14:tracePt t="99048" x="10428288" y="6756400"/>
          <p14:tracePt t="99071" x="10421938" y="6756400"/>
          <p14:tracePt t="99127" x="10414000" y="6756400"/>
          <p14:tracePt t="99175" x="10406063" y="6756400"/>
          <p14:tracePt t="99635" x="10399713" y="6748463"/>
          <p14:tracePt t="99722" x="10399713" y="6742113"/>
          <p14:tracePt t="99850" x="10391775" y="6742113"/>
          <p14:tracePt t="100089" x="10385425" y="6734175"/>
          <p14:tracePt t="100355" x="10385425" y="6719888"/>
          <p14:tracePt t="100361" x="10385425" y="6713538"/>
          <p14:tracePt t="100370" x="10385425" y="6691313"/>
          <p14:tracePt t="100381" x="10385425" y="6640513"/>
          <p14:tracePt t="100398" x="10385425" y="6596063"/>
          <p14:tracePt t="100414" x="10385425" y="6553200"/>
          <p14:tracePt t="100430" x="10385425" y="6524625"/>
          <p14:tracePt t="100448" x="10391775" y="6488113"/>
          <p14:tracePt t="100464" x="10399713" y="6451600"/>
          <p14:tracePt t="100481" x="10414000" y="6423025"/>
          <p14:tracePt t="100497" x="10428288" y="6386513"/>
          <p14:tracePt t="100514" x="10456863" y="6364288"/>
          <p14:tracePt t="100531" x="10479088" y="6335713"/>
          <p14:tracePt t="100549" x="10523538" y="6299200"/>
          <p14:tracePt t="100581" x="10552113" y="6276975"/>
          <p14:tracePt t="100598" x="10566400" y="6276975"/>
          <p14:tracePt t="100614" x="10594975" y="6262688"/>
          <p14:tracePt t="100631" x="10617200" y="6262688"/>
          <p14:tracePt t="100647" x="10645775" y="6262688"/>
          <p14:tracePt t="100664" x="10696575" y="6262688"/>
          <p14:tracePt t="100681" x="10777538" y="6291263"/>
          <p14:tracePt t="100698" x="10820400" y="6307138"/>
          <p14:tracePt t="100714" x="10848975" y="6327775"/>
          <p14:tracePt t="100731" x="10871200" y="6342063"/>
          <p14:tracePt t="100749" x="10879138" y="6372225"/>
          <p14:tracePt t="100764" x="10899775" y="6392863"/>
          <p14:tracePt t="100781" x="10899775" y="6465888"/>
          <p14:tracePt t="100798" x="10899775" y="6524625"/>
          <p14:tracePt t="100814" x="10899775" y="6575425"/>
          <p14:tracePt t="100831" x="10899775" y="6611938"/>
          <p14:tracePt t="100847" x="10893425" y="6654800"/>
          <p14:tracePt t="100864" x="10856913" y="6697663"/>
          <p14:tracePt t="100881" x="10842625" y="6719888"/>
          <p14:tracePt t="100898" x="10834688" y="6727825"/>
          <p14:tracePt t="100914" x="10820400" y="6742113"/>
          <p14:tracePt t="100931" x="10806113" y="6748463"/>
          <p14:tracePt t="100949" x="10769600" y="6764338"/>
          <p14:tracePt t="100964" x="10755313" y="6764338"/>
          <p14:tracePt t="100981" x="10690225" y="6764338"/>
          <p14:tracePt t="100998" x="10660063" y="6764338"/>
          <p14:tracePt t="101014" x="10625138" y="6764338"/>
          <p14:tracePt t="101031" x="10617200" y="6764338"/>
          <p14:tracePt t="101047" x="10602913" y="6764338"/>
          <p14:tracePt t="101064" x="10574338" y="6756400"/>
          <p14:tracePt t="101081" x="10558463" y="6756400"/>
          <p14:tracePt t="101098" x="10544175" y="6742113"/>
          <p14:tracePt t="101114" x="10515600" y="6734175"/>
          <p14:tracePt t="101131" x="10493375" y="6713538"/>
          <p14:tracePt t="101148" x="10472738" y="6697663"/>
          <p14:tracePt t="101164" x="10436225" y="6677025"/>
          <p14:tracePt t="101181" x="10348913" y="6632575"/>
          <p14:tracePt t="101198" x="10283825" y="6611938"/>
          <p14:tracePt t="101214" x="10210800" y="6581775"/>
          <p14:tracePt t="101231" x="10131425" y="6545263"/>
          <p14:tracePt t="101248" x="10117138" y="6538913"/>
          <p14:tracePt t="101264" x="10109200" y="6530975"/>
          <p14:tracePt t="101757" x="10109200" y="6538913"/>
          <p14:tracePt t="101765" x="10123488" y="6545263"/>
          <p14:tracePt t="101773" x="10123488" y="6553200"/>
          <p14:tracePt t="101789" x="10145713" y="6567488"/>
          <p14:tracePt t="101805" x="10160000" y="6581775"/>
          <p14:tracePt t="101822" x="10174288" y="6604000"/>
          <p14:tracePt t="101831" x="10174288" y="6611938"/>
          <p14:tracePt t="101848" x="10196513" y="6632575"/>
          <p14:tracePt t="101864" x="10210800" y="6654800"/>
          <p14:tracePt t="101881" x="10218738" y="6662738"/>
          <p14:tracePt t="101898" x="10225088" y="6669088"/>
          <p14:tracePt t="101933" x="10225088" y="6677025"/>
          <p14:tracePt t="101948" x="10225088" y="6697663"/>
          <p14:tracePt t="101964" x="10225088" y="6705600"/>
          <p14:tracePt t="101981" x="10218738" y="6727825"/>
          <p14:tracePt t="101998" x="10196513" y="6748463"/>
          <p14:tracePt t="102014" x="10160000" y="6770688"/>
          <p14:tracePt t="102031" x="10094913" y="6784975"/>
          <p14:tracePt t="102048" x="10036175" y="6799263"/>
          <p14:tracePt t="102064" x="9964738" y="6807200"/>
          <p14:tracePt t="102081" x="9906000" y="6807200"/>
          <p14:tracePt t="102098" x="9847263" y="6807200"/>
          <p14:tracePt t="102114" x="9796463" y="6807200"/>
          <p14:tracePt t="102131" x="9731375" y="6807200"/>
          <p14:tracePt t="102148" x="9694863" y="6807200"/>
          <p14:tracePt t="102164" x="9659938" y="6807200"/>
          <p14:tracePt t="102198" x="9652000" y="6807200"/>
          <p14:tracePt t="102246" x="9644063" y="6807200"/>
          <p14:tracePt t="102262" x="9637713" y="6807200"/>
          <p14:tracePt t="102389" x="9629775" y="6807200"/>
          <p14:tracePt t="102397" x="9615488" y="6815138"/>
          <p14:tracePt t="102405" x="9601200" y="6821488"/>
          <p14:tracePt t="102414" x="9578975" y="6829425"/>
          <p14:tracePt t="102431" x="9528175" y="6835775"/>
          <p14:tracePt t="102448" x="9477375" y="6843713"/>
          <p14:tracePt t="102733" x="8839200" y="6835775"/>
          <p14:tracePt t="102741" x="8816975" y="6829425"/>
          <p14:tracePt t="102749" x="8788400" y="6829425"/>
          <p14:tracePt t="102765" x="8701088" y="6799263"/>
          <p14:tracePt t="102781" x="8621713" y="6784975"/>
          <p14:tracePt t="102798" x="8542338" y="6764338"/>
          <p14:tracePt t="102815" x="8440738" y="6748463"/>
          <p14:tracePt t="102831" x="8308975" y="6727825"/>
          <p14:tracePt t="102848" x="8164513" y="6719888"/>
          <p14:tracePt t="102865" x="8062913" y="6697663"/>
          <p14:tracePt t="102881" x="8012113" y="6691313"/>
          <p14:tracePt t="102898" x="7997825" y="6691313"/>
          <p14:tracePt t="102933" x="7989888" y="6691313"/>
          <p14:tracePt t="102948" x="7983538" y="6691313"/>
          <p14:tracePt t="102965" x="7961313" y="6691313"/>
          <p14:tracePt t="102981" x="7953375" y="6691313"/>
          <p14:tracePt t="103037" x="7947025" y="6691313"/>
          <p14:tracePt t="103302" x="7939088" y="6691313"/>
          <p14:tracePt t="103325" x="7932738" y="6691313"/>
          <p14:tracePt t="103357" x="7916863" y="6691313"/>
          <p14:tracePt t="103382" x="7910513" y="6691313"/>
          <p14:tracePt t="103397" x="7902575" y="6697663"/>
          <p14:tracePt t="103405" x="7896225" y="6697663"/>
          <p14:tracePt t="103415" x="7896225" y="6705600"/>
          <p14:tracePt t="103431" x="7874000" y="6713538"/>
          <p14:tracePt t="103448" x="7851775" y="6719888"/>
          <p14:tracePt t="103465" x="7845425" y="6719888"/>
          <p14:tracePt t="103481" x="7831138" y="6719888"/>
          <p14:tracePt t="103498" x="7794625" y="6719888"/>
          <p14:tracePt t="103515" x="7772400" y="6719888"/>
          <p14:tracePt t="103531" x="7764463" y="6719888"/>
          <p14:tracePt t="103582" x="7758113" y="6719888"/>
          <p14:tracePt t="103597" x="7750175" y="6719888"/>
          <p14:tracePt t="103605" x="7735888" y="6719888"/>
          <p14:tracePt t="103615" x="7729538" y="6727825"/>
          <p14:tracePt t="103631" x="7713663" y="6727825"/>
          <p14:tracePt t="103648" x="7699375" y="6734175"/>
          <p14:tracePt t="103665" x="7685088" y="6734175"/>
          <p14:tracePt t="103681" x="7634288" y="6734175"/>
          <p14:tracePt t="103698" x="7540625" y="6697663"/>
          <p14:tracePt t="103715" x="7388225" y="6618288"/>
          <p14:tracePt t="103731" x="7177088" y="6516688"/>
          <p14:tracePt t="103748" x="7061200" y="6443663"/>
          <p14:tracePt t="103765" x="7046913" y="6408738"/>
          <p14:tracePt t="103782" x="7032625" y="6378575"/>
          <p14:tracePt t="103798" x="7053263" y="6307138"/>
          <p14:tracePt t="103815" x="7075488" y="6248400"/>
          <p14:tracePt t="103832" x="7112000" y="6169025"/>
          <p14:tracePt t="103848" x="7162800" y="6096000"/>
          <p14:tracePt t="103865" x="7185025" y="6030913"/>
          <p14:tracePt t="103882" x="7199313" y="5980113"/>
          <p14:tracePt t="103898" x="7205663" y="5900738"/>
          <p14:tracePt t="103915" x="7205663" y="5748338"/>
          <p14:tracePt t="103918" x="7185025" y="5638800"/>
          <p14:tracePt t="103932" x="7148513" y="5500688"/>
          <p14:tracePt t="103948" x="7061200" y="5311775"/>
          <p14:tracePt t="103965" x="6967538" y="5138738"/>
          <p14:tracePt t="103982" x="6937375" y="5065713"/>
          <p14:tracePt t="103998" x="6908800" y="5000625"/>
          <p14:tracePt t="104015" x="6858000" y="4919663"/>
          <p14:tracePt t="104032" x="6792913" y="4818063"/>
          <p14:tracePt t="104048" x="6683375" y="4724400"/>
          <p14:tracePt t="104065" x="6567488" y="4659313"/>
          <p14:tracePt t="104082" x="6437313" y="4594225"/>
          <p14:tracePt t="104098" x="6262688" y="4529138"/>
          <p14:tracePt t="104115" x="6081713" y="4448175"/>
          <p14:tracePt t="104132" x="5878513" y="4368800"/>
          <p14:tracePt t="104148" x="5689600" y="4325938"/>
          <p14:tracePt t="104165" x="5464175" y="4275138"/>
          <p14:tracePt t="104182" x="5356225" y="4267200"/>
          <p14:tracePt t="104198" x="5254625" y="4267200"/>
          <p14:tracePt t="104215" x="5145088" y="4267200"/>
          <p14:tracePt t="104232" x="5037138" y="4267200"/>
          <p14:tracePt t="104248" x="4935538" y="4295775"/>
          <p14:tracePt t="104265" x="4811713" y="4354513"/>
          <p14:tracePt t="104282" x="4724400" y="4433888"/>
          <p14:tracePt t="104298" x="4622800" y="4549775"/>
          <p14:tracePt t="104315" x="4543425" y="4702175"/>
          <p14:tracePt t="104332" x="4492625" y="4862513"/>
          <p14:tracePt t="104348" x="4456113" y="5094288"/>
          <p14:tracePt t="104365" x="4433888" y="5275263"/>
          <p14:tracePt t="104382" x="4448175" y="5427663"/>
          <p14:tracePt t="104398" x="4521200" y="5595938"/>
          <p14:tracePt t="104415" x="4608513" y="5740400"/>
          <p14:tracePt t="104432" x="4702175" y="5842000"/>
          <p14:tracePt t="104448" x="4840288" y="5921375"/>
          <p14:tracePt t="104465" x="5000625" y="5994400"/>
          <p14:tracePt t="104482" x="5195888" y="6045200"/>
          <p14:tracePt t="104498" x="5478463" y="6067425"/>
          <p14:tracePt t="104515" x="5776913" y="6067425"/>
          <p14:tracePt t="104532" x="5972175" y="6067425"/>
          <p14:tracePt t="104548" x="6175375" y="5951538"/>
          <p14:tracePt t="104565" x="6276975" y="5834063"/>
          <p14:tracePt t="104582" x="6372225" y="5681663"/>
          <p14:tracePt t="104598" x="6473825" y="5494338"/>
          <p14:tracePt t="104615" x="6567488" y="5362575"/>
          <p14:tracePt t="104632" x="6618288" y="5283200"/>
          <p14:tracePt t="104648" x="6640513" y="5254625"/>
          <p14:tracePt t="104665" x="6640513" y="5246688"/>
          <p14:tracePt t="104726" x="6646863" y="5246688"/>
          <p14:tracePt t="104734" x="6669088" y="5246688"/>
          <p14:tracePt t="104741" x="6683375" y="5246688"/>
          <p14:tracePt t="104749" x="6705600" y="5246688"/>
          <p14:tracePt t="104765" x="6748463" y="5246688"/>
          <p14:tracePt t="104782" x="6815138" y="5283200"/>
          <p14:tracePt t="104798" x="6908800" y="5326063"/>
          <p14:tracePt t="104815" x="6996113" y="5362575"/>
          <p14:tracePt t="104832" x="7126288" y="5399088"/>
          <p14:tracePt t="104849" x="7205663" y="5427663"/>
          <p14:tracePt t="104865" x="7250113" y="5435600"/>
          <p14:tracePt t="104882" x="7292975" y="5457825"/>
          <p14:tracePt t="104898" x="7343775" y="5486400"/>
          <p14:tracePt t="104915" x="7424738" y="5522913"/>
          <p14:tracePt t="104917" x="7453313" y="5529263"/>
          <p14:tracePt t="104932" x="7496175" y="5537200"/>
          <p14:tracePt t="104948" x="7583488" y="5559425"/>
          <p14:tracePt t="104965" x="7597775" y="5565775"/>
          <p14:tracePt t="104982" x="7612063" y="5580063"/>
          <p14:tracePt t="104999" x="7620000" y="5588000"/>
          <p14:tracePt t="105016" x="7648575" y="5610225"/>
          <p14:tracePt t="105032" x="7707313" y="5646738"/>
          <p14:tracePt t="105048" x="7750175" y="5675313"/>
          <p14:tracePt t="105065" x="7794625" y="5681663"/>
          <p14:tracePt t="105082" x="7808913" y="5697538"/>
          <p14:tracePt t="105099" x="7831138" y="5697538"/>
          <p14:tracePt t="105115" x="7896225" y="5711825"/>
          <p14:tracePt t="105132" x="8004175" y="5740400"/>
          <p14:tracePt t="105149" x="8215313" y="5776913"/>
          <p14:tracePt t="105165" x="8294688" y="5791200"/>
          <p14:tracePt t="105182" x="8308975" y="5799138"/>
          <p14:tracePt t="105405" x="8316913" y="5805488"/>
          <p14:tracePt t="105421" x="8316913" y="5819775"/>
          <p14:tracePt t="105430" x="8308975" y="5819775"/>
          <p14:tracePt t="105437" x="8294688" y="5819775"/>
          <p14:tracePt t="105449" x="8280400" y="5819775"/>
          <p14:tracePt t="105465" x="8237538" y="5819775"/>
          <p14:tracePt t="105482" x="8142288" y="5819775"/>
          <p14:tracePt t="105499" x="8034338" y="5768975"/>
          <p14:tracePt t="105515" x="7961313" y="5711825"/>
          <p14:tracePt t="105532" x="7932738" y="5681663"/>
          <p14:tracePt t="105549" x="7902575" y="5610225"/>
          <p14:tracePt t="105565" x="7902575" y="5551488"/>
          <p14:tracePt t="105582" x="7902575" y="5449888"/>
          <p14:tracePt t="105599" x="7902575" y="5356225"/>
          <p14:tracePt t="105615" x="7902575" y="5254625"/>
          <p14:tracePt t="105632" x="7932738" y="5181600"/>
          <p14:tracePt t="105649" x="7989888" y="5094288"/>
          <p14:tracePt t="105665" x="8048625" y="5006975"/>
          <p14:tracePt t="105682" x="8120063" y="4913313"/>
          <p14:tracePt t="105699" x="8207375" y="4818063"/>
          <p14:tracePt t="105715" x="8272463" y="4732338"/>
          <p14:tracePt t="105732" x="8382000" y="4665663"/>
          <p14:tracePt t="105749" x="8526463" y="4586288"/>
          <p14:tracePt t="105766" x="8650288" y="4543425"/>
          <p14:tracePt t="105782" x="8802688" y="4506913"/>
          <p14:tracePt t="105799" x="8983663" y="4484688"/>
          <p14:tracePt t="105815" x="9202738" y="4456113"/>
          <p14:tracePt t="105832" x="9420225" y="4441825"/>
          <p14:tracePt t="105849" x="9601200" y="4441825"/>
          <p14:tracePt t="105866" x="9804400" y="4441825"/>
          <p14:tracePt t="105883" x="10007600" y="4441825"/>
          <p14:tracePt t="105899" x="10196513" y="4427538"/>
          <p14:tracePt t="105916" x="10399713" y="4411663"/>
          <p14:tracePt t="105923" x="10501313" y="4411663"/>
          <p14:tracePt t="105933" x="10566400" y="4411663"/>
          <p14:tracePt t="105951" x="10718800" y="4448175"/>
          <p14:tracePt t="105966" x="10791825" y="4513263"/>
          <p14:tracePt t="105982" x="10871200" y="4600575"/>
          <p14:tracePt t="105999" x="10936288" y="4710113"/>
          <p14:tracePt t="106016" x="11031538" y="4826000"/>
          <p14:tracePt t="106033" x="11110913" y="4941888"/>
          <p14:tracePt t="106049" x="11161713" y="5043488"/>
          <p14:tracePt t="106066" x="11198225" y="5138738"/>
          <p14:tracePt t="106083" x="11249025" y="5260975"/>
          <p14:tracePt t="106099" x="11255375" y="5362575"/>
          <p14:tracePt t="106116" x="11263313" y="5472113"/>
          <p14:tracePt t="106132" x="11218863" y="5667375"/>
          <p14:tracePt t="106149" x="11168063" y="5791200"/>
          <p14:tracePt t="106166" x="11102975" y="5921375"/>
          <p14:tracePt t="106182" x="11052175" y="6008688"/>
          <p14:tracePt t="106199" x="11009313" y="6081713"/>
          <p14:tracePt t="106216" x="10944225" y="6146800"/>
          <p14:tracePt t="106233" x="10863263" y="6226175"/>
          <p14:tracePt t="106249" x="10761663" y="6307138"/>
          <p14:tracePt t="106266" x="10653713" y="6357938"/>
          <p14:tracePt t="106283" x="10566400" y="6408738"/>
          <p14:tracePt t="106299" x="10464800" y="6443663"/>
          <p14:tracePt t="106316" x="10355263" y="6473825"/>
          <p14:tracePt t="106332" x="10174288" y="6494463"/>
          <p14:tracePt t="106349" x="10029825" y="6510338"/>
          <p14:tracePt t="106366" x="9826625" y="6510338"/>
          <p14:tracePt t="106382" x="9601200" y="6510338"/>
          <p14:tracePt t="106399" x="9339263" y="6465888"/>
          <p14:tracePt t="106416" x="9158288" y="6429375"/>
          <p14:tracePt t="106433" x="9034463" y="6386513"/>
          <p14:tracePt t="106449" x="8977313" y="6364288"/>
          <p14:tracePt t="106466" x="8948738" y="6335713"/>
          <p14:tracePt t="106483" x="8918575" y="6299200"/>
          <p14:tracePt t="106499" x="8847138" y="6240463"/>
          <p14:tracePt t="106517" x="8678863" y="6138863"/>
          <p14:tracePt t="106532" x="8542338" y="6073775"/>
          <p14:tracePt t="106549" x="8410575" y="6045200"/>
          <p14:tracePt t="106566" x="8331200" y="6037263"/>
          <p14:tracePt t="106583" x="8288338" y="6037263"/>
          <p14:tracePt t="106599" x="8266113" y="6037263"/>
          <p14:tracePt t="106616" x="8243888" y="6037263"/>
          <p14:tracePt t="106633" x="8207375" y="6037263"/>
          <p14:tracePt t="106649" x="8186738" y="6037263"/>
          <p14:tracePt t="106666" x="8135938" y="6037263"/>
          <p14:tracePt t="106683" x="8077200" y="6037263"/>
          <p14:tracePt t="106699" x="8018463" y="6037263"/>
          <p14:tracePt t="106716" x="7953375" y="6037263"/>
          <p14:tracePt t="106733" x="7866063" y="6037263"/>
          <p14:tracePt t="106749" x="7831138" y="6037263"/>
          <p14:tracePt t="106766" x="7808913" y="6037263"/>
          <p14:tracePt t="106783" x="7800975" y="6037263"/>
          <p14:tracePt t="111174" x="7808913" y="6037263"/>
          <p14:tracePt t="111181" x="7896225" y="6016625"/>
          <p14:tracePt t="111190" x="7983538" y="5951538"/>
          <p14:tracePt t="111200" x="8004175" y="5878513"/>
          <p14:tracePt t="111217" x="7997825" y="5697538"/>
          <p14:tracePt t="111234" x="7947025" y="5529263"/>
          <p14:tracePt t="111251" x="7910513" y="5392738"/>
          <p14:tracePt t="111267" x="7881938" y="5254625"/>
          <p14:tracePt t="111284" x="7786688" y="4978400"/>
          <p14:tracePt t="111301" x="7612063" y="4673600"/>
          <p14:tracePt t="111317" x="7162800" y="4216400"/>
          <p14:tracePt t="111334" x="6516688" y="3606800"/>
          <p14:tracePt t="111351" x="5921375" y="3025775"/>
          <p14:tracePt t="111368" x="5522913" y="2655888"/>
          <p14:tracePt t="111384" x="5362575" y="2452688"/>
          <p14:tracePt t="111401" x="5232400" y="2293938"/>
          <p14:tracePt t="111417" x="5057775" y="2141538"/>
          <p14:tracePt t="111434" x="4789488" y="1952625"/>
          <p14:tracePt t="111451" x="4594225" y="1820863"/>
          <p14:tracePt t="111467" x="4405313" y="1704975"/>
          <p14:tracePt t="111484" x="4259263" y="1597025"/>
          <p14:tracePt t="111501" x="3990975" y="1422400"/>
          <p14:tracePt t="111517" x="3846513" y="1320800"/>
          <p14:tracePt t="111534" x="3686175" y="1103313"/>
          <p14:tracePt t="111551" x="3411538" y="769938"/>
          <p14:tracePt t="111568" x="3062288" y="457200"/>
          <p14:tracePt t="111584" x="2728913" y="231775"/>
          <p14:tracePt t="111601" x="2351088" y="58738"/>
        </p14:tracePtLst>
      </p14:laserTraceLst>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OUTLIne</a:t>
            </a:r>
            <a:endParaRPr lang="en-GB" dirty="0"/>
          </a:p>
        </p:txBody>
      </p:sp>
      <p:sp>
        <p:nvSpPr>
          <p:cNvPr id="4" name="Slide Number Placeholder 3"/>
          <p:cNvSpPr>
            <a:spLocks noGrp="1"/>
          </p:cNvSpPr>
          <p:nvPr>
            <p:ph type="sldNum" sz="quarter" idx="12"/>
          </p:nvPr>
        </p:nvSpPr>
        <p:spPr/>
        <p:txBody>
          <a:bodyPr/>
          <a:lstStyle/>
          <a:p>
            <a:fld id="{5AA13D58-D7BC-8747-9F0A-0DB9E6B3595A}" type="slidenum">
              <a:rPr lang="en-US" smtClean="0"/>
              <a:t>8</a:t>
            </a:fld>
            <a:endParaRPr lang="en-US"/>
          </a:p>
        </p:txBody>
      </p:sp>
      <p:grpSp>
        <p:nvGrpSpPr>
          <p:cNvPr id="5" name="Group 4"/>
          <p:cNvGrpSpPr/>
          <p:nvPr/>
        </p:nvGrpSpPr>
        <p:grpSpPr>
          <a:xfrm>
            <a:off x="1024127" y="2169424"/>
            <a:ext cx="5735872" cy="705063"/>
            <a:chOff x="2552698" y="2876550"/>
            <a:chExt cx="5826639" cy="876300"/>
          </a:xfrm>
        </p:grpSpPr>
        <p:sp>
          <p:nvSpPr>
            <p:cNvPr id="6" name="Rectangle: Rounded Corners 12"/>
            <p:cNvSpPr/>
            <p:nvPr/>
          </p:nvSpPr>
          <p:spPr>
            <a:xfrm>
              <a:off x="2552698" y="2876550"/>
              <a:ext cx="5826639" cy="876300"/>
            </a:xfrm>
            <a:prstGeom prst="roundRect">
              <a:avLst>
                <a:gd name="adj" fmla="val 50000"/>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p:cNvSpPr/>
            <p:nvPr/>
          </p:nvSpPr>
          <p:spPr>
            <a:xfrm>
              <a:off x="2619374" y="2938462"/>
              <a:ext cx="752476" cy="752476"/>
            </a:xfrm>
            <a:prstGeom prst="ellipse">
              <a:avLst/>
            </a:prstGeom>
            <a:gradFill>
              <a:gsLst>
                <a:gs pos="0">
                  <a:schemeClr val="accent1">
                    <a:lumMod val="75000"/>
                  </a:schemeClr>
                </a:gs>
                <a:gs pos="100000">
                  <a:schemeClr val="accent2"/>
                </a:gs>
              </a:gsLst>
              <a:lin ang="10800000" scaled="1"/>
            </a:gra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TextBox 7"/>
          <p:cNvSpPr txBox="1"/>
          <p:nvPr/>
        </p:nvSpPr>
        <p:spPr>
          <a:xfrm>
            <a:off x="1100506" y="2337027"/>
            <a:ext cx="768937" cy="388336"/>
          </a:xfrm>
          <a:prstGeom prst="rect">
            <a:avLst/>
          </a:prstGeom>
          <a:noFill/>
          <a:effectLst>
            <a:outerShdw blurRad="25400" dist="12700" dir="8100000" algn="tr" rotWithShape="0">
              <a:prstClr val="black">
                <a:alpha val="30000"/>
              </a:prstClr>
            </a:outerShdw>
          </a:effectLst>
        </p:spPr>
        <p:txBody>
          <a:bodyPr wrap="square" rtlCol="0">
            <a:spAutoFit/>
          </a:bodyPr>
          <a:lstStyle/>
          <a:p>
            <a:pPr algn="ctr">
              <a:spcAft>
                <a:spcPts val="1200"/>
              </a:spcAft>
              <a:buClr>
                <a:srgbClr val="00A6CA"/>
              </a:buClr>
              <a:buSzPct val="80000"/>
            </a:pPr>
            <a:r>
              <a:rPr lang="en-US" sz="1400" b="1" dirty="0">
                <a:solidFill>
                  <a:schemeClr val="bg1"/>
                </a:solidFill>
                <a:latin typeface="Lato Black" panose="020F0502020204030203" pitchFamily="34" charset="0"/>
                <a:ea typeface="Lato Black" panose="020F0502020204030203" pitchFamily="34" charset="0"/>
                <a:cs typeface="Lato Black" panose="020F0502020204030203" pitchFamily="34" charset="0"/>
              </a:rPr>
              <a:t>01</a:t>
            </a:r>
          </a:p>
        </p:txBody>
      </p:sp>
      <p:grpSp>
        <p:nvGrpSpPr>
          <p:cNvPr id="9" name="Group 8"/>
          <p:cNvGrpSpPr/>
          <p:nvPr/>
        </p:nvGrpSpPr>
        <p:grpSpPr>
          <a:xfrm>
            <a:off x="1024127" y="3047274"/>
            <a:ext cx="5735872" cy="705063"/>
            <a:chOff x="2552698" y="2876550"/>
            <a:chExt cx="5826639" cy="876300"/>
          </a:xfrm>
        </p:grpSpPr>
        <p:sp>
          <p:nvSpPr>
            <p:cNvPr id="10" name="Rectangle: Rounded Corners 35"/>
            <p:cNvSpPr/>
            <p:nvPr/>
          </p:nvSpPr>
          <p:spPr>
            <a:xfrm>
              <a:off x="2552698" y="2876550"/>
              <a:ext cx="5826639" cy="876300"/>
            </a:xfrm>
            <a:prstGeom prst="roundRect">
              <a:avLst>
                <a:gd name="adj" fmla="val 50000"/>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p:cNvSpPr/>
            <p:nvPr/>
          </p:nvSpPr>
          <p:spPr>
            <a:xfrm>
              <a:off x="2619374" y="2938462"/>
              <a:ext cx="752476" cy="752476"/>
            </a:xfrm>
            <a:prstGeom prst="ellipse">
              <a:avLst/>
            </a:prstGeom>
            <a:gradFill>
              <a:gsLst>
                <a:gs pos="0">
                  <a:schemeClr val="accent1">
                    <a:lumMod val="75000"/>
                  </a:schemeClr>
                </a:gs>
                <a:gs pos="100000">
                  <a:schemeClr val="accent2"/>
                </a:gs>
              </a:gsLst>
              <a:lin ang="10800000" scaled="1"/>
            </a:gra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TextBox 11"/>
          <p:cNvSpPr txBox="1"/>
          <p:nvPr/>
        </p:nvSpPr>
        <p:spPr>
          <a:xfrm>
            <a:off x="1100506" y="3214877"/>
            <a:ext cx="768937" cy="388336"/>
          </a:xfrm>
          <a:prstGeom prst="rect">
            <a:avLst/>
          </a:prstGeom>
          <a:noFill/>
          <a:effectLst>
            <a:outerShdw blurRad="25400" dist="12700" dir="8100000" algn="tr" rotWithShape="0">
              <a:prstClr val="black">
                <a:alpha val="30000"/>
              </a:prstClr>
            </a:outerShdw>
          </a:effectLst>
        </p:spPr>
        <p:txBody>
          <a:bodyPr wrap="square" rtlCol="0">
            <a:spAutoFit/>
          </a:bodyPr>
          <a:lstStyle/>
          <a:p>
            <a:pPr algn="ctr">
              <a:spcAft>
                <a:spcPts val="1200"/>
              </a:spcAft>
              <a:buClr>
                <a:srgbClr val="00A6CA"/>
              </a:buClr>
              <a:buSzPct val="80000"/>
            </a:pPr>
            <a:r>
              <a:rPr lang="en-US" sz="1400" b="1" dirty="0">
                <a:solidFill>
                  <a:schemeClr val="bg1"/>
                </a:solidFill>
                <a:latin typeface="Lato Black" panose="020F0502020204030203" pitchFamily="34" charset="0"/>
                <a:ea typeface="Lato Black" panose="020F0502020204030203" pitchFamily="34" charset="0"/>
                <a:cs typeface="Lato Black" panose="020F0502020204030203" pitchFamily="34" charset="0"/>
              </a:rPr>
              <a:t>02</a:t>
            </a:r>
          </a:p>
        </p:txBody>
      </p:sp>
      <p:sp>
        <p:nvSpPr>
          <p:cNvPr id="13" name="TextBox 12"/>
          <p:cNvSpPr txBox="1"/>
          <p:nvPr/>
        </p:nvSpPr>
        <p:spPr>
          <a:xfrm>
            <a:off x="2010529" y="3166804"/>
            <a:ext cx="5288045" cy="584775"/>
          </a:xfrm>
          <a:prstGeom prst="rect">
            <a:avLst/>
          </a:prstGeom>
          <a:noFill/>
          <a:effectLst>
            <a:outerShdw blurRad="25400" dist="12700" dir="8100000" algn="tr" rotWithShape="0">
              <a:prstClr val="black">
                <a:alpha val="30000"/>
              </a:prstClr>
            </a:outerShdw>
          </a:effectLst>
        </p:spPr>
        <p:txBody>
          <a:bodyPr wrap="square" rtlCol="0">
            <a:spAutoFit/>
          </a:bodyPr>
          <a:lstStyle/>
          <a:p>
            <a:pPr marL="342900" indent="-342900"/>
            <a:r>
              <a:rPr lang="en-US" sz="3200" dirty="0">
                <a:hlinkClick r:id="" action="ppaction://customshow?id=1&amp;return=true"/>
              </a:rPr>
              <a:t>One-Tailed Vs Two-Tailed</a:t>
            </a:r>
            <a:endParaRPr lang="en-US" sz="3200" dirty="0"/>
          </a:p>
        </p:txBody>
      </p:sp>
      <p:grpSp>
        <p:nvGrpSpPr>
          <p:cNvPr id="14" name="Group 13"/>
          <p:cNvGrpSpPr/>
          <p:nvPr/>
        </p:nvGrpSpPr>
        <p:grpSpPr>
          <a:xfrm>
            <a:off x="1024127" y="3925126"/>
            <a:ext cx="5735872" cy="705063"/>
            <a:chOff x="2552698" y="2876550"/>
            <a:chExt cx="5826639" cy="876300"/>
          </a:xfrm>
        </p:grpSpPr>
        <p:sp>
          <p:nvSpPr>
            <p:cNvPr id="15" name="Rectangle: Rounded Corners 42"/>
            <p:cNvSpPr/>
            <p:nvPr/>
          </p:nvSpPr>
          <p:spPr>
            <a:xfrm>
              <a:off x="2552698" y="2876550"/>
              <a:ext cx="5826639" cy="876300"/>
            </a:xfrm>
            <a:prstGeom prst="roundRect">
              <a:avLst>
                <a:gd name="adj" fmla="val 50000"/>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Oval 15"/>
            <p:cNvSpPr/>
            <p:nvPr/>
          </p:nvSpPr>
          <p:spPr>
            <a:xfrm>
              <a:off x="2619374" y="2938462"/>
              <a:ext cx="752476" cy="752476"/>
            </a:xfrm>
            <a:prstGeom prst="ellipse">
              <a:avLst/>
            </a:prstGeom>
            <a:gradFill>
              <a:gsLst>
                <a:gs pos="0">
                  <a:schemeClr val="accent1">
                    <a:lumMod val="75000"/>
                  </a:schemeClr>
                </a:gs>
                <a:gs pos="100000">
                  <a:schemeClr val="accent2"/>
                </a:gs>
              </a:gsLst>
              <a:lin ang="10800000" scaled="1"/>
            </a:gra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TextBox 16"/>
          <p:cNvSpPr txBox="1"/>
          <p:nvPr/>
        </p:nvSpPr>
        <p:spPr>
          <a:xfrm>
            <a:off x="1100506" y="4092729"/>
            <a:ext cx="768937" cy="388336"/>
          </a:xfrm>
          <a:prstGeom prst="rect">
            <a:avLst/>
          </a:prstGeom>
          <a:noFill/>
          <a:effectLst>
            <a:outerShdw blurRad="25400" dist="12700" dir="8100000" algn="tr" rotWithShape="0">
              <a:prstClr val="black">
                <a:alpha val="30000"/>
              </a:prstClr>
            </a:outerShdw>
          </a:effectLst>
        </p:spPr>
        <p:txBody>
          <a:bodyPr wrap="square" rtlCol="0">
            <a:spAutoFit/>
          </a:bodyPr>
          <a:lstStyle/>
          <a:p>
            <a:pPr algn="ctr">
              <a:spcAft>
                <a:spcPts val="1200"/>
              </a:spcAft>
              <a:buClr>
                <a:srgbClr val="00A6CA"/>
              </a:buClr>
              <a:buSzPct val="80000"/>
            </a:pPr>
            <a:r>
              <a:rPr lang="en-US" sz="1400" b="1" dirty="0">
                <a:solidFill>
                  <a:schemeClr val="bg1"/>
                </a:solidFill>
                <a:latin typeface="Lato Black" panose="020F0502020204030203" pitchFamily="34" charset="0"/>
                <a:ea typeface="Lato Black" panose="020F0502020204030203" pitchFamily="34" charset="0"/>
                <a:cs typeface="Lato Black" panose="020F0502020204030203" pitchFamily="34" charset="0"/>
              </a:rPr>
              <a:t>03</a:t>
            </a:r>
          </a:p>
        </p:txBody>
      </p:sp>
      <p:sp>
        <p:nvSpPr>
          <p:cNvPr id="18" name="TextBox 17"/>
          <p:cNvSpPr txBox="1"/>
          <p:nvPr/>
        </p:nvSpPr>
        <p:spPr>
          <a:xfrm>
            <a:off x="2010529" y="4044656"/>
            <a:ext cx="6504206" cy="584775"/>
          </a:xfrm>
          <a:prstGeom prst="rect">
            <a:avLst/>
          </a:prstGeom>
          <a:noFill/>
          <a:effectLst>
            <a:outerShdw blurRad="25400" dist="12700" dir="8100000" algn="tr" rotWithShape="0">
              <a:prstClr val="black">
                <a:alpha val="30000"/>
              </a:prstClr>
            </a:outerShdw>
          </a:effectLst>
        </p:spPr>
        <p:txBody>
          <a:bodyPr wrap="square" rtlCol="0">
            <a:spAutoFit/>
          </a:bodyPr>
          <a:lstStyle/>
          <a:p>
            <a:pPr marL="342900" indent="-342900"/>
            <a:r>
              <a:rPr lang="en-US" sz="3200" dirty="0">
                <a:hlinkClick r:id="" action="ppaction://customshow?id=2&amp;return=true"/>
              </a:rPr>
              <a:t>How to Perform </a:t>
            </a:r>
            <a:r>
              <a:rPr lang="en-US" sz="3200" dirty="0" smtClean="0">
                <a:hlinkClick r:id="" action="ppaction://customshow?id=2&amp;return=true"/>
              </a:rPr>
              <a:t>T-Test – (Two-Tailed)  </a:t>
            </a:r>
            <a:endParaRPr lang="en-US" sz="3200" dirty="0"/>
          </a:p>
        </p:txBody>
      </p:sp>
      <p:sp>
        <p:nvSpPr>
          <p:cNvPr id="24" name="TextBox 23"/>
          <p:cNvSpPr txBox="1"/>
          <p:nvPr/>
        </p:nvSpPr>
        <p:spPr>
          <a:xfrm>
            <a:off x="2010529" y="2244709"/>
            <a:ext cx="4808046" cy="584775"/>
          </a:xfrm>
          <a:prstGeom prst="rect">
            <a:avLst/>
          </a:prstGeom>
          <a:noFill/>
          <a:effectLst>
            <a:outerShdw blurRad="25400" dist="12700" dir="8100000" algn="tr" rotWithShape="0">
              <a:prstClr val="black">
                <a:alpha val="30000"/>
              </a:prstClr>
            </a:outerShdw>
          </a:effectLst>
        </p:spPr>
        <p:txBody>
          <a:bodyPr wrap="square" rtlCol="0">
            <a:spAutoFit/>
          </a:bodyPr>
          <a:lstStyle/>
          <a:p>
            <a:pPr marL="342900" indent="-342900"/>
            <a:r>
              <a:rPr lang="en-US" sz="3200" dirty="0">
                <a:hlinkClick r:id="" action="ppaction://customshow?id=0&amp;return=true"/>
              </a:rPr>
              <a:t>Introduction to T-Test</a:t>
            </a:r>
            <a:endParaRPr lang="en-US" sz="3200" dirty="0"/>
          </a:p>
        </p:txBody>
      </p:sp>
    </p:spTree>
    <p:extLst>
      <p:ext uri="{BB962C8B-B14F-4D97-AF65-F5344CB8AC3E}">
        <p14:creationId xmlns:p14="http://schemas.microsoft.com/office/powerpoint/2010/main" val="701657992"/>
      </p:ext>
    </p:extLst>
  </p:cSld>
  <p:clrMapOvr>
    <a:masterClrMapping/>
  </p:clrMapOvr>
  <p:transition spd="slow" advTm="8596">
    <p:push dir="u"/>
  </p:transition>
  <p:timing>
    <p:tnLst>
      <p:par>
        <p:cTn id="1" dur="indefinite" restart="never" nodeType="tmRoot"/>
      </p:par>
    </p:tnLst>
  </p:timing>
  <p:extLst mod="1">
    <p:ext uri="{3A86A75C-4F4B-4683-9AE1-C65F6400EC91}">
      <p14:laserTraceLst xmlns:p14="http://schemas.microsoft.com/office/powerpoint/2010/main">
        <p14:tracePtLst>
          <p14:tracePt t="2674" x="9259888" y="6419850"/>
          <p14:tracePt t="2681" x="9188450" y="6419850"/>
          <p14:tracePt t="2689" x="9117013" y="6411913"/>
          <p14:tracePt t="2707" x="8609013" y="6330950"/>
          <p14:tracePt t="2728" x="8027988" y="6242050"/>
          <p14:tracePt t="2749" x="7616825" y="6170613"/>
          <p14:tracePt t="2770" x="6804025" y="5973763"/>
          <p14:tracePt t="2790" x="6323013" y="5848350"/>
          <p14:tracePt t="2811" x="5983288" y="5751513"/>
          <p14:tracePt t="2832" x="5634038" y="5634038"/>
          <p14:tracePt t="2854" x="5446713" y="5527675"/>
          <p14:tracePt t="2874" x="5340350" y="5429250"/>
          <p14:tracePt t="2894" x="5313363" y="5394325"/>
          <p14:tracePt t="3171" x="5224463" y="5394325"/>
          <p14:tracePt t="3179" x="5133975" y="5394325"/>
          <p14:tracePt t="3186" x="5045075" y="5384800"/>
          <p14:tracePt t="3207" x="4830763" y="5348288"/>
          <p14:tracePt t="3228" x="4465638" y="5303838"/>
          <p14:tracePt t="3248" x="4037013" y="5197475"/>
          <p14:tracePt t="3270" x="3705225" y="5054600"/>
          <p14:tracePt t="3290" x="3490913" y="4929188"/>
          <p14:tracePt t="3311" x="3241675" y="4822825"/>
          <p14:tracePt t="3332" x="3108325" y="4786313"/>
          <p14:tracePt t="3353" x="2776538" y="4697413"/>
          <p14:tracePt t="3374" x="2643188" y="4643438"/>
          <p14:tracePt t="3395" x="2581275" y="4608513"/>
          <p14:tracePt t="3416" x="2517775" y="4527550"/>
          <p14:tracePt t="3437" x="2446338" y="4411663"/>
          <p14:tracePt t="3457" x="2401888" y="4348163"/>
          <p14:tracePt t="3479" x="2347913" y="4286250"/>
          <p14:tracePt t="3498" x="2303463" y="4232275"/>
          <p14:tracePt t="3519" x="2251075" y="4170363"/>
          <p14:tracePt t="3541" x="2205038" y="4116388"/>
          <p14:tracePt t="3561" x="2179638" y="4071938"/>
          <p14:tracePt t="3582" x="2160588" y="4054475"/>
          <p14:tracePt t="3603" x="2160588" y="4027488"/>
          <p14:tracePt t="3624" x="2179638" y="4010025"/>
          <p14:tracePt t="4381" x="2170113" y="4010025"/>
          <p14:tracePt t="4386" x="2143125" y="3990975"/>
          <p14:tracePt t="4394" x="2116138" y="3983038"/>
          <p14:tracePt t="4416" x="2062163" y="3929063"/>
          <p14:tracePt t="4436" x="2027238" y="3875088"/>
          <p14:tracePt t="4457" x="2009775" y="3848100"/>
          <p14:tracePt t="4478" x="2000250" y="3813175"/>
          <p14:tracePt t="4498" x="1990725" y="3759200"/>
          <p14:tracePt t="4519" x="1990725" y="3724275"/>
          <p14:tracePt t="4540" x="1990725" y="3714750"/>
          <p14:tracePt t="4654" x="1990725" y="3705225"/>
          <p14:tracePt t="4675" x="1990725" y="3697288"/>
          <p14:tracePt t="4681" x="1990725" y="3687763"/>
          <p14:tracePt t="4689" x="1990725" y="3679825"/>
          <p14:tracePt t="4718" x="1990725" y="3670300"/>
          <p14:tracePt t="4745" x="2000250" y="3670300"/>
          <p14:tracePt t="4753" x="2000250" y="3660775"/>
          <p14:tracePt t="4769" x="2009775" y="3633788"/>
          <p14:tracePt t="4790" x="2027238" y="3616325"/>
          <p14:tracePt t="4811" x="2027238" y="3608388"/>
          <p14:tracePt t="4873" x="2027238" y="3598863"/>
          <p14:tracePt t="4921" x="2036763" y="3598863"/>
          <p14:tracePt t="4928" x="2036763" y="3581400"/>
          <p14:tracePt t="4936" x="2054225" y="3562350"/>
          <p14:tracePt t="4957" x="2081213" y="3509963"/>
          <p14:tracePt t="4978" x="2116138" y="3500438"/>
          <p14:tracePt t="4999" x="2125663" y="3500438"/>
          <p14:tracePt t="6078" x="2125663" y="3455988"/>
          <p14:tracePt t="6086" x="2125663" y="3419475"/>
          <p14:tracePt t="6103" x="2143125" y="3357563"/>
          <p14:tracePt t="6124" x="2160588" y="3295650"/>
          <p14:tracePt t="6144" x="2197100" y="3241675"/>
          <p14:tracePt t="6165" x="2268538" y="3170238"/>
          <p14:tracePt t="6186" x="2357438" y="3116263"/>
          <p14:tracePt t="6207" x="2473325" y="3054350"/>
          <p14:tracePt t="6228" x="2554288" y="3027363"/>
          <p14:tracePt t="6248" x="2598738" y="3017838"/>
          <p14:tracePt t="6269" x="2633663" y="3017838"/>
          <p14:tracePt t="6290" x="2714625" y="3009900"/>
          <p14:tracePt t="6311" x="2830513" y="3009900"/>
          <p14:tracePt t="6332" x="2965450" y="3027363"/>
          <p14:tracePt t="6353" x="3062288" y="3036888"/>
          <p14:tracePt t="6374" x="3160713" y="3036888"/>
          <p14:tracePt t="6394" x="3303588" y="3044825"/>
          <p14:tracePt t="6415" x="3411538" y="3071813"/>
          <p14:tracePt t="6421" x="3429000" y="3071813"/>
          <p14:tracePt t="6436" x="3473450" y="3089275"/>
          <p14:tracePt t="6457" x="3517900" y="3143250"/>
          <p14:tracePt t="6478" x="3562350" y="3187700"/>
          <p14:tracePt t="6499" x="3652838" y="3232150"/>
          <p14:tracePt t="6520" x="3732213" y="3268663"/>
          <p14:tracePt t="6540" x="3795713" y="3303588"/>
          <p14:tracePt t="6562" x="3830638" y="3340100"/>
          <p14:tracePt t="6582" x="3857625" y="3367088"/>
          <p14:tracePt t="6604" x="3867150" y="3394075"/>
          <p14:tracePt t="6624" x="3875088" y="3429000"/>
          <p14:tracePt t="6645" x="3894138" y="3465513"/>
          <p14:tracePt t="6665" x="3902075" y="3490913"/>
          <p14:tracePt t="6687" x="3902075" y="3500438"/>
          <p14:tracePt t="6707" x="3902075" y="3509963"/>
          <p14:tracePt t="6762" x="3902075" y="3517900"/>
          <p14:tracePt t="6790" x="3894138" y="3527425"/>
          <p14:tracePt t="6796" x="3894138" y="3536950"/>
          <p14:tracePt t="6811" x="3875088" y="3544888"/>
          <p14:tracePt t="6832" x="3857625" y="3554413"/>
          <p14:tracePt t="6853" x="3803650" y="3562350"/>
          <p14:tracePt t="6874" x="3786188" y="3562350"/>
          <p14:tracePt t="6894" x="3714750" y="3571875"/>
          <p14:tracePt t="6916" x="3633788" y="3571875"/>
          <p14:tracePt t="6923" x="3625850" y="3571875"/>
          <p14:tracePt t="6936" x="3608388" y="3571875"/>
          <p14:tracePt t="7006" x="3608388" y="3562350"/>
          <p14:tracePt t="7028" x="3608388" y="3554413"/>
          <p14:tracePt t="7034" x="3625850" y="3536950"/>
          <p14:tracePt t="7041" x="3652838" y="3500438"/>
          <p14:tracePt t="7061" x="3776663" y="3402013"/>
          <p14:tracePt t="7082" x="3902075" y="3330575"/>
          <p14:tracePt t="7103" x="4010025" y="3295650"/>
          <p14:tracePt t="7124" x="4125913" y="3286125"/>
          <p14:tracePt t="7145" x="4259263" y="3295650"/>
          <p14:tracePt t="7166" x="4357688" y="3322638"/>
          <p14:tracePt t="7186" x="4411663" y="3340100"/>
          <p14:tracePt t="7207" x="4456113" y="3367088"/>
          <p14:tracePt t="7229" x="4473575" y="3394075"/>
          <p14:tracePt t="7250" x="4491038" y="3411538"/>
          <p14:tracePt t="7270" x="4491038" y="3419475"/>
          <p14:tracePt t="7604" x="4527550" y="3419475"/>
          <p14:tracePt t="7610" x="4598988" y="3419475"/>
          <p14:tracePt t="7624" x="4724400" y="3419475"/>
          <p14:tracePt t="7644" x="4867275" y="3438525"/>
          <p14:tracePt t="7665" x="4965700" y="3455988"/>
          <p14:tracePt t="7686" x="5037138" y="3465513"/>
          <p14:tracePt t="7707" x="5099050" y="3473450"/>
          <p14:tracePt t="7728" x="5126038" y="3473450"/>
          <p14:tracePt t="7748" x="5133975" y="3473450"/>
          <p14:tracePt t="7770" x="5143500" y="3473450"/>
          <p14:tracePt t="7791" x="5170488" y="3473450"/>
        </p14:tracePtLst>
      </p14:laserTraceLst>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One tailed</a:t>
            </a:r>
          </a:p>
        </p:txBody>
      </p:sp>
      <p:sp>
        <p:nvSpPr>
          <p:cNvPr id="3" name="Content Placeholder 2"/>
          <p:cNvSpPr>
            <a:spLocks noGrp="1"/>
          </p:cNvSpPr>
          <p:nvPr>
            <p:ph idx="1"/>
          </p:nvPr>
        </p:nvSpPr>
        <p:spPr>
          <a:xfrm>
            <a:off x="1024128" y="2003659"/>
            <a:ext cx="9720071" cy="4459024"/>
          </a:xfrm>
        </p:spPr>
        <p:txBody>
          <a:bodyPr>
            <a:normAutofit/>
          </a:bodyPr>
          <a:lstStyle/>
          <a:p>
            <a:pPr>
              <a:lnSpc>
                <a:spcPct val="150000"/>
              </a:lnSpc>
              <a:buFont typeface="Wingdings" panose="05000000000000000000" pitchFamily="2" charset="2"/>
              <a:buChar char="v"/>
            </a:pPr>
            <a:r>
              <a:rPr lang="en-US" dirty="0"/>
              <a:t>When we perform a one-tailed test, the </a:t>
            </a:r>
            <a:r>
              <a:rPr lang="en-US" b="1" dirty="0">
                <a:solidFill>
                  <a:srgbClr val="0070C0"/>
                </a:solidFill>
              </a:rPr>
              <a:t>entire significance level</a:t>
            </a:r>
            <a:r>
              <a:rPr lang="en-US" dirty="0">
                <a:solidFill>
                  <a:srgbClr val="0070C0"/>
                </a:solidFill>
              </a:rPr>
              <a:t> </a:t>
            </a:r>
            <a:r>
              <a:rPr lang="en-US" dirty="0"/>
              <a:t>percentage goes into the </a:t>
            </a:r>
            <a:r>
              <a:rPr lang="en-US" b="1" dirty="0">
                <a:solidFill>
                  <a:srgbClr val="0070C0"/>
                </a:solidFill>
              </a:rPr>
              <a:t>extreme end </a:t>
            </a:r>
            <a:r>
              <a:rPr lang="en-US" dirty="0"/>
              <a:t>of one tail of the distribution</a:t>
            </a:r>
          </a:p>
        </p:txBody>
      </p:sp>
      <p:sp>
        <p:nvSpPr>
          <p:cNvPr id="4" name="Slide Number Placeholder 3"/>
          <p:cNvSpPr>
            <a:spLocks noGrp="1"/>
          </p:cNvSpPr>
          <p:nvPr>
            <p:ph type="sldNum" sz="quarter" idx="12"/>
          </p:nvPr>
        </p:nvSpPr>
        <p:spPr/>
        <p:txBody>
          <a:bodyPr/>
          <a:lstStyle/>
          <a:p>
            <a:fld id="{5AA13D58-D7BC-8747-9F0A-0DB9E6B3595A}" type="slidenum">
              <a:rPr lang="en-US" smtClean="0"/>
              <a:t>9</a:t>
            </a:fld>
            <a:endParaRPr lang="en-US"/>
          </a:p>
        </p:txBody>
      </p:sp>
      <p:pic>
        <p:nvPicPr>
          <p:cNvPr id="6" name="Picture 5"/>
          <p:cNvPicPr>
            <a:picLocks noChangeAspect="1"/>
          </p:cNvPicPr>
          <p:nvPr/>
        </p:nvPicPr>
        <p:blipFill>
          <a:blip r:embed="rId3"/>
          <a:stretch>
            <a:fillRect/>
          </a:stretch>
        </p:blipFill>
        <p:spPr>
          <a:xfrm>
            <a:off x="710230" y="3056021"/>
            <a:ext cx="5045194" cy="3414683"/>
          </a:xfrm>
          <a:prstGeom prst="rect">
            <a:avLst/>
          </a:prstGeom>
        </p:spPr>
      </p:pic>
      <p:pic>
        <p:nvPicPr>
          <p:cNvPr id="7" name="Picture 6"/>
          <p:cNvPicPr>
            <a:picLocks noChangeAspect="1"/>
          </p:cNvPicPr>
          <p:nvPr/>
        </p:nvPicPr>
        <p:blipFill>
          <a:blip r:embed="rId4"/>
          <a:stretch>
            <a:fillRect/>
          </a:stretch>
        </p:blipFill>
        <p:spPr>
          <a:xfrm>
            <a:off x="5755425" y="3064563"/>
            <a:ext cx="4946814" cy="3338024"/>
          </a:xfrm>
          <a:prstGeom prst="rect">
            <a:avLst/>
          </a:prstGeom>
        </p:spPr>
      </p:pic>
    </p:spTree>
    <p:extLst>
      <p:ext uri="{BB962C8B-B14F-4D97-AF65-F5344CB8AC3E}">
        <p14:creationId xmlns:p14="http://schemas.microsoft.com/office/powerpoint/2010/main" val="3445950150"/>
      </p:ext>
    </p:extLst>
  </p:cSld>
  <p:clrMapOvr>
    <a:masterClrMapping/>
  </p:clrMapOvr>
  <p:transition spd="slow" advTm="112673">
    <p:push dir="u"/>
  </p:transition>
  <p:timing>
    <p:tnLst>
      <p:par>
        <p:cTn id="1" dur="indefinite" restart="never" nodeType="tmRoot"/>
      </p:par>
    </p:tnLst>
  </p:timing>
  <p:extLst mod="1">
    <p:ext uri="{3A86A75C-4F4B-4683-9AE1-C65F6400EC91}">
      <p14:laserTraceLst xmlns:p14="http://schemas.microsoft.com/office/powerpoint/2010/main">
        <p14:tracePtLst>
          <p14:tracePt t="11126" x="812800" y="5054600"/>
          <p14:tracePt t="12798" x="919163" y="4867275"/>
          <p14:tracePt t="12830" x="1285875" y="4473575"/>
          <p14:tracePt t="12861" x="1446213" y="4322763"/>
          <p14:tracePt t="12891" x="1571625" y="4205288"/>
          <p14:tracePt t="12923" x="1687513" y="4089400"/>
          <p14:tracePt t="12956" x="1758950" y="4010025"/>
          <p14:tracePt t="12970" x="1776413" y="3983038"/>
          <p14:tracePt t="13001" x="1812925" y="3946525"/>
          <p14:tracePt t="13033" x="1901825" y="3894138"/>
          <p14:tracePt t="13064" x="2000250" y="3848100"/>
          <p14:tracePt t="13095" x="2081213" y="3795713"/>
          <p14:tracePt t="13126" x="2170113" y="3724275"/>
          <p14:tracePt t="13142" x="2205038" y="3697288"/>
          <p14:tracePt t="13173" x="2268538" y="3652838"/>
          <p14:tracePt t="13189" x="2268538" y="3643313"/>
          <p14:tracePt t="13752" x="2411413" y="3536950"/>
          <p14:tracePt t="13782" x="2660650" y="3411538"/>
          <p14:tracePt t="13814" x="2946400" y="3340100"/>
          <p14:tracePt t="13845" x="3143250" y="3295650"/>
          <p14:tracePt t="13876" x="3367088" y="3268663"/>
          <p14:tracePt t="13907" x="3429000" y="3259138"/>
          <p14:tracePt t="13939" x="3517900" y="3259138"/>
          <p14:tracePt t="13970" x="3625850" y="3259138"/>
          <p14:tracePt t="14001" x="3732213" y="3259138"/>
          <p14:tracePt t="14017" x="3751263" y="3259138"/>
          <p14:tracePt t="14048" x="3803650" y="3259138"/>
          <p14:tracePt t="14080" x="3867150" y="3259138"/>
          <p14:tracePt t="14111" x="3929063" y="3259138"/>
          <p14:tracePt t="14142" x="4000500" y="3251200"/>
          <p14:tracePt t="14173" x="4071938" y="3241675"/>
          <p14:tracePt t="14206" x="4125913" y="3214688"/>
          <p14:tracePt t="14219" x="4143375" y="3205163"/>
          <p14:tracePt t="14251" x="4170363" y="3187700"/>
          <p14:tracePt t="14282" x="4197350" y="3170238"/>
          <p14:tracePt t="14329" x="4205288" y="3170238"/>
          <p14:tracePt t="17596" x="4044950" y="3251200"/>
          <p14:tracePt t="17611" x="3965575" y="3295650"/>
          <p14:tracePt t="17642" x="3830638" y="3411538"/>
          <p14:tracePt t="17673" x="3705225" y="3554413"/>
          <p14:tracePt t="17704" x="3562350" y="3670300"/>
          <p14:tracePt t="17736" x="3446463" y="3768725"/>
          <p14:tracePt t="17751" x="3419475" y="3803650"/>
          <p14:tracePt t="17783" x="3375025" y="3875088"/>
          <p14:tracePt t="17814" x="3330575" y="3965575"/>
          <p14:tracePt t="17845" x="3322638" y="4027488"/>
          <p14:tracePt t="17877" x="3313113" y="4071938"/>
          <p14:tracePt t="17954" x="3330575" y="4098925"/>
          <p14:tracePt t="17986" x="3394075" y="4125913"/>
          <p14:tracePt t="18017" x="3544888" y="4152900"/>
          <p14:tracePt t="18033" x="3616325" y="4160838"/>
          <p14:tracePt t="18063" x="3697288" y="4187825"/>
          <p14:tracePt t="18095" x="3822700" y="4205288"/>
          <p14:tracePt t="18126" x="3938588" y="4205288"/>
          <p14:tracePt t="18144" x="3990975" y="4205288"/>
          <p14:tracePt t="18173" x="4054475" y="4187825"/>
          <p14:tracePt t="18204" x="4098925" y="4152900"/>
          <p14:tracePt t="18236" x="4133850" y="4125913"/>
          <p14:tracePt t="18267" x="4170363" y="4098925"/>
          <p14:tracePt t="18298" x="4224338" y="4054475"/>
          <p14:tracePt t="18345" x="4232275" y="4044950"/>
          <p14:tracePt t="18454" x="4232275" y="3983038"/>
          <p14:tracePt t="18486" x="4232275" y="3956050"/>
          <p14:tracePt t="18533" x="4232275" y="3911600"/>
          <p14:tracePt t="18564" x="4232275" y="3875088"/>
          <p14:tracePt t="18594" x="4232275" y="3848100"/>
          <p14:tracePt t="18627" x="4232275" y="3822700"/>
          <p14:tracePt t="18643" x="4224338" y="3776663"/>
          <p14:tracePt t="18673" x="4214813" y="3732213"/>
          <p14:tracePt t="18705" x="4205288" y="3687763"/>
          <p14:tracePt t="18720" x="4197350" y="3670300"/>
          <p14:tracePt t="18751" x="4170363" y="3589338"/>
          <p14:tracePt t="18782" x="4133850" y="3527425"/>
          <p14:tracePt t="18799" x="4133850" y="3509963"/>
          <p14:tracePt t="18829" x="4116388" y="3500438"/>
          <p14:tracePt t="18876" x="4116388" y="3490913"/>
          <p14:tracePt t="19017" x="4108450" y="3490913"/>
          <p14:tracePt t="21454" x="4089400" y="3455988"/>
          <p14:tracePt t="21486" x="4071938" y="3419475"/>
          <p14:tracePt t="21517" x="4062413" y="3411538"/>
          <p14:tracePt t="21564" x="4054475" y="3367088"/>
          <p14:tracePt t="21626" x="4054475" y="3357563"/>
          <p14:tracePt t="21643" x="4054475" y="3348038"/>
          <p14:tracePt t="21673" x="4054475" y="3340100"/>
          <p14:tracePt t="22314" x="4054475" y="3348038"/>
          <p14:tracePt t="22345" x="4044950" y="3357563"/>
          <p14:tracePt t="22393" x="4044950" y="3367088"/>
          <p14:tracePt t="22438" x="4037013" y="3367088"/>
          <p14:tracePt t="22563" x="4037013" y="3375025"/>
          <p14:tracePt t="22657" x="4037013" y="3384550"/>
          <p14:tracePt t="22830" x="4037013" y="3394075"/>
          <p14:tracePt t="23657" x="4027488" y="3394075"/>
          <p14:tracePt t="23689" x="4017963" y="3394075"/>
          <p14:tracePt t="23735" x="4010025" y="3394075"/>
          <p14:tracePt t="23782" x="3973513" y="3394075"/>
          <p14:tracePt t="23814" x="3965575" y="3394075"/>
          <p14:tracePt t="24361" x="3973513" y="3394075"/>
          <p14:tracePt t="24438" x="3983038" y="3394075"/>
          <p14:tracePt t="24486" x="3990975" y="3394075"/>
          <p14:tracePt t="24516" x="4010025" y="3394075"/>
          <p14:tracePt t="24548" x="4044950" y="3384550"/>
          <p14:tracePt t="24579" x="4089400" y="3375025"/>
          <p14:tracePt t="24611" x="4125913" y="3375025"/>
          <p14:tracePt t="24658" x="4170363" y="3367088"/>
          <p14:tracePt t="24689" x="4205288" y="3367088"/>
          <p14:tracePt t="24720" x="4241800" y="3357563"/>
          <p14:tracePt t="24766" x="4251325" y="3357563"/>
          <p14:tracePt t="24798" x="4276725" y="3357563"/>
          <p14:tracePt t="24830" x="4286250" y="3357563"/>
          <p14:tracePt t="24861" x="4303713" y="3357563"/>
          <p14:tracePt t="24892" x="4330700" y="3357563"/>
          <p14:tracePt t="24939" x="4348163" y="3357563"/>
          <p14:tracePt t="25033" x="4375150" y="3357563"/>
          <p14:tracePt t="25080" x="4384675" y="3357563"/>
          <p14:tracePt t="25111" x="4394200" y="3357563"/>
          <p14:tracePt t="25205" x="4411663" y="3367088"/>
          <p14:tracePt t="25236" x="4438650" y="3384550"/>
          <p14:tracePt t="25267" x="4456113" y="3384550"/>
          <p14:tracePt t="25330" x="4491038" y="3411538"/>
          <p14:tracePt t="25360" x="4518025" y="3465513"/>
          <p14:tracePt t="25392" x="4527550" y="3490913"/>
          <p14:tracePt t="25454" x="4554538" y="3554413"/>
          <p14:tracePt t="25486" x="4562475" y="3571875"/>
          <p14:tracePt t="26782" x="4572000" y="3536950"/>
          <p14:tracePt t="26814" x="4598988" y="3465513"/>
          <p14:tracePt t="26845" x="4625975" y="3411538"/>
          <p14:tracePt t="26876" x="4633913" y="3384550"/>
          <p14:tracePt t="26907" x="4670425" y="3357563"/>
          <p14:tracePt t="26938" x="4705350" y="3340100"/>
          <p14:tracePt t="26970" x="4741863" y="3313113"/>
          <p14:tracePt t="27001" x="4751388" y="3313113"/>
          <p14:tracePt t="27907" x="4724400" y="3286125"/>
          <p14:tracePt t="27939" x="4643438" y="3224213"/>
          <p14:tracePt t="27970" x="4616450" y="3187700"/>
          <p14:tracePt t="28001" x="4598988" y="3170238"/>
          <p14:tracePt t="28033" x="4589463" y="3152775"/>
          <p14:tracePt t="28064" x="4562475" y="3125788"/>
          <p14:tracePt t="28095" x="4545013" y="3116263"/>
          <p14:tracePt t="28142" x="4473575" y="3108325"/>
          <p14:tracePt t="28173" x="4375150" y="3098800"/>
          <p14:tracePt t="28205" x="4286250" y="3116263"/>
          <p14:tracePt t="28220" x="4276725" y="3125788"/>
          <p14:tracePt t="28251" x="4205288" y="3197225"/>
          <p14:tracePt t="28283" x="4152900" y="3286125"/>
          <p14:tracePt t="28298" x="4143375" y="3322638"/>
          <p14:tracePt t="28329" x="4133850" y="3375025"/>
          <p14:tracePt t="28360" x="4133850" y="3446463"/>
          <p14:tracePt t="28392" x="4160838" y="3482975"/>
          <p14:tracePt t="28423" x="4232275" y="3536950"/>
          <p14:tracePt t="28439" x="4259263" y="3544888"/>
          <p14:tracePt t="28470" x="4303713" y="3544888"/>
          <p14:tracePt t="28501" x="4375150" y="3544888"/>
          <p14:tracePt t="28532" x="4402138" y="3544888"/>
          <p14:tracePt t="28626" x="4429125" y="3527425"/>
          <p14:tracePt t="28643" x="4456113" y="3509963"/>
          <p14:tracePt t="28673" x="4465638" y="3509963"/>
          <p14:tracePt t="28704" x="4491038" y="3500438"/>
          <p14:tracePt t="28751" x="4491038" y="3490913"/>
          <p14:tracePt t="28814" x="4500563" y="3490913"/>
          <p14:tracePt t="28876" x="4518025" y="3482975"/>
          <p14:tracePt t="29001" x="4527550" y="3482975"/>
          <p14:tracePt t="29095" x="4562475" y="3455988"/>
          <p14:tracePt t="29126" x="4572000" y="3446463"/>
          <p14:tracePt t="29173" x="4608513" y="3438525"/>
          <p14:tracePt t="29204" x="4759325" y="3394075"/>
          <p14:tracePt t="29236" x="4813300" y="3384550"/>
          <p14:tracePt t="29267" x="4840288" y="3384550"/>
          <p14:tracePt t="29315" x="4875213" y="3357563"/>
          <p14:tracePt t="29329" x="4884738" y="3357563"/>
          <p14:tracePt t="30282" x="4884738" y="3367088"/>
          <p14:tracePt t="30689" x="4938713" y="3357563"/>
          <p14:tracePt t="30719" x="4991100" y="3330575"/>
          <p14:tracePt t="30798" x="5000625" y="3313113"/>
          <p14:tracePt t="30845" x="4919663" y="3143250"/>
          <p14:tracePt t="30860" x="4857750" y="3089275"/>
          <p14:tracePt t="30892" x="4741863" y="3027363"/>
          <p14:tracePt t="30923" x="4625975" y="2990850"/>
          <p14:tracePt t="30955" x="4491038" y="2990850"/>
          <p14:tracePt t="30986" x="4276725" y="3044825"/>
          <p14:tracePt t="31017" x="4125913" y="3098800"/>
          <p14:tracePt t="31048" x="4037013" y="3187700"/>
          <p14:tracePt t="31079" x="3848100" y="3357563"/>
          <p14:tracePt t="31111" x="3768725" y="3446463"/>
          <p14:tracePt t="31142" x="3714750" y="3554413"/>
          <p14:tracePt t="31173" x="3687763" y="3732213"/>
          <p14:tracePt t="31204" x="3652838" y="3919538"/>
          <p14:tracePt t="31236" x="3660775" y="4017963"/>
          <p14:tracePt t="31267" x="3741738" y="4197350"/>
          <p14:tracePt t="31298" x="3857625" y="4313238"/>
          <p14:tracePt t="31330" x="4081463" y="4419600"/>
          <p14:tracePt t="31345" x="4205288" y="4438650"/>
          <p14:tracePt t="31376" x="4483100" y="4491038"/>
          <p14:tracePt t="31407" x="4670425" y="4491038"/>
          <p14:tracePt t="31439" x="4759325" y="4465638"/>
          <p14:tracePt t="31470" x="4867275" y="4340225"/>
          <p14:tracePt t="31486" x="4894263" y="4276725"/>
          <p14:tracePt t="31517" x="4938713" y="4152900"/>
          <p14:tracePt t="31548" x="4946650" y="4054475"/>
          <p14:tracePt t="31580" x="4929188" y="3965575"/>
          <p14:tracePt t="31611" x="4848225" y="3848100"/>
          <p14:tracePt t="31627" x="4822825" y="3822700"/>
          <p14:tracePt t="31642" x="4786313" y="3795713"/>
          <p14:tracePt t="31674" x="4724400" y="3768725"/>
          <p14:tracePt t="31689" x="4714875" y="3768725"/>
          <p14:tracePt t="31720" x="4705350" y="3768725"/>
          <p14:tracePt t="32704" x="4714875" y="3867150"/>
          <p14:tracePt t="32736" x="4759325" y="4037013"/>
          <p14:tracePt t="32751" x="4786313" y="4143375"/>
          <p14:tracePt t="32784" x="4857750" y="4411663"/>
          <p14:tracePt t="32798" x="4894263" y="4537075"/>
          <p14:tracePt t="32829" x="4965700" y="4741863"/>
          <p14:tracePt t="32861" x="5027613" y="4929188"/>
          <p14:tracePt t="32892" x="5054600" y="5081588"/>
          <p14:tracePt t="32923" x="5054600" y="5160963"/>
          <p14:tracePt t="32954" x="5054600" y="5187950"/>
          <p14:tracePt t="34548" x="5037138" y="5187950"/>
          <p14:tracePt t="34579" x="4973638" y="5197475"/>
          <p14:tracePt t="34611" x="4894263" y="5205413"/>
          <p14:tracePt t="34643" x="4857750" y="5205413"/>
          <p14:tracePt t="34673" x="4822825" y="5214938"/>
          <p14:tracePt t="34705" x="4741863" y="5224463"/>
          <p14:tracePt t="34736" x="4589463" y="5241925"/>
          <p14:tracePt t="34766" x="4491038" y="5259388"/>
          <p14:tracePt t="34799" x="4402138" y="5295900"/>
          <p14:tracePt t="34829" x="4322763" y="5322888"/>
          <p14:tracePt t="34862" x="4224338" y="5402263"/>
          <p14:tracePt t="34877" x="4179888" y="5446713"/>
          <p14:tracePt t="34908" x="4108450" y="5518150"/>
          <p14:tracePt t="34939" x="4062413" y="5589588"/>
          <p14:tracePt t="34954" x="4044950" y="5616575"/>
          <p14:tracePt t="34985" x="4027488" y="5688013"/>
          <p14:tracePt t="35017" x="4027488" y="5786438"/>
          <p14:tracePt t="35048" x="4037013" y="5867400"/>
          <p14:tracePt t="35079" x="4071938" y="5946775"/>
          <p14:tracePt t="35095" x="4098925" y="5983288"/>
          <p14:tracePt t="35126" x="4187825" y="6037263"/>
          <p14:tracePt t="35142" x="4276725" y="6072188"/>
          <p14:tracePt t="35157" x="4330700" y="6081713"/>
          <p14:tracePt t="35188" x="4419600" y="6099175"/>
          <p14:tracePt t="35220" x="4527550" y="6099175"/>
          <p14:tracePt t="35251" x="4660900" y="6089650"/>
          <p14:tracePt t="35283" x="4867275" y="6027738"/>
          <p14:tracePt t="35298" x="4911725" y="6018213"/>
          <p14:tracePt t="35329" x="5010150" y="5991225"/>
          <p14:tracePt t="35360" x="5160963" y="5929313"/>
          <p14:tracePt t="35392" x="5241925" y="5875338"/>
          <p14:tracePt t="35423" x="5268913" y="5848350"/>
          <p14:tracePt t="35454" x="5276850" y="5830888"/>
          <p14:tracePt t="35487" x="5286375" y="5653088"/>
          <p14:tracePt t="35501" x="5286375" y="5599113"/>
          <p14:tracePt t="35532" x="5286375" y="5537200"/>
          <p14:tracePt t="35564" x="5251450" y="5456238"/>
          <p14:tracePt t="35579" x="5214938" y="5402263"/>
          <p14:tracePt t="35610" x="5160963" y="5313363"/>
          <p14:tracePt t="35642" x="5081588" y="5251450"/>
          <p14:tracePt t="35673" x="4991100" y="5232400"/>
          <p14:tracePt t="35705" x="4894263" y="5224463"/>
          <p14:tracePt t="35736" x="4803775" y="5251450"/>
          <p14:tracePt t="35767" x="4751388" y="5276850"/>
          <p14:tracePt t="35798" x="4732338" y="5295900"/>
          <p14:tracePt t="35829" x="4697413" y="5330825"/>
          <p14:tracePt t="35860" x="4660900" y="5375275"/>
          <p14:tracePt t="35892" x="4652963" y="5394325"/>
          <p14:tracePt t="35923" x="4616450" y="5446713"/>
          <p14:tracePt t="35955" x="4572000" y="5527675"/>
          <p14:tracePt t="35985" x="4562475" y="5554663"/>
          <p14:tracePt t="36767" x="4446588" y="5518150"/>
          <p14:tracePt t="36797" x="4394200" y="5500688"/>
          <p14:tracePt t="36830" x="4340225" y="5491163"/>
          <p14:tracePt t="36861" x="4259263" y="5491163"/>
          <p14:tracePt t="36891" x="4152900" y="5537200"/>
          <p14:tracePt t="36923" x="4089400" y="5581650"/>
          <p14:tracePt t="36954" x="3938588" y="5732463"/>
          <p14:tracePt t="36985" x="3822700" y="5894388"/>
          <p14:tracePt t="37017" x="3776663" y="6089650"/>
          <p14:tracePt t="37048" x="3786188" y="6242050"/>
          <p14:tracePt t="37079" x="3840163" y="6330950"/>
          <p14:tracePt t="37111" x="3983038" y="6438900"/>
          <p14:tracePt t="37142" x="4108450" y="6510338"/>
          <p14:tracePt t="37173" x="4276725" y="6581775"/>
          <p14:tracePt t="37204" x="4473575" y="6608763"/>
          <p14:tracePt t="37236" x="4670425" y="6589713"/>
          <p14:tracePt t="37267" x="4803775" y="6537325"/>
          <p14:tracePt t="37298" x="4965700" y="6429375"/>
          <p14:tracePt t="37314" x="5027613" y="6394450"/>
          <p14:tracePt t="37348" x="5108575" y="6313488"/>
          <p14:tracePt t="37377" x="5143500" y="6242050"/>
          <p14:tracePt t="37408" x="5180013" y="6134100"/>
          <p14:tracePt t="37439" x="5197475" y="6027738"/>
          <p14:tracePt t="37470" x="5205413" y="5965825"/>
          <p14:tracePt t="37501" x="5214938" y="5894388"/>
          <p14:tracePt t="37517" x="5214938" y="5848350"/>
          <p14:tracePt t="37548" x="5205413" y="5786438"/>
          <p14:tracePt t="37580" x="5170488" y="5688013"/>
          <p14:tracePt t="37611" x="5116513" y="5599113"/>
          <p14:tracePt t="37642" x="5062538" y="5545138"/>
          <p14:tracePt t="37673" x="5027613" y="5527675"/>
          <p14:tracePt t="37705" x="4973638" y="5510213"/>
          <p14:tracePt t="37735" x="4919663" y="5491163"/>
          <p14:tracePt t="37783" x="4894263" y="5491163"/>
          <p14:tracePt t="37813" x="4822825" y="5473700"/>
          <p14:tracePt t="37846" x="4759325" y="5465763"/>
          <p14:tracePt t="37860" x="4741863" y="5465763"/>
          <p14:tracePt t="37892" x="4660900" y="5465763"/>
          <p14:tracePt t="37923" x="4518025" y="5483225"/>
          <p14:tracePt t="37954" x="4411663" y="5510213"/>
          <p14:tracePt t="37986" x="4313238" y="5554663"/>
          <p14:tracePt t="38017" x="4214813" y="5589588"/>
          <p14:tracePt t="38048" x="4116388" y="5616575"/>
          <p14:tracePt t="38080" x="4044950" y="5653088"/>
          <p14:tracePt t="38111" x="4027488" y="5670550"/>
          <p14:tracePt t="38142" x="3990975" y="5715000"/>
          <p14:tracePt t="38173" x="3965575" y="5776913"/>
          <p14:tracePt t="38204" x="3911600" y="5919788"/>
          <p14:tracePt t="38236" x="3902075" y="6010275"/>
          <p14:tracePt t="38267" x="3911600" y="6134100"/>
          <p14:tracePt t="38298" x="3983038" y="6286500"/>
          <p14:tracePt t="38330" x="4027488" y="6375400"/>
          <p14:tracePt t="38345" x="4062413" y="6402388"/>
          <p14:tracePt t="38376" x="4179888" y="6446838"/>
          <p14:tracePt t="38408" x="4384675" y="6483350"/>
          <p14:tracePt t="38438" x="4527550" y="6483350"/>
          <p14:tracePt t="38470" x="4751388" y="6446838"/>
          <p14:tracePt t="38485" x="4830763" y="6411913"/>
          <p14:tracePt t="38518" x="4902200" y="6375400"/>
          <p14:tracePt t="38548" x="5027613" y="6330950"/>
          <p14:tracePt t="38579" x="5126038" y="6276975"/>
          <p14:tracePt t="38611" x="5205413" y="6242050"/>
          <p14:tracePt t="38626" x="5224463" y="6224588"/>
          <p14:tracePt t="38643" x="5241925" y="6205538"/>
          <p14:tracePt t="38674" x="5276850" y="6180138"/>
          <p14:tracePt t="38704" x="5303838" y="6134100"/>
          <p14:tracePt t="38751" x="5313363" y="6126163"/>
          <p14:tracePt t="38798" x="5313363" y="6108700"/>
          <p14:tracePt t="38845" x="5313363" y="6089650"/>
          <p14:tracePt t="38876" x="5340350" y="5938838"/>
          <p14:tracePt t="38907" x="5340350" y="5803900"/>
          <p14:tracePt t="38939" x="5330825" y="5786438"/>
          <p14:tracePt t="38970" x="5303838" y="5732463"/>
          <p14:tracePt t="39001" x="5276850" y="5688013"/>
          <p14:tracePt t="39033" x="5241925" y="5670550"/>
          <p14:tracePt t="39064" x="5187950" y="5634038"/>
          <p14:tracePt t="39094" x="5126038" y="5599113"/>
          <p14:tracePt t="39126" x="5089525" y="5572125"/>
          <p14:tracePt t="39142" x="5081588" y="5572125"/>
          <p14:tracePt t="39189" x="5027613" y="5554663"/>
          <p14:tracePt t="39220" x="4965700" y="5537200"/>
          <p14:tracePt t="39251" x="4946650" y="5527675"/>
          <p14:tracePt t="39282" x="4938713" y="5518150"/>
          <p14:tracePt t="39314" x="4884738" y="5510213"/>
          <p14:tracePt t="39345" x="4822825" y="5491163"/>
          <p14:tracePt t="39376" x="4751388" y="5491163"/>
          <p14:tracePt t="39392" x="4705350" y="5491163"/>
          <p14:tracePt t="39423" x="4608513" y="5510213"/>
          <p14:tracePt t="39455" x="4562475" y="5527675"/>
          <p14:tracePt t="39502" x="4491038" y="5562600"/>
          <p14:tracePt t="39532" x="4375150" y="5599113"/>
          <p14:tracePt t="39564" x="4303713" y="5634038"/>
          <p14:tracePt t="39611" x="4276725" y="5643563"/>
          <p14:tracePt t="39642" x="4214813" y="5705475"/>
          <p14:tracePt t="39673" x="4170363" y="5751513"/>
          <p14:tracePt t="39704" x="4152900" y="5795963"/>
          <p14:tracePt t="39737" x="4143375" y="5813425"/>
          <p14:tracePt t="39767" x="4143375" y="5902325"/>
          <p14:tracePt t="39798" x="4133850" y="5991225"/>
          <p14:tracePt t="39830" x="4133850" y="6072188"/>
          <p14:tracePt t="39860" x="4143375" y="6153150"/>
          <p14:tracePt t="39894" x="4179888" y="6224588"/>
          <p14:tracePt t="39924" x="4268788" y="6286500"/>
          <p14:tracePt t="39955" x="4384675" y="6296025"/>
          <p14:tracePt t="39986" x="4537075" y="6303963"/>
          <p14:tracePt t="40017" x="4670425" y="6286500"/>
          <p14:tracePt t="40048" x="4768850" y="6269038"/>
          <p14:tracePt t="40080" x="4946650" y="6232525"/>
          <p14:tracePt t="40111" x="5018088" y="6197600"/>
          <p14:tracePt t="40143" x="5054600" y="6180138"/>
          <p14:tracePt t="40173" x="5072063" y="6161088"/>
          <p14:tracePt t="40205" x="5143500" y="6099175"/>
          <p14:tracePt t="40220" x="5153025" y="6099175"/>
          <p14:tracePt t="40251" x="5153025" y="6089650"/>
          <p14:tracePt t="40283" x="5153025" y="6072188"/>
          <p14:tracePt t="40314" x="5180013" y="6037263"/>
          <p14:tracePt t="40345" x="5303838" y="5875338"/>
          <p14:tracePt t="40361" x="5303838" y="5857875"/>
          <p14:tracePt t="40407" x="5303838" y="5848350"/>
          <p14:tracePt t="40439" x="5303838" y="5776913"/>
          <p14:tracePt t="40470" x="5286375" y="5715000"/>
          <p14:tracePt t="40501" x="5276850" y="5697538"/>
          <p14:tracePt t="40533" x="5214938" y="5634038"/>
          <p14:tracePt t="40564" x="5170488" y="5599113"/>
          <p14:tracePt t="40595" x="5143500" y="5589588"/>
          <p14:tracePt t="40657" x="5108575" y="5562600"/>
          <p14:tracePt t="40689" x="5089525" y="5562600"/>
          <p14:tracePt t="40736" x="5054600" y="5537200"/>
          <p14:tracePt t="40766" x="5018088" y="5510213"/>
          <p14:tracePt t="40799" x="4965700" y="5483225"/>
          <p14:tracePt t="40830" x="4902200" y="5473700"/>
          <p14:tracePt t="40860" x="4848225" y="5465763"/>
          <p14:tracePt t="40892" x="4795838" y="5456238"/>
          <p14:tracePt t="40923" x="4776788" y="5456238"/>
          <p14:tracePt t="40970" x="4759325" y="5446713"/>
          <p14:tracePt t="41001" x="4705350" y="5446713"/>
          <p14:tracePt t="41032" x="4670425" y="5446713"/>
          <p14:tracePt t="41064" x="4652963" y="5446713"/>
          <p14:tracePt t="41094" x="4625975" y="5446713"/>
          <p14:tracePt t="41126" x="4483100" y="5465763"/>
          <p14:tracePt t="41143" x="4438650" y="5473700"/>
          <p14:tracePt t="41173" x="4384675" y="5491163"/>
          <p14:tracePt t="41219" x="4330700" y="5527675"/>
          <p14:tracePt t="41251" x="4224338" y="5589588"/>
          <p14:tracePt t="41282" x="4179888" y="5616575"/>
          <p14:tracePt t="41314" x="4116388" y="5661025"/>
          <p14:tracePt t="41329" x="4089400" y="5688013"/>
          <p14:tracePt t="41360" x="4071938" y="5715000"/>
          <p14:tracePt t="41392" x="4010025" y="5803900"/>
          <p14:tracePt t="41423" x="4010025" y="5813425"/>
          <p14:tracePt t="41454" x="3983038" y="5938838"/>
          <p14:tracePt t="41470" x="3983038" y="5973763"/>
          <p14:tracePt t="41501" x="3990975" y="6037263"/>
          <p14:tracePt t="41532" x="4017963" y="6108700"/>
          <p14:tracePt t="41564" x="4071938" y="6161088"/>
          <p14:tracePt t="41595" x="4179888" y="6205538"/>
          <p14:tracePt t="41626" x="4268788" y="6232525"/>
          <p14:tracePt t="41645" x="4322763" y="6242050"/>
          <p14:tracePt t="41673" x="4367213" y="6259513"/>
          <p14:tracePt t="41704" x="4465638" y="6259513"/>
          <p14:tracePt t="41735" x="4598988" y="6269038"/>
          <p14:tracePt t="41767" x="4697413" y="6269038"/>
          <p14:tracePt t="41798" x="4768850" y="6269038"/>
          <p14:tracePt t="41814" x="4786313" y="6259513"/>
          <p14:tracePt t="41845" x="4848225" y="6251575"/>
          <p14:tracePt t="41876" x="4938713" y="6232525"/>
          <p14:tracePt t="41908" x="4965700" y="6215063"/>
          <p14:tracePt t="41939" x="5010150" y="6197600"/>
          <p14:tracePt t="41970" x="5045075" y="6170613"/>
          <p14:tracePt t="42002" x="5062538" y="6143625"/>
          <p14:tracePt t="42016" x="5072063" y="6143625"/>
          <p14:tracePt t="42094" x="5081588" y="6143625"/>
          <p14:tracePt t="42148" x="5081588" y="6126163"/>
          <p14:tracePt t="42189" x="5081588" y="6099175"/>
          <p14:tracePt t="42221" x="5081588" y="6072188"/>
          <p14:tracePt t="42253" x="5081588" y="5894388"/>
          <p14:tracePt t="42282" x="5072063" y="5759450"/>
          <p14:tracePt t="42314" x="5045075" y="5680075"/>
          <p14:tracePt t="42344" x="5027613" y="5626100"/>
          <p14:tracePt t="42377" x="5000625" y="5589588"/>
          <p14:tracePt t="42408" x="4983163" y="5554663"/>
          <p14:tracePt t="42439" x="4946650" y="5510213"/>
          <p14:tracePt t="42470" x="4919663" y="5473700"/>
          <p14:tracePt t="42501" x="4884738" y="5438775"/>
          <p14:tracePt t="42532" x="4840288" y="5411788"/>
          <p14:tracePt t="42564" x="4786313" y="5394325"/>
          <p14:tracePt t="42595" x="4741863" y="5394325"/>
          <p14:tracePt t="42626" x="4714875" y="5394325"/>
          <p14:tracePt t="42644" x="4705350" y="5394325"/>
          <p14:tracePt t="42689" x="4670425" y="5394325"/>
          <p14:tracePt t="42720" x="4643438" y="5394325"/>
          <p14:tracePt t="42767" x="4616450" y="5394325"/>
          <p14:tracePt t="42798" x="4545013" y="5394325"/>
          <p14:tracePt t="42830" x="4537075" y="5394325"/>
          <p14:tracePt t="42860" x="4510088" y="5394325"/>
          <p14:tracePt t="42892" x="4473575" y="5402263"/>
          <p14:tracePt t="42923" x="4446588" y="5411788"/>
          <p14:tracePt t="42955" x="4419600" y="5429250"/>
          <p14:tracePt t="42986" x="4402138" y="5438775"/>
          <p14:tracePt t="43017" x="4348163" y="5483225"/>
          <p14:tracePt t="43048" x="4286250" y="5537200"/>
          <p14:tracePt t="43079" x="4251325" y="5554663"/>
          <p14:tracePt t="43111" x="4241800" y="5572125"/>
          <p14:tracePt t="43127" x="4205288" y="5599113"/>
          <p14:tracePt t="43144" x="4179888" y="5616575"/>
          <p14:tracePt t="43174" x="4160838" y="5634038"/>
          <p14:tracePt t="43204" x="4125913" y="5688013"/>
          <p14:tracePt t="43236" x="4108450" y="5724525"/>
          <p14:tracePt t="43267" x="4108450" y="5803900"/>
          <p14:tracePt t="43298" x="4116388" y="5902325"/>
          <p14:tracePt t="43330" x="4125913" y="5956300"/>
          <p14:tracePt t="43360" x="4133850" y="6000750"/>
          <p14:tracePt t="43392" x="4152900" y="6037263"/>
          <p14:tracePt t="43423" x="4170363" y="6072188"/>
          <p14:tracePt t="43455" x="4205288" y="6108700"/>
          <p14:tracePt t="43470" x="4224338" y="6126163"/>
          <p14:tracePt t="43501" x="4268788" y="6170613"/>
          <p14:tracePt t="43533" x="4340225" y="6205538"/>
          <p14:tracePt t="43564" x="4367213" y="6215063"/>
          <p14:tracePt t="43595" x="4438650" y="6232525"/>
          <p14:tracePt t="43611" x="4491038" y="6242050"/>
          <p14:tracePt t="43645" x="4616450" y="6242050"/>
          <p14:tracePt t="43673" x="4732338" y="6215063"/>
          <p14:tracePt t="43704" x="4867275" y="6170613"/>
          <p14:tracePt t="43736" x="5054600" y="6089650"/>
          <p14:tracePt t="43752" x="5108575" y="6062663"/>
          <p14:tracePt t="43783" x="5160963" y="6027738"/>
          <p14:tracePt t="43813" x="5197475" y="5983288"/>
          <p14:tracePt t="43844" x="5214938" y="5965825"/>
          <p14:tracePt t="43876" x="5214938" y="5956300"/>
          <p14:tracePt t="43907" x="5214938" y="5946775"/>
          <p14:tracePt t="43955" x="5214938" y="5938838"/>
          <p14:tracePt t="43986" x="5214938" y="5929313"/>
          <p14:tracePt t="44017" x="5232400" y="5822950"/>
          <p14:tracePt t="44048" x="5259388" y="5634038"/>
          <p14:tracePt t="44080" x="5259388" y="5616575"/>
          <p14:tracePt t="44095" x="5259388" y="5599113"/>
          <p14:tracePt t="44126" x="5224463" y="5518150"/>
          <p14:tracePt t="44145" x="5205413" y="5491163"/>
          <p14:tracePt t="44173" x="5187950" y="5446713"/>
          <p14:tracePt t="44204" x="5153025" y="5394325"/>
          <p14:tracePt t="44235" x="5089525" y="5340350"/>
          <p14:tracePt t="44268" x="5045075" y="5295900"/>
          <p14:tracePt t="44298" x="4956175" y="5268913"/>
          <p14:tracePt t="44329" x="4884738" y="5251450"/>
          <p14:tracePt t="44361" x="4768850" y="5241925"/>
          <p14:tracePt t="44396" x="4687888" y="5232400"/>
          <p14:tracePt t="44407" x="4670425" y="5232400"/>
          <p14:tracePt t="44438" x="4562475" y="5232400"/>
          <p14:tracePt t="44470" x="4491038" y="5232400"/>
          <p14:tracePt t="44503" x="4446588" y="5241925"/>
          <p14:tracePt t="44532" x="4394200" y="5276850"/>
          <p14:tracePt t="44565" x="4276725" y="5340350"/>
          <p14:tracePt t="44595" x="4224338" y="5375275"/>
          <p14:tracePt t="44626" x="4214813" y="5384800"/>
          <p14:tracePt t="44644" x="4170363" y="5438775"/>
          <p14:tracePt t="44673" x="4125913" y="5491163"/>
          <p14:tracePt t="44705" x="4089400" y="5554663"/>
          <p14:tracePt t="44736" x="4089400" y="5572125"/>
          <p14:tracePt t="44768" x="4071938" y="5661025"/>
          <p14:tracePt t="44783" x="4062413" y="5697538"/>
          <p14:tracePt t="44814" x="4054475" y="5751513"/>
          <p14:tracePt t="44845" x="4054475" y="5795963"/>
          <p14:tracePt t="44875" x="4062413" y="5840413"/>
          <p14:tracePt t="44909" x="4081463" y="5884863"/>
          <p14:tracePt t="44923" x="4089400" y="5894388"/>
          <p14:tracePt t="44954" x="4098925" y="5911850"/>
          <p14:tracePt t="44986" x="4133850" y="5929313"/>
          <p14:tracePt t="45017" x="4179888" y="5956300"/>
          <p14:tracePt t="45049" x="4259263" y="5991225"/>
          <p14:tracePt t="45064" x="4286250" y="6000750"/>
          <p14:tracePt t="45095" x="4357688" y="6018213"/>
          <p14:tracePt t="45126" x="4411663" y="6027738"/>
          <p14:tracePt t="45144" x="4429125" y="6027738"/>
          <p14:tracePt t="45173" x="4465638" y="6037263"/>
          <p14:tracePt t="45205" x="4554538" y="6037263"/>
          <p14:tracePt t="45236" x="4625975" y="6037263"/>
          <p14:tracePt t="45267" x="4759325" y="6027738"/>
          <p14:tracePt t="45298" x="4830763" y="6000750"/>
          <p14:tracePt t="45330" x="4867275" y="5983288"/>
          <p14:tracePt t="45360" x="4875213" y="5983288"/>
          <p14:tracePt t="45393" x="4884738" y="5965825"/>
          <p14:tracePt t="45439" x="4884738" y="5946775"/>
          <p14:tracePt t="45470" x="4884738" y="5929313"/>
          <p14:tracePt t="45502" x="4884738" y="5919788"/>
          <p14:tracePt t="45532" x="4875213" y="5867400"/>
          <p14:tracePt t="45565" x="4867275" y="5840413"/>
          <p14:tracePt t="45595" x="4867275" y="5822950"/>
          <p14:tracePt t="45626" x="4867275" y="5813425"/>
          <p14:tracePt t="45645" x="4867275" y="5803900"/>
          <p14:tracePt t="45736" x="4867275" y="5795963"/>
          <p14:tracePt t="45845" x="5018088" y="5518150"/>
          <p14:tracePt t="45877" x="5045075" y="5483225"/>
          <p14:tracePt t="45939" x="5081588" y="5473700"/>
          <p14:tracePt t="45970" x="5187950" y="5429250"/>
          <p14:tracePt t="46001" x="5232400" y="5429250"/>
          <p14:tracePt t="46032" x="5276850" y="5429250"/>
          <p14:tracePt t="46063" x="5330825" y="5438775"/>
          <p14:tracePt t="46096" x="5384800" y="5456238"/>
          <p14:tracePt t="46127" x="5402263" y="5465763"/>
          <p14:tracePt t="46235" x="5402263" y="5473700"/>
          <p14:tracePt t="46313" x="5402263" y="5483225"/>
          <p14:tracePt t="46720" x="5822950" y="5634038"/>
          <p14:tracePt t="46751" x="6215063" y="5732463"/>
          <p14:tracePt t="46782" x="6813550" y="5867400"/>
          <p14:tracePt t="46798" x="7027863" y="5894388"/>
          <p14:tracePt t="46830" x="7473950" y="5929313"/>
          <p14:tracePt t="46860" x="8027988" y="5946775"/>
          <p14:tracePt t="46893" x="8385175" y="5946775"/>
          <p14:tracePt t="46923" x="8609013" y="5938838"/>
          <p14:tracePt t="46954" x="8751888" y="5894388"/>
          <p14:tracePt t="46985" x="8858250" y="5857875"/>
          <p14:tracePt t="47017" x="8956675" y="5768975"/>
          <p14:tracePt t="47048" x="9037638" y="5661025"/>
          <p14:tracePt t="47080" x="9109075" y="5518150"/>
          <p14:tracePt t="47111" x="9161463" y="5384800"/>
          <p14:tracePt t="47142" x="9188450" y="5224463"/>
          <p14:tracePt t="47173" x="9188450" y="5126038"/>
          <p14:tracePt t="47205" x="9153525" y="5010150"/>
          <p14:tracePt t="47239" x="9126538" y="4884738"/>
          <p14:tracePt t="47251" x="9099550" y="4822825"/>
          <p14:tracePt t="47283" x="8991600" y="4633913"/>
          <p14:tracePt t="47314" x="8848725" y="4465638"/>
          <p14:tracePt t="47344" x="8715375" y="4340225"/>
          <p14:tracePt t="47378" x="8609013" y="4268788"/>
          <p14:tracePt t="47407" x="8429625" y="4205288"/>
          <p14:tracePt t="47438" x="8277225" y="4187825"/>
          <p14:tracePt t="47470" x="8062913" y="4179888"/>
          <p14:tracePt t="47485" x="7947025" y="4197350"/>
          <p14:tracePt t="47517" x="7670800" y="4251325"/>
          <p14:tracePt t="47548" x="7510463" y="4322763"/>
          <p14:tracePt t="47579" x="7419975" y="4384675"/>
          <p14:tracePt t="47611" x="7323138" y="4491038"/>
          <p14:tracePt t="47642" x="7232650" y="4625975"/>
          <p14:tracePt t="47673" x="7116763" y="4813300"/>
          <p14:tracePt t="47705" x="7027863" y="5062538"/>
          <p14:tracePt t="47736" x="7018338" y="5187950"/>
          <p14:tracePt t="47766" x="7018338" y="5411788"/>
          <p14:tracePt t="47799" x="7045325" y="5589588"/>
          <p14:tracePt t="47829" x="7116763" y="5705475"/>
          <p14:tracePt t="47861" x="7224713" y="5822950"/>
          <p14:tracePt t="47892" x="7473950" y="5973763"/>
          <p14:tracePt t="47908" x="7545388" y="6000750"/>
          <p14:tracePt t="47942" x="7697788" y="6062663"/>
          <p14:tracePt t="47970" x="7947025" y="6089650"/>
          <p14:tracePt t="48001" x="8108950" y="6081713"/>
          <p14:tracePt t="48033" x="8251825" y="6062663"/>
          <p14:tracePt t="48063" x="8375650" y="6045200"/>
          <p14:tracePt t="48096" x="8483600" y="6000750"/>
          <p14:tracePt t="48110" x="8510588" y="5983288"/>
          <p14:tracePt t="48142" x="8555038" y="5946775"/>
          <p14:tracePt t="48173" x="8599488" y="5911850"/>
          <p14:tracePt t="48204" x="8653463" y="5867400"/>
          <p14:tracePt t="48236" x="8705850" y="5795963"/>
          <p14:tracePt t="48267" x="8742363" y="5732463"/>
          <p14:tracePt t="48298" x="8769350" y="5670550"/>
          <p14:tracePt t="48330" x="8786813" y="5616575"/>
          <p14:tracePt t="48361" x="8786813" y="5545138"/>
          <p14:tracePt t="48391" x="8777288" y="5473700"/>
          <p14:tracePt t="48423" x="8751888" y="5411788"/>
          <p14:tracePt t="48455" x="8688388" y="5303838"/>
          <p14:tracePt t="48486" x="8589963" y="5232400"/>
          <p14:tracePt t="48517" x="8510588" y="5160963"/>
          <p14:tracePt t="48533" x="8491538" y="5133975"/>
          <p14:tracePt t="48564" x="8439150" y="5089525"/>
          <p14:tracePt t="48595" x="8313738" y="5037138"/>
          <p14:tracePt t="48627" x="8232775" y="5027613"/>
          <p14:tracePt t="48642" x="8188325" y="5018088"/>
          <p14:tracePt t="48673" x="8081963" y="5018088"/>
          <p14:tracePt t="48705" x="7956550" y="5000625"/>
          <p14:tracePt t="48735" x="7840663" y="5000625"/>
          <p14:tracePt t="48767" x="7751763" y="5010150"/>
          <p14:tracePt t="48798" x="7643813" y="5037138"/>
          <p14:tracePt t="48830" x="7510463" y="5072063"/>
          <p14:tracePt t="48861" x="7358063" y="5116513"/>
          <p14:tracePt t="48892" x="7277100" y="5126038"/>
          <p14:tracePt t="48924" x="7215188" y="5153025"/>
          <p14:tracePt t="48939" x="7205663" y="5160963"/>
          <p14:tracePt t="48985" x="7170738" y="5180013"/>
          <p14:tracePt t="49017" x="7081838" y="5241925"/>
          <p14:tracePt t="49063" x="7072313" y="5241925"/>
          <p14:tracePt t="49094" x="7018338" y="5286375"/>
          <p14:tracePt t="49126" x="6919913" y="5340350"/>
          <p14:tracePt t="49143" x="6919913" y="5348288"/>
          <p14:tracePt t="49205" x="6894513" y="5375275"/>
          <p14:tracePt t="49220" x="6831013" y="5456238"/>
          <p14:tracePt t="49251" x="6786563" y="5500688"/>
          <p14:tracePt t="49282" x="6786563" y="5518150"/>
          <p14:tracePt t="49345" x="6732588" y="5661025"/>
          <p14:tracePt t="49361" x="6715125" y="5715000"/>
          <p14:tracePt t="49392" x="6697663" y="5803900"/>
          <p14:tracePt t="49423" x="6705600" y="5875338"/>
          <p14:tracePt t="49455" x="6742113" y="5965825"/>
          <p14:tracePt t="49486" x="6840538" y="6062663"/>
          <p14:tracePt t="49517" x="6973888" y="6126163"/>
          <p14:tracePt t="49548" x="7126288" y="6153150"/>
          <p14:tracePt t="49579" x="7323138" y="6153150"/>
          <p14:tracePt t="49611" x="7491413" y="6153150"/>
          <p14:tracePt t="49642" x="7688263" y="6134100"/>
          <p14:tracePt t="49673" x="7759700" y="6116638"/>
          <p14:tracePt t="49704" x="7858125" y="6089650"/>
          <p14:tracePt t="49737" x="7966075" y="6045200"/>
          <p14:tracePt t="49768" x="8072438" y="5983288"/>
          <p14:tracePt t="49798" x="8099425" y="5973763"/>
          <p14:tracePt t="49830" x="8108950" y="5965825"/>
          <p14:tracePt t="49861" x="8143875" y="5919788"/>
          <p14:tracePt t="49892" x="8180388" y="5875338"/>
          <p14:tracePt t="49923" x="8180388" y="5857875"/>
          <p14:tracePt t="49971" x="8180388" y="5840413"/>
          <p14:tracePt t="50032" x="8205788" y="5751513"/>
          <p14:tracePt t="50064" x="8232775" y="5616575"/>
          <p14:tracePt t="50095" x="8232775" y="5562600"/>
          <p14:tracePt t="50126" x="8180388" y="5438775"/>
          <p14:tracePt t="50143" x="8161338" y="5419725"/>
          <p14:tracePt t="50173" x="8126413" y="5375275"/>
          <p14:tracePt t="50189" x="8099425" y="5357813"/>
          <p14:tracePt t="50220" x="8037513" y="5313363"/>
          <p14:tracePt t="50252" x="7947025" y="5268913"/>
          <p14:tracePt t="50282" x="7894638" y="5241925"/>
          <p14:tracePt t="50314" x="7813675" y="5205413"/>
          <p14:tracePt t="50330" x="7777163" y="5197475"/>
          <p14:tracePt t="50361" x="7705725" y="5187950"/>
          <p14:tracePt t="50392" x="7572375" y="5205413"/>
          <p14:tracePt t="50424" x="7446963" y="5232400"/>
          <p14:tracePt t="50455" x="7348538" y="5251450"/>
          <p14:tracePt t="50470" x="7304088" y="5259388"/>
          <p14:tracePt t="50501" x="7232650" y="5276850"/>
          <p14:tracePt t="50532" x="7108825" y="5303838"/>
          <p14:tracePt t="50563" x="7027863" y="5330825"/>
          <p14:tracePt t="50594" x="6991350" y="5330825"/>
          <p14:tracePt t="50626" x="6938963" y="5357813"/>
          <p14:tracePt t="50658" x="6911975" y="5367338"/>
          <p14:tracePt t="50705" x="6848475" y="5402263"/>
          <p14:tracePt t="50736" x="6804025" y="5438775"/>
          <p14:tracePt t="50767" x="6804025" y="5446713"/>
          <p14:tracePt t="50799" x="6715125" y="5599113"/>
          <p14:tracePt t="50814" x="6688138" y="5653088"/>
          <p14:tracePt t="50844" x="6680200" y="5724525"/>
          <p14:tracePt t="50876" x="6643688" y="5813425"/>
          <p14:tracePt t="50908" x="6643688" y="5830888"/>
          <p14:tracePt t="50955" x="6643688" y="5938838"/>
          <p14:tracePt t="50985" x="6653213" y="6027738"/>
          <p14:tracePt t="51017" x="6680200" y="6089650"/>
          <p14:tracePt t="51049" x="6705600" y="6126163"/>
          <p14:tracePt t="51079" x="6796088" y="6170613"/>
          <p14:tracePt t="51095" x="6840538" y="6180138"/>
          <p14:tracePt t="51126" x="6911975" y="6215063"/>
          <p14:tracePt t="51143" x="6938963" y="6224588"/>
          <p14:tracePt t="51173" x="6991350" y="6232525"/>
          <p14:tracePt t="51204" x="7072313" y="6232525"/>
          <p14:tracePt t="51235" x="7170738" y="6224588"/>
          <p14:tracePt t="51268" x="7224713" y="6205538"/>
          <p14:tracePt t="51298" x="7304088" y="6161088"/>
          <p14:tracePt t="51329" x="7375525" y="6116638"/>
          <p14:tracePt t="51362" x="7439025" y="6072188"/>
          <p14:tracePt t="51392" x="7473950" y="6045200"/>
          <p14:tracePt t="51423" x="7483475" y="6037263"/>
          <p14:tracePt t="51455" x="7483475" y="6027738"/>
          <p14:tracePt t="51486" x="7527925" y="5956300"/>
          <p14:tracePt t="51517" x="7643813" y="5776913"/>
          <p14:tracePt t="51548" x="7653338" y="5759450"/>
          <p14:tracePt t="51595" x="7653338" y="5751513"/>
          <p14:tracePt t="51626" x="7653338" y="5741988"/>
          <p14:tracePt t="51642" x="7653338" y="5724525"/>
          <p14:tracePt t="51673" x="7616825" y="5643563"/>
          <p14:tracePt t="51705" x="7616825" y="5608638"/>
          <p14:tracePt t="51752" x="7589838" y="5545138"/>
          <p14:tracePt t="51782" x="7554913" y="5473700"/>
          <p14:tracePt t="51814" x="7537450" y="5446713"/>
          <p14:tracePt t="51845" x="7510463" y="5419725"/>
          <p14:tracePt t="51876" x="7483475" y="5411788"/>
          <p14:tracePt t="51908" x="7456488" y="5384800"/>
          <p14:tracePt t="51924" x="7446963" y="5384800"/>
          <p14:tracePt t="51954" x="7439025" y="5375275"/>
          <p14:tracePt t="51986" x="7429500" y="5375275"/>
          <p14:tracePt t="52112" x="7394575" y="5357813"/>
          <p14:tracePt t="52127" x="7385050" y="5357813"/>
          <p14:tracePt t="52143" x="7375525" y="5357813"/>
          <p14:tracePt t="52205" x="7277100" y="5330825"/>
          <p14:tracePt t="52235" x="7180263" y="5313363"/>
          <p14:tracePt t="52267" x="7108825" y="5313363"/>
          <p14:tracePt t="52298" x="7054850" y="5313363"/>
          <p14:tracePt t="52329" x="6946900" y="5313363"/>
          <p14:tracePt t="52361" x="6813550" y="5348288"/>
          <p14:tracePt t="52392" x="6705600" y="5402263"/>
          <p14:tracePt t="52408" x="6670675" y="5429250"/>
          <p14:tracePt t="52438" x="6572250" y="5510213"/>
          <p14:tracePt t="52470" x="6419850" y="5670550"/>
          <p14:tracePt t="52502" x="6340475" y="5776913"/>
          <p14:tracePt t="52533" x="6259513" y="5884863"/>
          <p14:tracePt t="52564" x="6232525" y="5946775"/>
          <p14:tracePt t="52595" x="6205538" y="6045200"/>
          <p14:tracePt t="52611" x="6205538" y="6081713"/>
          <p14:tracePt t="52642" x="6224588" y="6161088"/>
          <p14:tracePt t="52677" x="6269038" y="6232525"/>
          <p14:tracePt t="52705" x="6340475" y="6276975"/>
          <p14:tracePt t="52736" x="6510338" y="6323013"/>
          <p14:tracePt t="52752" x="6581775" y="6323013"/>
          <p14:tracePt t="52782" x="6732588" y="6323013"/>
          <p14:tracePt t="52814" x="6973888" y="6303963"/>
          <p14:tracePt t="52845" x="7099300" y="6276975"/>
          <p14:tracePt t="52877" x="7259638" y="6251575"/>
          <p14:tracePt t="52908" x="7331075" y="6232525"/>
          <p14:tracePt t="52939" x="7375525" y="6215063"/>
          <p14:tracePt t="52970" x="7385050" y="6205538"/>
          <p14:tracePt t="53018" x="7466013" y="6116638"/>
          <p14:tracePt t="53033" x="7518400" y="6062663"/>
          <p14:tracePt t="53064" x="7537450" y="6037263"/>
          <p14:tracePt t="53111" x="7545388" y="6027738"/>
          <p14:tracePt t="53143" x="7653338" y="5884863"/>
          <p14:tracePt t="53144" x="7670800" y="5867400"/>
          <p14:tracePt t="53173" x="7705725" y="5830888"/>
          <p14:tracePt t="53221" x="7705725" y="5822950"/>
          <p14:tracePt t="53267" x="7705725" y="5813425"/>
          <p14:tracePt t="53298" x="7715250" y="5643563"/>
          <p14:tracePt t="53329" x="7705725" y="5599113"/>
          <p14:tracePt t="53361" x="7680325" y="5510213"/>
          <p14:tracePt t="53391" x="7634288" y="5438775"/>
          <p14:tracePt t="53424" x="7581900" y="5394325"/>
          <p14:tracePt t="53439" x="7562850" y="5384800"/>
          <p14:tracePt t="53469" x="7500938" y="5357813"/>
          <p14:tracePt t="53501" x="7429500" y="5303838"/>
          <p14:tracePt t="53533" x="7358063" y="5268913"/>
          <p14:tracePt t="53563" x="7242175" y="5259388"/>
          <p14:tracePt t="53595" x="7054850" y="5276850"/>
          <p14:tracePt t="53626" x="6902450" y="5322888"/>
          <p14:tracePt t="53643" x="6804025" y="5367338"/>
          <p14:tracePt t="53673" x="6724650" y="5411788"/>
          <p14:tracePt t="53704" x="6661150" y="5465763"/>
          <p14:tracePt t="53736" x="6589713" y="5562600"/>
          <p14:tracePt t="53768" x="6572250" y="5697538"/>
          <p14:tracePt t="53783" x="6562725" y="5803900"/>
          <p14:tracePt t="53798" x="6572250" y="5840413"/>
          <p14:tracePt t="53829" x="6589713" y="5894388"/>
          <p14:tracePt t="53861" x="6626225" y="5973763"/>
          <p14:tracePt t="53892" x="6661150" y="6045200"/>
          <p14:tracePt t="53923" x="6680200" y="6089650"/>
          <p14:tracePt t="53970" x="6688138" y="6099175"/>
          <p14:tracePt t="54001" x="6688138" y="6108700"/>
          <p14:tracePt t="54095" x="6697663" y="6108700"/>
          <p14:tracePt t="60376" x="6456363" y="6018213"/>
          <p14:tracePt t="60392" x="6340475" y="5991225"/>
          <p14:tracePt t="60423" x="6197600" y="5929313"/>
          <p14:tracePt t="60454" x="6000750" y="5848350"/>
          <p14:tracePt t="60486" x="5813425" y="5751513"/>
          <p14:tracePt t="60517" x="5697538" y="5661025"/>
          <p14:tracePt t="60548" x="5634038" y="5626100"/>
          <p14:tracePt t="60580" x="5537200" y="5599113"/>
          <p14:tracePt t="60595" x="5491163" y="5589588"/>
          <p14:tracePt t="60627" x="5394325" y="5581650"/>
          <p14:tracePt t="60644" x="5313363" y="5581650"/>
          <p14:tracePt t="60672" x="5197475" y="5581650"/>
          <p14:tracePt t="60704" x="5108575" y="5599113"/>
          <p14:tracePt t="60736" x="5072063" y="5599113"/>
          <p14:tracePt t="61376" x="5062538" y="5599113"/>
          <p14:tracePt t="61408" x="5045075" y="5599113"/>
          <p14:tracePt t="61423" x="4983163" y="5572125"/>
          <p14:tracePt t="61455" x="4929188" y="5572125"/>
          <p14:tracePt t="61486" x="4911725" y="5572125"/>
          <p14:tracePt t="61517" x="4902200" y="5572125"/>
          <p14:tracePt t="61564" x="4894263" y="5562600"/>
          <p14:tracePt t="61939" x="4884738" y="5562600"/>
          <p14:tracePt t="61986" x="4803775" y="5581650"/>
          <p14:tracePt t="62019" x="4786313" y="5589588"/>
          <p14:tracePt t="62064" x="4768850" y="5589588"/>
          <p14:tracePt t="62095" x="4705350" y="5626100"/>
          <p14:tracePt t="62126" x="4697413" y="5634038"/>
          <p14:tracePt t="62173" x="4687888" y="5643563"/>
          <p14:tracePt t="62204" x="4598988" y="5680075"/>
          <p14:tracePt t="62236" x="4598988" y="5688013"/>
          <p14:tracePt t="62283" x="4589463" y="5688013"/>
          <p14:tracePt t="74345" x="4483100" y="5688013"/>
          <p14:tracePt t="74377" x="4419600" y="5688013"/>
          <p14:tracePt t="74392" x="4394200" y="5688013"/>
          <p14:tracePt t="74423" x="4322763" y="5680075"/>
          <p14:tracePt t="74455" x="4187825" y="5653088"/>
          <p14:tracePt t="74485" x="4081463" y="5626100"/>
          <p14:tracePt t="74517" x="3973513" y="5554663"/>
          <p14:tracePt t="74532" x="3929063" y="5500688"/>
          <p14:tracePt t="74564" x="3848100" y="5367338"/>
          <p14:tracePt t="74595" x="3670300" y="5224463"/>
          <p14:tracePt t="74626" x="3527425" y="5160963"/>
          <p14:tracePt t="74642" x="3429000" y="5133975"/>
          <p14:tracePt t="74673" x="3152775" y="5099050"/>
          <p14:tracePt t="74704" x="2946400" y="5062538"/>
          <p14:tracePt t="74736" x="2741613" y="5054600"/>
          <p14:tracePt t="74767" x="2571750" y="5099050"/>
          <p14:tracePt t="74798" x="2357438" y="5180013"/>
          <p14:tracePt t="74830" x="2205038" y="5251450"/>
          <p14:tracePt t="74861" x="2036763" y="5375275"/>
          <p14:tracePt t="74876" x="1973263" y="5446713"/>
          <p14:tracePt t="74908" x="1866900" y="5572125"/>
          <p14:tracePt t="74939" x="1803400" y="5643563"/>
          <p14:tracePt t="74970" x="1785938" y="5715000"/>
          <p14:tracePt t="75002" x="1776413" y="5848350"/>
          <p14:tracePt t="75032" x="1822450" y="5938838"/>
          <p14:tracePt t="75065" x="1884363" y="6027738"/>
          <p14:tracePt t="75080" x="1919288" y="6045200"/>
          <p14:tracePt t="75110" x="1990725" y="6089650"/>
          <p14:tracePt t="75142" x="2108200" y="6126163"/>
          <p14:tracePt t="75173" x="2232025" y="6134100"/>
          <p14:tracePt t="75205" x="2384425" y="6108700"/>
          <p14:tracePt t="75220" x="2446338" y="6089650"/>
          <p14:tracePt t="75251" x="2527300" y="6054725"/>
          <p14:tracePt t="75282" x="2562225" y="6037263"/>
          <p14:tracePt t="75313" x="2608263" y="5973763"/>
          <p14:tracePt t="75345" x="2705100" y="5813425"/>
          <p14:tracePt t="75361" x="2714625" y="5768975"/>
          <p14:tracePt t="75391" x="2697163" y="5715000"/>
          <p14:tracePt t="75423" x="2670175" y="5688013"/>
          <p14:tracePt t="76392" x="2643188" y="5562600"/>
          <p14:tracePt t="76423" x="2598738" y="5500688"/>
          <p14:tracePt t="76455" x="2527300" y="5429250"/>
          <p14:tracePt t="76470" x="2490788" y="5394325"/>
          <p14:tracePt t="76504" x="2446338" y="5357813"/>
          <p14:tracePt t="76548" x="2428875" y="5357813"/>
          <p14:tracePt t="76579" x="2357438" y="5419725"/>
          <p14:tracePt t="76610" x="2268538" y="5518150"/>
          <p14:tracePt t="76643" x="2259013" y="5616575"/>
          <p14:tracePt t="76673" x="2312988" y="5768975"/>
          <p14:tracePt t="76704" x="2411413" y="5894388"/>
          <p14:tracePt t="76736" x="2625725" y="5991225"/>
          <p14:tracePt t="76767" x="2867025" y="6000750"/>
          <p14:tracePt t="76798" x="3009900" y="5991225"/>
          <p14:tracePt t="76813" x="3071813" y="5983288"/>
          <p14:tracePt t="76845" x="3170238" y="5973763"/>
          <p14:tracePt t="76876" x="3197225" y="5965825"/>
          <p14:tracePt t="77204" x="3527425" y="5884863"/>
          <p14:tracePt t="77236" x="4170363" y="5626100"/>
          <p14:tracePt t="77267" x="4483100" y="5465763"/>
          <p14:tracePt t="77298" x="4776788" y="5286375"/>
          <p14:tracePt t="77330" x="4875213" y="5170488"/>
          <p14:tracePt t="77361" x="4973638" y="5000625"/>
          <p14:tracePt t="77392" x="5018088" y="4840288"/>
          <p14:tracePt t="77423" x="4983163" y="4697413"/>
          <p14:tracePt t="77454" x="4938713" y="4625975"/>
          <p14:tracePt t="77735" x="4776788" y="4375150"/>
          <p14:tracePt t="77768" x="4554538" y="4054475"/>
          <p14:tracePt t="77782" x="4500563" y="3911600"/>
          <p14:tracePt t="77814" x="4394200" y="3670300"/>
          <p14:tracePt t="77845" x="4241800" y="3455988"/>
          <p14:tracePt t="77876" x="4133850" y="3330575"/>
          <p14:tracePt t="77908" x="4044950" y="3251200"/>
          <p14:tracePt t="77923" x="4010025" y="3224213"/>
          <p14:tracePt t="77954" x="3938588" y="3187700"/>
          <p14:tracePt t="77985" x="3813175" y="3170238"/>
          <p14:tracePt t="78017" x="3697288" y="3170238"/>
          <p14:tracePt t="78049" x="3616325" y="3170238"/>
          <p14:tracePt t="78063" x="3581400" y="3187700"/>
          <p14:tracePt t="78095" x="3473450" y="3205163"/>
          <p14:tracePt t="78126" x="3286125" y="3295650"/>
          <p14:tracePt t="78143" x="3214688" y="3340100"/>
          <p14:tracePt t="78173" x="3098800" y="3438525"/>
          <p14:tracePt t="78205" x="2982913" y="3544888"/>
          <p14:tracePt t="78235" x="2919413" y="3608388"/>
          <p14:tracePt t="78267" x="2830513" y="3751263"/>
          <p14:tracePt t="78299" x="2786063" y="3867150"/>
          <p14:tracePt t="78330" x="2732088" y="4000500"/>
          <p14:tracePt t="78360" x="2705100" y="4108450"/>
          <p14:tracePt t="78392" x="2705100" y="4259263"/>
          <p14:tracePt t="78423" x="2732088" y="4348163"/>
          <p14:tracePt t="78454" x="2786063" y="4429125"/>
          <p14:tracePt t="78486" x="3009900" y="4491038"/>
          <p14:tracePt t="78517" x="3322638" y="4483100"/>
          <p14:tracePt t="78548" x="3643313" y="4419600"/>
          <p14:tracePt t="78580" x="3776663" y="4357688"/>
          <p14:tracePt t="78611" x="3929063" y="4268788"/>
          <p14:tracePt t="78642" x="4098925" y="4179888"/>
          <p14:tracePt t="78674" x="4197350" y="4098925"/>
          <p14:tracePt t="78720" x="4205288" y="4089400"/>
          <p14:tracePt t="78767" x="4214813" y="3965575"/>
          <p14:tracePt t="78798" x="4232275" y="3776663"/>
          <p14:tracePt t="78831" x="4232275" y="3705225"/>
          <p14:tracePt t="78861" x="4232275" y="3687763"/>
          <p14:tracePt t="78892" x="4187825" y="3581400"/>
          <p14:tracePt t="78923" x="4160838" y="3517900"/>
          <p14:tracePt t="78954" x="4125913" y="3473450"/>
          <p14:tracePt t="78970" x="4098925" y="3455988"/>
          <p14:tracePt t="79001" x="4037013" y="3411538"/>
          <p14:tracePt t="79033" x="3965575" y="3384550"/>
          <p14:tracePt t="79064" x="3919538" y="3367088"/>
          <p14:tracePt t="79095" x="3884613" y="3367088"/>
          <p14:tracePt t="79126" x="3840163" y="3367088"/>
          <p14:tracePt t="79145" x="3751263" y="3394075"/>
          <p14:tracePt t="79173" x="3581400" y="3473450"/>
          <p14:tracePt t="79204" x="3455988" y="3544888"/>
          <p14:tracePt t="79235" x="3322638" y="3633788"/>
          <p14:tracePt t="79267" x="3214688" y="3705225"/>
          <p14:tracePt t="79298" x="3116263" y="3813175"/>
          <p14:tracePt t="79329" x="3081338" y="3875088"/>
          <p14:tracePt t="79361" x="3044825" y="3983038"/>
          <p14:tracePt t="79395" x="3036888" y="4037013"/>
          <p14:tracePt t="79423" x="3036888" y="4116388"/>
          <p14:tracePt t="79455" x="3116263" y="4251325"/>
          <p14:tracePt t="79485" x="3214688" y="4340225"/>
          <p14:tracePt t="79517" x="3446463" y="4402138"/>
          <p14:tracePt t="79548" x="3705225" y="4419600"/>
          <p14:tracePt t="79579" x="4010025" y="4394200"/>
          <p14:tracePt t="79610" x="4187825" y="4348163"/>
          <p14:tracePt t="79642" x="4322763" y="4303713"/>
          <p14:tracePt t="79674" x="4367213" y="4276725"/>
          <p14:tracePt t="79704" x="4375150" y="4268788"/>
          <p14:tracePt t="79735" x="4367213" y="4197350"/>
          <p14:tracePt t="79768" x="4286250" y="4010025"/>
          <p14:tracePt t="79798" x="4187825" y="3929063"/>
          <p14:tracePt t="79829" x="4152900" y="3929063"/>
          <p14:tracePt t="79860" x="4089400" y="3919538"/>
          <p14:tracePt t="79892" x="4037013" y="3929063"/>
          <p14:tracePt t="79923" x="3911600" y="3973513"/>
          <p14:tracePt t="79954" x="3822700" y="4037013"/>
          <p14:tracePt t="79986" x="3759200" y="4125913"/>
          <p14:tracePt t="80001" x="3741738" y="4170363"/>
          <p14:tracePt t="80033" x="3751263" y="4268788"/>
          <p14:tracePt t="80070" x="3803650" y="4419600"/>
          <p14:tracePt t="80094" x="3840163" y="4491038"/>
          <p14:tracePt t="80127" x="3929063" y="4751388"/>
          <p14:tracePt t="80144" x="3983038" y="4867275"/>
          <p14:tracePt t="80174" x="4037013" y="5027613"/>
          <p14:tracePt t="80204" x="4062413" y="5143500"/>
          <p14:tracePt t="80235" x="4081463" y="5224463"/>
          <p14:tracePt t="80267" x="4116388" y="5259388"/>
          <p14:tracePt t="80282" x="4125913" y="5259388"/>
          <p14:tracePt t="80657" x="4098925" y="5259388"/>
          <p14:tracePt t="80688" x="3894138" y="5384800"/>
          <p14:tracePt t="80720" x="3768725" y="5518150"/>
          <p14:tracePt t="80751" x="3643313" y="5795963"/>
          <p14:tracePt t="80767" x="3625850" y="5911850"/>
          <p14:tracePt t="80802" x="3598863" y="6037263"/>
          <p14:tracePt t="80813" x="3598863" y="6099175"/>
          <p14:tracePt t="80845" x="3643313" y="6303963"/>
          <p14:tracePt t="80876" x="3705225" y="6411913"/>
          <p14:tracePt t="80908" x="3786188" y="6491288"/>
          <p14:tracePt t="80939" x="3875088" y="6537325"/>
          <p14:tracePt t="80970" x="4108450" y="6599238"/>
          <p14:tracePt t="81002" x="4259263" y="6599238"/>
          <p14:tracePt t="81032" x="4625975" y="6554788"/>
          <p14:tracePt t="81064" x="4830763" y="6500813"/>
          <p14:tracePt t="81095" x="5072063" y="6446838"/>
          <p14:tracePt t="81126" x="5197475" y="6411913"/>
          <p14:tracePt t="81144" x="5224463" y="6394450"/>
          <p14:tracePt t="81158" x="5241925" y="6375400"/>
          <p14:tracePt t="81189" x="5276850" y="6323013"/>
          <p14:tracePt t="81220" x="5313363" y="6269038"/>
          <p14:tracePt t="81251" x="5348288" y="6180138"/>
          <p14:tracePt t="81282" x="5367338" y="6116638"/>
          <p14:tracePt t="81313" x="5394325" y="6045200"/>
          <p14:tracePt t="81345" x="5402263" y="5983288"/>
          <p14:tracePt t="81376" x="5402263" y="5884863"/>
          <p14:tracePt t="81407" x="5384800" y="5795963"/>
          <p14:tracePt t="81439" x="5348288" y="5697538"/>
          <p14:tracePt t="81470" x="5313363" y="5634038"/>
          <p14:tracePt t="81502" x="5268913" y="5589588"/>
          <p14:tracePt t="81517" x="5232400" y="5537200"/>
          <p14:tracePt t="81548" x="5180013" y="5465763"/>
          <p14:tracePt t="81579" x="5108575" y="5394325"/>
          <p14:tracePt t="81595" x="5072063" y="5375275"/>
          <p14:tracePt t="81626" x="5010150" y="5330825"/>
          <p14:tracePt t="81644" x="4946650" y="5303838"/>
          <p14:tracePt t="81673" x="4884738" y="5276850"/>
          <p14:tracePt t="81704" x="4803775" y="5259388"/>
          <p14:tracePt t="81736" x="4697413" y="5251450"/>
          <p14:tracePt t="81767" x="4633913" y="5241925"/>
          <p14:tracePt t="81798" x="4554538" y="5241925"/>
          <p14:tracePt t="81830" x="4527550" y="5241925"/>
          <p14:tracePt t="81862" x="4456113" y="5259388"/>
          <p14:tracePt t="81891" x="4357688" y="5286375"/>
          <p14:tracePt t="81923" x="4259263" y="5322888"/>
          <p14:tracePt t="81955" x="4143375" y="5375275"/>
          <p14:tracePt t="81986" x="4071938" y="5419725"/>
          <p14:tracePt t="82002" x="4037013" y="5465763"/>
          <p14:tracePt t="82032" x="3990975" y="5527675"/>
          <p14:tracePt t="82064" x="3946525" y="5608638"/>
          <p14:tracePt t="82080" x="3938588" y="5626100"/>
          <p14:tracePt t="82112" x="3919538" y="5661025"/>
          <p14:tracePt t="82142" x="3902075" y="5715000"/>
          <p14:tracePt t="82172" x="3894138" y="5768975"/>
          <p14:tracePt t="82205" x="3894138" y="5884863"/>
          <p14:tracePt t="82236" x="3919538" y="5965825"/>
          <p14:tracePt t="82267" x="3973513" y="6027738"/>
          <p14:tracePt t="82283" x="4000500" y="6054725"/>
          <p14:tracePt t="82314" x="4081463" y="6108700"/>
          <p14:tracePt t="82345" x="4170363" y="6161088"/>
          <p14:tracePt t="82376" x="4259263" y="6188075"/>
          <p14:tracePt t="82408" x="4384675" y="6224588"/>
          <p14:tracePt t="82423" x="4429125" y="6232525"/>
          <p14:tracePt t="82454" x="4483100" y="6242050"/>
          <p14:tracePt t="82486" x="4545013" y="6251575"/>
          <p14:tracePt t="82517" x="4643438" y="6259513"/>
          <p14:tracePt t="82548" x="4768850" y="6251575"/>
          <p14:tracePt t="82564" x="4822825" y="6232525"/>
          <p14:tracePt t="82595" x="4894263" y="6215063"/>
          <p14:tracePt t="82626" x="4991100" y="6188075"/>
          <p14:tracePt t="82642" x="5037138" y="6170613"/>
          <p14:tracePt t="82673" x="5108575" y="6153150"/>
          <p14:tracePt t="82705" x="5205413" y="6108700"/>
          <p14:tracePt t="82736" x="5241925" y="6072188"/>
          <p14:tracePt t="82766" x="5276850" y="6018213"/>
          <p14:tracePt t="82798" x="5313363" y="5973763"/>
          <p14:tracePt t="82830" x="5340350" y="5938838"/>
          <p14:tracePt t="82861" x="5340350" y="5919788"/>
          <p14:tracePt t="82892" x="5340350" y="5840413"/>
          <p14:tracePt t="82923" x="5303838" y="5653088"/>
          <p14:tracePt t="82955" x="5276850" y="5608638"/>
          <p14:tracePt t="82985" x="5205413" y="5518150"/>
          <p14:tracePt t="83017" x="5143500" y="5446713"/>
          <p14:tracePt t="83048" x="5054600" y="5411788"/>
          <p14:tracePt t="83079" x="4991100" y="5375275"/>
          <p14:tracePt t="83110" x="4911725" y="5340350"/>
          <p14:tracePt t="83142" x="4840288" y="5313363"/>
          <p14:tracePt t="83173" x="4705350" y="5286375"/>
          <p14:tracePt t="83188" x="4652963" y="5286375"/>
          <p14:tracePt t="83220" x="4562475" y="5268913"/>
          <p14:tracePt t="83252" x="4473575" y="5268913"/>
          <p14:tracePt t="83283" x="4330700" y="5303838"/>
          <p14:tracePt t="83314" x="4205288" y="5330825"/>
          <p14:tracePt t="83330" x="4160838" y="5348288"/>
          <p14:tracePt t="83361" x="4062413" y="5394325"/>
          <p14:tracePt t="83391" x="3956050" y="5456238"/>
          <p14:tracePt t="83423" x="3894138" y="5500688"/>
          <p14:tracePt t="83455" x="3822700" y="5589588"/>
          <p14:tracePt t="83485" x="3776663" y="5634038"/>
          <p14:tracePt t="83518" x="3759200" y="5697538"/>
          <p14:tracePt t="83532" x="3759200" y="5732463"/>
          <p14:tracePt t="83564" x="3759200" y="5795963"/>
          <p14:tracePt t="83595" x="3822700" y="5938838"/>
          <p14:tracePt t="83626" x="3894138" y="6037263"/>
          <p14:tracePt t="83642" x="3938588" y="6072188"/>
          <p14:tracePt t="83673" x="4108450" y="6153150"/>
          <p14:tracePt t="83706" x="4241800" y="6180138"/>
          <p14:tracePt t="83736" x="4419600" y="6188075"/>
          <p14:tracePt t="83767" x="4500563" y="6188075"/>
          <p14:tracePt t="83798" x="4589463" y="6188075"/>
          <p14:tracePt t="83813" x="4643438" y="6188075"/>
          <p14:tracePt t="83845" x="4751388" y="6170613"/>
          <p14:tracePt t="83876" x="4894263" y="6134100"/>
          <p14:tracePt t="83907" x="4973638" y="6108700"/>
          <p14:tracePt t="83939" x="5010150" y="6089650"/>
          <p14:tracePt t="83986" x="5018088" y="6089650"/>
          <p14:tracePt t="84017" x="5018088" y="6081713"/>
          <p14:tracePt t="84064" x="5018088" y="6062663"/>
          <p14:tracePt t="84095" x="5054600" y="5759450"/>
          <p14:tracePt t="84126" x="5062538" y="5670550"/>
          <p14:tracePt t="84144" x="5062538" y="5653088"/>
          <p14:tracePt t="84189" x="5018088" y="5589588"/>
          <p14:tracePt t="84220" x="4973638" y="5518150"/>
          <p14:tracePt t="84236" x="4965700" y="5500688"/>
          <p14:tracePt t="84267" x="4946650" y="5473700"/>
          <p14:tracePt t="84298" x="4902200" y="5429250"/>
          <p14:tracePt t="84329" x="4867275" y="5394325"/>
          <p14:tracePt t="84360" x="4786313" y="5357813"/>
          <p14:tracePt t="84392" x="4705350" y="5330825"/>
          <p14:tracePt t="84423" x="4625975" y="5313363"/>
          <p14:tracePt t="84439" x="4608513" y="5303838"/>
          <p14:tracePt t="84469" x="4572000" y="5303838"/>
          <p14:tracePt t="84501" x="4473575" y="5303838"/>
          <p14:tracePt t="84533" x="4394200" y="5322888"/>
          <p14:tracePt t="84564" x="4295775" y="5340350"/>
          <p14:tracePt t="84594" x="4224338" y="5357813"/>
          <p14:tracePt t="84626" x="4160838" y="5384800"/>
          <p14:tracePt t="84642" x="4108450" y="5411788"/>
          <p14:tracePt t="84672" x="4027488" y="5465763"/>
          <p14:tracePt t="84704" x="3965575" y="5527675"/>
          <p14:tracePt t="84735" x="3956050" y="5537200"/>
          <p14:tracePt t="84783" x="3911600" y="5589588"/>
          <p14:tracePt t="84814" x="3884613" y="5616575"/>
          <p14:tracePt t="84876" x="3884613" y="5626100"/>
          <p14:tracePt t="84908" x="3884613" y="5661025"/>
          <p14:tracePt t="84923" x="3875088" y="5697538"/>
          <p14:tracePt t="84972" x="3875088" y="5705475"/>
          <p14:tracePt t="85017" x="3875088" y="5776913"/>
          <p14:tracePt t="85049" x="3894138" y="5884863"/>
          <p14:tracePt t="85064" x="3911600" y="5919788"/>
          <p14:tracePt t="85095" x="3929063" y="5965825"/>
          <p14:tracePt t="85126" x="3973513" y="6018213"/>
          <p14:tracePt t="85144" x="4000500" y="6045200"/>
          <p14:tracePt t="85173" x="4062413" y="6108700"/>
          <p14:tracePt t="85204" x="4170363" y="6161088"/>
          <p14:tracePt t="85236" x="4286250" y="6197600"/>
          <p14:tracePt t="85267" x="4491038" y="6215063"/>
          <p14:tracePt t="85298" x="4616450" y="6205538"/>
          <p14:tracePt t="85329" x="4830763" y="6153150"/>
          <p14:tracePt t="85346" x="4946650" y="6126163"/>
          <p14:tracePt t="85376" x="5081588" y="6089650"/>
          <p14:tracePt t="85408" x="5170488" y="6045200"/>
          <p14:tracePt t="85439" x="5241925" y="6010275"/>
          <p14:tracePt t="85470" x="5303838" y="5983288"/>
          <p14:tracePt t="85485" x="5313363" y="5973763"/>
          <p14:tracePt t="85516" x="5313363" y="5965825"/>
          <p14:tracePt t="85548" x="5313363" y="5875338"/>
          <p14:tracePt t="85579" x="5276850" y="5661025"/>
          <p14:tracePt t="85611" x="5232400" y="5562600"/>
          <p14:tracePt t="85642" x="5197475" y="5518150"/>
          <p14:tracePt t="85674" x="5133975" y="5465763"/>
          <p14:tracePt t="85689" x="5116513" y="5446713"/>
          <p14:tracePt t="85720" x="5062538" y="5411788"/>
          <p14:tracePt t="85751" x="4956175" y="5375275"/>
          <p14:tracePt t="85782" x="4867275" y="5340350"/>
          <p14:tracePt t="85814" x="4768850" y="5313363"/>
          <p14:tracePt t="85830" x="4751388" y="5303838"/>
          <p14:tracePt t="85860" x="4697413" y="5286375"/>
          <p14:tracePt t="85892" x="4589463" y="5286375"/>
          <p14:tracePt t="85923" x="4491038" y="5303838"/>
          <p14:tracePt t="85955" x="4375150" y="5340350"/>
          <p14:tracePt t="85970" x="4340225" y="5348288"/>
          <p14:tracePt t="86001" x="4276725" y="5384800"/>
          <p14:tracePt t="86032" x="4197350" y="5465763"/>
          <p14:tracePt t="86064" x="4133850" y="5510213"/>
          <p14:tracePt t="86095" x="4108450" y="5518150"/>
          <p14:tracePt t="86111" x="4108450" y="5527675"/>
          <p14:tracePt t="86142" x="4089400" y="5545138"/>
          <p14:tracePt t="86173" x="4027488" y="5616575"/>
          <p14:tracePt t="86236" x="4000500" y="5768975"/>
          <p14:tracePt t="86266" x="3990975" y="5938838"/>
          <p14:tracePt t="86299" x="4027488" y="6081713"/>
          <p14:tracePt t="86314" x="4044950" y="6116638"/>
          <p14:tracePt t="86345" x="4108450" y="6197600"/>
          <p14:tracePt t="86376" x="4232275" y="6269038"/>
          <p14:tracePt t="86407" x="4375150" y="6303963"/>
          <p14:tracePt t="86439" x="4572000" y="6313488"/>
          <p14:tracePt t="86455" x="4660900" y="6313488"/>
          <p14:tracePt t="86486" x="4776788" y="6303963"/>
          <p14:tracePt t="86517" x="4946650" y="6242050"/>
          <p14:tracePt t="86548" x="5108575" y="6180138"/>
          <p14:tracePt t="86580" x="5259388" y="6108700"/>
          <p14:tracePt t="86611" x="5340350" y="6054725"/>
          <p14:tracePt t="86642" x="5384800" y="6037263"/>
          <p14:tracePt t="86673" x="5394325" y="6018213"/>
          <p14:tracePt t="86705" x="5394325" y="6000750"/>
          <p14:tracePt t="86735" x="5384800" y="5795963"/>
          <p14:tracePt t="86766" x="5375275" y="5688013"/>
          <p14:tracePt t="86798" x="5340350" y="5589588"/>
          <p14:tracePt t="86832" x="5303838" y="5518150"/>
          <p14:tracePt t="86846" x="5276850" y="5500688"/>
          <p14:tracePt t="86860" x="5241925" y="5473700"/>
          <p14:tracePt t="86892" x="5133975" y="5429250"/>
          <p14:tracePt t="86923" x="4938713" y="5384800"/>
          <p14:tracePt t="86942" x="4894263" y="5375275"/>
          <p14:tracePt t="86970" x="4840288" y="5357813"/>
          <p14:tracePt t="87001" x="4803775" y="5357813"/>
          <p14:tracePt t="87033" x="4795838" y="5357813"/>
          <p14:tracePt t="87064" x="4751388" y="5384800"/>
          <p14:tracePt t="87081" x="4714875" y="5394325"/>
          <p14:tracePt t="87110" x="4705350" y="5411788"/>
          <p14:tracePt t="87235" x="4705350" y="5419725"/>
          <p14:tracePt t="87658" x="4367213" y="5286375"/>
          <p14:tracePt t="87689" x="4071938" y="5205413"/>
          <p14:tracePt t="87705" x="4000500" y="5180013"/>
          <p14:tracePt t="87735" x="3803650" y="5126038"/>
          <p14:tracePt t="87767" x="3598863" y="5062538"/>
          <p14:tracePt t="87798" x="3490913" y="5037138"/>
          <p14:tracePt t="87830" x="3357563" y="5027613"/>
          <p14:tracePt t="87846" x="3313113" y="5027613"/>
          <p14:tracePt t="87876" x="3224213" y="5027613"/>
          <p14:tracePt t="87907" x="3187700" y="5027613"/>
          <p14:tracePt t="87985" x="3108325" y="5054600"/>
          <p14:tracePt t="88017" x="3054350" y="5089525"/>
          <p14:tracePt t="88048" x="2982913" y="5133975"/>
          <p14:tracePt t="88079" x="2965450" y="5143500"/>
          <p14:tracePt t="88111" x="2884488" y="5197475"/>
          <p14:tracePt t="88142" x="2857500" y="5205413"/>
          <p14:tracePt t="88174" x="2822575" y="5232400"/>
          <p14:tracePt t="88189" x="2795588" y="5259388"/>
          <p14:tracePt t="88220" x="2776538" y="5268913"/>
          <p14:tracePt t="88360" x="2786063" y="5268913"/>
          <p14:tracePt t="88860" x="2724150" y="5251450"/>
          <p14:tracePt t="88892" x="2633663" y="5205413"/>
          <p14:tracePt t="88923" x="2536825" y="5180013"/>
          <p14:tracePt t="88954" x="2401888" y="5143500"/>
          <p14:tracePt t="88986" x="2312988" y="5126038"/>
          <p14:tracePt t="89017" x="2205038" y="5116513"/>
          <p14:tracePt t="89048" x="2108200" y="5116513"/>
          <p14:tracePt t="89080" x="1990725" y="5116513"/>
          <p14:tracePt t="89095" x="1938338" y="5116513"/>
          <p14:tracePt t="89125" x="1847850" y="5126038"/>
          <p14:tracePt t="89143" x="1776413" y="5143500"/>
          <p14:tracePt t="89157" x="1714500" y="5170488"/>
          <p14:tracePt t="89188" x="1589088" y="5232400"/>
          <p14:tracePt t="89220" x="1455738" y="5340350"/>
          <p14:tracePt t="89235" x="1419225" y="5394325"/>
          <p14:tracePt t="89267" x="1357313" y="5527675"/>
          <p14:tracePt t="89298" x="1303338" y="5616575"/>
          <p14:tracePt t="89329" x="1276350" y="5688013"/>
          <p14:tracePt t="89361" x="1231900" y="5830888"/>
          <p14:tracePt t="89392" x="1231900" y="5929313"/>
          <p14:tracePt t="89424" x="1295400" y="6027738"/>
          <p14:tracePt t="89439" x="1330325" y="6062663"/>
          <p14:tracePt t="89470" x="1411288" y="6116638"/>
          <p14:tracePt t="89501" x="1633538" y="6170613"/>
          <p14:tracePt t="89517" x="1768475" y="6170613"/>
          <p14:tracePt t="89549" x="1973263" y="6170613"/>
          <p14:tracePt t="89579" x="2259013" y="6116638"/>
          <p14:tracePt t="89610" x="2374900" y="6089650"/>
          <p14:tracePt t="89642" x="2500313" y="6062663"/>
          <p14:tracePt t="89673" x="2625725" y="6010275"/>
          <p14:tracePt t="89707" x="2759075" y="5956300"/>
          <p14:tracePt t="89735" x="2847975" y="5875338"/>
          <p14:tracePt t="89767" x="2938463" y="5803900"/>
          <p14:tracePt t="89798" x="2982913" y="5751513"/>
          <p14:tracePt t="89830" x="2990850" y="5741988"/>
          <p14:tracePt t="89876" x="2982913" y="5680075"/>
          <p14:tracePt t="89909" x="2919413" y="5545138"/>
          <p14:tracePt t="89939" x="2867025" y="5491163"/>
          <p14:tracePt t="89970" x="2813050" y="5429250"/>
          <p14:tracePt t="90002" x="2751138" y="5367338"/>
          <p14:tracePt t="90033" x="2687638" y="5322888"/>
          <p14:tracePt t="90063" x="2562225" y="5268913"/>
          <p14:tracePt t="90097" x="2465388" y="5205413"/>
          <p14:tracePt t="90126" x="2401888" y="5170488"/>
          <p14:tracePt t="90142" x="2357438" y="5160963"/>
          <p14:tracePt t="90173" x="2214563" y="5160963"/>
          <p14:tracePt t="90205" x="2044700" y="5160963"/>
          <p14:tracePt t="90236" x="1919288" y="5180013"/>
          <p14:tracePt t="90267" x="1687513" y="5241925"/>
          <p14:tracePt t="90298" x="1544638" y="5313363"/>
          <p14:tracePt t="90329" x="1473200" y="5384800"/>
          <p14:tracePt t="90365" x="1312863" y="5616575"/>
          <p14:tracePt t="90376" x="1285875" y="5643563"/>
          <p14:tracePt t="90408" x="1214438" y="5803900"/>
          <p14:tracePt t="90439" x="1196975" y="5911850"/>
          <p14:tracePt t="90469" x="1196975" y="6000750"/>
          <p14:tracePt t="90501" x="1241425" y="6089650"/>
          <p14:tracePt t="90532" x="1303338" y="6180138"/>
          <p14:tracePt t="90563" x="1384300" y="6269038"/>
          <p14:tracePt t="90595" x="1428750" y="6323013"/>
          <p14:tracePt t="90626" x="1500188" y="6348413"/>
          <p14:tracePt t="90642" x="1554163" y="6348413"/>
          <p14:tracePt t="90674" x="1803400" y="6330950"/>
          <p14:tracePt t="90688" x="1901825" y="6323013"/>
          <p14:tracePt t="90722" x="2036763" y="6286500"/>
          <p14:tracePt t="90751" x="2241550" y="6197600"/>
          <p14:tracePt t="90782" x="2347913" y="6126163"/>
          <p14:tracePt t="90814" x="2411413" y="6062663"/>
          <p14:tracePt t="90829" x="2428875" y="6037263"/>
          <p14:tracePt t="90861" x="2455863" y="6010275"/>
          <p14:tracePt t="90892" x="2465388" y="6000750"/>
          <p14:tracePt t="90923" x="2527300" y="5894388"/>
          <p14:tracePt t="90955" x="2581275" y="5813425"/>
          <p14:tracePt t="91001" x="2581275" y="5795963"/>
          <p14:tracePt t="91049" x="2554288" y="5680075"/>
          <p14:tracePt t="91079" x="2536825" y="5626100"/>
          <p14:tracePt t="91111" x="2527300" y="5616575"/>
          <p14:tracePt t="91157" x="2509838" y="5608638"/>
          <p14:tracePt t="91188" x="2465388" y="5545138"/>
          <p14:tracePt t="91220" x="2446338" y="5537200"/>
          <p14:tracePt t="91268" x="2446338" y="5527675"/>
          <p14:tracePt t="91314" x="2411413" y="5473700"/>
          <p14:tracePt t="91345" x="2401888" y="5465763"/>
          <p14:tracePt t="91392" x="2393950" y="5465763"/>
          <p14:tracePt t="91423" x="2366963" y="5438775"/>
          <p14:tracePt t="91455" x="2347913" y="5438775"/>
          <p14:tracePt t="91486" x="2339975" y="5438775"/>
          <p14:tracePt t="91533" x="2286000" y="5429250"/>
          <p14:tracePt t="91563" x="2268538" y="5429250"/>
          <p14:tracePt t="91596" x="2259013" y="5429250"/>
          <p14:tracePt t="91626" x="2224088" y="5429250"/>
          <p14:tracePt t="91644" x="2205038" y="5429250"/>
          <p14:tracePt t="91673" x="2170113" y="5438775"/>
          <p14:tracePt t="91705" x="2143125" y="5446713"/>
          <p14:tracePt t="91751" x="2089150" y="5473700"/>
          <p14:tracePt t="91782" x="2044700" y="5491163"/>
          <p14:tracePt t="91814" x="1973263" y="5527675"/>
          <p14:tracePt t="91845" x="1884363" y="5581650"/>
          <p14:tracePt t="91876" x="1751013" y="5670550"/>
          <p14:tracePt t="91907" x="1687513" y="5724525"/>
          <p14:tracePt t="91939" x="1652588" y="5768975"/>
          <p14:tracePt t="91970" x="1616075" y="5830888"/>
          <p14:tracePt t="92001" x="1598613" y="5946775"/>
          <p14:tracePt t="92017" x="1598613" y="5983288"/>
          <p14:tracePt t="92048" x="1616075" y="6054725"/>
          <p14:tracePt t="92079" x="1687513" y="6143625"/>
          <p14:tracePt t="92111" x="1768475" y="6197600"/>
          <p14:tracePt t="92143" x="1938338" y="6242050"/>
          <p14:tracePt t="92173" x="2054225" y="6242050"/>
          <p14:tracePt t="92204" x="2170113" y="6232525"/>
          <p14:tracePt t="92236" x="2374900" y="6180138"/>
          <p14:tracePt t="92267" x="2473325" y="6134100"/>
          <p14:tracePt t="92298" x="2527300" y="6099175"/>
          <p14:tracePt t="92330" x="2554288" y="6062663"/>
          <p14:tracePt t="92361" x="2616200" y="6000750"/>
          <p14:tracePt t="92392" x="2660650" y="5938838"/>
          <p14:tracePt t="92423" x="2660650" y="5919788"/>
          <p14:tracePt t="92439" x="2660650" y="5911850"/>
          <p14:tracePt t="92501" x="2660650" y="5822950"/>
          <p14:tracePt t="92532" x="2660650" y="5724525"/>
          <p14:tracePt t="92564" x="2660650" y="5705475"/>
          <p14:tracePt t="92595" x="2652713" y="5661025"/>
          <p14:tracePt t="92627" x="2608263" y="5589588"/>
          <p14:tracePt t="92642" x="2598738" y="5572125"/>
          <p14:tracePt t="92673" x="2581275" y="5537200"/>
          <p14:tracePt t="92704" x="2554288" y="5483225"/>
          <p14:tracePt t="92736" x="2536825" y="5465763"/>
          <p14:tracePt t="92768" x="2517775" y="5429250"/>
          <p14:tracePt t="92783" x="2509838" y="5402263"/>
          <p14:tracePt t="92814" x="2438400" y="5375275"/>
          <p14:tracePt t="92844" x="2347913" y="5340350"/>
          <p14:tracePt t="92876" x="2268538" y="5330825"/>
          <p14:tracePt t="92907" x="2133600" y="5330825"/>
          <p14:tracePt t="92923" x="2081213" y="5330825"/>
          <p14:tracePt t="92954" x="2009775" y="5348288"/>
          <p14:tracePt t="92986" x="1901825" y="5367338"/>
          <p14:tracePt t="93017" x="1822450" y="5394325"/>
          <p14:tracePt t="93048" x="1758950" y="5446713"/>
          <p14:tracePt t="93064" x="1741488" y="5446713"/>
          <p14:tracePt t="93095" x="1741488" y="5456238"/>
          <p14:tracePt t="93127" x="1741488" y="5465763"/>
          <p14:tracePt t="93142" x="1741488" y="5473700"/>
          <p14:tracePt t="93173" x="1741488" y="5483225"/>
          <p14:tracePt t="93267" x="1741488" y="5491163"/>
          <p14:tracePt t="97065" x="1768475" y="5527675"/>
          <p14:tracePt t="97079" x="1795463" y="5562600"/>
          <p14:tracePt t="97110" x="1866900" y="5626100"/>
          <p14:tracePt t="97142" x="1990725" y="5724525"/>
          <p14:tracePt t="97173" x="2089150" y="5759450"/>
          <p14:tracePt t="97204" x="2241550" y="5803900"/>
          <p14:tracePt t="97235" x="2517775" y="5813425"/>
          <p14:tracePt t="97268" x="2714625" y="5813425"/>
          <p14:tracePt t="97298" x="2946400" y="5751513"/>
          <p14:tracePt t="97329" x="3062288" y="5697538"/>
          <p14:tracePt t="97362" x="3259138" y="5616575"/>
          <p14:tracePt t="97392" x="3348038" y="5545138"/>
          <p14:tracePt t="97423" x="3394075" y="5518150"/>
          <p14:tracePt t="97470" x="3394075" y="5510213"/>
          <p14:tracePt t="97533" x="3394075" y="5500688"/>
          <p14:tracePt t="97580" x="3411538" y="5384800"/>
          <p14:tracePt t="97610" x="3411538" y="5367338"/>
          <p14:tracePt t="97641" x="3411538" y="5357813"/>
          <p14:tracePt t="98594" x="3348038" y="5241925"/>
          <p14:tracePt t="98626" x="3286125" y="5180013"/>
          <p14:tracePt t="98642" x="3286125" y="5170488"/>
          <p14:tracePt t="98673" x="3276600" y="5153025"/>
          <p14:tracePt t="98705" x="3232150" y="5108575"/>
          <p14:tracePt t="98736" x="3187700" y="5054600"/>
          <p14:tracePt t="98752" x="3179763" y="5045075"/>
          <p14:tracePt t="98782" x="3170238" y="5037138"/>
          <p14:tracePt t="98813" x="3160713" y="5027613"/>
          <p14:tracePt t="98845" x="3116263" y="4991100"/>
          <p14:tracePt t="98876" x="3108325" y="4973638"/>
          <p14:tracePt t="98907" x="3098800" y="4965700"/>
          <p14:tracePt t="99236" x="3098800" y="4973638"/>
          <p14:tracePt t="99345" x="3098800" y="4983163"/>
          <p14:tracePt t="99470" x="3098800" y="5000625"/>
          <p14:tracePt t="99564" x="3098800" y="5010150"/>
          <p14:tracePt t="99642" x="3098800" y="5018088"/>
          <p14:tracePt t="99782" x="3098800" y="5027613"/>
          <p14:tracePt t="99846" x="3098800" y="5037138"/>
          <p14:tracePt t="99955" x="3098800" y="5054600"/>
          <p14:tracePt t="100002" x="3143250" y="5108575"/>
          <p14:tracePt t="100032" x="3187700" y="5133975"/>
          <p14:tracePt t="100063" x="3241675" y="5187950"/>
          <p14:tracePt t="100095" x="3340100" y="5232400"/>
          <p14:tracePt t="100126" x="3455988" y="5303838"/>
          <p14:tracePt t="100143" x="3473450" y="5322888"/>
          <p14:tracePt t="100173" x="3509963" y="5340350"/>
          <p14:tracePt t="100204" x="3554413" y="5384800"/>
          <p14:tracePt t="100235" x="3589338" y="5411788"/>
          <p14:tracePt t="100267" x="3598863" y="5429250"/>
          <p14:tracePt t="100313" x="3643313" y="5456238"/>
          <p14:tracePt t="100344" x="3714750" y="5491163"/>
          <p14:tracePt t="100376" x="3724275" y="5500688"/>
          <p14:tracePt t="100423" x="3795713" y="5527675"/>
          <p14:tracePt t="100454" x="3822700" y="5545138"/>
          <p14:tracePt t="100486" x="3830638" y="5554663"/>
          <p14:tracePt t="100626" x="3929063" y="5562600"/>
          <p14:tracePt t="100642" x="3946525" y="5562600"/>
          <p14:tracePt t="100674" x="3956050" y="5562600"/>
          <p14:tracePt t="100751" x="4054475" y="5581650"/>
          <p14:tracePt t="100782" x="4071938" y="5581650"/>
          <p14:tracePt t="106095" x="4108450" y="5608638"/>
          <p14:tracePt t="106126" x="4125913" y="5634038"/>
          <p14:tracePt t="106143" x="4143375" y="5653088"/>
          <p14:tracePt t="106172" x="4179888" y="5705475"/>
          <p14:tracePt t="106205" x="4205288" y="5751513"/>
          <p14:tracePt t="106236" x="4224338" y="5803900"/>
          <p14:tracePt t="106267" x="4241800" y="5848350"/>
          <p14:tracePt t="106299" x="4251325" y="5884863"/>
          <p14:tracePt t="106330" x="4259263" y="5911850"/>
          <p14:tracePt t="106360" x="4259263" y="5929313"/>
          <p14:tracePt t="106391" x="4259263" y="5946775"/>
          <p14:tracePt t="106563" x="4268788" y="5956300"/>
          <p14:tracePt t="106595" x="4276725" y="5965825"/>
          <p14:tracePt t="106627" x="4295775" y="5965825"/>
          <p14:tracePt t="106674" x="4340225" y="5983288"/>
          <p14:tracePt t="106704" x="4375150" y="5983288"/>
          <p14:tracePt t="106736" x="4429125" y="5991225"/>
          <p14:tracePt t="106766" x="4491038" y="5983288"/>
          <p14:tracePt t="106797" x="4616450" y="5929313"/>
          <p14:tracePt t="106829" x="4670425" y="5911850"/>
          <p14:tracePt t="106861" x="4705350" y="5894388"/>
          <p14:tracePt t="106892" x="4751388" y="5875338"/>
          <p14:tracePt t="106923" x="4759325" y="5867400"/>
          <p14:tracePt t="107001" x="4840288" y="5840413"/>
          <p14:tracePt t="107032" x="4875213" y="5822950"/>
          <p14:tracePt t="107063" x="4929188" y="5786438"/>
          <p14:tracePt t="107095" x="4946650" y="5786438"/>
          <p14:tracePt t="107142" x="4983163" y="5759450"/>
          <p14:tracePt t="107189" x="4983163" y="5751513"/>
          <p14:tracePt t="108159" x="5027613" y="5724525"/>
          <p14:tracePt t="108190" x="5089525" y="5705475"/>
          <p14:tracePt t="108219" x="5153025" y="5670550"/>
          <p14:tracePt t="108251" x="5259388" y="5599113"/>
          <p14:tracePt t="108283" x="5295900" y="5581650"/>
          <p14:tracePt t="108316" x="5295900" y="5562600"/>
          <p14:tracePt t="108345" x="5303838" y="5465763"/>
          <p14:tracePt t="108377" x="5286375" y="5276850"/>
          <p14:tracePt t="108392" x="5251450" y="5214938"/>
          <p14:tracePt t="108423" x="5187950" y="5108575"/>
          <p14:tracePt t="108455" x="5099050" y="5018088"/>
          <p14:tracePt t="108486" x="5027613" y="4946650"/>
          <p14:tracePt t="108518" x="4911725" y="4884738"/>
          <p14:tracePt t="108548" x="4795838" y="4840288"/>
          <p14:tracePt t="108580" x="4705350" y="4813300"/>
          <p14:tracePt t="108595" x="4670425" y="4803775"/>
          <p14:tracePt t="108626" x="4581525" y="4813300"/>
          <p14:tracePt t="108644" x="4419600" y="4875213"/>
          <p14:tracePt t="108673" x="4179888" y="5018088"/>
          <p14:tracePt t="108705" x="3983038" y="5187950"/>
          <p14:tracePt t="108735" x="3803650" y="5438775"/>
          <p14:tracePt t="108768" x="3724275" y="5661025"/>
          <p14:tracePt t="108798" x="3714750" y="5857875"/>
          <p14:tracePt t="108829" x="3724275" y="6018213"/>
          <p14:tracePt t="108861" x="3840163" y="6188075"/>
          <p14:tracePt t="108892" x="3983038" y="6303963"/>
          <p14:tracePt t="108923" x="4160838" y="6367463"/>
          <p14:tracePt t="108955" x="4510088" y="6357938"/>
          <p14:tracePt t="108986" x="4759325" y="6303963"/>
          <p14:tracePt t="109017" x="5081588" y="6242050"/>
          <p14:tracePt t="109048" x="5197475" y="6197600"/>
          <p14:tracePt t="109081" x="5241925" y="6161088"/>
          <p14:tracePt t="109110" x="5259388" y="6153150"/>
          <p14:tracePt t="109141" x="5295900" y="5946775"/>
          <p14:tracePt t="109173" x="5322888" y="5768975"/>
          <p14:tracePt t="109205" x="5340350" y="5653088"/>
          <p14:tracePt t="109235" x="5322888" y="5554663"/>
          <p14:tracePt t="109267" x="5224463" y="5419725"/>
          <p14:tracePt t="109298" x="4919663" y="5286375"/>
          <p14:tracePt t="109329" x="4714875" y="5268913"/>
          <p14:tracePt t="109361" x="4643438" y="5268913"/>
          <p14:tracePt t="109392" x="4581525" y="5286375"/>
          <p14:tracePt t="109423" x="4545013" y="5295900"/>
          <p14:tracePt t="109454" x="4419600" y="5375275"/>
          <p14:tracePt t="109485" x="4384675" y="5402263"/>
          <p14:tracePt t="109517" x="4384675" y="5411788"/>
          <p14:tracePt t="109563" x="4384675" y="5419725"/>
          <p14:tracePt t="109861" x="5018088" y="5688013"/>
          <p14:tracePt t="109892" x="5527675" y="5884863"/>
          <p14:tracePt t="109922" x="6180138" y="6099175"/>
          <p14:tracePt t="109954" x="6608763" y="6188075"/>
          <p14:tracePt t="109986" x="7045325" y="6251575"/>
          <p14:tracePt t="110017" x="7251700" y="6276975"/>
          <p14:tracePt t="110048" x="7446963" y="6276975"/>
          <p14:tracePt t="110080" x="7510463" y="6276975"/>
          <p14:tracePt t="110111" x="7554913" y="6276975"/>
          <p14:tracePt t="110142" x="7608888" y="6269038"/>
          <p14:tracePt t="110174" x="7670800" y="6251575"/>
          <p14:tracePt t="110188" x="7697788" y="6242050"/>
          <p14:tracePt t="110220" x="7751763" y="6224588"/>
          <p14:tracePt t="110251" x="7769225" y="6215063"/>
          <p14:tracePt t="110282" x="7786688" y="6170613"/>
          <p14:tracePt t="110314" x="7831138" y="5965825"/>
          <p14:tracePt t="110329" x="7848600" y="5911850"/>
          <p14:tracePt t="110361" x="7858125" y="5813425"/>
          <p14:tracePt t="110392" x="7831138" y="5643563"/>
          <p14:tracePt t="110423" x="7796213" y="5500688"/>
          <p14:tracePt t="110455" x="7751763" y="5411788"/>
          <p14:tracePt t="110470" x="7732713" y="5375275"/>
          <p14:tracePt t="110501" x="7680325" y="5303838"/>
          <p14:tracePt t="110533" x="7581900" y="5170488"/>
          <p14:tracePt t="110564" x="7527925" y="5108575"/>
          <p14:tracePt t="110595" x="7491413" y="5062538"/>
          <p14:tracePt t="110627" x="7412038" y="5010150"/>
          <p14:tracePt t="110643" x="7348538" y="4991100"/>
          <p14:tracePt t="110673" x="7259638" y="4965700"/>
          <p14:tracePt t="110705" x="7197725" y="4956175"/>
          <p14:tracePt t="110736" x="7018338" y="4965700"/>
          <p14:tracePt t="110767" x="6769100" y="5037138"/>
          <p14:tracePt t="110798" x="6634163" y="5089525"/>
          <p14:tracePt t="110830" x="6545263" y="5160963"/>
          <p14:tracePt t="110860" x="6411913" y="5286375"/>
          <p14:tracePt t="110892" x="6205538" y="5510213"/>
          <p14:tracePt t="110923" x="6161088" y="5608638"/>
          <p14:tracePt t="110955" x="6153150" y="5741988"/>
          <p14:tracePt t="110985" x="6188075" y="5875338"/>
          <p14:tracePt t="111017" x="6340475" y="6018213"/>
          <p14:tracePt t="111049" x="6537325" y="6099175"/>
          <p14:tracePt t="111080" x="6724650" y="6161088"/>
          <p14:tracePt t="111095" x="6840538" y="6180138"/>
          <p14:tracePt t="111126" x="7054850" y="6180138"/>
          <p14:tracePt t="111144" x="7161213" y="6161088"/>
          <p14:tracePt t="111173" x="7296150" y="6126163"/>
          <p14:tracePt t="111205" x="7402513" y="6072188"/>
          <p14:tracePt t="111236" x="7491413" y="6000750"/>
          <p14:tracePt t="111267" x="7527925" y="5956300"/>
          <p14:tracePt t="111298" x="7554913" y="5884863"/>
          <p14:tracePt t="111330" x="7572375" y="5795963"/>
          <p14:tracePt t="111361" x="7581900" y="5670550"/>
          <p14:tracePt t="111392" x="7581900" y="5608638"/>
          <p14:tracePt t="111424" x="7554913" y="5510213"/>
          <p14:tracePt t="111456" x="7491413" y="5402263"/>
          <p14:tracePt t="111486" x="7412038" y="5313363"/>
          <p14:tracePt t="111517" x="7180263" y="5251450"/>
          <p14:tracePt t="111550" x="6946900" y="5241925"/>
          <p14:tracePt t="111579" x="6724650" y="5259388"/>
          <p14:tracePt t="111610" x="6643688" y="5276850"/>
          <p14:tracePt t="111642" x="6626225" y="5276850"/>
          <p14:tracePt t="111736" x="6626225" y="5286375"/>
        </p14:tracePtLst>
      </p14:laserTraceLst>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Two-tailed</a:t>
            </a:r>
          </a:p>
        </p:txBody>
      </p:sp>
      <p:sp>
        <p:nvSpPr>
          <p:cNvPr id="3" name="Content Placeholder 2"/>
          <p:cNvSpPr>
            <a:spLocks noGrp="1"/>
          </p:cNvSpPr>
          <p:nvPr>
            <p:ph idx="1"/>
          </p:nvPr>
        </p:nvSpPr>
        <p:spPr>
          <a:xfrm>
            <a:off x="1024128" y="2003658"/>
            <a:ext cx="4080135" cy="3141547"/>
          </a:xfrm>
        </p:spPr>
        <p:txBody>
          <a:bodyPr>
            <a:normAutofit fontScale="92500"/>
          </a:bodyPr>
          <a:lstStyle/>
          <a:p>
            <a:pPr>
              <a:lnSpc>
                <a:spcPct val="150000"/>
              </a:lnSpc>
              <a:buFont typeface="Wingdings" panose="05000000000000000000" pitchFamily="2" charset="2"/>
              <a:buChar char="v"/>
            </a:pPr>
            <a:r>
              <a:rPr lang="en-US" dirty="0"/>
              <a:t>Using Two-tailed hypothesis, we can test the effects in both directions </a:t>
            </a:r>
          </a:p>
          <a:p>
            <a:pPr>
              <a:lnSpc>
                <a:spcPct val="150000"/>
              </a:lnSpc>
              <a:buFont typeface="Wingdings" panose="05000000000000000000" pitchFamily="2" charset="2"/>
              <a:buChar char="v"/>
            </a:pPr>
            <a:r>
              <a:rPr lang="en-US" dirty="0"/>
              <a:t>When we perform two-tailed test, we </a:t>
            </a:r>
            <a:r>
              <a:rPr lang="en-US" b="1" dirty="0">
                <a:solidFill>
                  <a:srgbClr val="0070C0"/>
                </a:solidFill>
              </a:rPr>
              <a:t>split the significance level</a:t>
            </a:r>
            <a:r>
              <a:rPr lang="en-US" dirty="0"/>
              <a:t> percentage between both tails of the distribution </a:t>
            </a:r>
          </a:p>
          <a:p>
            <a:pPr marL="0" indent="0">
              <a:lnSpc>
                <a:spcPct val="150000"/>
              </a:lnSpc>
              <a:buNone/>
            </a:pPr>
            <a:endParaRPr lang="en-US" dirty="0"/>
          </a:p>
        </p:txBody>
      </p:sp>
      <p:sp>
        <p:nvSpPr>
          <p:cNvPr id="4" name="Slide Number Placeholder 3"/>
          <p:cNvSpPr>
            <a:spLocks noGrp="1"/>
          </p:cNvSpPr>
          <p:nvPr>
            <p:ph type="sldNum" sz="quarter" idx="12"/>
          </p:nvPr>
        </p:nvSpPr>
        <p:spPr/>
        <p:txBody>
          <a:bodyPr/>
          <a:lstStyle/>
          <a:p>
            <a:fld id="{5AA13D58-D7BC-8747-9F0A-0DB9E6B3595A}" type="slidenum">
              <a:rPr lang="en-US" smtClean="0"/>
              <a:t>10</a:t>
            </a:fld>
            <a:endParaRPr lang="en-US"/>
          </a:p>
        </p:txBody>
      </p:sp>
      <p:pic>
        <p:nvPicPr>
          <p:cNvPr id="5" name="Picture 4"/>
          <p:cNvPicPr>
            <a:picLocks noChangeAspect="1"/>
          </p:cNvPicPr>
          <p:nvPr/>
        </p:nvPicPr>
        <p:blipFill>
          <a:blip r:embed="rId3"/>
          <a:stretch>
            <a:fillRect/>
          </a:stretch>
        </p:blipFill>
        <p:spPr>
          <a:xfrm>
            <a:off x="5576189" y="1662570"/>
            <a:ext cx="6101591" cy="4028546"/>
          </a:xfrm>
          <a:prstGeom prst="rect">
            <a:avLst/>
          </a:prstGeom>
        </p:spPr>
      </p:pic>
    </p:spTree>
    <p:extLst>
      <p:ext uri="{BB962C8B-B14F-4D97-AF65-F5344CB8AC3E}">
        <p14:creationId xmlns:p14="http://schemas.microsoft.com/office/powerpoint/2010/main" val="2056485686"/>
      </p:ext>
    </p:extLst>
  </p:cSld>
  <p:clrMapOvr>
    <a:masterClrMapping/>
  </p:clrMapOvr>
  <p:transition spd="slow" advTm="72298">
    <p:push dir="u"/>
  </p:transition>
  <p:timing>
    <p:tnLst>
      <p:par>
        <p:cTn id="1" dur="indefinite" restart="never" nodeType="tmRoot"/>
      </p:par>
    </p:tnLst>
  </p:timing>
  <p:extLst mod="1"/>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One tailed Vs two tailed</a:t>
            </a:r>
          </a:p>
        </p:txBody>
      </p:sp>
      <p:sp>
        <p:nvSpPr>
          <p:cNvPr id="5" name="Text Placeholder 4"/>
          <p:cNvSpPr>
            <a:spLocks noGrp="1"/>
          </p:cNvSpPr>
          <p:nvPr>
            <p:ph type="body" idx="1"/>
          </p:nvPr>
        </p:nvSpPr>
        <p:spPr>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a:lstStyle/>
          <a:p>
            <a:pPr algn="ctr"/>
            <a:r>
              <a:rPr lang="en-US" dirty="0" smtClean="0"/>
              <a:t>One Tailed</a:t>
            </a:r>
          </a:p>
          <a:p>
            <a:pPr algn="ctr"/>
            <a:r>
              <a:rPr lang="en-US" dirty="0" smtClean="0"/>
              <a:t>(</a:t>
            </a:r>
            <a:r>
              <a:rPr lang="en-GB" dirty="0" smtClean="0"/>
              <a:t>Directional </a:t>
            </a:r>
            <a:r>
              <a:rPr lang="en-GB" dirty="0"/>
              <a:t>and </a:t>
            </a:r>
            <a:r>
              <a:rPr lang="en-GB" dirty="0" smtClean="0"/>
              <a:t>One-sided </a:t>
            </a:r>
            <a:r>
              <a:rPr lang="en-GB" dirty="0"/>
              <a:t>test </a:t>
            </a:r>
            <a:r>
              <a:rPr lang="en-US" dirty="0" smtClean="0"/>
              <a:t>)</a:t>
            </a:r>
            <a:endParaRPr lang="en-US" dirty="0"/>
          </a:p>
        </p:txBody>
      </p:sp>
      <p:sp>
        <p:nvSpPr>
          <p:cNvPr id="3" name="Content Placeholder 2"/>
          <p:cNvSpPr>
            <a:spLocks noGrp="1"/>
          </p:cNvSpPr>
          <p:nvPr>
            <p:ph sz="half" idx="2"/>
          </p:nvPr>
        </p:nvSpPr>
        <p:spPr>
          <a:xfrm>
            <a:off x="1024128" y="2967788"/>
            <a:ext cx="4754880" cy="3547912"/>
          </a:xfr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a:normAutofit/>
          </a:bodyPr>
          <a:lstStyle/>
          <a:p>
            <a:pPr marL="292100" indent="-292100">
              <a:lnSpc>
                <a:spcPct val="150000"/>
              </a:lnSpc>
              <a:buFont typeface="Wingdings" panose="05000000000000000000" pitchFamily="2" charset="2"/>
              <a:buChar char="v"/>
            </a:pPr>
            <a:r>
              <a:rPr lang="en-US" sz="1800" dirty="0" smtClean="0"/>
              <a:t>If we only care the </a:t>
            </a:r>
            <a:r>
              <a:rPr lang="en-US" sz="1800" dirty="0" smtClean="0">
                <a:solidFill>
                  <a:srgbClr val="0070C0"/>
                </a:solidFill>
              </a:rPr>
              <a:t>specific prediction </a:t>
            </a:r>
            <a:r>
              <a:rPr lang="en-US" sz="1800" dirty="0" smtClean="0"/>
              <a:t>about the direction of the difference among two groups </a:t>
            </a:r>
            <a:r>
              <a:rPr lang="en-US" sz="1800" dirty="0" smtClean="0">
                <a:sym typeface="Wingdings" panose="05000000000000000000" pitchFamily="2" charset="2"/>
              </a:rPr>
              <a:t> </a:t>
            </a:r>
            <a:r>
              <a:rPr lang="en-US" sz="1800" dirty="0"/>
              <a:t>A one-tailed </a:t>
            </a:r>
            <a:r>
              <a:rPr lang="en-US" sz="1800" dirty="0" smtClean="0"/>
              <a:t>test</a:t>
            </a:r>
          </a:p>
        </p:txBody>
      </p:sp>
      <p:sp>
        <p:nvSpPr>
          <p:cNvPr id="6" name="Text Placeholder 5"/>
          <p:cNvSpPr>
            <a:spLocks noGrp="1"/>
          </p:cNvSpPr>
          <p:nvPr>
            <p:ph type="body" sz="quarter" idx="3"/>
          </p:nvPr>
        </p:nvSpPr>
        <p:spPr>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a:lstStyle/>
          <a:p>
            <a:pPr algn="ctr"/>
            <a:r>
              <a:rPr lang="en-US" dirty="0" smtClean="0"/>
              <a:t>Two Tailed</a:t>
            </a:r>
            <a:endParaRPr lang="en-US" dirty="0"/>
          </a:p>
        </p:txBody>
      </p:sp>
      <p:sp>
        <p:nvSpPr>
          <p:cNvPr id="7" name="Content Placeholder 6"/>
          <p:cNvSpPr>
            <a:spLocks noGrp="1"/>
          </p:cNvSpPr>
          <p:nvPr>
            <p:ph sz="quarter" idx="4"/>
          </p:nvPr>
        </p:nvSpPr>
        <p:spPr>
          <a:xfrm>
            <a:off x="5989320" y="2967788"/>
            <a:ext cx="4754880" cy="3547912"/>
          </a:xfr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a:normAutofit/>
          </a:bodyPr>
          <a:lstStyle/>
          <a:p>
            <a:pPr marL="292100" indent="-292100">
              <a:lnSpc>
                <a:spcPct val="150000"/>
              </a:lnSpc>
              <a:buFont typeface="Wingdings" panose="05000000000000000000" pitchFamily="2" charset="2"/>
              <a:buChar char="v"/>
            </a:pPr>
            <a:r>
              <a:rPr lang="en-US" sz="1800" dirty="0" smtClean="0"/>
              <a:t>If finding </a:t>
            </a:r>
            <a:r>
              <a:rPr lang="en-US" sz="1800" dirty="0" smtClean="0">
                <a:solidFill>
                  <a:srgbClr val="0070C0"/>
                </a:solidFill>
              </a:rPr>
              <a:t>any </a:t>
            </a:r>
            <a:r>
              <a:rPr lang="en-US" sz="1800" dirty="0">
                <a:solidFill>
                  <a:srgbClr val="0070C0"/>
                </a:solidFill>
              </a:rPr>
              <a:t>difference </a:t>
            </a:r>
            <a:r>
              <a:rPr lang="en-US" sz="1800" dirty="0"/>
              <a:t>between </a:t>
            </a:r>
            <a:r>
              <a:rPr lang="en-US" sz="1800" dirty="0" smtClean="0"/>
              <a:t>two </a:t>
            </a:r>
            <a:r>
              <a:rPr lang="en-US" sz="1800" dirty="0"/>
              <a:t>groups </a:t>
            </a:r>
            <a:r>
              <a:rPr lang="en-US" sz="1800" dirty="0" smtClean="0"/>
              <a:t>that </a:t>
            </a:r>
            <a:r>
              <a:rPr lang="en-US" sz="1800" dirty="0"/>
              <a:t>are comparing</a:t>
            </a:r>
          </a:p>
        </p:txBody>
      </p:sp>
      <p:sp>
        <p:nvSpPr>
          <p:cNvPr id="4" name="Slide Number Placeholder 3"/>
          <p:cNvSpPr>
            <a:spLocks noGrp="1"/>
          </p:cNvSpPr>
          <p:nvPr>
            <p:ph type="sldNum" sz="quarter" idx="12"/>
          </p:nvPr>
        </p:nvSpPr>
        <p:spPr/>
        <p:txBody>
          <a:bodyPr/>
          <a:lstStyle/>
          <a:p>
            <a:fld id="{5AA13D58-D7BC-8747-9F0A-0DB9E6B3595A}" type="slidenum">
              <a:rPr lang="en-US" smtClean="0"/>
              <a:t>11</a:t>
            </a:fld>
            <a:endParaRPr lang="en-US"/>
          </a:p>
        </p:txBody>
      </p:sp>
      <p:sp>
        <p:nvSpPr>
          <p:cNvPr id="12" name="Oval 11"/>
          <p:cNvSpPr/>
          <p:nvPr/>
        </p:nvSpPr>
        <p:spPr>
          <a:xfrm>
            <a:off x="1282700" y="4521200"/>
            <a:ext cx="1130300" cy="55587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n w="0"/>
                <a:solidFill>
                  <a:schemeClr val="tx1"/>
                </a:solidFill>
                <a:effectLst>
                  <a:outerShdw blurRad="38100" dist="19050" dir="2700000" algn="tl" rotWithShape="0">
                    <a:schemeClr val="dk1">
                      <a:alpha val="40000"/>
                    </a:schemeClr>
                  </a:outerShdw>
                </a:effectLst>
              </a:rPr>
              <a:t>Group A</a:t>
            </a:r>
            <a:endParaRPr lang="en-US" dirty="0">
              <a:ln w="0"/>
              <a:solidFill>
                <a:schemeClr val="tx1"/>
              </a:solidFill>
              <a:effectLst>
                <a:outerShdw blurRad="38100" dist="19050" dir="2700000" algn="tl" rotWithShape="0">
                  <a:schemeClr val="dk1">
                    <a:alpha val="40000"/>
                  </a:schemeClr>
                </a:outerShdw>
              </a:effectLst>
            </a:endParaRPr>
          </a:p>
        </p:txBody>
      </p:sp>
      <p:sp>
        <p:nvSpPr>
          <p:cNvPr id="15" name="Oval 14"/>
          <p:cNvSpPr/>
          <p:nvPr/>
        </p:nvSpPr>
        <p:spPr>
          <a:xfrm>
            <a:off x="3733800" y="4521200"/>
            <a:ext cx="1130300" cy="55587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n w="0"/>
                <a:solidFill>
                  <a:schemeClr val="tx1"/>
                </a:solidFill>
                <a:effectLst>
                  <a:outerShdw blurRad="38100" dist="19050" dir="2700000" algn="tl" rotWithShape="0">
                    <a:schemeClr val="dk1">
                      <a:alpha val="40000"/>
                    </a:schemeClr>
                  </a:outerShdw>
                </a:effectLst>
              </a:rPr>
              <a:t>Group B</a:t>
            </a:r>
            <a:endParaRPr lang="en-US" dirty="0">
              <a:ln w="0"/>
              <a:solidFill>
                <a:schemeClr val="tx1"/>
              </a:solidFill>
              <a:effectLst>
                <a:outerShdw blurRad="38100" dist="19050" dir="2700000" algn="tl" rotWithShape="0">
                  <a:schemeClr val="dk1">
                    <a:alpha val="40000"/>
                  </a:schemeClr>
                </a:outerShdw>
              </a:effectLst>
            </a:endParaRPr>
          </a:p>
        </p:txBody>
      </p:sp>
      <p:sp>
        <p:nvSpPr>
          <p:cNvPr id="13" name="Half Frame 12"/>
          <p:cNvSpPr/>
          <p:nvPr/>
        </p:nvSpPr>
        <p:spPr>
          <a:xfrm rot="8002460">
            <a:off x="2674245" y="4574815"/>
            <a:ext cx="402651" cy="422012"/>
          </a:xfrm>
          <a:prstGeom prst="halfFrame">
            <a:avLst>
              <a:gd name="adj1" fmla="val 33333"/>
              <a:gd name="adj2" fmla="val 29870"/>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solidFill>
                <a:schemeClr val="tx1"/>
              </a:solidFill>
            </a:endParaRPr>
          </a:p>
        </p:txBody>
      </p:sp>
      <p:sp>
        <p:nvSpPr>
          <p:cNvPr id="17" name="Half Frame 16"/>
          <p:cNvSpPr/>
          <p:nvPr/>
        </p:nvSpPr>
        <p:spPr>
          <a:xfrm rot="18963881">
            <a:off x="2931149" y="5216100"/>
            <a:ext cx="447053" cy="444498"/>
          </a:xfrm>
          <a:prstGeom prst="halfFrame">
            <a:avLst>
              <a:gd name="adj1" fmla="val 33333"/>
              <a:gd name="adj2" fmla="val 29870"/>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solidFill>
                <a:schemeClr val="tx1"/>
              </a:solidFill>
            </a:endParaRPr>
          </a:p>
        </p:txBody>
      </p:sp>
      <p:sp>
        <p:nvSpPr>
          <p:cNvPr id="18" name="Oval 17"/>
          <p:cNvSpPr/>
          <p:nvPr/>
        </p:nvSpPr>
        <p:spPr>
          <a:xfrm>
            <a:off x="1282700" y="5197616"/>
            <a:ext cx="1130300" cy="55587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n w="0"/>
                <a:solidFill>
                  <a:schemeClr val="tx1"/>
                </a:solidFill>
                <a:effectLst>
                  <a:outerShdw blurRad="38100" dist="19050" dir="2700000" algn="tl" rotWithShape="0">
                    <a:schemeClr val="dk1">
                      <a:alpha val="40000"/>
                    </a:schemeClr>
                  </a:outerShdw>
                </a:effectLst>
              </a:rPr>
              <a:t>Group A</a:t>
            </a:r>
            <a:endParaRPr lang="en-US" dirty="0">
              <a:ln w="0"/>
              <a:solidFill>
                <a:schemeClr val="tx1"/>
              </a:solidFill>
              <a:effectLst>
                <a:outerShdw blurRad="38100" dist="19050" dir="2700000" algn="tl" rotWithShape="0">
                  <a:schemeClr val="dk1">
                    <a:alpha val="40000"/>
                  </a:schemeClr>
                </a:outerShdw>
              </a:effectLst>
            </a:endParaRPr>
          </a:p>
        </p:txBody>
      </p:sp>
      <p:sp>
        <p:nvSpPr>
          <p:cNvPr id="19" name="Oval 18"/>
          <p:cNvSpPr/>
          <p:nvPr/>
        </p:nvSpPr>
        <p:spPr>
          <a:xfrm>
            <a:off x="3706716" y="5195688"/>
            <a:ext cx="1130300" cy="55587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n w="0"/>
                <a:solidFill>
                  <a:schemeClr val="tx1"/>
                </a:solidFill>
                <a:effectLst>
                  <a:outerShdw blurRad="38100" dist="19050" dir="2700000" algn="tl" rotWithShape="0">
                    <a:schemeClr val="dk1">
                      <a:alpha val="40000"/>
                    </a:schemeClr>
                  </a:outerShdw>
                </a:effectLst>
              </a:rPr>
              <a:t>Group B</a:t>
            </a:r>
            <a:endParaRPr lang="en-US" dirty="0">
              <a:ln w="0"/>
              <a:solidFill>
                <a:schemeClr val="tx1"/>
              </a:solidFill>
              <a:effectLst>
                <a:outerShdw blurRad="38100" dist="19050" dir="2700000" algn="tl" rotWithShape="0">
                  <a:schemeClr val="dk1">
                    <a:alpha val="40000"/>
                  </a:schemeClr>
                </a:outerShdw>
              </a:effectLst>
            </a:endParaRPr>
          </a:p>
        </p:txBody>
      </p:sp>
      <p:sp>
        <p:nvSpPr>
          <p:cNvPr id="16" name="Multiply 15"/>
          <p:cNvSpPr/>
          <p:nvPr/>
        </p:nvSpPr>
        <p:spPr>
          <a:xfrm>
            <a:off x="2567731" y="5064458"/>
            <a:ext cx="855690" cy="747782"/>
          </a:xfrm>
          <a:prstGeom prst="mathMultiply">
            <a:avLst>
              <a:gd name="adj1" fmla="val 13001"/>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6604000" y="4078112"/>
            <a:ext cx="1130300" cy="46704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n w="0"/>
                <a:solidFill>
                  <a:schemeClr val="tx1"/>
                </a:solidFill>
                <a:effectLst>
                  <a:outerShdw blurRad="38100" dist="19050" dir="2700000" algn="tl" rotWithShape="0">
                    <a:schemeClr val="dk1">
                      <a:alpha val="40000"/>
                    </a:schemeClr>
                  </a:outerShdw>
                </a:effectLst>
              </a:rPr>
              <a:t>Group A</a:t>
            </a:r>
            <a:endParaRPr lang="en-US" dirty="0">
              <a:ln w="0"/>
              <a:solidFill>
                <a:schemeClr val="tx1"/>
              </a:solidFill>
              <a:effectLst>
                <a:outerShdw blurRad="38100" dist="19050" dir="2700000" algn="tl" rotWithShape="0">
                  <a:schemeClr val="dk1">
                    <a:alpha val="40000"/>
                  </a:schemeClr>
                </a:outerShdw>
              </a:effectLst>
            </a:endParaRPr>
          </a:p>
        </p:txBody>
      </p:sp>
      <p:sp>
        <p:nvSpPr>
          <p:cNvPr id="22" name="Oval 21"/>
          <p:cNvSpPr/>
          <p:nvPr/>
        </p:nvSpPr>
        <p:spPr>
          <a:xfrm>
            <a:off x="9055100" y="4078112"/>
            <a:ext cx="1130300" cy="46704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n w="0"/>
                <a:solidFill>
                  <a:schemeClr val="tx1"/>
                </a:solidFill>
                <a:effectLst>
                  <a:outerShdw blurRad="38100" dist="19050" dir="2700000" algn="tl" rotWithShape="0">
                    <a:schemeClr val="dk1">
                      <a:alpha val="40000"/>
                    </a:schemeClr>
                  </a:outerShdw>
                </a:effectLst>
              </a:rPr>
              <a:t>Group B</a:t>
            </a:r>
            <a:endParaRPr lang="en-US" dirty="0">
              <a:ln w="0"/>
              <a:solidFill>
                <a:schemeClr val="tx1"/>
              </a:solidFill>
              <a:effectLst>
                <a:outerShdw blurRad="38100" dist="19050" dir="2700000" algn="tl" rotWithShape="0">
                  <a:schemeClr val="dk1">
                    <a:alpha val="40000"/>
                  </a:schemeClr>
                </a:outerShdw>
              </a:effectLst>
            </a:endParaRPr>
          </a:p>
        </p:txBody>
      </p:sp>
      <p:sp>
        <p:nvSpPr>
          <p:cNvPr id="26" name="Oval 25"/>
          <p:cNvSpPr/>
          <p:nvPr/>
        </p:nvSpPr>
        <p:spPr>
          <a:xfrm>
            <a:off x="6604000" y="4754724"/>
            <a:ext cx="1130300" cy="46704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n w="0"/>
                <a:solidFill>
                  <a:schemeClr val="tx1"/>
                </a:solidFill>
                <a:effectLst>
                  <a:outerShdw blurRad="38100" dist="19050" dir="2700000" algn="tl" rotWithShape="0">
                    <a:schemeClr val="dk1">
                      <a:alpha val="40000"/>
                    </a:schemeClr>
                  </a:outerShdw>
                </a:effectLst>
              </a:rPr>
              <a:t>Group A</a:t>
            </a:r>
            <a:endParaRPr lang="en-US" dirty="0">
              <a:ln w="0"/>
              <a:solidFill>
                <a:schemeClr val="tx1"/>
              </a:solidFill>
              <a:effectLst>
                <a:outerShdw blurRad="38100" dist="19050" dir="2700000" algn="tl" rotWithShape="0">
                  <a:schemeClr val="dk1">
                    <a:alpha val="40000"/>
                  </a:schemeClr>
                </a:outerShdw>
              </a:effectLst>
            </a:endParaRPr>
          </a:p>
        </p:txBody>
      </p:sp>
      <p:sp>
        <p:nvSpPr>
          <p:cNvPr id="27" name="Oval 26"/>
          <p:cNvSpPr/>
          <p:nvPr/>
        </p:nvSpPr>
        <p:spPr>
          <a:xfrm>
            <a:off x="9055100" y="4754724"/>
            <a:ext cx="1130300" cy="46704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n w="0"/>
                <a:solidFill>
                  <a:schemeClr val="tx1"/>
                </a:solidFill>
                <a:effectLst>
                  <a:outerShdw blurRad="38100" dist="19050" dir="2700000" algn="tl" rotWithShape="0">
                    <a:schemeClr val="dk1">
                      <a:alpha val="40000"/>
                    </a:schemeClr>
                  </a:outerShdw>
                </a:effectLst>
              </a:rPr>
              <a:t>Group B</a:t>
            </a:r>
            <a:endParaRPr lang="en-US" dirty="0">
              <a:ln w="0"/>
              <a:solidFill>
                <a:schemeClr val="tx1"/>
              </a:solidFill>
              <a:effectLst>
                <a:outerShdw blurRad="38100" dist="19050" dir="2700000" algn="tl" rotWithShape="0">
                  <a:schemeClr val="dk1">
                    <a:alpha val="40000"/>
                  </a:schemeClr>
                </a:outerShdw>
              </a:effectLst>
            </a:endParaRPr>
          </a:p>
        </p:txBody>
      </p:sp>
      <p:sp>
        <p:nvSpPr>
          <p:cNvPr id="20" name="Equal 19"/>
          <p:cNvSpPr/>
          <p:nvPr/>
        </p:nvSpPr>
        <p:spPr>
          <a:xfrm>
            <a:off x="7936230" y="4831995"/>
            <a:ext cx="825500" cy="431800"/>
          </a:xfrm>
          <a:prstGeom prst="mathEqual">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8" name="Not Equal 27"/>
          <p:cNvSpPr/>
          <p:nvPr/>
        </p:nvSpPr>
        <p:spPr>
          <a:xfrm>
            <a:off x="7936230" y="4078112"/>
            <a:ext cx="825500" cy="434654"/>
          </a:xfrm>
          <a:prstGeom prst="mathNotEqual">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TextBox 7"/>
          <p:cNvSpPr txBox="1"/>
          <p:nvPr/>
        </p:nvSpPr>
        <p:spPr>
          <a:xfrm>
            <a:off x="926245" y="5930925"/>
            <a:ext cx="4921284" cy="738664"/>
          </a:xfrm>
          <a:prstGeom prst="rect">
            <a:avLst/>
          </a:prstGeom>
          <a:noFill/>
        </p:spPr>
        <p:txBody>
          <a:bodyPr wrap="none" rtlCol="0">
            <a:spAutoFit/>
          </a:bodyPr>
          <a:lstStyle/>
          <a:p>
            <a:pPr algn="ctr"/>
            <a:r>
              <a:rPr lang="en-US" sz="1400" dirty="0" smtClean="0"/>
              <a:t>H</a:t>
            </a:r>
            <a:r>
              <a:rPr lang="en-US" sz="1400" baseline="-25000" dirty="0" smtClean="0"/>
              <a:t>0</a:t>
            </a:r>
            <a:r>
              <a:rPr lang="en-US" sz="1400" dirty="0" smtClean="0"/>
              <a:t>: Feature of Group A does </a:t>
            </a:r>
            <a:r>
              <a:rPr lang="en-US" sz="1400" b="1" dirty="0" smtClean="0"/>
              <a:t>not have </a:t>
            </a:r>
            <a:r>
              <a:rPr lang="en-US" sz="1400" dirty="0" smtClean="0"/>
              <a:t>higher effect than Group B</a:t>
            </a:r>
          </a:p>
          <a:p>
            <a:pPr algn="ctr"/>
            <a:r>
              <a:rPr lang="en-US" sz="1400" dirty="0" smtClean="0"/>
              <a:t>H</a:t>
            </a:r>
            <a:r>
              <a:rPr lang="en-US" sz="1400" baseline="-25000" dirty="0" smtClean="0"/>
              <a:t>A</a:t>
            </a:r>
            <a:r>
              <a:rPr lang="en-US" sz="1400" dirty="0"/>
              <a:t>: </a:t>
            </a:r>
            <a:r>
              <a:rPr lang="en-US" sz="1400" dirty="0" smtClean="0"/>
              <a:t>Feature of Group </a:t>
            </a:r>
            <a:r>
              <a:rPr lang="en-US" sz="1400" dirty="0"/>
              <a:t>A has </a:t>
            </a:r>
            <a:r>
              <a:rPr lang="en-US" sz="1400" b="1" dirty="0"/>
              <a:t>higher</a:t>
            </a:r>
            <a:r>
              <a:rPr lang="en-US" sz="1400" dirty="0"/>
              <a:t> </a:t>
            </a:r>
            <a:r>
              <a:rPr lang="en-US" sz="1400" dirty="0" smtClean="0"/>
              <a:t>effect </a:t>
            </a:r>
            <a:r>
              <a:rPr lang="en-US" sz="1400" dirty="0"/>
              <a:t>than Group B</a:t>
            </a:r>
          </a:p>
          <a:p>
            <a:pPr algn="ctr"/>
            <a:endParaRPr lang="en-US" sz="1400" dirty="0"/>
          </a:p>
        </p:txBody>
      </p:sp>
      <p:sp>
        <p:nvSpPr>
          <p:cNvPr id="23" name="TextBox 22"/>
          <p:cNvSpPr txBox="1"/>
          <p:nvPr/>
        </p:nvSpPr>
        <p:spPr>
          <a:xfrm>
            <a:off x="6006131" y="5550630"/>
            <a:ext cx="4777142" cy="523220"/>
          </a:xfrm>
          <a:prstGeom prst="rect">
            <a:avLst/>
          </a:prstGeom>
          <a:noFill/>
        </p:spPr>
        <p:txBody>
          <a:bodyPr wrap="none" rtlCol="0">
            <a:spAutoFit/>
          </a:bodyPr>
          <a:lstStyle/>
          <a:p>
            <a:pPr algn="ctr"/>
            <a:r>
              <a:rPr lang="en-US" sz="1400" dirty="0" smtClean="0"/>
              <a:t>H</a:t>
            </a:r>
            <a:r>
              <a:rPr lang="en-US" sz="1400" baseline="-25000" dirty="0" smtClean="0"/>
              <a:t>0</a:t>
            </a:r>
            <a:r>
              <a:rPr lang="en-US" sz="1400" dirty="0" smtClean="0"/>
              <a:t>: Feature of Group A has </a:t>
            </a:r>
            <a:r>
              <a:rPr lang="en-US" sz="1400" b="1" dirty="0" smtClean="0"/>
              <a:t>no</a:t>
            </a:r>
            <a:r>
              <a:rPr lang="en-US" sz="1400" dirty="0" smtClean="0"/>
              <a:t> significant difference to Group B</a:t>
            </a:r>
          </a:p>
          <a:p>
            <a:pPr algn="ctr"/>
            <a:r>
              <a:rPr lang="en-US" sz="1400" dirty="0" smtClean="0"/>
              <a:t>H</a:t>
            </a:r>
            <a:r>
              <a:rPr lang="en-US" sz="1400" baseline="-25000" dirty="0" smtClean="0"/>
              <a:t>A</a:t>
            </a:r>
            <a:r>
              <a:rPr lang="en-US" sz="1400" dirty="0" smtClean="0"/>
              <a:t>: Feature of Group A </a:t>
            </a:r>
            <a:r>
              <a:rPr lang="en-US" sz="1400" b="1" dirty="0" smtClean="0"/>
              <a:t>has</a:t>
            </a:r>
            <a:r>
              <a:rPr lang="en-US" sz="1400" dirty="0" smtClean="0"/>
              <a:t> significant difference to Group B</a:t>
            </a:r>
            <a:endParaRPr lang="en-US" sz="1400" dirty="0"/>
          </a:p>
        </p:txBody>
      </p:sp>
    </p:spTree>
    <p:custDataLst>
      <p:tags r:id="rId1"/>
    </p:custDataLst>
    <p:extLst>
      <p:ext uri="{BB962C8B-B14F-4D97-AF65-F5344CB8AC3E}">
        <p14:creationId xmlns:p14="http://schemas.microsoft.com/office/powerpoint/2010/main" val="1016117634"/>
      </p:ext>
    </p:extLst>
  </p:cSld>
  <p:clrMapOvr>
    <a:masterClrMapping/>
  </p:clrMapOvr>
  <p:transition spd="slow" advTm="132888">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8">
                                            <p:txEl>
                                              <p:pRg st="1" end="1"/>
                                            </p:txEl>
                                          </p:spTgt>
                                        </p:tgtEl>
                                        <p:attrNameLst>
                                          <p:attrName>style.visibility</p:attrName>
                                        </p:attrNameLst>
                                      </p:cBhvr>
                                      <p:to>
                                        <p:strVal val="visible"/>
                                      </p:to>
                                    </p:set>
                                    <p:animEffect transition="in" filter="fade">
                                      <p:cBhvr>
                                        <p:cTn id="23" dur="500"/>
                                        <p:tgtEl>
                                          <p:spTgt spid="8">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500"/>
                                        <p:tgtEl>
                                          <p:spTgt spid="18"/>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500"/>
                                        <p:tgtEl>
                                          <p:spTgt spid="19"/>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500"/>
                                        <p:tgtEl>
                                          <p:spTgt spid="17"/>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500"/>
                                        <p:tgtEl>
                                          <p:spTgt spid="16"/>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8">
                                            <p:txEl>
                                              <p:pRg st="0" end="0"/>
                                            </p:txEl>
                                          </p:spTgt>
                                        </p:tgtEl>
                                        <p:attrNameLst>
                                          <p:attrName>style.visibility</p:attrName>
                                        </p:attrNameLst>
                                      </p:cBhvr>
                                      <p:to>
                                        <p:strVal val="visible"/>
                                      </p:to>
                                    </p:set>
                                    <p:animEffect transition="in" filter="fade">
                                      <p:cBhvr>
                                        <p:cTn id="44" dur="500"/>
                                        <p:tgtEl>
                                          <p:spTgt spid="8">
                                            <p:txEl>
                                              <p:pRg st="0" end="0"/>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7">
                                            <p:txEl>
                                              <p:pRg st="0" end="0"/>
                                            </p:txEl>
                                          </p:spTgt>
                                        </p:tgtEl>
                                        <p:attrNameLst>
                                          <p:attrName>style.visibility</p:attrName>
                                        </p:attrNameLst>
                                      </p:cBhvr>
                                      <p:to>
                                        <p:strVal val="visible"/>
                                      </p:to>
                                    </p:set>
                                    <p:animEffect transition="in" filter="fade">
                                      <p:cBhvr>
                                        <p:cTn id="49" dur="500"/>
                                        <p:tgtEl>
                                          <p:spTgt spid="7">
                                            <p:txEl>
                                              <p:pRg st="0" end="0"/>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500"/>
                                        <p:tgtEl>
                                          <p:spTgt spid="21"/>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fade">
                                      <p:cBhvr>
                                        <p:cTn id="57" dur="500"/>
                                        <p:tgtEl>
                                          <p:spTgt spid="22"/>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8"/>
                                        </p:tgtEl>
                                        <p:attrNameLst>
                                          <p:attrName>style.visibility</p:attrName>
                                        </p:attrNameLst>
                                      </p:cBhvr>
                                      <p:to>
                                        <p:strVal val="visible"/>
                                      </p:to>
                                    </p:set>
                                    <p:animEffect transition="in" filter="fade">
                                      <p:cBhvr>
                                        <p:cTn id="60" dur="500"/>
                                        <p:tgtEl>
                                          <p:spTgt spid="28"/>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23">
                                            <p:txEl>
                                              <p:pRg st="1" end="1"/>
                                            </p:txEl>
                                          </p:spTgt>
                                        </p:tgtEl>
                                        <p:attrNameLst>
                                          <p:attrName>style.visibility</p:attrName>
                                        </p:attrNameLst>
                                      </p:cBhvr>
                                      <p:to>
                                        <p:strVal val="visible"/>
                                      </p:to>
                                    </p:set>
                                    <p:animEffect transition="in" filter="fade">
                                      <p:cBhvr>
                                        <p:cTn id="65" dur="500"/>
                                        <p:tgtEl>
                                          <p:spTgt spid="23">
                                            <p:txEl>
                                              <p:pRg st="1" end="1"/>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500"/>
                                        <p:tgtEl>
                                          <p:spTgt spid="26"/>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7"/>
                                        </p:tgtEl>
                                        <p:attrNameLst>
                                          <p:attrName>style.visibility</p:attrName>
                                        </p:attrNameLst>
                                      </p:cBhvr>
                                      <p:to>
                                        <p:strVal val="visible"/>
                                      </p:to>
                                    </p:set>
                                    <p:animEffect transition="in" filter="fade">
                                      <p:cBhvr>
                                        <p:cTn id="73" dur="500"/>
                                        <p:tgtEl>
                                          <p:spTgt spid="27"/>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0"/>
                                        </p:tgtEl>
                                        <p:attrNameLst>
                                          <p:attrName>style.visibility</p:attrName>
                                        </p:attrNameLst>
                                      </p:cBhvr>
                                      <p:to>
                                        <p:strVal val="visible"/>
                                      </p:to>
                                    </p:set>
                                    <p:animEffect transition="in" filter="fade">
                                      <p:cBhvr>
                                        <p:cTn id="76" dur="500"/>
                                        <p:tgtEl>
                                          <p:spTgt spid="20"/>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nodeType="clickEffect">
                                  <p:stCondLst>
                                    <p:cond delay="0"/>
                                  </p:stCondLst>
                                  <p:childTnLst>
                                    <p:set>
                                      <p:cBhvr>
                                        <p:cTn id="80" dur="1" fill="hold">
                                          <p:stCondLst>
                                            <p:cond delay="0"/>
                                          </p:stCondLst>
                                        </p:cTn>
                                        <p:tgtEl>
                                          <p:spTgt spid="23">
                                            <p:txEl>
                                              <p:pRg st="0" end="0"/>
                                            </p:txEl>
                                          </p:spTgt>
                                        </p:tgtEl>
                                        <p:attrNameLst>
                                          <p:attrName>style.visibility</p:attrName>
                                        </p:attrNameLst>
                                      </p:cBhvr>
                                      <p:to>
                                        <p:strVal val="visible"/>
                                      </p:to>
                                    </p:set>
                                    <p:animEffect transition="in" filter="fade">
                                      <p:cBhvr>
                                        <p:cTn id="81" dur="500"/>
                                        <p:tgtEl>
                                          <p:spTgt spid="2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2" grpId="0" animBg="1"/>
      <p:bldP spid="15" grpId="0" animBg="1"/>
      <p:bldP spid="13" grpId="0" animBg="1"/>
      <p:bldP spid="17" grpId="0" animBg="1"/>
      <p:bldP spid="18" grpId="0" animBg="1"/>
      <p:bldP spid="19" grpId="0" animBg="1"/>
      <p:bldP spid="16" grpId="0" animBg="1"/>
      <p:bldP spid="21" grpId="0" animBg="1"/>
      <p:bldP spid="22" grpId="0" animBg="1"/>
      <p:bldP spid="26" grpId="0" animBg="1"/>
      <p:bldP spid="27" grpId="0" animBg="1"/>
      <p:bldP spid="20" grpId="0" animBg="1"/>
      <p:bldP spid="28" grpId="0" animBg="1"/>
    </p:bldLst>
  </p:timing>
  <p:extLst mod="1">
    <p:ext uri="{3A86A75C-4F4B-4683-9AE1-C65F6400EC91}">
      <p14:laserTraceLst xmlns:p14="http://schemas.microsoft.com/office/powerpoint/2010/main">
        <p14:tracePtLst>
          <p14:tracePt t="18247" x="631825" y="5348288"/>
          <p14:tracePt t="18312" x="646113" y="5348288"/>
          <p14:tracePt t="18320" x="688975" y="5348288"/>
          <p14:tracePt t="18328" x="769938" y="5311775"/>
          <p14:tracePt t="18340" x="928688" y="5240338"/>
          <p14:tracePt t="18356" x="1546225" y="5021263"/>
          <p14:tracePt t="18373" x="2162175" y="4695825"/>
          <p14:tracePt t="18389" x="2395538" y="4549775"/>
          <p14:tracePt t="18391" x="2474913" y="4492625"/>
          <p14:tracePt t="18406" x="2547938" y="4427538"/>
          <p14:tracePt t="18423" x="2678113" y="4318000"/>
          <p14:tracePt t="18439" x="2887663" y="4143375"/>
          <p14:tracePt t="18456" x="3070225" y="4021138"/>
          <p14:tracePt t="18473" x="3214688" y="3911600"/>
          <p14:tracePt t="18489" x="3302000" y="3824288"/>
          <p14:tracePt t="18506" x="3352800" y="3767138"/>
          <p14:tracePt t="18523" x="3417888" y="3700463"/>
          <p14:tracePt t="18539" x="3476625" y="3598863"/>
          <p14:tracePt t="18557" x="3541713" y="3490913"/>
          <p14:tracePt t="18573" x="3592513" y="3338513"/>
          <p14:tracePt t="18589" x="3635375" y="3192463"/>
          <p14:tracePt t="18607" x="3700463" y="3040063"/>
          <p14:tracePt t="18623" x="3716338" y="3011488"/>
          <p14:tracePt t="18640" x="3744913" y="2954338"/>
          <p14:tracePt t="18656" x="3759200" y="2932113"/>
          <p14:tracePt t="18673" x="3781425" y="2895600"/>
          <p14:tracePt t="18690" x="3817938" y="2836863"/>
          <p14:tracePt t="18706" x="3868738" y="2779713"/>
          <p14:tracePt t="18723" x="3903663" y="2728913"/>
          <p14:tracePt t="18740" x="3925888" y="2706688"/>
          <p14:tracePt t="18756" x="3933825" y="2692400"/>
          <p14:tracePt t="18773" x="3948113" y="2678113"/>
          <p14:tracePt t="18790" x="3954463" y="2663825"/>
          <p14:tracePt t="19250" x="3998913" y="2663825"/>
          <p14:tracePt t="19258" x="4041775" y="2663825"/>
          <p14:tracePt t="19265" x="4122738" y="2663825"/>
          <p14:tracePt t="19273" x="4202113" y="2663825"/>
          <p14:tracePt t="19291" x="4354513" y="2649538"/>
          <p14:tracePt t="19307" x="4521200" y="2627313"/>
          <p14:tracePt t="19324" x="4702175" y="2627313"/>
          <p14:tracePt t="19340" x="4854575" y="2627313"/>
          <p14:tracePt t="19359" x="5021263" y="2627313"/>
          <p14:tracePt t="19373" x="5173663" y="2627313"/>
          <p14:tracePt t="19390" x="5356225" y="2627313"/>
          <p14:tracePt t="19395" x="5464175" y="2627313"/>
          <p14:tracePt t="19407" x="5610225" y="2627313"/>
          <p14:tracePt t="19424" x="6284913" y="2627313"/>
          <p14:tracePt t="19440" x="6770688" y="2627313"/>
          <p14:tracePt t="19457" x="7250113" y="2633663"/>
          <p14:tracePt t="19474" x="7591425" y="2684463"/>
          <p14:tracePt t="19490" x="7881938" y="2714625"/>
          <p14:tracePt t="19507" x="8105775" y="2735263"/>
          <p14:tracePt t="19524" x="8266113" y="2735263"/>
          <p14:tracePt t="19541" x="8374063" y="2735263"/>
          <p14:tracePt t="19557" x="8418513" y="2735263"/>
          <p14:tracePt t="19574" x="8424863" y="2728913"/>
          <p14:tracePt t="19590" x="8432800" y="2728913"/>
          <p14:tracePt t="19607" x="8455025" y="2720975"/>
          <p14:tracePt t="19624" x="8475663" y="2714625"/>
          <p14:tracePt t="19640" x="8497888" y="2700338"/>
          <p14:tracePt t="19657" x="8520113" y="2684463"/>
          <p14:tracePt t="19674" x="8526463" y="2684463"/>
          <p14:tracePt t="19690" x="8542338" y="2684463"/>
          <p14:tracePt t="19723" x="8548688" y="2678113"/>
          <p14:tracePt t="19740" x="8562975" y="2678113"/>
          <p14:tracePt t="19757" x="8562975" y="2670175"/>
          <p14:tracePt t="19773" x="8570913" y="2670175"/>
          <p14:tracePt t="19790" x="8577263" y="2670175"/>
          <p14:tracePt t="19819" x="8585200" y="2663825"/>
          <p14:tracePt t="20052" x="8593138" y="2663825"/>
          <p14:tracePt t="20092" x="8607425" y="2655888"/>
          <p14:tracePt t="20421" x="8585200" y="2655888"/>
          <p14:tracePt t="20428" x="8548688" y="2655888"/>
          <p14:tracePt t="20440" x="8432800" y="2663825"/>
          <p14:tracePt t="20458" x="8308975" y="2663825"/>
          <p14:tracePt t="20474" x="8201025" y="2663825"/>
          <p14:tracePt t="20491" x="8113713" y="2663825"/>
          <p14:tracePt t="20507" x="8034338" y="2663825"/>
          <p14:tracePt t="20524" x="7953375" y="2670175"/>
          <p14:tracePt t="20541" x="7831138" y="2670175"/>
          <p14:tracePt t="20558" x="7670800" y="2670175"/>
          <p14:tracePt t="20574" x="7459663" y="2670175"/>
          <p14:tracePt t="20591" x="7286625" y="2670175"/>
          <p14:tracePt t="20608" x="7154863" y="2670175"/>
          <p14:tracePt t="20624" x="6981825" y="2678113"/>
          <p14:tracePt t="20641" x="6880225" y="2700338"/>
          <p14:tracePt t="20657" x="6727825" y="2735263"/>
          <p14:tracePt t="20674" x="6545263" y="2779713"/>
          <p14:tracePt t="20691" x="6364288" y="2801938"/>
          <p14:tracePt t="20707" x="6234113" y="2830513"/>
          <p14:tracePt t="20724" x="6138863" y="2867025"/>
          <p14:tracePt t="20741" x="6045200" y="2887663"/>
          <p14:tracePt t="20757" x="5994400" y="2903538"/>
          <p14:tracePt t="20774" x="5951538" y="2917825"/>
          <p14:tracePt t="20791" x="5929313" y="2932113"/>
          <p14:tracePt t="20808" x="5892800" y="2954338"/>
          <p14:tracePt t="20825" x="5856288" y="2974975"/>
          <p14:tracePt t="20841" x="5813425" y="3005138"/>
          <p14:tracePt t="20859" x="5783263" y="3019425"/>
          <p14:tracePt t="20874" x="5740400" y="3040063"/>
          <p14:tracePt t="20892" x="5703888" y="3055938"/>
          <p14:tracePt t="20898" x="5675313" y="3076575"/>
          <p14:tracePt t="20907" x="5661025" y="3076575"/>
          <p14:tracePt t="20924" x="5616575" y="3090863"/>
          <p14:tracePt t="20941" x="5602288" y="3106738"/>
          <p14:tracePt t="20958" x="5559425" y="3121025"/>
          <p14:tracePt t="20974" x="5514975" y="3127375"/>
          <p14:tracePt t="20991" x="5478463" y="3127375"/>
          <p14:tracePt t="21008" x="5449888" y="3127375"/>
          <p14:tracePt t="21024" x="5435600" y="3127375"/>
          <p14:tracePt t="21041" x="5421313" y="3141663"/>
          <p14:tracePt t="21076" x="5413375" y="3141663"/>
          <p14:tracePt t="21091" x="5407025" y="3141663"/>
          <p14:tracePt t="21797" x="5392738" y="3141663"/>
          <p14:tracePt t="21809" x="5356225" y="3141663"/>
          <p14:tracePt t="21816" x="5334000" y="3141663"/>
          <p14:tracePt t="21824" x="5319713" y="3141663"/>
          <p14:tracePt t="21841" x="5291138" y="3141663"/>
          <p14:tracePt t="21874" x="5283200" y="3141663"/>
          <p14:tracePt t="21913" x="5275263" y="3141663"/>
          <p14:tracePt t="21921" x="5268913" y="3141663"/>
          <p14:tracePt t="21929" x="5260975" y="3135313"/>
          <p14:tracePt t="21977" x="5260975" y="3127375"/>
          <p14:tracePt t="22010" x="5260975" y="3121025"/>
          <p14:tracePt t="22025" x="5260975" y="3106738"/>
          <p14:tracePt t="22041" x="5260975" y="3098800"/>
          <p14:tracePt t="22065" x="5260975" y="3090863"/>
          <p14:tracePt t="22073" x="5260975" y="3084513"/>
          <p14:tracePt t="22081" x="5268913" y="3076575"/>
          <p14:tracePt t="22106" x="5275263" y="3070225"/>
          <p14:tracePt t="22112" x="5283200" y="3062288"/>
          <p14:tracePt t="22124" x="5291138" y="3055938"/>
          <p14:tracePt t="22141" x="5319713" y="3033713"/>
          <p14:tracePt t="22158" x="5348288" y="3019425"/>
          <p14:tracePt t="22174" x="5376863" y="3005138"/>
          <p14:tracePt t="22191" x="5407025" y="2997200"/>
          <p14:tracePt t="22207" x="5457825" y="2974975"/>
          <p14:tracePt t="22224" x="5486400" y="2954338"/>
          <p14:tracePt t="22241" x="5522913" y="2946400"/>
          <p14:tracePt t="22258" x="5522913" y="2938463"/>
          <p14:tracePt t="22274" x="5551488" y="2924175"/>
          <p14:tracePt t="22292" x="5573713" y="2924175"/>
          <p14:tracePt t="22308" x="5595938" y="2924175"/>
          <p14:tracePt t="22324" x="5610225" y="2917825"/>
          <p14:tracePt t="22341" x="5638800" y="2903538"/>
          <p14:tracePt t="22357" x="5653088" y="2903538"/>
          <p14:tracePt t="22374" x="5667375" y="2903538"/>
          <p14:tracePt t="22391" x="5681663" y="2903538"/>
          <p14:tracePt t="22408" x="5703888" y="2895600"/>
          <p14:tracePt t="22424" x="5718175" y="2895600"/>
          <p14:tracePt t="22441" x="5732463" y="2895600"/>
          <p14:tracePt t="22458" x="5748338" y="2895600"/>
          <p14:tracePt t="22474" x="5748338" y="2887663"/>
          <p14:tracePt t="22491" x="5754688" y="2881313"/>
          <p14:tracePt t="22508" x="5762625" y="2881313"/>
          <p14:tracePt t="22525" x="5768975" y="2881313"/>
          <p14:tracePt t="22541" x="5791200" y="2881313"/>
          <p14:tracePt t="22558" x="5805488" y="2881313"/>
          <p14:tracePt t="22574" x="5819775" y="2873375"/>
          <p14:tracePt t="22591" x="5834063" y="2873375"/>
          <p14:tracePt t="22608" x="5842000" y="2873375"/>
          <p14:tracePt t="22641" x="5849938" y="2867025"/>
          <p14:tracePt t="22658" x="5856288" y="2867025"/>
          <p14:tracePt t="22675" x="5864225" y="2867025"/>
          <p14:tracePt t="22698" x="5870575" y="2867025"/>
          <p14:tracePt t="22717" x="5878513" y="2867025"/>
          <p14:tracePt t="22733" x="5884863" y="2867025"/>
          <p14:tracePt t="22787" x="5892800" y="2867025"/>
          <p14:tracePt t="22820" x="5900738" y="2867025"/>
          <p14:tracePt t="23003" x="5907088" y="2867025"/>
          <p14:tracePt t="23034" x="5921375" y="2867025"/>
          <p14:tracePt t="23060" x="5929313" y="2867025"/>
          <p14:tracePt t="23076" x="5943600" y="2867025"/>
          <p14:tracePt t="23092" x="5951538" y="2867025"/>
          <p14:tracePt t="23098" x="5972175" y="2867025"/>
          <p14:tracePt t="23114" x="5980113" y="2867025"/>
          <p14:tracePt t="23125" x="5986463" y="2867025"/>
          <p14:tracePt t="23141" x="5994400" y="2867025"/>
          <p14:tracePt t="23158" x="6002338" y="2867025"/>
          <p14:tracePt t="23175" x="6008688" y="2867025"/>
          <p14:tracePt t="23191" x="6022975" y="2867025"/>
          <p14:tracePt t="23208" x="6030913" y="2867025"/>
          <p14:tracePt t="23476" x="6022975" y="2867025"/>
          <p14:tracePt t="23484" x="6008688" y="2867025"/>
          <p14:tracePt t="23492" x="5994400" y="2881313"/>
          <p14:tracePt t="23508" x="5957888" y="2887663"/>
          <p14:tracePt t="23524" x="5921375" y="2895600"/>
          <p14:tracePt t="23541" x="5870575" y="2917825"/>
          <p14:tracePt t="23558" x="5813425" y="2917825"/>
          <p14:tracePt t="23574" x="5726113" y="2924175"/>
          <p14:tracePt t="23591" x="5624513" y="2938463"/>
          <p14:tracePt t="23608" x="5559425" y="2946400"/>
          <p14:tracePt t="23625" x="5522913" y="2954338"/>
          <p14:tracePt t="23641" x="5472113" y="2960688"/>
          <p14:tracePt t="23658" x="5407025" y="2968625"/>
          <p14:tracePt t="23675" x="5341938" y="2968625"/>
          <p14:tracePt t="23691" x="5246688" y="2968625"/>
          <p14:tracePt t="23708" x="5189538" y="2968625"/>
          <p14:tracePt t="23724" x="5122863" y="2968625"/>
          <p14:tracePt t="23741" x="5051425" y="2968625"/>
          <p14:tracePt t="23758" x="4964113" y="2968625"/>
          <p14:tracePt t="23775" x="4884738" y="2968625"/>
          <p14:tracePt t="23792" x="4789488" y="2968625"/>
          <p14:tracePt t="23808" x="4767263" y="2968625"/>
          <p14:tracePt t="23825" x="4732338" y="2968625"/>
          <p14:tracePt t="23842" x="4695825" y="2968625"/>
          <p14:tracePt t="23858" x="4645025" y="2968625"/>
          <p14:tracePt t="23875" x="4594225" y="2968625"/>
          <p14:tracePt t="23892" x="4549775" y="2968625"/>
          <p14:tracePt t="23898" x="4535488" y="2968625"/>
          <p14:tracePt t="23909" x="4529138" y="2968625"/>
          <p14:tracePt t="23925" x="4498975" y="2968625"/>
          <p14:tracePt t="23942" x="4478338" y="2968625"/>
          <p14:tracePt t="23958" x="4448175" y="2968625"/>
          <p14:tracePt t="23975" x="4411663" y="2968625"/>
          <p14:tracePt t="23992" x="4360863" y="2968625"/>
          <p14:tracePt t="24008" x="4346575" y="2968625"/>
          <p14:tracePt t="24027" x="4332288" y="2968625"/>
          <p14:tracePt t="24042" x="4325938" y="2968625"/>
          <p14:tracePt t="24059" x="4310063" y="2968625"/>
          <p14:tracePt t="24075" x="4295775" y="2968625"/>
          <p14:tracePt t="24092" x="4267200" y="2968625"/>
          <p14:tracePt t="24109" x="4244975" y="2968625"/>
          <p14:tracePt t="24125" x="4208463" y="2968625"/>
          <p14:tracePt t="24142" x="4173538" y="2968625"/>
          <p14:tracePt t="24158" x="4114800" y="2968625"/>
          <p14:tracePt t="24175" x="4027488" y="2968625"/>
          <p14:tracePt t="24192" x="3948113" y="2968625"/>
          <p14:tracePt t="24209" x="3911600" y="2968625"/>
          <p14:tracePt t="24225" x="3889375" y="2968625"/>
          <p14:tracePt t="24242" x="3860800" y="2968625"/>
          <p14:tracePt t="24259" x="3817938" y="2968625"/>
          <p14:tracePt t="24275" x="3773488" y="2960688"/>
          <p14:tracePt t="24292" x="3716338" y="2946400"/>
          <p14:tracePt t="24308" x="3671888" y="2946400"/>
          <p14:tracePt t="24325" x="3629025" y="2938463"/>
          <p14:tracePt t="24342" x="3598863" y="2932113"/>
          <p14:tracePt t="24358" x="3570288" y="2932113"/>
          <p14:tracePt t="24375" x="3563938" y="2932113"/>
          <p14:tracePt t="24392" x="3548063" y="2917825"/>
          <p14:tracePt t="24408" x="3527425" y="2909888"/>
          <p14:tracePt t="24425" x="3490913" y="2887663"/>
          <p14:tracePt t="24442" x="3440113" y="2867025"/>
          <p14:tracePt t="24458" x="3375025" y="2830513"/>
          <p14:tracePt t="24475" x="3344863" y="2808288"/>
          <p14:tracePt t="24492" x="3330575" y="2794000"/>
          <p14:tracePt t="24509" x="3316288" y="2779713"/>
          <p14:tracePt t="24525" x="3309938" y="2765425"/>
          <p14:tracePt t="24542" x="3294063" y="2751138"/>
          <p14:tracePt t="24558" x="3273425" y="2728913"/>
          <p14:tracePt t="24575" x="3228975" y="2700338"/>
          <p14:tracePt t="24592" x="3171825" y="2663825"/>
          <p14:tracePt t="24608" x="3149600" y="2649538"/>
          <p14:tracePt t="24698" x="3149600" y="2641600"/>
          <p14:tracePt t="24747" x="3141663" y="2633663"/>
          <p14:tracePt t="24985" x="3141663" y="2627313"/>
          <p14:tracePt t="25012" x="3141663" y="2613025"/>
          <p14:tracePt t="25034" x="3141663" y="2605088"/>
          <p14:tracePt t="25074" x="3141663" y="2598738"/>
          <p14:tracePt t="25091" x="3141663" y="2582863"/>
          <p14:tracePt t="25192" x="3149600" y="2582863"/>
          <p14:tracePt t="25208" x="3149600" y="2568575"/>
          <p14:tracePt t="25311" x="3149600" y="2562225"/>
          <p14:tracePt t="25327" x="3157538" y="2554288"/>
          <p14:tracePt t="25351" x="3157538" y="2547938"/>
          <p14:tracePt t="25367" x="3163888" y="2540000"/>
          <p14:tracePt t="25384" x="3171825" y="2540000"/>
          <p14:tracePt t="25392" x="3186113" y="2532063"/>
          <p14:tracePt t="25400" x="3214688" y="2503488"/>
          <p14:tracePt t="25408" x="3259138" y="2503488"/>
          <p14:tracePt t="25425" x="3330575" y="2452688"/>
          <p14:tracePt t="25442" x="3490913" y="2401888"/>
          <p14:tracePt t="25458" x="3657600" y="2373313"/>
          <p14:tracePt t="25475" x="3860800" y="2344738"/>
          <p14:tracePt t="25492" x="4056063" y="2322513"/>
          <p14:tracePt t="25508" x="4252913" y="2322513"/>
          <p14:tracePt t="25525" x="4411663" y="2322513"/>
          <p14:tracePt t="25542" x="4579938" y="2314575"/>
          <p14:tracePt t="25558" x="4738688" y="2293938"/>
          <p14:tracePt t="25575" x="5006975" y="2249488"/>
          <p14:tracePt t="25592" x="5173663" y="2249488"/>
          <p14:tracePt t="25608" x="5326063" y="2235200"/>
          <p14:tracePt t="25625" x="5472113" y="2235200"/>
          <p14:tracePt t="25642" x="5616575" y="2235200"/>
          <p14:tracePt t="25658" x="5740400" y="2235200"/>
          <p14:tracePt t="25675" x="5884863" y="2235200"/>
          <p14:tracePt t="25692" x="6002338" y="2235200"/>
          <p14:tracePt t="25708" x="6124575" y="2235200"/>
          <p14:tracePt t="25725" x="6219825" y="2235200"/>
          <p14:tracePt t="25742" x="6327775" y="2235200"/>
          <p14:tracePt t="25758" x="6423025" y="2243138"/>
          <p14:tracePt t="25775" x="6567488" y="2263775"/>
          <p14:tracePt t="25792" x="6683375" y="2286000"/>
          <p14:tracePt t="25809" x="6778625" y="2300288"/>
          <p14:tracePt t="25825" x="6850063" y="2328863"/>
          <p14:tracePt t="25842" x="6908800" y="2344738"/>
          <p14:tracePt t="25858" x="6931025" y="2351088"/>
          <p14:tracePt t="25875" x="6945313" y="2351088"/>
          <p14:tracePt t="26736" x="6916738" y="2351088"/>
          <p14:tracePt t="26749" x="6880225" y="2351088"/>
          <p14:tracePt t="26762" x="6778625" y="2351088"/>
          <p14:tracePt t="26777" x="6654800" y="2351088"/>
          <p14:tracePt t="26793" x="6516688" y="2351088"/>
          <p14:tracePt t="26813" x="6392863" y="2351088"/>
          <p14:tracePt t="26826" x="6205538" y="2387600"/>
          <p14:tracePt t="26843" x="5986463" y="2401888"/>
          <p14:tracePt t="26861" x="5689600" y="2446338"/>
          <p14:tracePt t="26876" x="5486400" y="2474913"/>
          <p14:tracePt t="26893" x="5348288" y="2481263"/>
          <p14:tracePt t="26902" x="5297488" y="2489200"/>
          <p14:tracePt t="26912" x="5195888" y="2511425"/>
          <p14:tracePt t="26926" x="5145088" y="2525713"/>
          <p14:tracePt t="26943" x="5037138" y="2554288"/>
          <p14:tracePt t="26961" x="4891088" y="2598738"/>
          <p14:tracePt t="26976" x="4752975" y="2633663"/>
          <p14:tracePt t="26993" x="4622800" y="2663825"/>
          <p14:tracePt t="27011" x="4484688" y="2692400"/>
          <p14:tracePt t="27026" x="4346575" y="2714625"/>
          <p14:tracePt t="27043" x="4208463" y="2757488"/>
          <p14:tracePt t="27060" x="4114800" y="2786063"/>
          <p14:tracePt t="27076" x="4071938" y="2786063"/>
          <p14:tracePt t="27094" x="4027488" y="2801938"/>
          <p14:tracePt t="27110" x="4005263" y="2808288"/>
          <p14:tracePt t="27126" x="3962400" y="2816225"/>
          <p14:tracePt t="27143" x="3919538" y="2830513"/>
          <p14:tracePt t="27161" x="3868738" y="2830513"/>
          <p14:tracePt t="27176" x="3860800" y="2830513"/>
          <p14:tracePt t="27193" x="3852863" y="2830513"/>
          <p14:tracePt t="27210" x="3838575" y="2830513"/>
          <p14:tracePt t="27243" x="3832225" y="2836863"/>
          <p14:tracePt t="27261" x="3824288" y="2836863"/>
          <p14:tracePt t="28613" x="3817938" y="2836863"/>
          <p14:tracePt t="28628" x="3810000" y="2844800"/>
          <p14:tracePt t="28646" x="3795713" y="2852738"/>
          <p14:tracePt t="28663" x="3795713" y="2859088"/>
          <p14:tracePt t="28701" x="3787775" y="2867025"/>
          <p14:tracePt t="28749" x="3787775" y="2873375"/>
          <p14:tracePt t="28774" x="3781425" y="2881313"/>
          <p14:tracePt t="28788" x="3773488" y="2887663"/>
          <p14:tracePt t="28805" x="3767138" y="2895600"/>
          <p14:tracePt t="28828" x="3751263" y="2909888"/>
          <p14:tracePt t="28844" x="3736975" y="2924175"/>
          <p14:tracePt t="28860" x="3730625" y="2932113"/>
          <p14:tracePt t="28876" x="3722688" y="2946400"/>
          <p14:tracePt t="28897" x="3716338" y="2960688"/>
          <p14:tracePt t="28907" x="3708400" y="2968625"/>
          <p14:tracePt t="28925" x="3694113" y="2974975"/>
          <p14:tracePt t="28942" x="3686175" y="2989263"/>
          <p14:tracePt t="28955" x="3657600" y="3019425"/>
          <p14:tracePt t="28966" x="3635375" y="3033713"/>
          <p14:tracePt t="28979" x="3592513" y="3070225"/>
          <p14:tracePt t="28996" x="3570288" y="3090863"/>
          <p14:tracePt t="29010" x="3541713" y="3121025"/>
          <p14:tracePt t="29026" x="3519488" y="3149600"/>
          <p14:tracePt t="29043" x="3505200" y="3149600"/>
          <p14:tracePt t="29060" x="3468688" y="3178175"/>
          <p14:tracePt t="29076" x="3454400" y="3186113"/>
          <p14:tracePt t="29093" x="3425825" y="3200400"/>
          <p14:tracePt t="29110" x="3417888" y="3208338"/>
          <p14:tracePt t="29127" x="3411538" y="3208338"/>
          <p14:tracePt t="29143" x="3403600" y="3208338"/>
          <p14:tracePt t="29160" x="3381375" y="3208338"/>
          <p14:tracePt t="29177" x="3375025" y="3208338"/>
          <p14:tracePt t="29193" x="3360738" y="3222625"/>
          <p14:tracePt t="29227" x="3352800" y="3222625"/>
          <p14:tracePt t="29250" x="3338513" y="3222625"/>
          <p14:tracePt t="29274" x="3330575" y="3222625"/>
          <p14:tracePt t="29298" x="3324225" y="3222625"/>
          <p14:tracePt t="36009" x="3338513" y="3222625"/>
          <p14:tracePt t="36016" x="3360738" y="3228975"/>
          <p14:tracePt t="36025" x="3381375" y="3236913"/>
          <p14:tracePt t="36032" x="3395663" y="3251200"/>
          <p14:tracePt t="36045" x="3417888" y="3259138"/>
          <p14:tracePt t="36062" x="3513138" y="3287713"/>
          <p14:tracePt t="36078" x="3606800" y="3316288"/>
          <p14:tracePt t="36095" x="3716338" y="3352800"/>
          <p14:tracePt t="36112" x="3838575" y="3389313"/>
          <p14:tracePt t="36128" x="3883025" y="3395663"/>
          <p14:tracePt t="36145" x="3919538" y="3403600"/>
          <p14:tracePt t="36162" x="3948113" y="3417888"/>
          <p14:tracePt t="36179" x="3984625" y="3417888"/>
          <p14:tracePt t="36195" x="4035425" y="3425825"/>
          <p14:tracePt t="36212" x="4092575" y="3432175"/>
          <p14:tracePt t="36229" x="4122738" y="3440113"/>
          <p14:tracePt t="36245" x="4157663" y="3446463"/>
          <p14:tracePt t="36262" x="4173538" y="3446463"/>
          <p14:tracePt t="36278" x="4202113" y="3446463"/>
          <p14:tracePt t="36295" x="4252913" y="3446463"/>
          <p14:tracePt t="36312" x="4289425" y="3446463"/>
          <p14:tracePt t="36328" x="4310063" y="3446463"/>
          <p14:tracePt t="36345" x="4332288" y="3446463"/>
          <p14:tracePt t="36362" x="4360863" y="3446463"/>
          <p14:tracePt t="36379" x="4405313" y="3446463"/>
          <p14:tracePt t="36395" x="4448175" y="3446463"/>
          <p14:tracePt t="36412" x="4492625" y="3446463"/>
          <p14:tracePt t="36429" x="4543425" y="3446463"/>
          <p14:tracePt t="36445" x="4600575" y="3454400"/>
          <p14:tracePt t="36462" x="4651375" y="3462338"/>
          <p14:tracePt t="36479" x="4702175" y="3462338"/>
          <p14:tracePt t="36495" x="4767263" y="3462338"/>
          <p14:tracePt t="36512" x="4797425" y="3462338"/>
          <p14:tracePt t="36529" x="4818063" y="3462338"/>
          <p14:tracePt t="36545" x="4848225" y="3462338"/>
          <p14:tracePt t="36562" x="4862513" y="3454400"/>
          <p14:tracePt t="36579" x="4891088" y="3446463"/>
          <p14:tracePt t="36595" x="4905375" y="3446463"/>
          <p14:tracePt t="36612" x="4927600" y="3440113"/>
          <p14:tracePt t="36628" x="4956175" y="3440113"/>
          <p14:tracePt t="36645" x="4992688" y="3440113"/>
          <p14:tracePt t="36662" x="5014913" y="3440113"/>
          <p14:tracePt t="36679" x="5043488" y="3425825"/>
          <p14:tracePt t="36695" x="5072063" y="3417888"/>
          <p14:tracePt t="36712" x="5108575" y="3417888"/>
          <p14:tracePt t="36729" x="5153025" y="3417888"/>
          <p14:tracePt t="36745" x="5189538" y="3417888"/>
          <p14:tracePt t="36762" x="5232400" y="3417888"/>
          <p14:tracePt t="36779" x="5254625" y="3417888"/>
          <p14:tracePt t="36795" x="5275263" y="3417888"/>
          <p14:tracePt t="36812" x="5283200" y="3417888"/>
          <p14:tracePt t="36873" x="5291138" y="3417888"/>
          <p14:tracePt t="36913" x="5291138" y="3425825"/>
          <p14:tracePt t="36921" x="5291138" y="3440113"/>
          <p14:tracePt t="36929" x="5291138" y="3446463"/>
          <p14:tracePt t="36946" x="5291138" y="3476625"/>
          <p14:tracePt t="36962" x="5291138" y="3513138"/>
          <p14:tracePt t="36979" x="5283200" y="3541713"/>
          <p14:tracePt t="36995" x="5246688" y="3584575"/>
          <p14:tracePt t="37012" x="5203825" y="3635375"/>
          <p14:tracePt t="37029" x="5167313" y="3665538"/>
          <p14:tracePt t="37046" x="5130800" y="3694113"/>
          <p14:tracePt t="37062" x="5072063" y="3708400"/>
          <p14:tracePt t="37079" x="4970463" y="3759200"/>
          <p14:tracePt t="37095" x="4899025" y="3795713"/>
          <p14:tracePt t="37112" x="4840288" y="3810000"/>
          <p14:tracePt t="37129" x="4767263" y="3838575"/>
          <p14:tracePt t="37145" x="4702175" y="3868738"/>
          <p14:tracePt t="37162" x="4594225" y="3883025"/>
          <p14:tracePt t="37179" x="4498975" y="3903663"/>
          <p14:tracePt t="37196" x="4419600" y="3903663"/>
          <p14:tracePt t="37213" x="4360863" y="3911600"/>
          <p14:tracePt t="37229" x="4325938" y="3911600"/>
          <p14:tracePt t="37245" x="4289425" y="3925888"/>
          <p14:tracePt t="37262" x="4216400" y="3933825"/>
          <p14:tracePt t="37280" x="4086225" y="3962400"/>
          <p14:tracePt t="37295" x="4027488" y="3962400"/>
          <p14:tracePt t="37312" x="3962400" y="3970338"/>
          <p14:tracePt t="37329" x="3889375" y="3970338"/>
          <p14:tracePt t="37345" x="3802063" y="3970338"/>
          <p14:tracePt t="37362" x="3736975" y="3970338"/>
          <p14:tracePt t="37380" x="3686175" y="3970338"/>
          <p14:tracePt t="37396" x="3657600" y="3970338"/>
          <p14:tracePt t="37405" x="3649663" y="3970338"/>
          <p14:tracePt t="37413" x="3643313" y="3970338"/>
          <p14:tracePt t="37430" x="3629025" y="3970338"/>
          <p14:tracePt t="37446" x="3606800" y="3970338"/>
          <p14:tracePt t="37465" x="3584575" y="3976688"/>
          <p14:tracePt t="38476" x="3598863" y="3976688"/>
          <p14:tracePt t="38485" x="3606800" y="3976688"/>
          <p14:tracePt t="38496" x="3643313" y="3962400"/>
          <p14:tracePt t="38513" x="3665538" y="3962400"/>
          <p14:tracePt t="38530" x="3679825" y="3962400"/>
          <p14:tracePt t="38547" x="3694113" y="3962400"/>
          <p14:tracePt t="38563" x="3708400" y="3962400"/>
          <p14:tracePt t="38581" x="3722688" y="3962400"/>
          <p14:tracePt t="38596" x="3751263" y="3954463"/>
          <p14:tracePt t="38613" x="3787775" y="3948113"/>
          <p14:tracePt t="38630" x="3832225" y="3940175"/>
          <p14:tracePt t="38646" x="3852863" y="3933825"/>
          <p14:tracePt t="38664" x="3883025" y="3933825"/>
          <p14:tracePt t="38680" x="3919538" y="3925888"/>
          <p14:tracePt t="38696" x="4013200" y="3911600"/>
          <p14:tracePt t="38713" x="4071938" y="3911600"/>
          <p14:tracePt t="38732" x="4151313" y="3911600"/>
          <p14:tracePt t="38747" x="4187825" y="3911600"/>
          <p14:tracePt t="38764" x="4224338" y="3911600"/>
          <p14:tracePt t="38782" x="4238625" y="3911600"/>
          <p14:tracePt t="38797" x="4267200" y="3903663"/>
          <p14:tracePt t="38813" x="4295775" y="3903663"/>
          <p14:tracePt t="38830" x="4340225" y="3897313"/>
          <p14:tracePt t="38846" x="4368800" y="3897313"/>
          <p14:tracePt t="38864" x="4391025" y="3897313"/>
          <p14:tracePt t="38881" x="4405313" y="3897313"/>
          <p14:tracePt t="38896" x="4419600" y="3883025"/>
          <p14:tracePt t="38916" x="4433888" y="3883025"/>
          <p14:tracePt t="38930" x="4441825" y="3875088"/>
          <p14:tracePt t="38946" x="4456113" y="3875088"/>
          <p14:tracePt t="38963" x="4462463" y="3868738"/>
          <p14:tracePt t="39749" x="4484688" y="3868738"/>
          <p14:tracePt t="39757" x="4513263" y="3868738"/>
          <p14:tracePt t="39765" x="4535488" y="3868738"/>
          <p14:tracePt t="39780" x="4600575" y="3868738"/>
          <p14:tracePt t="39797" x="4702175" y="3897313"/>
          <p14:tracePt t="39813" x="4775200" y="3911600"/>
          <p14:tracePt t="39830" x="4811713" y="3919538"/>
          <p14:tracePt t="39849" x="4826000" y="3925888"/>
          <p14:tracePt t="39864" x="4833938" y="3925888"/>
          <p14:tracePt t="39897" x="4848225" y="3925888"/>
          <p14:tracePt t="40107" x="4818063" y="3933825"/>
          <p14:tracePt t="40113" x="4752975" y="3954463"/>
          <p14:tracePt t="40121" x="4702175" y="3962400"/>
          <p14:tracePt t="40130" x="4637088" y="3990975"/>
          <p14:tracePt t="40146" x="4529138" y="4013200"/>
          <p14:tracePt t="40163" x="4419600" y="4021138"/>
          <p14:tracePt t="40180" x="4310063" y="4021138"/>
          <p14:tracePt t="40197" x="4202113" y="4027488"/>
          <p14:tracePt t="40213" x="4143375" y="4027488"/>
          <p14:tracePt t="40230" x="4078288" y="4027488"/>
          <p14:tracePt t="40247" x="4041775" y="4027488"/>
          <p14:tracePt t="40263" x="3984625" y="4035425"/>
          <p14:tracePt t="40280" x="3889375" y="4035425"/>
          <p14:tracePt t="40297" x="3832225" y="4035425"/>
          <p14:tracePt t="40313" x="3787775" y="4035425"/>
          <p14:tracePt t="40330" x="3759200" y="4035425"/>
          <p14:tracePt t="40347" x="3736975" y="4035425"/>
          <p14:tracePt t="40363" x="3716338" y="4035425"/>
          <p14:tracePt t="40380" x="3679825" y="4035425"/>
          <p14:tracePt t="40397" x="3635375" y="4035425"/>
          <p14:tracePt t="40401" x="3614738" y="4035425"/>
          <p14:tracePt t="40413" x="3598863" y="4035425"/>
          <p14:tracePt t="40430" x="3584575" y="4041775"/>
          <p14:tracePt t="40464" x="3578225" y="4041775"/>
          <p14:tracePt t="40480" x="3556000" y="4056063"/>
          <p14:tracePt t="40497" x="3527425" y="4071938"/>
          <p14:tracePt t="40513" x="3513138" y="4086225"/>
          <p14:tracePt t="40530" x="3505200" y="4086225"/>
          <p14:tracePt t="40547" x="3497263" y="4092575"/>
          <p14:tracePt t="40563" x="3490913" y="4100513"/>
          <p14:tracePt t="40580" x="3482975" y="4106863"/>
          <p14:tracePt t="40597" x="3476625" y="4122738"/>
          <p14:tracePt t="40613" x="3468688" y="4129088"/>
          <p14:tracePt t="40630" x="3462338" y="4137025"/>
          <p14:tracePt t="40647" x="3446463" y="4151313"/>
          <p14:tracePt t="40663" x="3446463" y="4157663"/>
          <p14:tracePt t="40680" x="3440113" y="4165600"/>
          <p14:tracePt t="40697" x="3440113" y="4179888"/>
          <p14:tracePt t="41242" x="3432175" y="4187825"/>
          <p14:tracePt t="41274" x="3425825" y="4194175"/>
          <p14:tracePt t="41377" x="3425825" y="4202113"/>
          <p14:tracePt t="41393" x="3425825" y="4208463"/>
          <p14:tracePt t="41490" x="3425825" y="4216400"/>
          <p14:tracePt t="41883" x="3440113" y="4208463"/>
          <p14:tracePt t="47887" x="3425825" y="4208463"/>
          <p14:tracePt t="47894" x="3417888" y="4208463"/>
          <p14:tracePt t="47903" x="3417888" y="4224338"/>
          <p14:tracePt t="47918" x="3389313" y="4259263"/>
          <p14:tracePt t="47933" x="3375025" y="4275138"/>
          <p14:tracePt t="47950" x="3338513" y="4303713"/>
          <p14:tracePt t="47966" x="3279775" y="4354513"/>
          <p14:tracePt t="47982" x="3186113" y="4411663"/>
          <p14:tracePt t="47999" x="3106738" y="4470400"/>
          <p14:tracePt t="48016" x="3005138" y="4543425"/>
          <p14:tracePt t="48033" x="2960688" y="4572000"/>
          <p14:tracePt t="48049" x="2881313" y="4630738"/>
          <p14:tracePt t="48066" x="2794000" y="4681538"/>
          <p14:tracePt t="48083" x="2700338" y="4752975"/>
          <p14:tracePt t="48100" x="2613025" y="4826000"/>
          <p14:tracePt t="48116" x="2547938" y="4891088"/>
          <p14:tracePt t="48133" x="2497138" y="4941888"/>
          <p14:tracePt t="48150" x="2452688" y="4978400"/>
          <p14:tracePt t="48166" x="2424113" y="5000625"/>
          <p14:tracePt t="48184" x="2387600" y="5014913"/>
          <p14:tracePt t="48201" x="2308225" y="5057775"/>
          <p14:tracePt t="48216" x="2235200" y="5087938"/>
          <p14:tracePt t="48233" x="2111375" y="5108575"/>
          <p14:tracePt t="48250" x="2003425" y="5108575"/>
          <p14:tracePt t="48266" x="1908175" y="5108575"/>
          <p14:tracePt t="48283" x="1828800" y="5087938"/>
          <p14:tracePt t="48299" x="1741488" y="5051425"/>
          <p14:tracePt t="48316" x="1654175" y="5014913"/>
          <p14:tracePt t="48333" x="1589088" y="4970463"/>
          <p14:tracePt t="48350" x="1546225" y="4927600"/>
          <p14:tracePt t="48367" x="1531938" y="4905375"/>
          <p14:tracePt t="48384" x="1509713" y="4876800"/>
          <p14:tracePt t="48402" x="1495425" y="4840288"/>
          <p14:tracePt t="48408" x="1495425" y="4833938"/>
          <p14:tracePt t="48416" x="1495425" y="4818063"/>
          <p14:tracePt t="48433" x="1495425" y="4789488"/>
          <p14:tracePt t="48450" x="1495425" y="4767263"/>
          <p14:tracePt t="48466" x="1495425" y="4746625"/>
          <p14:tracePt t="48483" x="1495425" y="4716463"/>
          <p14:tracePt t="48500" x="1501775" y="4695825"/>
          <p14:tracePt t="48517" x="1531938" y="4659313"/>
          <p14:tracePt t="48533" x="1552575" y="4614863"/>
          <p14:tracePt t="48550" x="1566863" y="4600575"/>
          <p14:tracePt t="48566" x="1582738" y="4586288"/>
          <p14:tracePt t="48583" x="1603375" y="4557713"/>
          <p14:tracePt t="48601" x="1611313" y="4549775"/>
          <p14:tracePt t="48616" x="1625600" y="4535488"/>
          <p14:tracePt t="48633" x="1633538" y="4529138"/>
          <p14:tracePt t="48650" x="1639888" y="4521200"/>
          <p14:tracePt t="48668" x="1654175" y="4513263"/>
          <p14:tracePt t="48683" x="1676400" y="4498975"/>
          <p14:tracePt t="48700" x="1690688" y="4492625"/>
          <p14:tracePt t="48716" x="1735138" y="4470400"/>
          <p14:tracePt t="48733" x="1763713" y="4462463"/>
          <p14:tracePt t="48750" x="1792288" y="4462463"/>
          <p14:tracePt t="48766" x="1828800" y="4448175"/>
          <p14:tracePt t="48783" x="1865313" y="4448175"/>
          <p14:tracePt t="48800" x="1908175" y="4441825"/>
          <p14:tracePt t="48816" x="1966913" y="4441825"/>
          <p14:tracePt t="48833" x="1995488" y="4441825"/>
          <p14:tracePt t="48850" x="2017713" y="4441825"/>
          <p14:tracePt t="48866" x="2039938" y="4441825"/>
          <p14:tracePt t="48883" x="2054225" y="4441825"/>
          <p14:tracePt t="48901" x="2090738" y="4441825"/>
          <p14:tracePt t="48910" x="2105025" y="4441825"/>
          <p14:tracePt t="48917" x="2119313" y="4441825"/>
          <p14:tracePt t="48933" x="2133600" y="4441825"/>
          <p14:tracePt t="48966" x="2141538" y="4441825"/>
          <p14:tracePt t="48984" x="2147888" y="4448175"/>
          <p14:tracePt t="49000" x="2176463" y="4470400"/>
          <p14:tracePt t="49017" x="2212975" y="4506913"/>
          <p14:tracePt t="49033" x="2220913" y="4521200"/>
          <p14:tracePt t="49050" x="2227263" y="4521200"/>
          <p14:tracePt t="49066" x="2235200" y="4535488"/>
          <p14:tracePt t="49083" x="2243138" y="4543425"/>
          <p14:tracePt t="49101" x="2249488" y="4564063"/>
          <p14:tracePt t="49117" x="2263775" y="4586288"/>
          <p14:tracePt t="49134" x="2263775" y="4594225"/>
          <p14:tracePt t="49150" x="2271713" y="4600575"/>
          <p14:tracePt t="49166" x="2271713" y="4614863"/>
          <p14:tracePt t="49184" x="2271713" y="4630738"/>
          <p14:tracePt t="49200" x="2278063" y="4637088"/>
          <p14:tracePt t="49216" x="2286000" y="4645025"/>
          <p14:tracePt t="49233" x="2286000" y="4651375"/>
          <p14:tracePt t="49266" x="2286000" y="4659313"/>
          <p14:tracePt t="49693" x="2293938" y="4659313"/>
          <p14:tracePt t="49701" x="2300288" y="4659313"/>
          <p14:tracePt t="49708" x="2308225" y="4651375"/>
          <p14:tracePt t="49724" x="2314575" y="4645025"/>
          <p14:tracePt t="49734" x="2336800" y="4614863"/>
          <p14:tracePt t="49750" x="2359025" y="4594225"/>
          <p14:tracePt t="49767" x="2387600" y="4557713"/>
          <p14:tracePt t="49784" x="2424113" y="4521200"/>
          <p14:tracePt t="49800" x="2446338" y="4498975"/>
          <p14:tracePt t="49818" x="2466975" y="4484688"/>
          <p14:tracePt t="49833" x="2497138" y="4462463"/>
          <p14:tracePt t="49850" x="2517775" y="4448175"/>
          <p14:tracePt t="49867" x="2547938" y="4441825"/>
          <p14:tracePt t="49883" x="2568575" y="4433888"/>
          <p14:tracePt t="49902" x="2619375" y="4411663"/>
          <p14:tracePt t="49908" x="2627313" y="4411663"/>
          <p14:tracePt t="49916" x="2641600" y="4411663"/>
          <p14:tracePt t="49933" x="2655888" y="4405313"/>
          <p14:tracePt t="49952" x="2692400" y="4391025"/>
          <p14:tracePt t="49967" x="2700338" y="4391025"/>
          <p14:tracePt t="49984" x="2728913" y="4383088"/>
          <p14:tracePt t="50001" x="2771775" y="4376738"/>
          <p14:tracePt t="50017" x="2794000" y="4376738"/>
          <p14:tracePt t="50033" x="2801938" y="4368800"/>
          <p14:tracePt t="50050" x="2822575" y="4368800"/>
          <p14:tracePt t="50066" x="2836863" y="4368800"/>
          <p14:tracePt t="50083" x="2881313" y="4368800"/>
          <p14:tracePt t="50100" x="2924175" y="4368800"/>
          <p14:tracePt t="50117" x="2960688" y="4368800"/>
          <p14:tracePt t="50133" x="2997200" y="4368800"/>
          <p14:tracePt t="50150" x="3019425" y="4368800"/>
          <p14:tracePt t="50168" x="3062288" y="4368800"/>
          <p14:tracePt t="50185" x="3121025" y="4368800"/>
          <p14:tracePt t="50202" x="3186113" y="4383088"/>
          <p14:tracePt t="50218" x="3236913" y="4405313"/>
          <p14:tracePt t="50234" x="3265488" y="4411663"/>
          <p14:tracePt t="50251" x="3294063" y="4419600"/>
          <p14:tracePt t="50267" x="3309938" y="4433888"/>
          <p14:tracePt t="50283" x="3338513" y="4448175"/>
          <p14:tracePt t="50300" x="3367088" y="4470400"/>
          <p14:tracePt t="50317" x="3403600" y="4492625"/>
          <p14:tracePt t="50333" x="3432175" y="4513263"/>
          <p14:tracePt t="50350" x="3462338" y="4543425"/>
          <p14:tracePt t="50367" x="3482975" y="4557713"/>
          <p14:tracePt t="50384" x="3505200" y="4586288"/>
          <p14:tracePt t="50401" x="3533775" y="4622800"/>
          <p14:tracePt t="50408" x="3541713" y="4637088"/>
          <p14:tracePt t="50417" x="3548063" y="4645025"/>
          <p14:tracePt t="50434" x="3563938" y="4681538"/>
          <p14:tracePt t="50450" x="3584575" y="4702175"/>
          <p14:tracePt t="50467" x="3598863" y="4724400"/>
          <p14:tracePt t="50483" x="3606800" y="4738688"/>
          <p14:tracePt t="50500" x="3606800" y="4760913"/>
          <p14:tracePt t="50520" x="3614738" y="4783138"/>
          <p14:tracePt t="50534" x="3614738" y="4797425"/>
          <p14:tracePt t="50550" x="3614738" y="4826000"/>
          <p14:tracePt t="50568" x="3614738" y="4854575"/>
          <p14:tracePt t="50584" x="3614738" y="4862513"/>
          <p14:tracePt t="50601" x="3606800" y="4899025"/>
          <p14:tracePt t="50617" x="3606800" y="4913313"/>
          <p14:tracePt t="50634" x="3592513" y="4935538"/>
          <p14:tracePt t="50651" x="3584575" y="4964113"/>
          <p14:tracePt t="50668" x="3570288" y="4978400"/>
          <p14:tracePt t="50684" x="3548063" y="5000625"/>
          <p14:tracePt t="50701" x="3527425" y="5021263"/>
          <p14:tracePt t="50717" x="3505200" y="5043488"/>
          <p14:tracePt t="50734" x="3482975" y="5057775"/>
          <p14:tracePt t="50751" x="3454400" y="5065713"/>
          <p14:tracePt t="50768" x="3425825" y="5080000"/>
          <p14:tracePt t="50784" x="3417888" y="5087938"/>
          <p14:tracePt t="50801" x="3389313" y="5087938"/>
          <p14:tracePt t="50817" x="3375025" y="5087938"/>
          <p14:tracePt t="50834" x="3360738" y="5087938"/>
          <p14:tracePt t="50850" x="3338513" y="5087938"/>
          <p14:tracePt t="50867" x="3330575" y="5087938"/>
          <p14:tracePt t="50884" x="3316288" y="5087938"/>
          <p14:tracePt t="50903" x="3309938" y="5087938"/>
          <p14:tracePt t="50924" x="3302000" y="5087938"/>
          <p14:tracePt t="50934" x="3294063" y="5087938"/>
          <p14:tracePt t="50972" x="3294063" y="5080000"/>
          <p14:tracePt t="50995" x="3294063" y="5065713"/>
          <p14:tracePt t="51013" x="3294063" y="5057775"/>
          <p14:tracePt t="51021" x="3294063" y="5043488"/>
          <p14:tracePt t="51037" x="3294063" y="5037138"/>
          <p14:tracePt t="51050" x="3294063" y="5014913"/>
          <p14:tracePt t="51067" x="3294063" y="4992688"/>
          <p14:tracePt t="51084" x="3309938" y="4970463"/>
          <p14:tracePt t="51101" x="3338513" y="4927600"/>
          <p14:tracePt t="51117" x="3338513" y="4905375"/>
          <p14:tracePt t="51133" x="3360738" y="4876800"/>
          <p14:tracePt t="51151" x="3381375" y="4854575"/>
          <p14:tracePt t="51167" x="3411538" y="4826000"/>
          <p14:tracePt t="51184" x="3432175" y="4797425"/>
          <p14:tracePt t="51201" x="3462338" y="4760913"/>
          <p14:tracePt t="51218" x="3490913" y="4738688"/>
          <p14:tracePt t="51234" x="3513138" y="4716463"/>
          <p14:tracePt t="51251" x="3533775" y="4687888"/>
          <p14:tracePt t="51267" x="3556000" y="4673600"/>
          <p14:tracePt t="51284" x="3570288" y="4659313"/>
          <p14:tracePt t="51300" x="3584575" y="4645025"/>
          <p14:tracePt t="51317" x="3606800" y="4637088"/>
          <p14:tracePt t="51334" x="3629025" y="4622800"/>
          <p14:tracePt t="51350" x="3629025" y="4614863"/>
          <p14:tracePt t="51367" x="3643313" y="4608513"/>
          <p14:tracePt t="51383" x="3671888" y="4600575"/>
          <p14:tracePt t="51400" x="3679825" y="4586288"/>
          <p14:tracePt t="51417" x="3700463" y="4579938"/>
          <p14:tracePt t="51434" x="3730625" y="4572000"/>
          <p14:tracePt t="51450" x="3759200" y="4549775"/>
          <p14:tracePt t="51467" x="3773488" y="4549775"/>
          <p14:tracePt t="51484" x="3787775" y="4543425"/>
          <p14:tracePt t="51500" x="3810000" y="4535488"/>
          <p14:tracePt t="51517" x="3817938" y="4535488"/>
          <p14:tracePt t="51533" x="3832225" y="4529138"/>
          <p14:tracePt t="51550" x="3868738" y="4521200"/>
          <p14:tracePt t="51567" x="3903663" y="4513263"/>
          <p14:tracePt t="51583" x="3954463" y="4506913"/>
          <p14:tracePt t="51600" x="3984625" y="4498975"/>
          <p14:tracePt t="51617" x="4021138" y="4498975"/>
          <p14:tracePt t="51634" x="4064000" y="4498975"/>
          <p14:tracePt t="51650" x="4122738" y="4498975"/>
          <p14:tracePt t="51668" x="4187825" y="4498975"/>
          <p14:tracePt t="51684" x="4259263" y="4498975"/>
          <p14:tracePt t="51700" x="4303713" y="4498975"/>
          <p14:tracePt t="51717" x="4340225" y="4498975"/>
          <p14:tracePt t="51733" x="4376738" y="4506913"/>
          <p14:tracePt t="51750" x="4411663" y="4521200"/>
          <p14:tracePt t="51767" x="4448175" y="4535488"/>
          <p14:tracePt t="51783" x="4521200" y="4572000"/>
          <p14:tracePt t="51800" x="4572000" y="4614863"/>
          <p14:tracePt t="51817" x="4594225" y="4637088"/>
          <p14:tracePt t="51834" x="4614863" y="4665663"/>
          <p14:tracePt t="51851" x="4637088" y="4687888"/>
          <p14:tracePt t="51867" x="4651375" y="4724400"/>
          <p14:tracePt t="51884" x="4665663" y="4760913"/>
          <p14:tracePt t="51893" x="4673600" y="4783138"/>
          <p14:tracePt t="51901" x="4681538" y="4803775"/>
          <p14:tracePt t="51918" x="4681538" y="4840288"/>
          <p14:tracePt t="51934" x="4681538" y="4868863"/>
          <p14:tracePt t="51950" x="4681538" y="4891088"/>
          <p14:tracePt t="51967" x="4673600" y="4927600"/>
          <p14:tracePt t="51984" x="4665663" y="4970463"/>
          <p14:tracePt t="52000" x="4659313" y="4986338"/>
          <p14:tracePt t="52017" x="4659313" y="5000625"/>
          <p14:tracePt t="52034" x="4645025" y="5014913"/>
          <p14:tracePt t="52050" x="4637088" y="5021263"/>
          <p14:tracePt t="52067" x="4622800" y="5037138"/>
          <p14:tracePt t="52084" x="4608513" y="5037138"/>
          <p14:tracePt t="52100" x="4600575" y="5043488"/>
          <p14:tracePt t="52138" x="4586288" y="5043488"/>
          <p14:tracePt t="56808" x="4506913" y="5072063"/>
          <p14:tracePt t="56822" x="4441825" y="5102225"/>
          <p14:tracePt t="56835" x="4259263" y="5138738"/>
          <p14:tracePt t="56852" x="4100513" y="5181600"/>
          <p14:tracePt t="56870" x="3919538" y="5254625"/>
          <p14:tracePt t="56888" x="3598863" y="5305425"/>
          <p14:tracePt t="56903" x="3497263" y="5311775"/>
          <p14:tracePt t="56919" x="3344863" y="5341938"/>
          <p14:tracePt t="56936" x="3265488" y="5348288"/>
          <p14:tracePt t="56952" x="3149600" y="5376863"/>
          <p14:tracePt t="56969" x="3062288" y="5384800"/>
          <p14:tracePt t="56985" x="2960688" y="5392738"/>
          <p14:tracePt t="57003" x="2887663" y="5392738"/>
          <p14:tracePt t="57019" x="2822575" y="5392738"/>
          <p14:tracePt t="57036" x="2735263" y="5392738"/>
          <p14:tracePt t="57052" x="2627313" y="5392738"/>
          <p14:tracePt t="57069" x="2489200" y="5392738"/>
          <p14:tracePt t="57085" x="2365375" y="5392738"/>
          <p14:tracePt t="57102" x="2308225" y="5392738"/>
          <p14:tracePt t="57121" x="2286000" y="5407025"/>
          <p14:tracePt t="57152" x="2263775" y="5407025"/>
          <p14:tracePt t="57169" x="2220913" y="5407025"/>
          <p14:tracePt t="57186" x="2147888" y="5407025"/>
          <p14:tracePt t="57202" x="2060575" y="5407025"/>
          <p14:tracePt t="57219" x="1981200" y="5407025"/>
          <p14:tracePt t="57235" x="1908175" y="5407025"/>
          <p14:tracePt t="57252" x="1828800" y="5407025"/>
          <p14:tracePt t="57269" x="1712913" y="5399088"/>
          <p14:tracePt t="57286" x="1654175" y="5392738"/>
          <p14:tracePt t="57302" x="1647825" y="5392738"/>
          <p14:tracePt t="57343" x="1639888" y="5392738"/>
          <p14:tracePt t="57348" x="1633538" y="5392738"/>
          <p14:tracePt t="57365" x="1625600" y="5392738"/>
          <p14:tracePt t="130864" x="1284288" y="5000625"/>
          <p14:tracePt t="130876" x="987425" y="4659313"/>
          <p14:tracePt t="130892" x="347663" y="4005263"/>
          <p14:tracePt t="130899" x="130175" y="3671888"/>
        </p14:tracePtLst>
      </p14:laserTraceLst>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OUTLIne</a:t>
            </a:r>
            <a:endParaRPr lang="en-GB" dirty="0"/>
          </a:p>
        </p:txBody>
      </p:sp>
      <p:sp>
        <p:nvSpPr>
          <p:cNvPr id="4" name="Slide Number Placeholder 3"/>
          <p:cNvSpPr>
            <a:spLocks noGrp="1"/>
          </p:cNvSpPr>
          <p:nvPr>
            <p:ph type="sldNum" sz="quarter" idx="12"/>
          </p:nvPr>
        </p:nvSpPr>
        <p:spPr/>
        <p:txBody>
          <a:bodyPr/>
          <a:lstStyle/>
          <a:p>
            <a:fld id="{5AA13D58-D7BC-8747-9F0A-0DB9E6B3595A}" type="slidenum">
              <a:rPr lang="en-US" smtClean="0"/>
              <a:t>12</a:t>
            </a:fld>
            <a:endParaRPr lang="en-US"/>
          </a:p>
        </p:txBody>
      </p:sp>
      <p:grpSp>
        <p:nvGrpSpPr>
          <p:cNvPr id="5" name="Group 4"/>
          <p:cNvGrpSpPr/>
          <p:nvPr/>
        </p:nvGrpSpPr>
        <p:grpSpPr>
          <a:xfrm>
            <a:off x="1024127" y="2169424"/>
            <a:ext cx="5735872" cy="705063"/>
            <a:chOff x="2552698" y="2876550"/>
            <a:chExt cx="5826639" cy="876300"/>
          </a:xfrm>
        </p:grpSpPr>
        <p:sp>
          <p:nvSpPr>
            <p:cNvPr id="6" name="Rectangle: Rounded Corners 12"/>
            <p:cNvSpPr/>
            <p:nvPr/>
          </p:nvSpPr>
          <p:spPr>
            <a:xfrm>
              <a:off x="2552698" y="2876550"/>
              <a:ext cx="5826639" cy="876300"/>
            </a:xfrm>
            <a:prstGeom prst="roundRect">
              <a:avLst>
                <a:gd name="adj" fmla="val 50000"/>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p:cNvSpPr/>
            <p:nvPr/>
          </p:nvSpPr>
          <p:spPr>
            <a:xfrm>
              <a:off x="2619374" y="2938462"/>
              <a:ext cx="752476" cy="752476"/>
            </a:xfrm>
            <a:prstGeom prst="ellipse">
              <a:avLst/>
            </a:prstGeom>
            <a:gradFill>
              <a:gsLst>
                <a:gs pos="0">
                  <a:schemeClr val="accent1">
                    <a:lumMod val="75000"/>
                  </a:schemeClr>
                </a:gs>
                <a:gs pos="100000">
                  <a:schemeClr val="accent2"/>
                </a:gs>
              </a:gsLst>
              <a:lin ang="10800000" scaled="1"/>
            </a:gra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TextBox 7"/>
          <p:cNvSpPr txBox="1"/>
          <p:nvPr/>
        </p:nvSpPr>
        <p:spPr>
          <a:xfrm>
            <a:off x="1100506" y="2337027"/>
            <a:ext cx="768937" cy="388336"/>
          </a:xfrm>
          <a:prstGeom prst="rect">
            <a:avLst/>
          </a:prstGeom>
          <a:noFill/>
          <a:effectLst>
            <a:outerShdw blurRad="25400" dist="12700" dir="8100000" algn="tr" rotWithShape="0">
              <a:prstClr val="black">
                <a:alpha val="30000"/>
              </a:prstClr>
            </a:outerShdw>
          </a:effectLst>
        </p:spPr>
        <p:txBody>
          <a:bodyPr wrap="square" rtlCol="0">
            <a:spAutoFit/>
          </a:bodyPr>
          <a:lstStyle/>
          <a:p>
            <a:pPr algn="ctr">
              <a:spcAft>
                <a:spcPts val="1200"/>
              </a:spcAft>
              <a:buClr>
                <a:srgbClr val="00A6CA"/>
              </a:buClr>
              <a:buSzPct val="80000"/>
            </a:pPr>
            <a:r>
              <a:rPr lang="en-US" sz="1400" b="1" dirty="0">
                <a:solidFill>
                  <a:schemeClr val="bg1"/>
                </a:solidFill>
                <a:latin typeface="Lato Black" panose="020F0502020204030203" pitchFamily="34" charset="0"/>
                <a:ea typeface="Lato Black" panose="020F0502020204030203" pitchFamily="34" charset="0"/>
                <a:cs typeface="Lato Black" panose="020F0502020204030203" pitchFamily="34" charset="0"/>
              </a:rPr>
              <a:t>01</a:t>
            </a:r>
          </a:p>
        </p:txBody>
      </p:sp>
      <p:grpSp>
        <p:nvGrpSpPr>
          <p:cNvPr id="9" name="Group 8"/>
          <p:cNvGrpSpPr/>
          <p:nvPr/>
        </p:nvGrpSpPr>
        <p:grpSpPr>
          <a:xfrm>
            <a:off x="1024127" y="3047274"/>
            <a:ext cx="5735872" cy="705063"/>
            <a:chOff x="2552698" y="2876550"/>
            <a:chExt cx="5826639" cy="876300"/>
          </a:xfrm>
        </p:grpSpPr>
        <p:sp>
          <p:nvSpPr>
            <p:cNvPr id="10" name="Rectangle: Rounded Corners 35"/>
            <p:cNvSpPr/>
            <p:nvPr/>
          </p:nvSpPr>
          <p:spPr>
            <a:xfrm>
              <a:off x="2552698" y="2876550"/>
              <a:ext cx="5826639" cy="876300"/>
            </a:xfrm>
            <a:prstGeom prst="roundRect">
              <a:avLst>
                <a:gd name="adj" fmla="val 50000"/>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p:cNvSpPr/>
            <p:nvPr/>
          </p:nvSpPr>
          <p:spPr>
            <a:xfrm>
              <a:off x="2619374" y="2938462"/>
              <a:ext cx="752476" cy="752476"/>
            </a:xfrm>
            <a:prstGeom prst="ellipse">
              <a:avLst/>
            </a:prstGeom>
            <a:gradFill>
              <a:gsLst>
                <a:gs pos="0">
                  <a:schemeClr val="accent1">
                    <a:lumMod val="75000"/>
                  </a:schemeClr>
                </a:gs>
                <a:gs pos="100000">
                  <a:schemeClr val="accent2"/>
                </a:gs>
              </a:gsLst>
              <a:lin ang="10800000" scaled="1"/>
            </a:gra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TextBox 11"/>
          <p:cNvSpPr txBox="1"/>
          <p:nvPr/>
        </p:nvSpPr>
        <p:spPr>
          <a:xfrm>
            <a:off x="1100506" y="3214877"/>
            <a:ext cx="768937" cy="388336"/>
          </a:xfrm>
          <a:prstGeom prst="rect">
            <a:avLst/>
          </a:prstGeom>
          <a:noFill/>
          <a:effectLst>
            <a:outerShdw blurRad="25400" dist="12700" dir="8100000" algn="tr" rotWithShape="0">
              <a:prstClr val="black">
                <a:alpha val="30000"/>
              </a:prstClr>
            </a:outerShdw>
          </a:effectLst>
        </p:spPr>
        <p:txBody>
          <a:bodyPr wrap="square" rtlCol="0">
            <a:spAutoFit/>
          </a:bodyPr>
          <a:lstStyle/>
          <a:p>
            <a:pPr algn="ctr">
              <a:spcAft>
                <a:spcPts val="1200"/>
              </a:spcAft>
              <a:buClr>
                <a:srgbClr val="00A6CA"/>
              </a:buClr>
              <a:buSzPct val="80000"/>
            </a:pPr>
            <a:r>
              <a:rPr lang="en-US" sz="1400" b="1" dirty="0">
                <a:solidFill>
                  <a:schemeClr val="bg1"/>
                </a:solidFill>
                <a:latin typeface="Lato Black" panose="020F0502020204030203" pitchFamily="34" charset="0"/>
                <a:ea typeface="Lato Black" panose="020F0502020204030203" pitchFamily="34" charset="0"/>
                <a:cs typeface="Lato Black" panose="020F0502020204030203" pitchFamily="34" charset="0"/>
              </a:rPr>
              <a:t>02</a:t>
            </a:r>
          </a:p>
        </p:txBody>
      </p:sp>
      <p:sp>
        <p:nvSpPr>
          <p:cNvPr id="13" name="TextBox 12"/>
          <p:cNvSpPr txBox="1"/>
          <p:nvPr/>
        </p:nvSpPr>
        <p:spPr>
          <a:xfrm>
            <a:off x="2010529" y="3166804"/>
            <a:ext cx="5288045" cy="584775"/>
          </a:xfrm>
          <a:prstGeom prst="rect">
            <a:avLst/>
          </a:prstGeom>
          <a:noFill/>
          <a:effectLst>
            <a:outerShdw blurRad="25400" dist="12700" dir="8100000" algn="tr" rotWithShape="0">
              <a:prstClr val="black">
                <a:alpha val="30000"/>
              </a:prstClr>
            </a:outerShdw>
          </a:effectLst>
        </p:spPr>
        <p:txBody>
          <a:bodyPr wrap="square" rtlCol="0">
            <a:spAutoFit/>
          </a:bodyPr>
          <a:lstStyle/>
          <a:p>
            <a:pPr marL="342900" indent="-342900"/>
            <a:r>
              <a:rPr lang="en-US" sz="3200" dirty="0">
                <a:hlinkClick r:id="" action="ppaction://customshow?id=1&amp;return=true"/>
              </a:rPr>
              <a:t>One-Tailed Vs Two-Tailed</a:t>
            </a:r>
            <a:endParaRPr lang="en-US" sz="3200" dirty="0"/>
          </a:p>
        </p:txBody>
      </p:sp>
      <p:grpSp>
        <p:nvGrpSpPr>
          <p:cNvPr id="14" name="Group 13"/>
          <p:cNvGrpSpPr/>
          <p:nvPr/>
        </p:nvGrpSpPr>
        <p:grpSpPr>
          <a:xfrm>
            <a:off x="1024127" y="3925126"/>
            <a:ext cx="5735872" cy="705063"/>
            <a:chOff x="2552698" y="2876550"/>
            <a:chExt cx="5826639" cy="876300"/>
          </a:xfrm>
        </p:grpSpPr>
        <p:sp>
          <p:nvSpPr>
            <p:cNvPr id="15" name="Rectangle: Rounded Corners 42"/>
            <p:cNvSpPr/>
            <p:nvPr/>
          </p:nvSpPr>
          <p:spPr>
            <a:xfrm>
              <a:off x="2552698" y="2876550"/>
              <a:ext cx="5826639" cy="876300"/>
            </a:xfrm>
            <a:prstGeom prst="roundRect">
              <a:avLst>
                <a:gd name="adj" fmla="val 50000"/>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Oval 15"/>
            <p:cNvSpPr/>
            <p:nvPr/>
          </p:nvSpPr>
          <p:spPr>
            <a:xfrm>
              <a:off x="2619374" y="2938462"/>
              <a:ext cx="752476" cy="752476"/>
            </a:xfrm>
            <a:prstGeom prst="ellipse">
              <a:avLst/>
            </a:prstGeom>
            <a:gradFill>
              <a:gsLst>
                <a:gs pos="0">
                  <a:schemeClr val="accent1">
                    <a:lumMod val="75000"/>
                  </a:schemeClr>
                </a:gs>
                <a:gs pos="100000">
                  <a:schemeClr val="accent2"/>
                </a:gs>
              </a:gsLst>
              <a:lin ang="10800000" scaled="1"/>
            </a:gra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TextBox 16"/>
          <p:cNvSpPr txBox="1"/>
          <p:nvPr/>
        </p:nvSpPr>
        <p:spPr>
          <a:xfrm>
            <a:off x="1100506" y="4092729"/>
            <a:ext cx="768937" cy="388336"/>
          </a:xfrm>
          <a:prstGeom prst="rect">
            <a:avLst/>
          </a:prstGeom>
          <a:noFill/>
          <a:effectLst>
            <a:outerShdw blurRad="25400" dist="12700" dir="8100000" algn="tr" rotWithShape="0">
              <a:prstClr val="black">
                <a:alpha val="30000"/>
              </a:prstClr>
            </a:outerShdw>
          </a:effectLst>
        </p:spPr>
        <p:txBody>
          <a:bodyPr wrap="square" rtlCol="0">
            <a:spAutoFit/>
          </a:bodyPr>
          <a:lstStyle/>
          <a:p>
            <a:pPr algn="ctr">
              <a:spcAft>
                <a:spcPts val="1200"/>
              </a:spcAft>
              <a:buClr>
                <a:srgbClr val="00A6CA"/>
              </a:buClr>
              <a:buSzPct val="80000"/>
            </a:pPr>
            <a:r>
              <a:rPr lang="en-US" sz="1400" b="1" dirty="0">
                <a:solidFill>
                  <a:schemeClr val="bg1"/>
                </a:solidFill>
                <a:latin typeface="Lato Black" panose="020F0502020204030203" pitchFamily="34" charset="0"/>
                <a:ea typeface="Lato Black" panose="020F0502020204030203" pitchFamily="34" charset="0"/>
                <a:cs typeface="Lato Black" panose="020F0502020204030203" pitchFamily="34" charset="0"/>
              </a:rPr>
              <a:t>03</a:t>
            </a:r>
          </a:p>
        </p:txBody>
      </p:sp>
      <p:sp>
        <p:nvSpPr>
          <p:cNvPr id="18" name="TextBox 17"/>
          <p:cNvSpPr txBox="1"/>
          <p:nvPr/>
        </p:nvSpPr>
        <p:spPr>
          <a:xfrm>
            <a:off x="2010529" y="4044656"/>
            <a:ext cx="6504206" cy="584775"/>
          </a:xfrm>
          <a:prstGeom prst="rect">
            <a:avLst/>
          </a:prstGeom>
          <a:noFill/>
          <a:effectLst>
            <a:outerShdw blurRad="25400" dist="12700" dir="8100000" algn="tr" rotWithShape="0">
              <a:prstClr val="black">
                <a:alpha val="30000"/>
              </a:prstClr>
            </a:outerShdw>
          </a:effectLst>
        </p:spPr>
        <p:txBody>
          <a:bodyPr wrap="square" rtlCol="0">
            <a:spAutoFit/>
          </a:bodyPr>
          <a:lstStyle/>
          <a:p>
            <a:pPr marL="342900" indent="-342900"/>
            <a:r>
              <a:rPr lang="en-US" sz="3200" dirty="0">
                <a:hlinkClick r:id="" action="ppaction://customshow?id=2&amp;return=true"/>
              </a:rPr>
              <a:t>How to Perform </a:t>
            </a:r>
            <a:r>
              <a:rPr lang="en-US" sz="3200" dirty="0" smtClean="0">
                <a:hlinkClick r:id="" action="ppaction://customshow?id=2&amp;return=true"/>
              </a:rPr>
              <a:t>T-Test – (Two-Tailed)  </a:t>
            </a:r>
            <a:endParaRPr lang="en-US" sz="3200" dirty="0"/>
          </a:p>
        </p:txBody>
      </p:sp>
      <p:sp>
        <p:nvSpPr>
          <p:cNvPr id="24" name="TextBox 23"/>
          <p:cNvSpPr txBox="1"/>
          <p:nvPr/>
        </p:nvSpPr>
        <p:spPr>
          <a:xfrm>
            <a:off x="2010529" y="2244709"/>
            <a:ext cx="4808046" cy="584775"/>
          </a:xfrm>
          <a:prstGeom prst="rect">
            <a:avLst/>
          </a:prstGeom>
          <a:noFill/>
          <a:effectLst>
            <a:outerShdw blurRad="25400" dist="12700" dir="8100000" algn="tr" rotWithShape="0">
              <a:prstClr val="black">
                <a:alpha val="30000"/>
              </a:prstClr>
            </a:outerShdw>
          </a:effectLst>
        </p:spPr>
        <p:txBody>
          <a:bodyPr wrap="square" rtlCol="0">
            <a:spAutoFit/>
          </a:bodyPr>
          <a:lstStyle/>
          <a:p>
            <a:pPr marL="342900" indent="-342900"/>
            <a:r>
              <a:rPr lang="en-US" sz="3200" dirty="0">
                <a:hlinkClick r:id="" action="ppaction://customshow?id=0&amp;return=true"/>
              </a:rPr>
              <a:t>Introduction to T-Test</a:t>
            </a:r>
            <a:endParaRPr lang="en-US" sz="3200" dirty="0"/>
          </a:p>
        </p:txBody>
      </p:sp>
    </p:spTree>
    <p:extLst>
      <p:ext uri="{BB962C8B-B14F-4D97-AF65-F5344CB8AC3E}">
        <p14:creationId xmlns:p14="http://schemas.microsoft.com/office/powerpoint/2010/main" val="1744070863"/>
      </p:ext>
    </p:extLst>
  </p:cSld>
  <p:clrMapOvr>
    <a:masterClrMapping/>
  </p:clrMapOvr>
  <p:transition spd="slow" advTm="21140">
    <p:push dir="u"/>
  </p:transition>
  <p:timing>
    <p:tnLst>
      <p:par>
        <p:cTn id="1" dur="indefinite" restart="never" nodeType="tmRoot"/>
      </p:par>
    </p:tnLst>
  </p:timing>
  <p:extLst mod="1">
    <p:ext uri="{3A86A75C-4F4B-4683-9AE1-C65F6400EC91}">
      <p14:laserTraceLst xmlns:p14="http://schemas.microsoft.com/office/powerpoint/2010/main">
        <p14:tracePtLst>
          <p14:tracePt t="12562" x="795338" y="4973638"/>
          <p14:tracePt t="12985" x="1036638" y="4965700"/>
          <p14:tracePt t="12999" x="1179513" y="4956175"/>
          <p14:tracePt t="13031" x="1465263" y="4929188"/>
          <p14:tracePt t="13062" x="1866900" y="4919663"/>
          <p14:tracePt t="13092" x="2125663" y="4919663"/>
          <p14:tracePt t="13125" x="2500313" y="4919663"/>
          <p14:tracePt t="13139" x="2625725" y="4919663"/>
          <p14:tracePt t="13171" x="2938463" y="4919663"/>
          <p14:tracePt t="13203" x="3197225" y="4919663"/>
          <p14:tracePt t="13233" x="3446463" y="4919663"/>
          <p14:tracePt t="13265" x="3670300" y="4919663"/>
          <p14:tracePt t="13280" x="3741738" y="4919663"/>
          <p14:tracePt t="13311" x="3884613" y="4919663"/>
          <p14:tracePt t="13343" x="4010025" y="4919663"/>
          <p14:tracePt t="13374" x="4062413" y="4919663"/>
          <p14:tracePt t="13405" x="4170363" y="4919663"/>
          <p14:tracePt t="13437" x="4268788" y="4938713"/>
          <p14:tracePt t="13468" x="4394200" y="4938713"/>
          <p14:tracePt t="13484" x="4419600" y="4938713"/>
          <p14:tracePt t="13515" x="4473575" y="4938713"/>
          <p14:tracePt t="13546" x="4491038" y="4938713"/>
          <p14:tracePt t="14062" x="4608513" y="4795838"/>
          <p14:tracePt t="14093" x="4768850" y="4652963"/>
          <p14:tracePt t="14125" x="4875213" y="4589463"/>
          <p14:tracePt t="14156" x="4946650" y="4572000"/>
          <p14:tracePt t="14171" x="4983163" y="4545013"/>
          <p14:tracePt t="14203" x="5062538" y="4527550"/>
          <p14:tracePt t="14233" x="5180013" y="4491038"/>
          <p14:tracePt t="14265" x="5286375" y="4465638"/>
          <p14:tracePt t="14296" x="5411788" y="4438650"/>
          <p14:tracePt t="14312" x="5446713" y="4438650"/>
          <p14:tracePt t="14343" x="5510213" y="4429125"/>
          <p14:tracePt t="14375" x="5554663" y="4429125"/>
          <p14:tracePt t="14406" x="5562600" y="4438650"/>
          <p14:tracePt t="14453" x="5599113" y="4446588"/>
          <p14:tracePt t="14484" x="5653088" y="4465638"/>
          <p14:tracePt t="14514" x="5724525" y="4491038"/>
          <p14:tracePt t="14546" x="5768975" y="4500563"/>
          <p14:tracePt t="14578" x="5813425" y="4527550"/>
          <p14:tracePt t="14608" x="5840413" y="4537075"/>
          <p14:tracePt t="14640" x="5894388" y="4554538"/>
          <p14:tracePt t="14671" x="5946775" y="4589463"/>
          <p14:tracePt t="14702" x="6018213" y="4625975"/>
          <p14:tracePt t="14718" x="6062663" y="4643438"/>
          <p14:tracePt t="14750" x="6116638" y="4670425"/>
          <p14:tracePt t="14781" x="6143625" y="4687888"/>
          <p14:tracePt t="14811" x="6161088" y="4714875"/>
          <p14:tracePt t="14858" x="6180138" y="4732338"/>
          <p14:tracePt t="14890" x="6180138" y="4741863"/>
          <p14:tracePt t="15030" x="6170613" y="4741863"/>
          <p14:tracePt t="15062" x="6161088" y="4741863"/>
          <p14:tracePt t="15093" x="6153150" y="4741863"/>
          <p14:tracePt t="15124" x="6134100" y="4741863"/>
          <p14:tracePt t="15171" x="6126163" y="4741863"/>
          <p14:tracePt t="15202" x="6116638" y="4732338"/>
          <p14:tracePt t="15249" x="6116638" y="4724400"/>
          <p14:tracePt t="15359" x="6126163" y="4724400"/>
          <p14:tracePt t="15781" x="6232525" y="4581525"/>
          <p14:tracePt t="15812" x="6367463" y="4429125"/>
          <p14:tracePt t="15843" x="6491288" y="4330700"/>
          <p14:tracePt t="15875" x="6653213" y="4197350"/>
          <p14:tracePt t="15889" x="6688138" y="4160838"/>
          <p14:tracePt t="15921" x="6796088" y="4081463"/>
          <p14:tracePt t="15952" x="6946900" y="3973513"/>
          <p14:tracePt t="15984" x="7081838" y="3919538"/>
          <p14:tracePt t="16016" x="7224713" y="3867150"/>
          <p14:tracePt t="16031" x="7259638" y="3848100"/>
          <p14:tracePt t="16062" x="7385050" y="3813175"/>
          <p14:tracePt t="16093" x="7572375" y="3776663"/>
          <p14:tracePt t="16125" x="7688263" y="3776663"/>
          <p14:tracePt t="16156" x="7858125" y="3848100"/>
          <p14:tracePt t="16187" x="7983538" y="3929063"/>
          <p14:tracePt t="16203" x="8045450" y="3973513"/>
          <p14:tracePt t="16233" x="8126413" y="4108450"/>
          <p14:tracePt t="16266" x="8188325" y="4224338"/>
          <p14:tracePt t="16296" x="8259763" y="4348163"/>
          <p14:tracePt t="16327" x="8296275" y="4419600"/>
          <p14:tracePt t="16358" x="8323263" y="4510088"/>
          <p14:tracePt t="16390" x="8313738" y="4714875"/>
          <p14:tracePt t="16421" x="8269288" y="4884738"/>
          <p14:tracePt t="16452" x="8188325" y="5045075"/>
          <p14:tracePt t="16484" x="8116888" y="5108575"/>
          <p14:tracePt t="16516" x="7875588" y="5170488"/>
          <p14:tracePt t="16547" x="7616825" y="5197475"/>
          <p14:tracePt t="16578" x="7296150" y="5205413"/>
          <p14:tracePt t="16609" x="7143750" y="5205413"/>
          <p14:tracePt t="16640" x="6965950" y="5197475"/>
          <p14:tracePt t="16656" x="6884988" y="5187950"/>
          <p14:tracePt t="16686" x="6751638" y="5160963"/>
          <p14:tracePt t="16704" x="6661150" y="5133975"/>
          <p14:tracePt t="16733" x="6510338" y="5089525"/>
          <p14:tracePt t="16765" x="6402388" y="5045075"/>
          <p14:tracePt t="16796" x="6367463" y="5037138"/>
          <p14:tracePt t="16827" x="6357938" y="5027613"/>
          <p14:tracePt t="16875" x="6357938" y="5018088"/>
          <p14:tracePt t="16906" x="6348413" y="4991100"/>
          <p14:tracePt t="16921" x="6276975" y="4929188"/>
          <p14:tracePt t="16953" x="6205538" y="4830763"/>
          <p14:tracePt t="16984" x="6161088" y="4776788"/>
          <p14:tracePt t="17022" x="6143625" y="4732338"/>
          <p14:tracePt t="17046" x="6134100" y="4679950"/>
          <p14:tracePt t="17077" x="6108700" y="4625975"/>
          <p14:tracePt t="17109" x="6108700" y="4616450"/>
          <p14:tracePt t="17172" x="6099175" y="4581525"/>
          <p14:tracePt t="17202" x="6054725" y="4500563"/>
          <p14:tracePt t="17234" x="6037263" y="4446588"/>
          <p14:tracePt t="17265" x="6037263" y="4394200"/>
          <p14:tracePt t="17296" x="6037263" y="4303713"/>
          <p14:tracePt t="17328" x="6062663" y="4170363"/>
          <p14:tracePt t="17343" x="6089650" y="4133850"/>
          <p14:tracePt t="17375" x="6143625" y="4054475"/>
          <p14:tracePt t="17406" x="6251575" y="3965575"/>
          <p14:tracePt t="17437" x="6384925" y="3919538"/>
          <p14:tracePt t="17468" x="6634163" y="3884613"/>
          <p14:tracePt t="17484" x="6715125" y="3884613"/>
          <p14:tracePt t="17515" x="6848475" y="3875088"/>
          <p14:tracePt t="17546" x="7108825" y="3867150"/>
          <p14:tracePt t="17577" x="7232650" y="3867150"/>
          <p14:tracePt t="17609" x="7375525" y="3867150"/>
          <p14:tracePt t="17640" x="7518400" y="3884613"/>
          <p14:tracePt t="17671" x="7634288" y="3919538"/>
          <p14:tracePt t="17703" x="7751763" y="3973513"/>
          <p14:tracePt t="17734" x="7831138" y="4000500"/>
          <p14:tracePt t="17765" x="7929563" y="4054475"/>
          <p14:tracePt t="17796" x="7991475" y="4098925"/>
          <p14:tracePt t="17828" x="8018463" y="4143375"/>
          <p14:tracePt t="17859" x="8037513" y="4170363"/>
          <p14:tracePt t="17890" x="8062913" y="4205288"/>
          <p14:tracePt t="17921" x="8081963" y="4232275"/>
          <p14:tracePt t="17953" x="8099425" y="4286250"/>
          <p14:tracePt t="17984" x="8126413" y="4340225"/>
          <p14:tracePt t="18015" x="8126413" y="4394200"/>
          <p14:tracePt t="18030" x="8126413" y="4411663"/>
          <p14:tracePt t="18062" x="8126413" y="4438650"/>
          <p14:tracePt t="18093" x="8108950" y="4483100"/>
          <p14:tracePt t="18124" x="8072438" y="4527550"/>
          <p14:tracePt t="18156" x="8018463" y="4562475"/>
          <p14:tracePt t="18171" x="8001000" y="4589463"/>
          <p14:tracePt t="18203" x="7920038" y="4643438"/>
          <p14:tracePt t="18233" x="7796213" y="4697413"/>
          <p14:tracePt t="18265" x="7715250" y="4724400"/>
          <p14:tracePt t="18297" x="7616825" y="4741863"/>
          <p14:tracePt t="18327" x="7473950" y="4741863"/>
          <p14:tracePt t="18359" x="7304088" y="4751388"/>
          <p14:tracePt t="18390" x="7170738" y="4759325"/>
          <p14:tracePt t="18421" x="7054850" y="4768850"/>
          <p14:tracePt t="18452" x="6919913" y="4776788"/>
          <p14:tracePt t="18484" x="6840538" y="4786313"/>
          <p14:tracePt t="18515" x="6742113" y="4803775"/>
          <p14:tracePt t="18546" x="6680200" y="4813300"/>
          <p14:tracePt t="18578" x="6589713" y="4822825"/>
          <p14:tracePt t="18609" x="6491288" y="4830763"/>
          <p14:tracePt t="18641" x="6419850" y="4830763"/>
          <p14:tracePt t="18672" x="6394450" y="4830763"/>
          <p14:tracePt t="18702" x="6340475" y="4840288"/>
          <p14:tracePt t="18734" x="6259513" y="4840288"/>
          <p14:tracePt t="18765" x="6215063" y="4840288"/>
          <p14:tracePt t="18796" x="6134100" y="4840288"/>
          <p14:tracePt t="18828" x="6062663" y="4840288"/>
          <p14:tracePt t="18858" x="6000750" y="4822825"/>
          <p14:tracePt t="18890" x="5919788" y="4813300"/>
          <p14:tracePt t="18921" x="5822950" y="4813300"/>
          <p14:tracePt t="18952" x="5759450" y="4803775"/>
          <p14:tracePt t="18984" x="5715000" y="4803775"/>
          <p14:tracePt t="19030" x="5705475" y="4803775"/>
        </p14:tracePtLst>
      </p14:laserTraceLst>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a:xfrm>
                <a:off x="1024127" y="43740"/>
                <a:ext cx="9720072" cy="1499616"/>
              </a:xfrm>
            </p:spPr>
            <p:txBody>
              <a:bodyPr/>
              <a:lstStyle/>
              <a:p>
                <a:r>
                  <a:rPr lang="en-US" dirty="0" smtClean="0"/>
                  <a:t>Determining </a:t>
                </a:r>
                <a:r>
                  <a:rPr lang="en-US" dirty="0"/>
                  <a:t>t-critical value </a:t>
                </a:r>
                <a14:m>
                  <m:oMath xmlns:m="http://schemas.openxmlformats.org/officeDocument/2006/math">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𝑐𝑟𝑖𝑡</m:t>
                            </m:r>
                          </m:sub>
                        </m:sSub>
                      </m:e>
                    </m:d>
                  </m:oMath>
                </a14:m>
                <a:r>
                  <a:rPr lang="en-US" dirty="0"/>
                  <a:t/>
                </a:r>
                <a:br>
                  <a:rPr lang="en-US" dirty="0"/>
                </a:br>
                <a:r>
                  <a:rPr lang="en-US" dirty="0"/>
                  <a:t>on the </a:t>
                </a:r>
                <a:r>
                  <a:rPr lang="en-US" dirty="0" smtClean="0"/>
                  <a:t>T-table</a:t>
                </a:r>
                <a:endParaRPr lang="en-US"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1024127" y="43740"/>
                <a:ext cx="9720072" cy="1499616"/>
              </a:xfrm>
              <a:blipFill>
                <a:blip r:embed="rId6"/>
                <a:stretch>
                  <a:fillRect l="-3011" t="-12602" b="-1748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024128" y="2286000"/>
                <a:ext cx="3309793" cy="4023360"/>
              </a:xfrm>
            </p:spPr>
            <p:txBody>
              <a:bodyPr>
                <a:normAutofit fontScale="85000" lnSpcReduction="20000"/>
              </a:bodyPr>
              <a:lstStyle/>
              <a:p>
                <a:pPr marL="292100" indent="-292100">
                  <a:lnSpc>
                    <a:spcPct val="150000"/>
                  </a:lnSpc>
                  <a:buFont typeface="Wingdings" panose="05000000000000000000" pitchFamily="2" charset="2"/>
                  <a:buChar char="v"/>
                </a:pPr>
                <a:r>
                  <a:rPr lang="en-US" sz="2000" dirty="0">
                    <a:ln>
                      <a:solidFill>
                        <a:srgbClr val="0070C0"/>
                      </a:solidFill>
                    </a:ln>
                    <a:solidFill>
                      <a:srgbClr val="0070C0"/>
                    </a:solidFill>
                  </a:rPr>
                  <a:t>T-critical(</a:t>
                </a:r>
                <a14:m>
                  <m:oMath xmlns:m="http://schemas.openxmlformats.org/officeDocument/2006/math">
                    <m:sSub>
                      <m:sSubPr>
                        <m:ctrlPr>
                          <a:rPr lang="en-US" sz="2000" i="1">
                            <a:ln>
                              <a:solidFill>
                                <a:srgbClr val="0070C0"/>
                              </a:solidFill>
                            </a:ln>
                            <a:solidFill>
                              <a:srgbClr val="0070C0"/>
                            </a:solidFill>
                            <a:latin typeface="Cambria Math" panose="02040503050406030204" pitchFamily="18" charset="0"/>
                          </a:rPr>
                        </m:ctrlPr>
                      </m:sSubPr>
                      <m:e>
                        <m:r>
                          <a:rPr lang="en-US" sz="2000" i="1">
                            <a:ln>
                              <a:solidFill>
                                <a:srgbClr val="0070C0"/>
                              </a:solidFill>
                            </a:ln>
                            <a:solidFill>
                              <a:srgbClr val="0070C0"/>
                            </a:solidFill>
                            <a:latin typeface="Cambria Math" panose="02040503050406030204" pitchFamily="18" charset="0"/>
                          </a:rPr>
                          <m:t>𝑡</m:t>
                        </m:r>
                      </m:e>
                      <m:sub>
                        <m:r>
                          <a:rPr lang="en-US" sz="2000" i="1">
                            <a:ln>
                              <a:solidFill>
                                <a:srgbClr val="0070C0"/>
                              </a:solidFill>
                            </a:ln>
                            <a:solidFill>
                              <a:srgbClr val="0070C0"/>
                            </a:solidFill>
                            <a:latin typeface="Cambria Math" panose="02040503050406030204" pitchFamily="18" charset="0"/>
                          </a:rPr>
                          <m:t>𝑐𝑟𝑖𝑡</m:t>
                        </m:r>
                      </m:sub>
                    </m:sSub>
                  </m:oMath>
                </a14:m>
                <a:r>
                  <a:rPr lang="en-US" sz="2000" dirty="0">
                    <a:ln>
                      <a:solidFill>
                        <a:srgbClr val="0070C0"/>
                      </a:solidFill>
                    </a:ln>
                    <a:solidFill>
                      <a:srgbClr val="0070C0"/>
                    </a:solidFill>
                  </a:rPr>
                  <a:t>)</a:t>
                </a:r>
                <a:r>
                  <a:rPr lang="en-US" sz="2000" dirty="0"/>
                  <a:t>: critical point where the significant area is starting</a:t>
                </a:r>
              </a:p>
              <a:p>
                <a:pPr marL="292100" indent="-292100">
                  <a:lnSpc>
                    <a:spcPct val="150000"/>
                  </a:lnSpc>
                  <a:buFont typeface="Wingdings" panose="05000000000000000000" pitchFamily="2" charset="2"/>
                  <a:buChar char="v"/>
                </a:pPr>
                <a:r>
                  <a:rPr lang="en-US" sz="2000" b="1" dirty="0" err="1">
                    <a:ln>
                      <a:solidFill>
                        <a:srgbClr val="0070C0"/>
                      </a:solidFill>
                    </a:ln>
                    <a:solidFill>
                      <a:srgbClr val="0070C0"/>
                    </a:solidFill>
                  </a:rPr>
                  <a:t>df</a:t>
                </a:r>
                <a:r>
                  <a:rPr lang="en-US" sz="2000" dirty="0"/>
                  <a:t>: degree of </a:t>
                </a:r>
                <a:r>
                  <a:rPr lang="en-US" sz="2000" dirty="0" smtClean="0"/>
                  <a:t>freedom </a:t>
                </a:r>
                <a:r>
                  <a:rPr lang="en-US" sz="2000" dirty="0"/>
                  <a:t>(</a:t>
                </a:r>
                <a:r>
                  <a:rPr lang="en-US" sz="2000" dirty="0" smtClean="0"/>
                  <a:t>Number of sample - 1</a:t>
                </a:r>
                <a:r>
                  <a:rPr lang="en-US" sz="2000" dirty="0"/>
                  <a:t>)</a:t>
                </a:r>
              </a:p>
              <a:p>
                <a:pPr marL="292100" indent="-292100">
                  <a:lnSpc>
                    <a:spcPct val="150000"/>
                  </a:lnSpc>
                  <a:buFont typeface="Wingdings" panose="05000000000000000000" pitchFamily="2" charset="2"/>
                  <a:buChar char="v"/>
                </a:pPr>
                <a:r>
                  <a:rPr lang="el-GR" sz="2000" dirty="0" smtClean="0">
                    <a:ln>
                      <a:solidFill>
                        <a:srgbClr val="0070C0"/>
                      </a:solidFill>
                    </a:ln>
                    <a:latin typeface="Times New Roman" panose="02020603050405020304" pitchFamily="18" charset="0"/>
                    <a:cs typeface="Times New Roman" panose="02020603050405020304" pitchFamily="18" charset="0"/>
                  </a:rPr>
                  <a:t>α</a:t>
                </a:r>
                <a:r>
                  <a:rPr lang="en-US" sz="2000" dirty="0" smtClean="0">
                    <a:latin typeface="Times New Roman" panose="02020603050405020304" pitchFamily="18" charset="0"/>
                    <a:cs typeface="Times New Roman" panose="02020603050405020304" pitchFamily="18" charset="0"/>
                  </a:rPr>
                  <a:t>: </a:t>
                </a:r>
                <a:r>
                  <a:rPr lang="en-US" sz="2000" dirty="0" smtClean="0"/>
                  <a:t>significance </a:t>
                </a:r>
                <a:r>
                  <a:rPr lang="en-US" sz="2000" dirty="0"/>
                  <a:t>level </a:t>
                </a:r>
                <a:r>
                  <a:rPr lang="en-US" sz="2000" dirty="0" smtClean="0"/>
                  <a:t>(0.05</a:t>
                </a:r>
                <a:r>
                  <a:rPr lang="en-US" sz="2000" dirty="0" smtClean="0">
                    <a:sym typeface="Wingdings" panose="05000000000000000000" pitchFamily="2" charset="2"/>
                  </a:rPr>
                  <a:t>5%</a:t>
                </a:r>
                <a:r>
                  <a:rPr lang="en-US" sz="2000" dirty="0" smtClean="0"/>
                  <a:t>) tolerate-able percentage and mostly used. </a:t>
                </a:r>
              </a:p>
              <a:p>
                <a:pPr marL="571500" lvl="1" indent="-279400">
                  <a:lnSpc>
                    <a:spcPct val="170000"/>
                  </a:lnSpc>
                  <a:buFont typeface="Wingdings" panose="05000000000000000000" pitchFamily="2" charset="2"/>
                  <a:buChar char="v"/>
                </a:pPr>
                <a:r>
                  <a:rPr lang="en-US" dirty="0" smtClean="0"/>
                  <a:t>Can be used to find the </a:t>
                </a:r>
                <a:r>
                  <a:rPr lang="en-US" b="1" dirty="0" smtClean="0"/>
                  <a:t>range</a:t>
                </a:r>
                <a:r>
                  <a:rPr lang="en-US" dirty="0" smtClean="0"/>
                  <a:t> of </a:t>
                </a:r>
                <a:r>
                  <a:rPr lang="en-US" b="1" dirty="0" smtClean="0">
                    <a:solidFill>
                      <a:srgbClr val="0070C0"/>
                    </a:solidFill>
                  </a:rPr>
                  <a:t>p-value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024128" y="2286000"/>
                <a:ext cx="3309793" cy="4023360"/>
              </a:xfrm>
              <a:blipFill>
                <a:blip r:embed="rId7"/>
                <a:stretch>
                  <a:fillRect/>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5AA13D58-D7BC-8747-9F0A-0DB9E6B3595A}" type="slidenum">
              <a:rPr lang="en-US" smtClean="0"/>
              <a:t>13</a:t>
            </a:fld>
            <a:endParaRPr lang="en-US"/>
          </a:p>
        </p:txBody>
      </p:sp>
      <p:pic>
        <p:nvPicPr>
          <p:cNvPr id="5" name="Picture 4"/>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333921" y="1038235"/>
            <a:ext cx="5811715" cy="5655111"/>
          </a:xfrm>
          <a:prstGeom prst="rect">
            <a:avLst/>
          </a:prstGeom>
        </p:spPr>
      </p:pic>
      <p:sp>
        <p:nvSpPr>
          <p:cNvPr id="6" name="Rectangle 5"/>
          <p:cNvSpPr/>
          <p:nvPr/>
        </p:nvSpPr>
        <p:spPr>
          <a:xfrm>
            <a:off x="4429374" y="1709158"/>
            <a:ext cx="553772" cy="143954"/>
          </a:xfrm>
          <a:prstGeom prst="rect">
            <a:avLst/>
          </a:prstGeom>
          <a:noFill/>
          <a:ln w="381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7" name="Rectangle 6"/>
          <p:cNvSpPr/>
          <p:nvPr/>
        </p:nvSpPr>
        <p:spPr>
          <a:xfrm>
            <a:off x="5110129" y="1538243"/>
            <a:ext cx="5162491" cy="170915"/>
          </a:xfrm>
          <a:prstGeom prst="rect">
            <a:avLst/>
          </a:prstGeom>
          <a:noFill/>
          <a:ln w="381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8" name="Rectangle 7"/>
              <p:cNvSpPr/>
              <p:nvPr/>
            </p:nvSpPr>
            <p:spPr>
              <a:xfrm>
                <a:off x="10065590" y="1161886"/>
                <a:ext cx="914400" cy="914400"/>
              </a:xfrm>
              <a:prstGeom prst="rect">
                <a:avLst/>
              </a:prstGeom>
              <a:noFill/>
              <a:ln>
                <a:noFill/>
              </a:ln>
            </p:spPr>
            <p:style>
              <a:lnRef idx="0">
                <a:scrgbClr r="0" g="0" b="0"/>
              </a:lnRef>
              <a:fillRef idx="0">
                <a:scrgbClr r="0" g="0" b="0"/>
              </a:fillRef>
              <a:effectRef idx="0">
                <a:scrgbClr r="0" g="0" b="0"/>
              </a:effectRef>
              <a:fontRef idx="minor">
                <a:schemeClr val="accent1"/>
              </a:fontRef>
            </p:style>
            <p:txBody>
              <a:bodyPr rtlCol="0" anchor="ctr"/>
              <a:lstStyle/>
              <a:p>
                <a:pPr algn="ctr"/>
                <a14:m>
                  <m:oMathPara xmlns:m="http://schemas.openxmlformats.org/officeDocument/2006/math">
                    <m:oMathParaPr>
                      <m:jc m:val="centerGroup"/>
                    </m:oMathParaPr>
                    <m:oMath xmlns:m="http://schemas.openxmlformats.org/officeDocument/2006/math">
                      <m:r>
                        <a:rPr lang="en-US" i="1" smtClean="0">
                          <a:solidFill>
                            <a:srgbClr val="FF0000"/>
                          </a:solidFill>
                          <a:latin typeface="Cambria Math" panose="02040503050406030204" pitchFamily="18" charset="0"/>
                          <a:ea typeface="Cambria Math" panose="02040503050406030204" pitchFamily="18" charset="0"/>
                        </a:rPr>
                        <m:t>𝛼</m:t>
                      </m:r>
                    </m:oMath>
                  </m:oMathPara>
                </a14:m>
                <a:endParaRPr lang="en-US" dirty="0">
                  <a:solidFill>
                    <a:srgbClr val="FF0000"/>
                  </a:solidFill>
                </a:endParaRPr>
              </a:p>
            </p:txBody>
          </p:sp>
        </mc:Choice>
        <mc:Fallback xmlns="">
          <p:sp>
            <p:nvSpPr>
              <p:cNvPr id="8" name="Rectangle 7"/>
              <p:cNvSpPr>
                <a:spLocks noRot="1" noChangeAspect="1" noMove="1" noResize="1" noEditPoints="1" noAdjustHandles="1" noChangeArrowheads="1" noChangeShapeType="1" noTextEdit="1"/>
              </p:cNvSpPr>
              <p:nvPr/>
            </p:nvSpPr>
            <p:spPr>
              <a:xfrm>
                <a:off x="10065590" y="1161886"/>
                <a:ext cx="914400" cy="914400"/>
              </a:xfrm>
              <a:prstGeom prst="rect">
                <a:avLst/>
              </a:prstGeom>
              <a:blipFill>
                <a:blip r:embed="rId9"/>
                <a:stretch>
                  <a:fillRect/>
                </a:stretch>
              </a:blipFill>
              <a:ln>
                <a:noFill/>
              </a:ln>
            </p:spPr>
            <p:txBody>
              <a:bodyPr/>
              <a:lstStyle/>
              <a:p>
                <a:r>
                  <a:rPr lang="en-US">
                    <a:noFill/>
                  </a:rPr>
                  <a:t> </a:t>
                </a:r>
              </a:p>
            </p:txBody>
          </p:sp>
        </mc:Fallback>
      </mc:AlternateContent>
      <p:sp>
        <p:nvSpPr>
          <p:cNvPr id="9" name="Right Brace 8"/>
          <p:cNvSpPr/>
          <p:nvPr/>
        </p:nvSpPr>
        <p:spPr>
          <a:xfrm>
            <a:off x="10434414" y="1837347"/>
            <a:ext cx="309785" cy="4334853"/>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0" name="Rectangle 9"/>
              <p:cNvSpPr/>
              <p:nvPr/>
            </p:nvSpPr>
            <p:spPr>
              <a:xfrm>
                <a:off x="10598208" y="3701869"/>
                <a:ext cx="1669210" cy="914400"/>
              </a:xfrm>
              <a:prstGeom prst="rect">
                <a:avLst/>
              </a:prstGeom>
              <a:noFill/>
              <a:ln>
                <a:noFill/>
              </a:ln>
            </p:spPr>
            <p:style>
              <a:lnRef idx="0">
                <a:scrgbClr r="0" g="0" b="0"/>
              </a:lnRef>
              <a:fillRef idx="0">
                <a:scrgbClr r="0" g="0" b="0"/>
              </a:fillRef>
              <a:effectRef idx="0">
                <a:scrgbClr r="0" g="0" b="0"/>
              </a:effectRef>
              <a:fontRef idx="minor">
                <a:schemeClr val="accent1"/>
              </a:fontRef>
            </p:style>
            <p:txBody>
              <a:bodyPr rtlCol="0" anchor="ctr"/>
              <a:lstStyle/>
              <a:p>
                <a:pPr algn="ctr"/>
                <a:r>
                  <a:rPr lang="en-US" dirty="0" smtClean="0">
                    <a:solidFill>
                      <a:srgbClr val="FF0000"/>
                    </a:solidFill>
                  </a:rPr>
                  <a:t>T-critical</a:t>
                </a:r>
              </a:p>
              <a:p>
                <a:pPr algn="ctr"/>
                <a:r>
                  <a:rPr lang="en-US" dirty="0" smtClean="0">
                    <a:solidFill>
                      <a:srgbClr val="FF0000"/>
                    </a:solidFill>
                  </a:rPr>
                  <a:t>(</a:t>
                </a:r>
                <a14:m>
                  <m:oMath xmlns:m="http://schemas.openxmlformats.org/officeDocument/2006/math">
                    <m:sSub>
                      <m:sSubPr>
                        <m:ctrlPr>
                          <a:rPr lang="en-US" i="1" smtClean="0">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𝑡</m:t>
                        </m:r>
                      </m:e>
                      <m:sub>
                        <m:r>
                          <a:rPr lang="en-US" i="1">
                            <a:solidFill>
                              <a:srgbClr val="FF0000"/>
                            </a:solidFill>
                            <a:latin typeface="Cambria Math" panose="02040503050406030204" pitchFamily="18" charset="0"/>
                          </a:rPr>
                          <m:t>𝑐𝑟𝑖𝑡</m:t>
                        </m:r>
                      </m:sub>
                    </m:sSub>
                  </m:oMath>
                </a14:m>
                <a:r>
                  <a:rPr lang="en-US" dirty="0" smtClean="0">
                    <a:solidFill>
                      <a:srgbClr val="FF0000"/>
                    </a:solidFill>
                  </a:rPr>
                  <a:t>)</a:t>
                </a:r>
                <a:endParaRPr lang="en-US" dirty="0">
                  <a:solidFill>
                    <a:srgbClr val="FF0000"/>
                  </a:solidFill>
                </a:endParaRPr>
              </a:p>
            </p:txBody>
          </p:sp>
        </mc:Choice>
        <mc:Fallback xmlns="">
          <p:sp>
            <p:nvSpPr>
              <p:cNvPr id="10" name="Rectangle 9"/>
              <p:cNvSpPr>
                <a:spLocks noRot="1" noChangeAspect="1" noMove="1" noResize="1" noEditPoints="1" noAdjustHandles="1" noChangeArrowheads="1" noChangeShapeType="1" noTextEdit="1"/>
              </p:cNvSpPr>
              <p:nvPr/>
            </p:nvSpPr>
            <p:spPr>
              <a:xfrm>
                <a:off x="10598208" y="3701869"/>
                <a:ext cx="1669210" cy="914400"/>
              </a:xfrm>
              <a:prstGeom prst="rect">
                <a:avLst/>
              </a:prstGeom>
              <a:blipFill>
                <a:blip r:embed="rId10"/>
                <a:stretch>
                  <a:fillRect/>
                </a:stretch>
              </a:blipFill>
              <a:ln>
                <a:noFill/>
              </a:ln>
            </p:spPr>
            <p:txBody>
              <a:bodyPr/>
              <a:lstStyle/>
              <a:p>
                <a:r>
                  <a:rPr lang="en-US">
                    <a:noFill/>
                  </a:rPr>
                  <a:t> </a:t>
                </a:r>
              </a:p>
            </p:txBody>
          </p:sp>
        </mc:Fallback>
      </mc:AlternateContent>
      <p:sp>
        <p:nvSpPr>
          <p:cNvPr id="11" name="Flowchart: Alternate Process 10"/>
          <p:cNvSpPr/>
          <p:nvPr/>
        </p:nvSpPr>
        <p:spPr>
          <a:xfrm>
            <a:off x="4429373" y="1538243"/>
            <a:ext cx="510927" cy="170915"/>
          </a:xfrm>
          <a:prstGeom prst="flowChartAlternateProcess">
            <a:avLst/>
          </a:prstGeom>
          <a:noFill/>
          <a:ln w="38100"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438014464"/>
      </p:ext>
    </p:extLst>
  </p:cSld>
  <p:clrMapOvr>
    <a:masterClrMapping/>
  </p:clrMapOvr>
  <p:transition spd="slow" advTm="12470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500"/>
                                        <p:tgtEl>
                                          <p:spTgt spid="3">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1" end="1"/>
                                            </p:txEl>
                                          </p:spTgt>
                                        </p:tgtEl>
                                        <p:attrNameLst>
                                          <p:attrName>style.visibility</p:attrName>
                                        </p:attrNameLst>
                                      </p:cBhvr>
                                      <p:to>
                                        <p:strVal val="visible"/>
                                      </p:to>
                                    </p:set>
                                    <p:animEffect transition="in" filter="fade">
                                      <p:cBhvr>
                                        <p:cTn id="23" dur="500"/>
                                        <p:tgtEl>
                                          <p:spTgt spid="3">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fade">
                                      <p:cBhvr>
                                        <p:cTn id="33" dur="500"/>
                                        <p:tgtEl>
                                          <p:spTgt spid="7"/>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fade">
                                      <p:cBhvr>
                                        <p:cTn id="36" dur="500"/>
                                        <p:tgtEl>
                                          <p:spTgt spid="8"/>
                                        </p:tgtEl>
                                      </p:cBhvr>
                                    </p:animEffect>
                                  </p:childTnLst>
                                </p:cTn>
                              </p:par>
                              <p:par>
                                <p:cTn id="37" presetID="10" presetClass="entr" presetSubtype="0" fill="hold" nodeType="withEffect">
                                  <p:stCondLst>
                                    <p:cond delay="0"/>
                                  </p:stCondLst>
                                  <p:childTnLst>
                                    <p:set>
                                      <p:cBhvr>
                                        <p:cTn id="38" dur="1" fill="hold">
                                          <p:stCondLst>
                                            <p:cond delay="0"/>
                                          </p:stCondLst>
                                        </p:cTn>
                                        <p:tgtEl>
                                          <p:spTgt spid="3">
                                            <p:txEl>
                                              <p:pRg st="2" end="2"/>
                                            </p:txEl>
                                          </p:spTgt>
                                        </p:tgtEl>
                                        <p:attrNameLst>
                                          <p:attrName>style.visibility</p:attrName>
                                        </p:attrNameLst>
                                      </p:cBhvr>
                                      <p:to>
                                        <p:strVal val="visible"/>
                                      </p:to>
                                    </p:set>
                                    <p:animEffect transition="in" filter="fade">
                                      <p:cBhvr>
                                        <p:cTn id="39" dur="500"/>
                                        <p:tgtEl>
                                          <p:spTgt spid="3">
                                            <p:txEl>
                                              <p:pRg st="2" end="2"/>
                                            </p:txEl>
                                          </p:spTgt>
                                        </p:tgtEl>
                                      </p:cBhvr>
                                    </p:animEffect>
                                  </p:childTnLst>
                                </p:cTn>
                              </p:par>
                              <p:par>
                                <p:cTn id="40" presetID="10" presetClass="entr" presetSubtype="0" fill="hold" nodeType="withEffect">
                                  <p:stCondLst>
                                    <p:cond delay="0"/>
                                  </p:stCondLst>
                                  <p:childTnLst>
                                    <p:set>
                                      <p:cBhvr>
                                        <p:cTn id="41" dur="1" fill="hold">
                                          <p:stCondLst>
                                            <p:cond delay="0"/>
                                          </p:stCondLst>
                                        </p:cTn>
                                        <p:tgtEl>
                                          <p:spTgt spid="3">
                                            <p:txEl>
                                              <p:pRg st="3" end="3"/>
                                            </p:txEl>
                                          </p:spTgt>
                                        </p:tgtEl>
                                        <p:attrNameLst>
                                          <p:attrName>style.visibility</p:attrName>
                                        </p:attrNameLst>
                                      </p:cBhvr>
                                      <p:to>
                                        <p:strVal val="visible"/>
                                      </p:to>
                                    </p:set>
                                    <p:animEffect transition="in" filter="fade">
                                      <p:cBhvr>
                                        <p:cTn id="4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p:bldP spid="9" grpId="0" animBg="1"/>
      <p:bldP spid="10" grpId="0"/>
      <p:bldP spid="11" grpId="0" animBg="1"/>
    </p:bldLst>
  </p:timing>
  <p:extLst mod="1">
    <p:ext uri="{3A86A75C-4F4B-4683-9AE1-C65F6400EC91}">
      <p14:laserTraceLst xmlns:p14="http://schemas.microsoft.com/office/powerpoint/2010/main">
        <p14:tracePtLst>
          <p14:tracePt t="5943" x="835025" y="5356225"/>
          <p14:tracePt t="7879" x="841375" y="5356225"/>
          <p14:tracePt t="7887" x="892175" y="5376863"/>
          <p14:tracePt t="7896" x="942975" y="5413375"/>
          <p14:tracePt t="7904" x="987425" y="5435600"/>
          <p14:tracePt t="7919" x="1030288" y="5449888"/>
          <p14:tracePt t="7936" x="1058863" y="5472113"/>
          <p14:tracePt t="7952" x="1103313" y="5472113"/>
          <p14:tracePt t="7969" x="1176338" y="5472113"/>
          <p14:tracePt t="7986" x="1292225" y="5472113"/>
          <p14:tracePt t="8002" x="1430338" y="5472113"/>
          <p14:tracePt t="8019" x="1582738" y="5472113"/>
          <p14:tracePt t="8036" x="1719263" y="5472113"/>
          <p14:tracePt t="8052" x="1843088" y="5472113"/>
          <p14:tracePt t="8069" x="1922463" y="5472113"/>
          <p14:tracePt t="8086" x="2009775" y="5472113"/>
          <p14:tracePt t="8103" x="2147888" y="5472113"/>
          <p14:tracePt t="8119" x="2257425" y="5472113"/>
          <p14:tracePt t="8136" x="2359025" y="5464175"/>
          <p14:tracePt t="8152" x="2416175" y="5457825"/>
          <p14:tracePt t="8169" x="2452688" y="5449888"/>
          <p14:tracePt t="8186" x="2460625" y="5449888"/>
          <p14:tracePt t="8202" x="2474913" y="5443538"/>
          <p14:tracePt t="8219" x="2481263" y="5435600"/>
          <p14:tracePt t="8236" x="2497138" y="5435600"/>
          <p14:tracePt t="8252" x="2525713" y="5421313"/>
          <p14:tracePt t="8269" x="2540000" y="5407025"/>
          <p14:tracePt t="8286" x="2554288" y="5407025"/>
          <p14:tracePt t="8303" x="2576513" y="5407025"/>
          <p14:tracePt t="8319" x="2605088" y="5392738"/>
          <p14:tracePt t="8336" x="2627313" y="5392738"/>
          <p14:tracePt t="8353" x="2641600" y="5384800"/>
          <p14:tracePt t="8369" x="2678113" y="5376863"/>
          <p14:tracePt t="8386" x="2735263" y="5370513"/>
          <p14:tracePt t="8402" x="2816225" y="5356225"/>
          <p14:tracePt t="8419" x="2887663" y="5348288"/>
          <p14:tracePt t="8436" x="2968625" y="5341938"/>
          <p14:tracePt t="8453" x="3033713" y="5326063"/>
          <p14:tracePt t="8469" x="3127375" y="5311775"/>
          <p14:tracePt t="8486" x="3236913" y="5291138"/>
          <p14:tracePt t="8503" x="3417888" y="5240338"/>
          <p14:tracePt t="8519" x="3541713" y="5195888"/>
          <p14:tracePt t="8536" x="3657600" y="5145088"/>
          <p14:tracePt t="8553" x="3708400" y="5122863"/>
          <p14:tracePt t="8569" x="3751263" y="5108575"/>
          <p14:tracePt t="10560" x="3767138" y="5102225"/>
          <p14:tracePt t="10568" x="3817938" y="5080000"/>
          <p14:tracePt t="10575" x="3875088" y="5029200"/>
          <p14:tracePt t="10586" x="3954463" y="4970463"/>
          <p14:tracePt t="10603" x="4092575" y="4876800"/>
          <p14:tracePt t="10620" x="4216400" y="4783138"/>
          <p14:tracePt t="10637" x="4368800" y="4687888"/>
          <p14:tracePt t="10653" x="4506913" y="4608513"/>
          <p14:tracePt t="10670" x="4659313" y="4543425"/>
          <p14:tracePt t="10687" x="4840288" y="4470400"/>
          <p14:tracePt t="10704" x="4956175" y="4411663"/>
          <p14:tracePt t="10720" x="5057775" y="4368800"/>
          <p14:tracePt t="10737" x="5159375" y="4325938"/>
          <p14:tracePt t="10753" x="5218113" y="4289425"/>
          <p14:tracePt t="10770" x="5297488" y="4224338"/>
          <p14:tracePt t="10787" x="5356225" y="4151313"/>
          <p14:tracePt t="10803" x="5384800" y="4092575"/>
          <p14:tracePt t="10820" x="5399088" y="4071938"/>
          <p14:tracePt t="10837" x="5399088" y="4049713"/>
          <p14:tracePt t="10853" x="5399088" y="3998913"/>
          <p14:tracePt t="10870" x="5326063" y="3868738"/>
          <p14:tracePt t="10887" x="5195888" y="3643313"/>
          <p14:tracePt t="10903" x="5094288" y="3497263"/>
          <p14:tracePt t="10920" x="4992688" y="3352800"/>
          <p14:tracePt t="10937" x="4891088" y="3208338"/>
          <p14:tracePt t="10953" x="4803775" y="3076575"/>
          <p14:tracePt t="10970" x="4767263" y="2960688"/>
          <p14:tracePt t="10987" x="4760913" y="2844800"/>
          <p14:tracePt t="11003" x="4760913" y="2720975"/>
          <p14:tracePt t="11020" x="4760913" y="2598738"/>
          <p14:tracePt t="11037" x="4760913" y="2466975"/>
          <p14:tracePt t="11053" x="4760913" y="2359025"/>
          <p14:tracePt t="11070" x="4783138" y="2257425"/>
          <p14:tracePt t="11087" x="4848225" y="2105025"/>
          <p14:tracePt t="11103" x="4927600" y="1973263"/>
          <p14:tracePt t="11120" x="4992688" y="1865313"/>
          <p14:tracePt t="11137" x="5037138" y="1800225"/>
          <p14:tracePt t="11153" x="5072063" y="1763713"/>
          <p14:tracePt t="11170" x="5108575" y="1727200"/>
          <p14:tracePt t="11187" x="5145088" y="1704975"/>
          <p14:tracePt t="11203" x="5210175" y="1654175"/>
          <p14:tracePt t="11220" x="5275263" y="1625600"/>
          <p14:tracePt t="11237" x="5384800" y="1589088"/>
          <p14:tracePt t="11253" x="5514975" y="1546225"/>
          <p14:tracePt t="11270" x="5675313" y="1524000"/>
          <p14:tracePt t="11287" x="5819775" y="1509713"/>
          <p14:tracePt t="11303" x="6002338" y="1495425"/>
          <p14:tracePt t="11320" x="6081713" y="1473200"/>
          <p14:tracePt t="11337" x="6154738" y="1458913"/>
          <p14:tracePt t="11354" x="6327775" y="1422400"/>
          <p14:tracePt t="11370" x="6561138" y="1400175"/>
          <p14:tracePt t="11387" x="6756400" y="1408113"/>
          <p14:tracePt t="11404" x="6894513" y="1444625"/>
          <p14:tracePt t="11420" x="6988175" y="1473200"/>
          <p14:tracePt t="11437" x="7046913" y="1487488"/>
          <p14:tracePt t="11454" x="7112000" y="1516063"/>
          <p14:tracePt t="11470" x="7205663" y="1538288"/>
          <p14:tracePt t="11487" x="7373938" y="1589088"/>
          <p14:tracePt t="11504" x="7504113" y="1639888"/>
          <p14:tracePt t="11520" x="7612063" y="1698625"/>
          <p14:tracePt t="11537" x="7713663" y="1763713"/>
          <p14:tracePt t="11553" x="7837488" y="1851025"/>
          <p14:tracePt t="11570" x="7983538" y="1952625"/>
          <p14:tracePt t="11587" x="8105775" y="2068513"/>
          <p14:tracePt t="11604" x="8229600" y="2170113"/>
          <p14:tracePt t="11620" x="8339138" y="2257425"/>
          <p14:tracePt t="11637" x="8396288" y="2322513"/>
          <p14:tracePt t="11654" x="8469313" y="2409825"/>
          <p14:tracePt t="11670" x="8542338" y="2517775"/>
          <p14:tracePt t="11687" x="8664575" y="2692400"/>
          <p14:tracePt t="11704" x="8723313" y="2801938"/>
          <p14:tracePt t="11720" x="8759825" y="2887663"/>
          <p14:tracePt t="11737" x="8774113" y="3048000"/>
          <p14:tracePt t="11754" x="8780463" y="3222625"/>
          <p14:tracePt t="11770" x="8810625" y="3395663"/>
          <p14:tracePt t="11787" x="8831263" y="3556000"/>
          <p14:tracePt t="11804" x="8853488" y="3694113"/>
          <p14:tracePt t="11820" x="8867775" y="3802063"/>
          <p14:tracePt t="11837" x="8867775" y="3875088"/>
          <p14:tracePt t="11854" x="8867775" y="3976688"/>
          <p14:tracePt t="11870" x="8861425" y="4106863"/>
          <p14:tracePt t="11887" x="8810625" y="4354513"/>
          <p14:tracePt t="11904" x="8780463" y="4506913"/>
          <p14:tracePt t="11920" x="8759825" y="4594225"/>
          <p14:tracePt t="11937" x="8737600" y="4637088"/>
          <p14:tracePt t="11954" x="8723313" y="4673600"/>
          <p14:tracePt t="11970" x="8709025" y="4687888"/>
          <p14:tracePt t="11987" x="8694738" y="4716463"/>
          <p14:tracePt t="12020" x="8686800" y="4724400"/>
          <p14:tracePt t="12037" x="8593138" y="4724400"/>
          <p14:tracePt t="12054" x="8353425" y="4702175"/>
          <p14:tracePt t="12071" x="8120063" y="4637088"/>
          <p14:tracePt t="12598" x="8099425" y="4614863"/>
          <p14:tracePt t="12604" x="8062913" y="4586288"/>
          <p14:tracePt t="12636" x="8054975" y="4586288"/>
          <p14:tracePt t="12660" x="8040688" y="4586288"/>
          <p14:tracePt t="12668" x="8034338" y="4586288"/>
          <p14:tracePt t="12678" x="8012113" y="4586288"/>
          <p14:tracePt t="12693" x="7989888" y="4586288"/>
          <p14:tracePt t="12706" x="7967663" y="4586288"/>
          <p14:tracePt t="12721" x="7967663" y="4579938"/>
          <p14:tracePt t="12738" x="7961313" y="4579938"/>
          <p14:tracePt t="12755" x="7953375" y="4572000"/>
          <p14:tracePt t="12771" x="7939088" y="4572000"/>
          <p14:tracePt t="12788" x="7939088" y="4564063"/>
          <p14:tracePt t="12805" x="7932738" y="4564063"/>
          <p14:tracePt t="12822" x="7924800" y="4557713"/>
          <p14:tracePt t="14881" x="7896225" y="4557713"/>
          <p14:tracePt t="14899" x="7881938" y="4557713"/>
          <p14:tracePt t="14907" x="7874000" y="4557713"/>
          <p14:tracePt t="14922" x="7851775" y="4557713"/>
          <p14:tracePt t="14939" x="7831138" y="4557713"/>
          <p14:tracePt t="14957" x="7808913" y="4557713"/>
          <p14:tracePt t="14972" x="7764463" y="4557713"/>
          <p14:tracePt t="14989" x="7721600" y="4557713"/>
          <p14:tracePt t="15005" x="7685088" y="4557713"/>
          <p14:tracePt t="15025" x="7642225" y="4557713"/>
          <p14:tracePt t="15039" x="7620000" y="4557713"/>
          <p14:tracePt t="15056" x="7583488" y="4549775"/>
          <p14:tracePt t="15074" x="7561263" y="4543425"/>
          <p14:tracePt t="15220" x="7554913" y="4543425"/>
          <p14:tracePt t="15254" x="7546975" y="4543425"/>
          <p14:tracePt t="15374" x="7540625" y="4535488"/>
          <p14:tracePt t="15404" x="7532688" y="4535488"/>
          <p14:tracePt t="15413" x="7532688" y="4529138"/>
          <p14:tracePt t="21531" x="7526338" y="4521200"/>
          <p14:tracePt t="21545" x="7518400" y="4513263"/>
          <p14:tracePt t="21563" x="7510463" y="4506913"/>
          <p14:tracePt t="21570" x="7504113" y="4498975"/>
          <p14:tracePt t="21595" x="7496175" y="4484688"/>
          <p14:tracePt t="21618" x="7496175" y="4478338"/>
          <p14:tracePt t="21739" x="7489825" y="4478338"/>
          <p14:tracePt t="21762" x="7481888" y="4478338"/>
          <p14:tracePt t="21786" x="7475538" y="4478338"/>
          <p14:tracePt t="21819" x="7467600" y="4478338"/>
          <p14:tracePt t="21834" x="7459663" y="4478338"/>
          <p14:tracePt t="21858" x="7453313" y="4478338"/>
          <p14:tracePt t="21865" x="7445375" y="4478338"/>
          <p14:tracePt t="21875" x="7439025" y="4478338"/>
          <p14:tracePt t="21891" x="7424738" y="4478338"/>
          <p14:tracePt t="21907" x="7416800" y="4478338"/>
          <p14:tracePt t="21924" x="7408863" y="4478338"/>
          <p14:tracePt t="21946" x="7402513" y="4478338"/>
          <p14:tracePt t="21970" x="7394575" y="4478338"/>
          <p14:tracePt t="22260" x="7388225" y="4478338"/>
          <p14:tracePt t="22265" x="7373938" y="4478338"/>
          <p14:tracePt t="22274" x="7351713" y="4478338"/>
          <p14:tracePt t="22291" x="7315200" y="4478338"/>
          <p14:tracePt t="22307" x="7221538" y="4456113"/>
          <p14:tracePt t="22324" x="7104063" y="4448175"/>
          <p14:tracePt t="22340" x="6973888" y="4405313"/>
          <p14:tracePt t="22357" x="6821488" y="4376738"/>
          <p14:tracePt t="22374" x="6669088" y="4340225"/>
          <p14:tracePt t="22391" x="6510338" y="4289425"/>
          <p14:tracePt t="22395" x="6429375" y="4275138"/>
          <p14:tracePt t="22407" x="6262688" y="4216400"/>
          <p14:tracePt t="22424" x="6103938" y="4173538"/>
          <p14:tracePt t="22441" x="5900738" y="4122738"/>
          <p14:tracePt t="22458" x="5726113" y="4071938"/>
          <p14:tracePt t="22474" x="5522913" y="3998913"/>
          <p14:tracePt t="22492" x="5319713" y="3940175"/>
          <p14:tracePt t="22507" x="5153025" y="3875088"/>
          <p14:tracePt t="22524" x="4992688" y="3838575"/>
          <p14:tracePt t="22541" x="4854575" y="3795713"/>
          <p14:tracePt t="22557" x="4732338" y="3759200"/>
          <p14:tracePt t="22574" x="4608513" y="3722688"/>
          <p14:tracePt t="22591" x="4462463" y="3679825"/>
          <p14:tracePt t="22607" x="4360863" y="3649663"/>
          <p14:tracePt t="22624" x="4310063" y="3643313"/>
          <p14:tracePt t="22643" x="4267200" y="3621088"/>
          <p14:tracePt t="22657" x="4224338" y="3614738"/>
          <p14:tracePt t="22674" x="4187825" y="3592513"/>
          <p14:tracePt t="22691" x="4122738" y="3570288"/>
          <p14:tracePt t="22707" x="4056063" y="3533775"/>
          <p14:tracePt t="22724" x="3998913" y="3513138"/>
          <p14:tracePt t="22741" x="3948113" y="3490913"/>
          <p14:tracePt t="22758" x="3903663" y="3468688"/>
          <p14:tracePt t="22774" x="3852863" y="3446463"/>
          <p14:tracePt t="22791" x="3802063" y="3411538"/>
          <p14:tracePt t="22807" x="3759200" y="3375025"/>
          <p14:tracePt t="22824" x="3700463" y="3338513"/>
          <p14:tracePt t="22841" x="3635375" y="3273425"/>
          <p14:tracePt t="22857" x="3584575" y="3236913"/>
          <p14:tracePt t="22875" x="3527425" y="3192463"/>
          <p14:tracePt t="22892" x="3482975" y="3163888"/>
          <p14:tracePt t="22896" x="3468688" y="3141663"/>
          <p14:tracePt t="22907" x="3446463" y="3121025"/>
          <p14:tracePt t="22924" x="3403600" y="3070225"/>
          <p14:tracePt t="22941" x="3352800" y="3019425"/>
          <p14:tracePt t="22958" x="3279775" y="2960688"/>
          <p14:tracePt t="22974" x="3222625" y="2924175"/>
          <p14:tracePt t="22992" x="3141663" y="2852738"/>
          <p14:tracePt t="23007" x="3106738" y="2801938"/>
          <p14:tracePt t="23024" x="3040063" y="2728913"/>
          <p14:tracePt t="23041" x="3005138" y="2692400"/>
          <p14:tracePt t="23057" x="2982913" y="2663825"/>
          <p14:tracePt t="23074" x="2968625" y="2641600"/>
          <p14:tracePt t="23091" x="2954338" y="2633663"/>
          <p14:tracePt t="23108" x="2938463" y="2605088"/>
          <p14:tracePt t="23124" x="2924175" y="2576513"/>
          <p14:tracePt t="23141" x="2909888" y="2547938"/>
          <p14:tracePt t="23158" x="2887663" y="2517775"/>
          <p14:tracePt t="23174" x="2881313" y="2511425"/>
          <p14:tracePt t="23571" x="2881313" y="2517775"/>
          <p14:tracePt t="23577" x="2881313" y="2532063"/>
          <p14:tracePt t="23585" x="2881313" y="2554288"/>
          <p14:tracePt t="23594" x="2881313" y="2568575"/>
          <p14:tracePt t="23608" x="2881313" y="2613025"/>
          <p14:tracePt t="23625" x="2881313" y="2649538"/>
          <p14:tracePt t="23641" x="2881313" y="2684463"/>
          <p14:tracePt t="23658" x="2881313" y="2720975"/>
          <p14:tracePt t="23674" x="2881313" y="2757488"/>
          <p14:tracePt t="23691" x="2881313" y="2801938"/>
          <p14:tracePt t="23708" x="2881313" y="2836863"/>
          <p14:tracePt t="23724" x="2881313" y="2867025"/>
          <p14:tracePt t="23741" x="2881313" y="2881313"/>
          <p14:tracePt t="23758" x="2881313" y="2903538"/>
          <p14:tracePt t="23774" x="2881313" y="2924175"/>
          <p14:tracePt t="23791" x="2881313" y="2954338"/>
          <p14:tracePt t="23808" x="2881313" y="2974975"/>
          <p14:tracePt t="23824" x="2881313" y="2982913"/>
          <p14:tracePt t="23841" x="2881313" y="2997200"/>
          <p14:tracePt t="23858" x="2881313" y="3005138"/>
          <p14:tracePt t="23874" x="2881313" y="3019425"/>
          <p14:tracePt t="23891" x="2881313" y="3025775"/>
          <p14:tracePt t="23898" x="2881313" y="3040063"/>
          <p14:tracePt t="23908" x="2881313" y="3048000"/>
          <p14:tracePt t="23924" x="2881313" y="3062288"/>
          <p14:tracePt t="23941" x="2881313" y="3070225"/>
          <p14:tracePt t="27730" x="2887663" y="3076575"/>
          <p14:tracePt t="27737" x="2946400" y="3076575"/>
          <p14:tracePt t="27745" x="3025775" y="3098800"/>
          <p14:tracePt t="27759" x="3214688" y="3113088"/>
          <p14:tracePt t="27775" x="3541713" y="3163888"/>
          <p14:tracePt t="27792" x="3976688" y="3214688"/>
          <p14:tracePt t="27809" x="4484688" y="3287713"/>
          <p14:tracePt t="27825" x="5043488" y="3375025"/>
          <p14:tracePt t="27842" x="5514975" y="3446463"/>
          <p14:tracePt t="27859" x="5994400" y="3513138"/>
          <p14:tracePt t="27876" x="6350000" y="3563938"/>
          <p14:tracePt t="27879" x="6494463" y="3584575"/>
          <p14:tracePt t="27892" x="6654800" y="3614738"/>
          <p14:tracePt t="27909" x="6843713" y="3635375"/>
          <p14:tracePt t="27926" x="7010400" y="3665538"/>
          <p14:tracePt t="27942" x="7170738" y="3686175"/>
          <p14:tracePt t="27959" x="7256463" y="3694113"/>
          <p14:tracePt t="27976" x="7323138" y="3700463"/>
          <p14:tracePt t="27992" x="7329488" y="3700463"/>
          <p14:tracePt t="28009" x="7343775" y="3700463"/>
          <p14:tracePt t="28026" x="7358063" y="3700463"/>
          <p14:tracePt t="28042" x="7366000" y="3700463"/>
          <p14:tracePt t="28076" x="7366000" y="3694113"/>
          <p14:tracePt t="28092" x="7329488" y="3665538"/>
          <p14:tracePt t="28110" x="7199313" y="3621088"/>
          <p14:tracePt t="28126" x="6937375" y="3519488"/>
          <p14:tracePt t="28142" x="6669088" y="3411538"/>
          <p14:tracePt t="28159" x="6226175" y="3279775"/>
          <p14:tracePt t="28175" x="6030913" y="3200400"/>
          <p14:tracePt t="28192" x="5921375" y="3157538"/>
          <p14:tracePt t="28209" x="5856288" y="3113088"/>
          <p14:tracePt t="28226" x="5827713" y="3084513"/>
          <p14:tracePt t="28242" x="5799138" y="3055938"/>
          <p14:tracePt t="28259" x="5754688" y="2997200"/>
          <p14:tracePt t="28276" x="5689600" y="2895600"/>
          <p14:tracePt t="28292" x="5630863" y="2830513"/>
          <p14:tracePt t="28309" x="5551488" y="2735263"/>
          <p14:tracePt t="28326" x="5443538" y="2655888"/>
          <p14:tracePt t="28342" x="5362575" y="2582863"/>
          <p14:tracePt t="28359" x="5240338" y="2489200"/>
          <p14:tracePt t="28376" x="5218113" y="2452688"/>
          <p14:tracePt t="28394" x="5210175" y="2438400"/>
          <p14:tracePt t="28409" x="5203825" y="2424113"/>
          <p14:tracePt t="28426" x="5195888" y="2395538"/>
          <p14:tracePt t="28443" x="5195888" y="2365375"/>
          <p14:tracePt t="28459" x="5189538" y="2336800"/>
          <p14:tracePt t="28476" x="5167313" y="2308225"/>
          <p14:tracePt t="28492" x="5167313" y="2278063"/>
          <p14:tracePt t="28509" x="5153025" y="2249488"/>
          <p14:tracePt t="28526" x="5145088" y="2206625"/>
          <p14:tracePt t="28543" x="5122863" y="2170113"/>
          <p14:tracePt t="28559" x="5108575" y="2133600"/>
          <p14:tracePt t="28576" x="5102225" y="2111375"/>
          <p14:tracePt t="28592" x="5102225" y="2105025"/>
          <p14:tracePt t="28609" x="5102225" y="2097088"/>
          <p14:tracePt t="28626" x="5102225" y="2090738"/>
          <p14:tracePt t="28642" x="5102225" y="2082800"/>
          <p14:tracePt t="28659" x="5102225" y="2074863"/>
          <p14:tracePt t="28676" x="5102225" y="2060575"/>
          <p14:tracePt t="28692" x="5102225" y="2054225"/>
          <p14:tracePt t="28726" x="5102225" y="2046288"/>
          <p14:tracePt t="28742" x="5102225" y="2032000"/>
          <p14:tracePt t="28759" x="5102225" y="2024063"/>
          <p14:tracePt t="28778" x="5102225" y="2017713"/>
          <p14:tracePt t="28801" x="5108575" y="2003425"/>
          <p14:tracePt t="28841" x="5116513" y="1995488"/>
          <p14:tracePt t="28866" x="5116513" y="1989138"/>
          <p14:tracePt t="28873" x="5122863" y="1981200"/>
          <p14:tracePt t="28897" x="5138738" y="1981200"/>
          <p14:tracePt t="28905" x="5153025" y="1973263"/>
          <p14:tracePt t="28913" x="5167313" y="1973263"/>
          <p14:tracePt t="28926" x="5181600" y="1966913"/>
          <p14:tracePt t="28942" x="5246688" y="1944688"/>
          <p14:tracePt t="28959" x="5348288" y="1922463"/>
          <p14:tracePt t="28976" x="5421313" y="1916113"/>
          <p14:tracePt t="28993" x="5464175" y="1893888"/>
          <p14:tracePt t="29009" x="5522913" y="1879600"/>
          <p14:tracePt t="29026" x="5595938" y="1871663"/>
          <p14:tracePt t="29043" x="5711825" y="1865313"/>
          <p14:tracePt t="29059" x="5892800" y="1865313"/>
          <p14:tracePt t="29076" x="6073775" y="1865313"/>
          <p14:tracePt t="29093" x="6226175" y="1865313"/>
          <p14:tracePt t="29110" x="6372225" y="1865313"/>
          <p14:tracePt t="29126" x="6516688" y="1865313"/>
          <p14:tracePt t="29143" x="6742113" y="1865313"/>
          <p14:tracePt t="29159" x="6908800" y="1871663"/>
          <p14:tracePt t="29177" x="7061200" y="1887538"/>
          <p14:tracePt t="29193" x="7221538" y="1901825"/>
          <p14:tracePt t="29210" x="7358063" y="1916113"/>
          <p14:tracePt t="29226" x="7481888" y="1922463"/>
          <p14:tracePt t="29243" x="7627938" y="1958975"/>
          <p14:tracePt t="29259" x="7786688" y="1981200"/>
          <p14:tracePt t="29276" x="7932738" y="1995488"/>
          <p14:tracePt t="29293" x="8054975" y="2024063"/>
          <p14:tracePt t="29309" x="8150225" y="2032000"/>
          <p14:tracePt t="29327" x="8251825" y="2032000"/>
          <p14:tracePt t="29343" x="8447088" y="2039938"/>
          <p14:tracePt t="29359" x="8577263" y="2039938"/>
          <p14:tracePt t="29376" x="8715375" y="2039938"/>
          <p14:tracePt t="29393" x="8831263" y="2039938"/>
          <p14:tracePt t="29409" x="8890000" y="2039938"/>
          <p14:tracePt t="29426" x="8932863" y="2039938"/>
          <p14:tracePt t="29443" x="8955088" y="2039938"/>
          <p14:tracePt t="29459" x="8977313" y="2039938"/>
          <p14:tracePt t="29476" x="8999538" y="2039938"/>
          <p14:tracePt t="29493" x="9034463" y="2039938"/>
          <p14:tracePt t="29509" x="9085263" y="2039938"/>
          <p14:tracePt t="29526" x="9144000" y="2039938"/>
          <p14:tracePt t="29543" x="9237663" y="2039938"/>
          <p14:tracePt t="29559" x="9296400" y="2039938"/>
          <p14:tracePt t="29576" x="9390063" y="2039938"/>
          <p14:tracePt t="29593" x="9499600" y="2039938"/>
          <p14:tracePt t="29609" x="9615488" y="2039938"/>
          <p14:tracePt t="29628" x="9702800" y="2039938"/>
          <p14:tracePt t="29643" x="9761538" y="2054225"/>
          <p14:tracePt t="29659" x="9767888" y="2054225"/>
          <p14:tracePt t="29762" x="9775825" y="2060575"/>
          <p14:tracePt t="29769" x="9782175" y="2082800"/>
          <p14:tracePt t="29777" x="9782175" y="2125663"/>
          <p14:tracePt t="29793" x="9796463" y="2227263"/>
          <p14:tracePt t="29809" x="9826625" y="2365375"/>
          <p14:tracePt t="29826" x="9840913" y="2497138"/>
          <p14:tracePt t="29843" x="9863138" y="2619375"/>
          <p14:tracePt t="29860" x="9877425" y="2757488"/>
          <p14:tracePt t="29876" x="9898063" y="2917825"/>
          <p14:tracePt t="29881" x="9906000" y="2997200"/>
          <p14:tracePt t="29893" x="9906000" y="3090863"/>
          <p14:tracePt t="29909" x="9913938" y="3265488"/>
          <p14:tracePt t="29926" x="9942513" y="3417888"/>
          <p14:tracePt t="29943" x="9956800" y="3635375"/>
          <p14:tracePt t="29959" x="9956800" y="3795713"/>
          <p14:tracePt t="29976" x="9956800" y="3970338"/>
          <p14:tracePt t="29993" x="9956800" y="4129088"/>
          <p14:tracePt t="30010" x="9956800" y="4275138"/>
          <p14:tracePt t="30026" x="9964738" y="4368800"/>
          <p14:tracePt t="30043" x="9979025" y="4433888"/>
          <p14:tracePt t="30060" x="9985375" y="4470400"/>
          <p14:tracePt t="30076" x="9985375" y="4513263"/>
          <p14:tracePt t="30093" x="9985375" y="4572000"/>
          <p14:tracePt t="30110" x="9985375" y="4659313"/>
          <p14:tracePt t="30126" x="9985375" y="4803775"/>
          <p14:tracePt t="30143" x="9985375" y="4970463"/>
          <p14:tracePt t="30160" x="9985375" y="5014913"/>
          <p14:tracePt t="30176" x="9985375" y="5057775"/>
          <p14:tracePt t="30193" x="9985375" y="5102225"/>
          <p14:tracePt t="30209" x="9979025" y="5203825"/>
          <p14:tracePt t="30226" x="9971088" y="5392738"/>
          <p14:tracePt t="30243" x="9971088" y="5545138"/>
          <p14:tracePt t="30259" x="9971088" y="5667375"/>
          <p14:tracePt t="30276" x="9979025" y="5718175"/>
          <p14:tracePt t="30293" x="9979025" y="5732463"/>
          <p14:tracePt t="30310" x="9979025" y="5740400"/>
          <p14:tracePt t="30326" x="9979025" y="5768975"/>
          <p14:tracePt t="30343" x="9979025" y="5884863"/>
          <p14:tracePt t="30360" x="9985375" y="5957888"/>
          <p14:tracePt t="30376" x="9999663" y="6022975"/>
          <p14:tracePt t="30393" x="10007600" y="6045200"/>
          <p14:tracePt t="30410" x="10007600" y="6053138"/>
          <p14:tracePt t="30426" x="10007600" y="6088063"/>
          <p14:tracePt t="30443" x="9971088" y="6154738"/>
          <p14:tracePt t="30460" x="9928225" y="6240463"/>
          <p14:tracePt t="30476" x="9883775" y="6313488"/>
          <p14:tracePt t="30493" x="9863138" y="6357938"/>
          <p14:tracePt t="30510" x="9855200" y="6364288"/>
          <p14:tracePt t="30526" x="9855200" y="6372225"/>
          <p14:tracePt t="30543" x="9826625" y="6372225"/>
          <p14:tracePt t="30560" x="9694863" y="6372225"/>
          <p14:tracePt t="30576" x="9558338" y="6372225"/>
          <p14:tracePt t="30593" x="9375775" y="6372225"/>
          <p14:tracePt t="30610" x="9144000" y="6372225"/>
          <p14:tracePt t="30626" x="8918575" y="6372225"/>
          <p14:tracePt t="30643" x="8678863" y="6364288"/>
          <p14:tracePt t="30660" x="8461375" y="6342063"/>
          <p14:tracePt t="30676" x="8280400" y="6321425"/>
          <p14:tracePt t="30693" x="8113713" y="6284913"/>
          <p14:tracePt t="30710" x="7975600" y="6276975"/>
          <p14:tracePt t="30727" x="7831138" y="6270625"/>
          <p14:tracePt t="30743" x="7678738" y="6262688"/>
          <p14:tracePt t="30760" x="7439025" y="6262688"/>
          <p14:tracePt t="30777" x="7278688" y="6262688"/>
          <p14:tracePt t="30793" x="7162800" y="6262688"/>
          <p14:tracePt t="30810" x="7038975" y="6262688"/>
          <p14:tracePt t="30827" x="6937375" y="6240463"/>
          <p14:tracePt t="30843" x="6829425" y="6226175"/>
          <p14:tracePt t="30860" x="6734175" y="6211888"/>
          <p14:tracePt t="30876" x="6654800" y="6205538"/>
          <p14:tracePt t="30879" x="6611938" y="6197600"/>
          <p14:tracePt t="30893" x="6561138" y="6189663"/>
          <p14:tracePt t="30910" x="6488113" y="6189663"/>
          <p14:tracePt t="30926" x="6392863" y="6189663"/>
          <p14:tracePt t="30943" x="6270625" y="6189663"/>
          <p14:tracePt t="30960" x="6226175" y="6189663"/>
          <p14:tracePt t="30977" x="6183313" y="6189663"/>
          <p14:tracePt t="30993" x="6124575" y="6189663"/>
          <p14:tracePt t="31010" x="6059488" y="6189663"/>
          <p14:tracePt t="31026" x="5972175" y="6189663"/>
          <p14:tracePt t="31043" x="5892800" y="6189663"/>
          <p14:tracePt t="31060" x="5819775" y="6189663"/>
          <p14:tracePt t="31076" x="5732463" y="6189663"/>
          <p14:tracePt t="31093" x="5653088" y="6189663"/>
          <p14:tracePt t="31111" x="5545138" y="6175375"/>
          <p14:tracePt t="31127" x="5514975" y="6175375"/>
          <p14:tracePt t="31143" x="5435600" y="6175375"/>
          <p14:tracePt t="31160" x="5399088" y="6175375"/>
          <p14:tracePt t="31177" x="5362575" y="6175375"/>
          <p14:tracePt t="31194" x="5341938" y="6175375"/>
          <p14:tracePt t="31210" x="5319713" y="6175375"/>
          <p14:tracePt t="31227" x="5305425" y="6175375"/>
          <p14:tracePt t="31243" x="5291138" y="6175375"/>
          <p14:tracePt t="31260" x="5268913" y="6175375"/>
          <p14:tracePt t="31277" x="5240338" y="6169025"/>
          <p14:tracePt t="31293" x="5210175" y="6161088"/>
          <p14:tracePt t="31310" x="5203825" y="6161088"/>
          <p14:tracePt t="31327" x="5195888" y="6161088"/>
          <p14:tracePt t="31343" x="5189538" y="6146800"/>
          <p14:tracePt t="31360" x="5189538" y="6096000"/>
          <p14:tracePt t="31377" x="5189538" y="5994400"/>
          <p14:tracePt t="31393" x="5189538" y="5842000"/>
          <p14:tracePt t="31410" x="5210175" y="5675313"/>
          <p14:tracePt t="31427" x="5240338" y="5500688"/>
          <p14:tracePt t="31443" x="5254625" y="5356225"/>
          <p14:tracePt t="31462" x="5254625" y="5232400"/>
          <p14:tracePt t="31477" x="5254625" y="5102225"/>
          <p14:tracePt t="31493" x="5254625" y="4970463"/>
          <p14:tracePt t="31510" x="5254625" y="4811713"/>
          <p14:tracePt t="31527" x="5254625" y="4535488"/>
          <p14:tracePt t="31543" x="5254625" y="4397375"/>
          <p14:tracePt t="31560" x="5254625" y="4267200"/>
          <p14:tracePt t="31577" x="5254625" y="4137025"/>
          <p14:tracePt t="31593" x="5254625" y="3990975"/>
          <p14:tracePt t="31610" x="5254625" y="3838575"/>
          <p14:tracePt t="31627" x="5254625" y="3694113"/>
          <p14:tracePt t="31643" x="5254625" y="3578225"/>
          <p14:tracePt t="31660" x="5254625" y="3468688"/>
          <p14:tracePt t="31677" x="5254625" y="3367088"/>
          <p14:tracePt t="31693" x="5254625" y="3259138"/>
          <p14:tracePt t="31710" x="5254625" y="3121025"/>
          <p14:tracePt t="31727" x="5254625" y="2954338"/>
          <p14:tracePt t="31743" x="5254625" y="2867025"/>
          <p14:tracePt t="31760" x="5254625" y="2801938"/>
          <p14:tracePt t="31777" x="5260975" y="2706688"/>
          <p14:tracePt t="31793" x="5275263" y="2619375"/>
          <p14:tracePt t="31810" x="5275263" y="2532063"/>
          <p14:tracePt t="31827" x="5275263" y="2466975"/>
          <p14:tracePt t="31844" x="5275263" y="2430463"/>
          <p14:tracePt t="31860" x="5283200" y="2401888"/>
          <p14:tracePt t="31877" x="5283200" y="2387600"/>
          <p14:tracePt t="31893" x="5283200" y="2379663"/>
          <p14:tracePt t="31910" x="5283200" y="2365375"/>
          <p14:tracePt t="31928" x="5283200" y="2344738"/>
          <p14:tracePt t="32089" x="5283200" y="2336800"/>
          <p14:tracePt t="32193" x="5283200" y="2328863"/>
          <p14:tracePt t="32225" x="5291138" y="2322513"/>
          <p14:tracePt t="32242" x="5305425" y="2314575"/>
          <p14:tracePt t="32248" x="5311775" y="2308225"/>
          <p14:tracePt t="32260" x="5319713" y="2300288"/>
          <p14:tracePt t="32277" x="5348288" y="2271713"/>
          <p14:tracePt t="32294" x="5384800" y="2243138"/>
          <p14:tracePt t="32310" x="5435600" y="2212975"/>
          <p14:tracePt t="32327" x="5494338" y="2184400"/>
          <p14:tracePt t="32344" x="5537200" y="2155825"/>
          <p14:tracePt t="32360" x="5559425" y="2141538"/>
          <p14:tracePt t="32377" x="5588000" y="2125663"/>
          <p14:tracePt t="32394" x="5624513" y="2111375"/>
          <p14:tracePt t="32410" x="5661025" y="2097088"/>
          <p14:tracePt t="32427" x="5689600" y="2090738"/>
          <p14:tracePt t="32444" x="5718175" y="2090738"/>
          <p14:tracePt t="32461" x="5754688" y="2068513"/>
          <p14:tracePt t="32477" x="5799138" y="2068513"/>
          <p14:tracePt t="32494" x="5849938" y="2060575"/>
          <p14:tracePt t="32510" x="5915025" y="2060575"/>
          <p14:tracePt t="32527" x="6016625" y="2039938"/>
          <p14:tracePt t="32544" x="6073775" y="2039938"/>
          <p14:tracePt t="32560" x="6132513" y="2032000"/>
          <p14:tracePt t="32577" x="6169025" y="2032000"/>
          <p14:tracePt t="32594" x="6197600" y="2032000"/>
          <p14:tracePt t="32611" x="6240463" y="2032000"/>
          <p14:tracePt t="32628" x="6270625" y="2032000"/>
          <p14:tracePt t="32644" x="6307138" y="2032000"/>
          <p14:tracePt t="32660" x="6327775" y="2032000"/>
          <p14:tracePt t="32678" x="6350000" y="2032000"/>
          <p14:tracePt t="32694" x="6372225" y="2032000"/>
          <p14:tracePt t="32710" x="6392863" y="2032000"/>
          <p14:tracePt t="32727" x="6443663" y="2039938"/>
          <p14:tracePt t="32744" x="6473825" y="2046288"/>
          <p14:tracePt t="32760" x="6524625" y="2060575"/>
          <p14:tracePt t="32777" x="6561138" y="2074863"/>
          <p14:tracePt t="32794" x="6626225" y="2097088"/>
          <p14:tracePt t="32810" x="6669088" y="2105025"/>
          <p14:tracePt t="32827" x="6727825" y="2125663"/>
          <p14:tracePt t="32844" x="6770688" y="2133600"/>
          <p14:tracePt t="32861" x="6829425" y="2147888"/>
          <p14:tracePt t="32877" x="6865938" y="2162175"/>
          <p14:tracePt t="32882" x="6886575" y="2170113"/>
          <p14:tracePt t="32894" x="6908800" y="2170113"/>
          <p14:tracePt t="32910" x="6937375" y="2184400"/>
          <p14:tracePt t="32927" x="6967538" y="2192338"/>
          <p14:tracePt t="32944" x="6996113" y="2198688"/>
          <p14:tracePt t="32960" x="7018338" y="2206625"/>
          <p14:tracePt t="32977" x="7046913" y="2212975"/>
          <p14:tracePt t="32994" x="7061200" y="2212975"/>
          <p14:tracePt t="33010" x="7069138" y="2220913"/>
          <p14:tracePt t="33027" x="7075488" y="2220913"/>
          <p14:tracePt t="33097" x="7083425" y="2220913"/>
          <p14:tracePt t="35721" x="7089775" y="2227263"/>
          <p14:tracePt t="35728" x="7089775" y="2235200"/>
          <p14:tracePt t="35736" x="7089775" y="2249488"/>
          <p14:tracePt t="35752" x="7089775" y="2257425"/>
          <p14:tracePt t="35761" x="7089775" y="2271713"/>
          <p14:tracePt t="35778" x="7083425" y="2293938"/>
          <p14:tracePt t="35795" x="7083425" y="2322513"/>
          <p14:tracePt t="35811" x="7061200" y="2359025"/>
          <p14:tracePt t="35828" x="7061200" y="2379663"/>
          <p14:tracePt t="35845" x="7061200" y="2401888"/>
          <p14:tracePt t="35862" x="7061200" y="2409825"/>
          <p14:tracePt t="35878" x="7061200" y="2430463"/>
          <p14:tracePt t="35879" x="7053263" y="2438400"/>
          <p14:tracePt t="35895" x="7053263" y="2446338"/>
          <p14:tracePt t="35911" x="7038975" y="2532063"/>
          <p14:tracePt t="35928" x="7024688" y="2613025"/>
          <p14:tracePt t="35944" x="7018338" y="2714625"/>
          <p14:tracePt t="35961" x="6996113" y="2794000"/>
          <p14:tracePt t="35978" x="6988175" y="2844800"/>
          <p14:tracePt t="35995" x="6981825" y="2887663"/>
          <p14:tracePt t="36011" x="6981825" y="2903538"/>
          <p14:tracePt t="36028" x="6973888" y="2932113"/>
          <p14:tracePt t="36045" x="6967538" y="2960688"/>
          <p14:tracePt t="36061" x="6945313" y="3005138"/>
          <p14:tracePt t="36078" x="6916738" y="3040063"/>
          <p14:tracePt t="36095" x="6900863" y="3084513"/>
          <p14:tracePt t="36112" x="6886575" y="3106738"/>
          <p14:tracePt t="36128" x="6886575" y="3113088"/>
          <p14:tracePt t="36145" x="6880225" y="3121025"/>
          <p14:tracePt t="36161" x="6880225" y="3127375"/>
          <p14:tracePt t="36178" x="6872288" y="3135313"/>
          <p14:tracePt t="36195" x="6865938" y="3141663"/>
          <p14:tracePt t="36211" x="6865938" y="3149600"/>
          <p14:tracePt t="36228" x="6858000" y="3157538"/>
          <p14:tracePt t="36245" x="6850063" y="3171825"/>
          <p14:tracePt t="36261" x="6843713" y="3186113"/>
          <p14:tracePt t="36278" x="6835775" y="3186113"/>
          <p14:tracePt t="36295" x="6835775" y="3192463"/>
          <p14:tracePt t="36328" x="6835775" y="3200400"/>
          <p14:tracePt t="43678" x="6829425" y="3200400"/>
          <p14:tracePt t="43684" x="6821488" y="3200400"/>
          <p14:tracePt t="43698" x="6807200" y="3200400"/>
          <p14:tracePt t="43715" x="6784975" y="3200400"/>
          <p14:tracePt t="43731" x="6748463" y="3200400"/>
          <p14:tracePt t="43748" x="6691313" y="3171825"/>
          <p14:tracePt t="43764" x="6596063" y="3127375"/>
          <p14:tracePt t="43781" x="6516688" y="3098800"/>
          <p14:tracePt t="43798" x="6429375" y="3076575"/>
          <p14:tracePt t="43815" x="6357938" y="3055938"/>
          <p14:tracePt t="43832" x="6276975" y="3011488"/>
          <p14:tracePt t="43848" x="6211888" y="2989263"/>
          <p14:tracePt t="43865" x="6146800" y="2954338"/>
          <p14:tracePt t="43881" x="6073775" y="2924175"/>
          <p14:tracePt t="43888" x="6037263" y="2909888"/>
          <p14:tracePt t="43897" x="5986463" y="2887663"/>
          <p14:tracePt t="43914" x="5921375" y="2881313"/>
          <p14:tracePt t="43932" x="5870575" y="2852738"/>
          <p14:tracePt t="43948" x="5799138" y="2822575"/>
          <p14:tracePt t="43965" x="5754688" y="2801938"/>
          <p14:tracePt t="43981" x="5681663" y="2765425"/>
          <p14:tracePt t="43997" x="5602288" y="2728913"/>
          <p14:tracePt t="44014" x="5522913" y="2692400"/>
          <p14:tracePt t="44032" x="5427663" y="2649538"/>
          <p14:tracePt t="44049" x="5362575" y="2613025"/>
          <p14:tracePt t="44065" x="5305425" y="2576513"/>
          <p14:tracePt t="44082" x="5240338" y="2554288"/>
          <p14:tracePt t="44098" x="5189538" y="2532063"/>
          <p14:tracePt t="44116" x="5153025" y="2517775"/>
          <p14:tracePt t="44131" x="5122863" y="2517775"/>
          <p14:tracePt t="44148" x="5102225" y="2511425"/>
          <p14:tracePt t="44165" x="5072063" y="2497138"/>
          <p14:tracePt t="44181" x="5037138" y="2481263"/>
          <p14:tracePt t="44198" x="5029200" y="2481263"/>
          <p14:tracePt t="44216" x="5006975" y="2474913"/>
          <p14:tracePt t="44233" x="4992688" y="2474913"/>
          <p14:tracePt t="44248" x="4986338" y="2474913"/>
          <p14:tracePt t="44264" x="4970463" y="2466975"/>
          <p14:tracePt t="44281" x="4949825" y="2452688"/>
          <p14:tracePt t="44298" x="4935538" y="2452688"/>
          <p14:tracePt t="44314" x="4913313" y="2446338"/>
          <p14:tracePt t="44331" x="4905375" y="2446338"/>
          <p14:tracePt t="44347" x="4891088" y="2446338"/>
          <p14:tracePt t="44364" x="4884738" y="2438400"/>
          <p14:tracePt t="44381" x="4884738" y="2430463"/>
          <p14:tracePt t="44386" x="4868863" y="2430463"/>
          <p14:tracePt t="44401" x="4854575" y="2430463"/>
          <p14:tracePt t="44414" x="4848225" y="2424113"/>
          <p14:tracePt t="44431" x="4833938" y="2416175"/>
          <p14:tracePt t="44447" x="4811713" y="2409825"/>
          <p14:tracePt t="44464" x="4803775" y="2409825"/>
          <p14:tracePt t="44481" x="4775200" y="2401888"/>
          <p14:tracePt t="44497" x="4767263" y="2401888"/>
          <p14:tracePt t="44514" x="4738688" y="2395538"/>
          <p14:tracePt t="44531" x="4716463" y="2387600"/>
          <p14:tracePt t="44548" x="4695825" y="2379663"/>
          <p14:tracePt t="44564" x="4673600" y="2379663"/>
          <p14:tracePt t="44581" x="4659313" y="2373313"/>
          <p14:tracePt t="44598" x="4651375" y="2373313"/>
          <p14:tracePt t="44614" x="4614863" y="2365375"/>
          <p14:tracePt t="44631" x="4600575" y="2359025"/>
          <p14:tracePt t="44647" x="4579938" y="2351088"/>
          <p14:tracePt t="44681" x="4564063" y="2351088"/>
          <p14:tracePt t="44697" x="4557713" y="2351088"/>
          <p14:tracePt t="44714" x="4549775" y="2351088"/>
          <p14:tracePt t="44731" x="4543425" y="2351088"/>
          <p14:tracePt t="44764" x="4535488" y="2344738"/>
          <p14:tracePt t="45398" x="4535488" y="2336800"/>
          <p14:tracePt t="45405" x="4529138" y="2328863"/>
          <p14:tracePt t="45416" x="4529138" y="2322513"/>
          <p14:tracePt t="45436" x="4529138" y="2314575"/>
          <p14:tracePt t="45448" x="4529138" y="2300288"/>
          <p14:tracePt t="45468" x="4529138" y="2293938"/>
          <p14:tracePt t="45483" x="4529138" y="2286000"/>
          <p14:tracePt t="45498" x="4529138" y="2278063"/>
          <p14:tracePt t="45517" x="4529138" y="2263775"/>
          <p14:tracePt t="45533" x="4521200" y="2257425"/>
          <p14:tracePt t="45549" x="4513263" y="2249488"/>
          <p14:tracePt t="45565" x="4513263" y="2243138"/>
          <p14:tracePt t="45597" x="4513263" y="2235200"/>
          <p14:tracePt t="45619" x="4513263" y="2227263"/>
          <p14:tracePt t="45637" x="4513263" y="2212975"/>
          <p14:tracePt t="45644" x="4513263" y="2206625"/>
          <p14:tracePt t="45652" x="4513263" y="2198688"/>
          <p14:tracePt t="45665" x="4513263" y="2192338"/>
          <p14:tracePt t="45683" x="4513263" y="2170113"/>
          <p14:tracePt t="45698" x="4513263" y="2155825"/>
          <p14:tracePt t="45715" x="4513263" y="2147888"/>
          <p14:tracePt t="45732" x="4513263" y="2125663"/>
          <p14:tracePt t="45748" x="4513263" y="2111375"/>
          <p14:tracePt t="45765" x="4513263" y="2097088"/>
          <p14:tracePt t="45784" x="4513263" y="2074863"/>
          <p14:tracePt t="45800" x="4513263" y="2054225"/>
          <p14:tracePt t="45815" x="4506913" y="2054225"/>
          <p14:tracePt t="45832" x="4506913" y="2024063"/>
          <p14:tracePt t="45848" x="4492625" y="2003425"/>
          <p14:tracePt t="45865" x="4492625" y="1981200"/>
          <p14:tracePt t="45882" x="4484688" y="1966913"/>
          <p14:tracePt t="45889" x="4484688" y="1952625"/>
          <p14:tracePt t="45898" x="4478338" y="1952625"/>
          <p14:tracePt t="45915" x="4478338" y="1938338"/>
          <p14:tracePt t="45933" x="4470400" y="1930400"/>
          <p14:tracePt t="45948" x="4470400" y="1916113"/>
          <p14:tracePt t="45972" x="4470400" y="1908175"/>
          <p14:tracePt t="45982" x="4462463" y="1901825"/>
          <p14:tracePt t="45998" x="4456113" y="1893888"/>
          <p14:tracePt t="46017" x="4433888" y="1865313"/>
          <p14:tracePt t="46034" x="4411663" y="1851025"/>
          <p14:tracePt t="46050" x="4397375" y="1828800"/>
          <p14:tracePt t="46066" x="4391025" y="1820863"/>
          <p14:tracePt t="46082" x="4391025" y="1800225"/>
          <p14:tracePt t="46099" x="4376738" y="1785938"/>
          <p14:tracePt t="46115" x="4376738" y="1763713"/>
          <p14:tracePt t="46133" x="4368800" y="1741488"/>
          <p14:tracePt t="46148" x="4368800" y="1712913"/>
          <p14:tracePt t="46165" x="4368800" y="1690688"/>
          <p14:tracePt t="46182" x="4368800" y="1668463"/>
          <p14:tracePt t="46198" x="4368800" y="1654175"/>
          <p14:tracePt t="46215" x="4368800" y="1639888"/>
          <p14:tracePt t="46232" x="4376738" y="1617663"/>
          <p14:tracePt t="46248" x="4383088" y="1603375"/>
          <p14:tracePt t="46264" x="4405313" y="1589088"/>
          <p14:tracePt t="46281" x="4427538" y="1566863"/>
          <p14:tracePt t="46298" x="4456113" y="1546225"/>
          <p14:tracePt t="46314" x="4492625" y="1524000"/>
          <p14:tracePt t="46331" x="4535488" y="1501775"/>
          <p14:tracePt t="46348" x="4557713" y="1495425"/>
          <p14:tracePt t="46365" x="4594225" y="1487488"/>
          <p14:tracePt t="46381" x="4637088" y="1481138"/>
          <p14:tracePt t="46384" x="4665663" y="1473200"/>
          <p14:tracePt t="46398" x="4687888" y="1473200"/>
          <p14:tracePt t="46415" x="4752975" y="1473200"/>
          <p14:tracePt t="46432" x="4797425" y="1473200"/>
          <p14:tracePt t="46448" x="4840288" y="1473200"/>
          <p14:tracePt t="46465" x="4884738" y="1473200"/>
          <p14:tracePt t="46481" x="4913313" y="1481138"/>
          <p14:tracePt t="46498" x="4935538" y="1495425"/>
          <p14:tracePt t="46515" x="4970463" y="1516063"/>
          <p14:tracePt t="46533" x="5000625" y="1538288"/>
          <p14:tracePt t="46548" x="5037138" y="1589088"/>
          <p14:tracePt t="46565" x="5094288" y="1654175"/>
          <p14:tracePt t="46582" x="5130800" y="1704975"/>
          <p14:tracePt t="46598" x="5138738" y="1727200"/>
          <p14:tracePt t="46615" x="5153025" y="1785938"/>
          <p14:tracePt t="46631" x="5153025" y="1828800"/>
          <p14:tracePt t="46648" x="5153025" y="1879600"/>
          <p14:tracePt t="46665" x="5153025" y="1908175"/>
          <p14:tracePt t="46681" x="5153025" y="1922463"/>
          <p14:tracePt t="46698" x="5153025" y="1930400"/>
          <p14:tracePt t="46715" x="5153025" y="1938338"/>
          <p14:tracePt t="46732" x="5153025" y="1944688"/>
          <p14:tracePt t="46765" x="5195888" y="1944688"/>
          <p14:tracePt t="46782" x="5203825" y="1944688"/>
          <p14:tracePt t="50841" x="5195888" y="1973263"/>
          <p14:tracePt t="50848" x="5159375" y="2009775"/>
          <p14:tracePt t="50856" x="5108575" y="2060575"/>
          <p14:tracePt t="50866" x="5072063" y="2133600"/>
          <p14:tracePt t="50883" x="5006975" y="2271713"/>
          <p14:tracePt t="50899" x="4949825" y="2424113"/>
          <p14:tracePt t="50916" x="4891088" y="2554288"/>
          <p14:tracePt t="50933" x="4848225" y="2678113"/>
          <p14:tracePt t="50949" x="4783138" y="2822575"/>
          <p14:tracePt t="50966" x="4695825" y="3025775"/>
          <p14:tracePt t="50983" x="4572000" y="3222625"/>
          <p14:tracePt t="50999" x="4513263" y="3309938"/>
          <p14:tracePt t="51016" x="4456113" y="3381375"/>
          <p14:tracePt t="51033" x="4397375" y="3432175"/>
          <p14:tracePt t="51049" x="4360863" y="3476625"/>
          <p14:tracePt t="51066" x="4259263" y="3541713"/>
          <p14:tracePt t="51083" x="4129088" y="3614738"/>
          <p14:tracePt t="51099" x="3990975" y="3679825"/>
          <p14:tracePt t="51116" x="3883025" y="3751263"/>
          <p14:tracePt t="51133" x="3787775" y="3795713"/>
          <p14:tracePt t="51149" x="3730625" y="3817938"/>
          <p14:tracePt t="51166" x="3665538" y="3838575"/>
          <p14:tracePt t="51183" x="3592513" y="3875088"/>
          <p14:tracePt t="51199" x="3497263" y="3919538"/>
          <p14:tracePt t="51216" x="3454400" y="3933825"/>
          <p14:tracePt t="51233" x="3425825" y="3940175"/>
          <p14:tracePt t="51249" x="3417888" y="3940175"/>
          <p14:tracePt t="51266" x="3389313" y="3940175"/>
          <p14:tracePt t="51283" x="3352800" y="3948113"/>
          <p14:tracePt t="51299" x="3324225" y="3948113"/>
          <p14:tracePt t="51316" x="3302000" y="3948113"/>
          <p14:tracePt t="51333" x="3287713" y="3948113"/>
          <p14:tracePt t="51349" x="3236913" y="3954463"/>
          <p14:tracePt t="51366" x="3186113" y="3954463"/>
          <p14:tracePt t="51383" x="3127375" y="3954463"/>
          <p14:tracePt t="51384" x="3098800" y="3962400"/>
          <p14:tracePt t="51399" x="3040063" y="3962400"/>
          <p14:tracePt t="51416" x="2974975" y="3962400"/>
          <p14:tracePt t="51433" x="2917825" y="3962400"/>
          <p14:tracePt t="51449" x="2867025" y="3962400"/>
          <p14:tracePt t="51466" x="2830513" y="3954463"/>
          <p14:tracePt t="51483" x="2786063" y="3940175"/>
          <p14:tracePt t="51499" x="2757488" y="3925888"/>
          <p14:tracePt t="51516" x="2728913" y="3919538"/>
          <p14:tracePt t="51533" x="2706688" y="3903663"/>
          <p14:tracePt t="51549" x="2678113" y="3883025"/>
          <p14:tracePt t="51566" x="2641600" y="3868738"/>
          <p14:tracePt t="51583" x="2582863" y="3860800"/>
          <p14:tracePt t="51599" x="2547938" y="3838575"/>
          <p14:tracePt t="51616" x="2503488" y="3838575"/>
          <p14:tracePt t="51633" x="2466975" y="3832225"/>
          <p14:tracePt t="51649" x="2430463" y="3832225"/>
          <p14:tracePt t="51666" x="2409825" y="3824288"/>
          <p14:tracePt t="51683" x="2379663" y="3817938"/>
          <p14:tracePt t="51700" x="2351088" y="3810000"/>
          <p14:tracePt t="51716" x="2322513" y="3802063"/>
          <p14:tracePt t="51733" x="2278063" y="3795713"/>
          <p14:tracePt t="51750" x="2235200" y="3795713"/>
          <p14:tracePt t="51766" x="2206625" y="3795713"/>
          <p14:tracePt t="51783" x="2170113" y="3795713"/>
          <p14:tracePt t="51799" x="2147888" y="3795713"/>
          <p14:tracePt t="51817" x="2141538" y="3795713"/>
          <p14:tracePt t="51833" x="2133600" y="3795713"/>
          <p14:tracePt t="51849" x="2119313" y="3795713"/>
          <p14:tracePt t="51866" x="2090738" y="3810000"/>
          <p14:tracePt t="51883" x="2068513" y="3824288"/>
          <p14:tracePt t="51899" x="2046288" y="3824288"/>
          <p14:tracePt t="51916" x="2039938" y="3832225"/>
          <p14:tracePt t="51933" x="2024063" y="3838575"/>
          <p14:tracePt t="51966" x="2017713" y="3838575"/>
          <p14:tracePt t="51983" x="2003425" y="3846513"/>
          <p14:tracePt t="51999" x="1989138" y="3846513"/>
          <p14:tracePt t="52016" x="1966913" y="3846513"/>
          <p14:tracePt t="52033" x="1952625" y="3846513"/>
          <p14:tracePt t="52050" x="1930400" y="3846513"/>
          <p14:tracePt t="52066" x="1916113" y="3846513"/>
          <p14:tracePt t="52083" x="1901825" y="3846513"/>
          <p14:tracePt t="52100" x="1887538" y="3846513"/>
          <p14:tracePt t="52116" x="1871663" y="3846513"/>
          <p14:tracePt t="52133" x="1843088" y="3846513"/>
          <p14:tracePt t="52150" x="1820863" y="3846513"/>
          <p14:tracePt t="52167" x="1785938" y="3846513"/>
          <p14:tracePt t="52183" x="1770063" y="3846513"/>
          <p14:tracePt t="52200" x="1763713" y="3846513"/>
          <p14:tracePt t="52235" x="1755775" y="3846513"/>
          <p14:tracePt t="52248" x="1749425" y="3846513"/>
          <p14:tracePt t="52280" x="1741488" y="3846513"/>
          <p14:tracePt t="52287" x="1735138" y="3846513"/>
          <p14:tracePt t="52296" x="1727200" y="3846513"/>
          <p14:tracePt t="52320" x="1719263" y="3846513"/>
          <p14:tracePt t="52336" x="1712913" y="3846513"/>
          <p14:tracePt t="52352" x="1704975" y="3846513"/>
          <p14:tracePt t="52361" x="1698625" y="3846513"/>
          <p14:tracePt t="52376" x="1690688" y="3846513"/>
          <p14:tracePt t="52384" x="1684338" y="3846513"/>
          <p14:tracePt t="52400" x="1676400" y="3846513"/>
          <p14:tracePt t="52424" x="1668463" y="3838575"/>
          <p14:tracePt t="52448" x="1668463" y="3824288"/>
          <p14:tracePt t="52456" x="1668463" y="3802063"/>
          <p14:tracePt t="52466" x="1668463" y="3781425"/>
          <p14:tracePt t="52483" x="1668463" y="3744913"/>
          <p14:tracePt t="52501" x="1676400" y="3716338"/>
          <p14:tracePt t="52517" x="1719263" y="3665538"/>
          <p14:tracePt t="52533" x="1785938" y="3621088"/>
          <p14:tracePt t="52550" x="1865313" y="3584575"/>
          <p14:tracePt t="52566" x="1966913" y="3563938"/>
          <p14:tracePt t="52583" x="2147888" y="3533775"/>
          <p14:tracePt t="52600" x="2293938" y="3505200"/>
          <p14:tracePt t="52616" x="2446338" y="3505200"/>
          <p14:tracePt t="52633" x="2613025" y="3505200"/>
          <p14:tracePt t="52650" x="2757488" y="3505200"/>
          <p14:tracePt t="52666" x="2881313" y="3505200"/>
          <p14:tracePt t="52683" x="3005138" y="3505200"/>
          <p14:tracePt t="52700" x="3113088" y="3505200"/>
          <p14:tracePt t="52716" x="3222625" y="3490913"/>
          <p14:tracePt t="52733" x="3309938" y="3476625"/>
          <p14:tracePt t="52750" x="3381375" y="3440113"/>
          <p14:tracePt t="52767" x="3440113" y="3389313"/>
          <p14:tracePt t="52783" x="3519488" y="3330575"/>
          <p14:tracePt t="52800" x="3556000" y="3302000"/>
          <p14:tracePt t="52816" x="3598863" y="3273425"/>
          <p14:tracePt t="52833" x="3621088" y="3265488"/>
          <p14:tracePt t="52850" x="3649663" y="3243263"/>
          <p14:tracePt t="52866" x="3686175" y="3228975"/>
          <p14:tracePt t="52883" x="3716338" y="3222625"/>
          <p14:tracePt t="52900" x="3730625" y="3222625"/>
          <p14:tracePt t="52916" x="3744913" y="3214688"/>
          <p14:tracePt t="52933" x="3773488" y="3214688"/>
          <p14:tracePt t="52950" x="3787775" y="3214688"/>
          <p14:tracePt t="52967" x="3817938" y="3214688"/>
          <p14:tracePt t="52983" x="3824288" y="3214688"/>
          <p14:tracePt t="53000" x="3838575" y="3228975"/>
          <p14:tracePt t="53017" x="3875088" y="3251200"/>
          <p14:tracePt t="53033" x="3897313" y="3287713"/>
          <p14:tracePt t="53050" x="3925888" y="3316288"/>
          <p14:tracePt t="53067" x="3962400" y="3360738"/>
          <p14:tracePt t="53083" x="3984625" y="3389313"/>
          <p14:tracePt t="53100" x="4005263" y="3411538"/>
          <p14:tracePt t="53117" x="4021138" y="3432175"/>
          <p14:tracePt t="53133" x="4027488" y="3454400"/>
          <p14:tracePt t="53150" x="4035425" y="3482975"/>
          <p14:tracePt t="53167" x="4035425" y="3548063"/>
          <p14:tracePt t="53183" x="4035425" y="3606800"/>
          <p14:tracePt t="53200" x="4035425" y="3649663"/>
          <p14:tracePt t="53217" x="4035425" y="3686175"/>
          <p14:tracePt t="53233" x="4035425" y="3716338"/>
          <p14:tracePt t="53250" x="4035425" y="3730625"/>
          <p14:tracePt t="53267" x="4035425" y="3744913"/>
          <p14:tracePt t="53283" x="4027488" y="3759200"/>
          <p14:tracePt t="53300" x="4021138" y="3767138"/>
          <p14:tracePt t="53317" x="4005263" y="3781425"/>
          <p14:tracePt t="53333" x="3976688" y="3802063"/>
          <p14:tracePt t="53350" x="3962400" y="3810000"/>
          <p14:tracePt t="53367" x="3948113" y="3817938"/>
          <p14:tracePt t="53383" x="3925888" y="3824288"/>
          <p14:tracePt t="53400" x="3897313" y="3832225"/>
          <p14:tracePt t="53417" x="3883025" y="3832225"/>
          <p14:tracePt t="53433" x="3838575" y="3838575"/>
          <p14:tracePt t="53450" x="3802063" y="3838575"/>
          <p14:tracePt t="53467" x="3751263" y="3838575"/>
          <p14:tracePt t="53483" x="3700463" y="3838575"/>
          <p14:tracePt t="53501" x="3657600" y="3838575"/>
          <p14:tracePt t="53517" x="3606800" y="3860800"/>
          <p14:tracePt t="53534" x="3519488" y="3875088"/>
          <p14:tracePt t="53550" x="3411538" y="3903663"/>
          <p14:tracePt t="53568" x="3228975" y="3948113"/>
          <p14:tracePt t="53583" x="3106738" y="3970338"/>
          <p14:tracePt t="53600" x="2997200" y="3984625"/>
          <p14:tracePt t="53617" x="2895600" y="4005263"/>
          <p14:tracePt t="53633" x="2822575" y="4035425"/>
          <p14:tracePt t="53650" x="2751138" y="4056063"/>
          <p14:tracePt t="53667" x="2678113" y="4071938"/>
          <p14:tracePt t="53684" x="2627313" y="4086225"/>
          <p14:tracePt t="53700" x="2590800" y="4100513"/>
          <p14:tracePt t="53717" x="2554288" y="4100513"/>
          <p14:tracePt t="53733" x="2517775" y="4114800"/>
          <p14:tracePt t="53750" x="2489200" y="4129088"/>
          <p14:tracePt t="53767" x="2387600" y="4173538"/>
          <p14:tracePt t="53783" x="2322513" y="4216400"/>
          <p14:tracePt t="53800" x="2271713" y="4230688"/>
          <p14:tracePt t="53817" x="2243138" y="4238625"/>
          <p14:tracePt t="53833" x="2206625" y="4252913"/>
          <p14:tracePt t="53850" x="2141538" y="4259263"/>
          <p14:tracePt t="53867" x="2090738" y="4275138"/>
          <p14:tracePt t="53883" x="2024063" y="4281488"/>
          <p14:tracePt t="53900" x="1966913" y="4289425"/>
          <p14:tracePt t="53917" x="1916113" y="4289425"/>
          <p14:tracePt t="53934" x="1865313" y="4289425"/>
          <p14:tracePt t="53950" x="1820863" y="4289425"/>
          <p14:tracePt t="53967" x="1778000" y="4289425"/>
          <p14:tracePt t="53984" x="1727200" y="4289425"/>
          <p14:tracePt t="54000" x="1698625" y="4289425"/>
          <p14:tracePt t="54017" x="1676400" y="4281488"/>
          <p14:tracePt t="54034" x="1647825" y="4281488"/>
          <p14:tracePt t="54050" x="1633538" y="4259263"/>
          <p14:tracePt t="54067" x="1611313" y="4244975"/>
          <p14:tracePt t="54084" x="1582738" y="4224338"/>
          <p14:tracePt t="54100" x="1566863" y="4208463"/>
          <p14:tracePt t="54117" x="1560513" y="4202113"/>
          <p14:tracePt t="54134" x="1546225" y="4173538"/>
          <p14:tracePt t="54150" x="1546225" y="4143375"/>
          <p14:tracePt t="54167" x="1546225" y="4106863"/>
          <p14:tracePt t="54183" x="1546225" y="4086225"/>
          <p14:tracePt t="54200" x="1546225" y="4056063"/>
          <p14:tracePt t="54217" x="1546225" y="4035425"/>
          <p14:tracePt t="54233" x="1546225" y="4021138"/>
          <p14:tracePt t="54250" x="1560513" y="3990975"/>
          <p14:tracePt t="54267" x="1589088" y="3962400"/>
          <p14:tracePt t="54284" x="1639888" y="3933825"/>
          <p14:tracePt t="54300" x="1684338" y="3903663"/>
          <p14:tracePt t="54317" x="1749425" y="3868738"/>
          <p14:tracePt t="54334" x="1828800" y="3846513"/>
          <p14:tracePt t="54350" x="1901825" y="3832225"/>
          <p14:tracePt t="54367" x="1995488" y="3824288"/>
          <p14:tracePt t="54384" x="2125663" y="3802063"/>
          <p14:tracePt t="54401" x="2212975" y="3802063"/>
          <p14:tracePt t="54417" x="2308225" y="3795713"/>
          <p14:tracePt t="54434" x="2401888" y="3795713"/>
          <p14:tracePt t="54451" x="2489200" y="3795713"/>
          <p14:tracePt t="54467" x="2590800" y="3795713"/>
          <p14:tracePt t="54484" x="2692400" y="3795713"/>
          <p14:tracePt t="54501" x="2786063" y="3795713"/>
          <p14:tracePt t="54518" x="2867025" y="3795713"/>
          <p14:tracePt t="54534" x="2917825" y="3795713"/>
          <p14:tracePt t="54551" x="2997200" y="3795713"/>
          <p14:tracePt t="54567" x="3033713" y="3802063"/>
          <p14:tracePt t="54584" x="3084513" y="3810000"/>
          <p14:tracePt t="54601" x="3141663" y="3824288"/>
          <p14:tracePt t="54617" x="3186113" y="3824288"/>
          <p14:tracePt t="54634" x="3228975" y="3832225"/>
          <p14:tracePt t="54650" x="3259138" y="3832225"/>
          <p14:tracePt t="54667" x="3302000" y="3838575"/>
          <p14:tracePt t="54684" x="3330575" y="3852863"/>
          <p14:tracePt t="54701" x="3360738" y="3860800"/>
          <p14:tracePt t="54717" x="3395663" y="3860800"/>
          <p14:tracePt t="54734" x="3425825" y="3868738"/>
          <p14:tracePt t="54751" x="3468688" y="3875088"/>
          <p14:tracePt t="54767" x="3497263" y="3883025"/>
          <p14:tracePt t="54784" x="3541713" y="3883025"/>
          <p14:tracePt t="54800" x="3563938" y="3883025"/>
          <p14:tracePt t="54817" x="3592513" y="3889375"/>
          <p14:tracePt t="54834" x="3598863" y="3889375"/>
          <p14:tracePt t="54851" x="3621088" y="3903663"/>
          <p14:tracePt t="54867" x="3635375" y="3903663"/>
          <p14:tracePt t="54884" x="3643313" y="3903663"/>
          <p14:tracePt t="54888" x="3649663" y="3903663"/>
          <p14:tracePt t="54901" x="3657600" y="3903663"/>
          <p14:tracePt t="54917" x="3665538" y="3911600"/>
          <p14:tracePt t="54970" x="3671888" y="3911600"/>
          <p14:tracePt t="54994" x="3679825" y="3925888"/>
          <p14:tracePt t="55000" x="3686175" y="3925888"/>
          <p14:tracePt t="55009" x="3686175" y="3933825"/>
          <p14:tracePt t="55017" x="3694113" y="3933825"/>
          <p14:tracePt t="55034" x="3708400" y="3948113"/>
          <p14:tracePt t="55051" x="3716338" y="3976688"/>
          <p14:tracePt t="55068" x="3722688" y="3990975"/>
          <p14:tracePt t="55084" x="3736975" y="4013200"/>
          <p14:tracePt t="55101" x="3736975" y="4027488"/>
          <p14:tracePt t="55117" x="3736975" y="4049713"/>
          <p14:tracePt t="55134" x="3744913" y="4064000"/>
          <p14:tracePt t="55151" x="3744913" y="4092575"/>
          <p14:tracePt t="55167" x="3751263" y="4106863"/>
          <p14:tracePt t="55184" x="3751263" y="4129088"/>
          <p14:tracePt t="55201" x="3751263" y="4143375"/>
          <p14:tracePt t="55217" x="3751263" y="4165600"/>
          <p14:tracePt t="55234" x="3751263" y="4187825"/>
          <p14:tracePt t="55251" x="3751263" y="4202113"/>
          <p14:tracePt t="55267" x="3751263" y="4224338"/>
          <p14:tracePt t="55284" x="3744913" y="4244975"/>
          <p14:tracePt t="55301" x="3736975" y="4259263"/>
          <p14:tracePt t="55317" x="3736975" y="4275138"/>
          <p14:tracePt t="55334" x="3730625" y="4281488"/>
          <p14:tracePt t="55351" x="3722688" y="4295775"/>
          <p14:tracePt t="55367" x="3708400" y="4310063"/>
          <p14:tracePt t="55384" x="3700463" y="4325938"/>
          <p14:tracePt t="55401" x="3679825" y="4340225"/>
          <p14:tracePt t="55417" x="3657600" y="4346575"/>
          <p14:tracePt t="55434" x="3635375" y="4354513"/>
          <p14:tracePt t="55451" x="3606800" y="4360863"/>
          <p14:tracePt t="55467" x="3584575" y="4360863"/>
          <p14:tracePt t="55485" x="3541713" y="4360863"/>
          <p14:tracePt t="55501" x="3505200" y="4360863"/>
          <p14:tracePt t="55517" x="3454400" y="4360863"/>
          <p14:tracePt t="55534" x="3395663" y="4360863"/>
          <p14:tracePt t="55551" x="3330575" y="4360863"/>
          <p14:tracePt t="55567" x="3273425" y="4360863"/>
          <p14:tracePt t="55584" x="3222625" y="4376738"/>
          <p14:tracePt t="55601" x="3200400" y="4376738"/>
          <p14:tracePt t="55618" x="3157538" y="4376738"/>
          <p14:tracePt t="55634" x="3106738" y="4376738"/>
          <p14:tracePt t="55651" x="3048000" y="4376738"/>
          <p14:tracePt t="55668" x="2989263" y="4376738"/>
          <p14:tracePt t="55684" x="2938463" y="4376738"/>
          <p14:tracePt t="55701" x="2903538" y="4376738"/>
          <p14:tracePt t="55717" x="2881313" y="4376738"/>
          <p14:tracePt t="55734" x="2867025" y="4368800"/>
          <p14:tracePt t="55752" x="2852738" y="4360863"/>
          <p14:tracePt t="55768" x="2844800" y="4354513"/>
          <p14:tracePt t="55784" x="2830513" y="4346575"/>
          <p14:tracePt t="55801" x="2816225" y="4340225"/>
          <p14:tracePt t="55818" x="2808288" y="4332288"/>
          <p14:tracePt t="55834" x="2801938" y="4332288"/>
          <p14:tracePt t="55851" x="2794000" y="4325938"/>
          <p14:tracePt t="55868" x="2786063" y="4325938"/>
          <p14:tracePt t="55884" x="2786063" y="4318000"/>
          <p14:tracePt t="55887" x="2786063" y="4310063"/>
          <p14:tracePt t="55901" x="2779713" y="4303713"/>
          <p14:tracePt t="55918" x="2779713" y="4295775"/>
          <p14:tracePt t="55934" x="2771775" y="4289425"/>
          <p14:tracePt t="55952" x="2765425" y="4259263"/>
          <p14:tracePt t="55968" x="2765425" y="4252913"/>
          <p14:tracePt t="55985" x="2765425" y="4230688"/>
          <p14:tracePt t="56003" x="2765425" y="4208463"/>
          <p14:tracePt t="56018" x="2765425" y="4179888"/>
          <p14:tracePt t="56034" x="2765425" y="4151313"/>
          <p14:tracePt t="56051" x="2771775" y="4129088"/>
          <p14:tracePt t="56068" x="2779713" y="4106863"/>
          <p14:tracePt t="56084" x="2786063" y="4086225"/>
          <p14:tracePt t="56101" x="2801938" y="4071938"/>
          <p14:tracePt t="56118" x="2808288" y="4064000"/>
          <p14:tracePt t="56134" x="2822575" y="4041775"/>
          <p14:tracePt t="56151" x="2836863" y="4021138"/>
          <p14:tracePt t="56168" x="2844800" y="4005263"/>
          <p14:tracePt t="56184" x="2859088" y="3998913"/>
          <p14:tracePt t="56201" x="2867025" y="3998913"/>
          <p14:tracePt t="56218" x="2895600" y="3976688"/>
          <p14:tracePt t="56235" x="2924175" y="3954463"/>
          <p14:tracePt t="56252" x="2974975" y="3940175"/>
          <p14:tracePt t="56268" x="3011488" y="3911600"/>
          <p14:tracePt t="56284" x="3055938" y="3897313"/>
          <p14:tracePt t="56301" x="3084513" y="3883025"/>
          <p14:tracePt t="56318" x="3127375" y="3875088"/>
          <p14:tracePt t="56334" x="3149600" y="3868738"/>
          <p14:tracePt t="56351" x="3228975" y="3860800"/>
          <p14:tracePt t="56368" x="3294063" y="3860800"/>
          <p14:tracePt t="56384" x="3360738" y="3860800"/>
          <p14:tracePt t="56401" x="3411538" y="3860800"/>
          <p14:tracePt t="56418" x="3440113" y="3860800"/>
          <p14:tracePt t="56435" x="3446463" y="3860800"/>
          <p14:tracePt t="56451" x="3454400" y="3860800"/>
          <p14:tracePt t="56505" x="3462338" y="3852863"/>
          <p14:tracePt t="56723" x="3468688" y="3852863"/>
          <p14:tracePt t="56739" x="3476625" y="3852863"/>
          <p14:tracePt t="56745" x="3482975" y="3852863"/>
          <p14:tracePt t="56755" x="3497263" y="3852863"/>
          <p14:tracePt t="56768" x="3527425" y="3852863"/>
          <p14:tracePt t="56785" x="3556000" y="3852863"/>
          <p14:tracePt t="56802" x="3592513" y="3852863"/>
          <p14:tracePt t="56818" x="3629025" y="3852863"/>
          <p14:tracePt t="56835" x="3649663" y="3852863"/>
          <p14:tracePt t="56852" x="3671888" y="3852863"/>
          <p14:tracePt t="56868" x="3679825" y="3852863"/>
          <p14:tracePt t="56885" x="3686175" y="3852863"/>
          <p14:tracePt t="56889" x="3694113" y="3846513"/>
          <p14:tracePt t="56931" x="3700463" y="3846513"/>
          <p14:tracePt t="64881" x="3708400" y="3846513"/>
          <p14:tracePt t="64889" x="3708400" y="3838575"/>
          <p14:tracePt t="64897" x="3708400" y="3824288"/>
          <p14:tracePt t="64904" x="3708400" y="3817938"/>
          <p14:tracePt t="64920" x="3708400" y="3795713"/>
          <p14:tracePt t="64937" x="3708400" y="3781425"/>
          <p14:tracePt t="64954" x="3708400" y="3751263"/>
          <p14:tracePt t="64970" x="3708400" y="3722688"/>
          <p14:tracePt t="64987" x="3700463" y="3694113"/>
          <p14:tracePt t="65004" x="3686175" y="3643313"/>
          <p14:tracePt t="65021" x="3679825" y="3621088"/>
          <p14:tracePt t="65037" x="3657600" y="3584575"/>
          <p14:tracePt t="65054" x="3635375" y="3556000"/>
          <p14:tracePt t="65071" x="3614738" y="3541713"/>
          <p14:tracePt t="65087" x="3606800" y="3527425"/>
          <p14:tracePt t="65128" x="3606800" y="3519488"/>
          <p14:tracePt t="65144" x="3606800" y="3513138"/>
          <p14:tracePt t="65154" x="3598863" y="3513138"/>
          <p14:tracePt t="65177" x="3598863" y="3505200"/>
          <p14:tracePt t="65201" x="3592513" y="3497263"/>
          <p14:tracePt t="65208" x="3584575" y="3497263"/>
          <p14:tracePt t="65225" x="3584575" y="3490913"/>
          <p14:tracePt t="65241" x="3578225" y="3490913"/>
          <p14:tracePt t="65388" x="3570288" y="3482975"/>
          <p14:tracePt t="65412" x="3570288" y="3476625"/>
          <p14:tracePt t="65419" x="3556000" y="3468688"/>
          <p14:tracePt t="65508" x="3556000" y="3454400"/>
          <p14:tracePt t="65516" x="3548063" y="3432175"/>
          <p14:tracePt t="65525" x="3533775" y="3411538"/>
          <p14:tracePt t="65538" x="3519488" y="3367088"/>
          <p14:tracePt t="65555" x="3513138" y="3330575"/>
          <p14:tracePt t="65571" x="3505200" y="3309938"/>
          <p14:tracePt t="65589" x="3497263" y="3265488"/>
          <p14:tracePt t="65605" x="3497263" y="3186113"/>
          <p14:tracePt t="65621" x="3490913" y="3048000"/>
          <p14:tracePt t="65639" x="3490913" y="2924175"/>
          <p14:tracePt t="65655" x="3490913" y="2830513"/>
          <p14:tracePt t="65672" x="3490913" y="2735263"/>
          <p14:tracePt t="65688" x="3490913" y="2700338"/>
          <p14:tracePt t="65705" x="3497263" y="2684463"/>
          <p14:tracePt t="65721" x="3505200" y="2678113"/>
          <p14:tracePt t="65738" x="3505200" y="2663825"/>
          <p14:tracePt t="65755" x="3505200" y="2655888"/>
          <p14:tracePt t="68050" x="3541713" y="2627313"/>
          <p14:tracePt t="68056" x="3635375" y="2576513"/>
          <p14:tracePt t="68065" x="3744913" y="2517775"/>
          <p14:tracePt t="68073" x="3911600" y="2446338"/>
          <p14:tracePt t="68088" x="4208463" y="2308225"/>
          <p14:tracePt t="68105" x="4391025" y="2235200"/>
          <p14:tracePt t="68121" x="4456113" y="2212975"/>
          <p14:tracePt t="68138" x="4478338" y="2184400"/>
          <p14:tracePt t="68155" x="4498975" y="2170113"/>
          <p14:tracePt t="68172" x="4535488" y="2141538"/>
          <p14:tracePt t="68188" x="4549775" y="2125663"/>
          <p14:tracePt t="68205" x="4594225" y="2097088"/>
          <p14:tracePt t="68222" x="4673600" y="2082800"/>
          <p14:tracePt t="68238" x="4789488" y="2046288"/>
          <p14:tracePt t="68255" x="4935538" y="2024063"/>
          <p14:tracePt t="68272" x="5000625" y="2017713"/>
          <p14:tracePt t="68288" x="5029200" y="2009775"/>
          <p14:tracePt t="68305" x="5057775" y="1995488"/>
          <p14:tracePt t="68322" x="5072063" y="1973263"/>
          <p14:tracePt t="68338" x="5087938" y="1958975"/>
          <p14:tracePt t="68355" x="5108575" y="1938338"/>
          <p14:tracePt t="68372" x="5130800" y="1916113"/>
          <p14:tracePt t="68388" x="5173663" y="1871663"/>
          <p14:tracePt t="68391" x="5181600" y="1857375"/>
          <p14:tracePt t="68405" x="5203825" y="1843088"/>
          <p14:tracePt t="68422" x="5224463" y="1814513"/>
          <p14:tracePt t="68438" x="5246688" y="1785938"/>
          <p14:tracePt t="68455" x="5275263" y="1755775"/>
          <p14:tracePt t="68472" x="5291138" y="1741488"/>
          <p14:tracePt t="68488" x="5297488" y="1735138"/>
          <p14:tracePt t="68505" x="5311775" y="1719263"/>
          <p14:tracePt t="68521" x="5334000" y="1698625"/>
          <p14:tracePt t="68538" x="5341938" y="1690688"/>
          <p14:tracePt t="68555" x="5341938" y="1684338"/>
          <p14:tracePt t="68571" x="5356225" y="1662113"/>
          <p14:tracePt t="68588" x="5362575" y="1647825"/>
          <p14:tracePt t="68605" x="5370513" y="1625600"/>
          <p14:tracePt t="68622" x="5384800" y="1611313"/>
          <p14:tracePt t="68638" x="5392738" y="1597025"/>
          <p14:tracePt t="68655" x="5392738" y="1589088"/>
          <p14:tracePt t="69286" x="5399088" y="1589088"/>
          <p14:tracePt t="69293" x="5407025" y="1589088"/>
          <p14:tracePt t="69317" x="5413375" y="1589088"/>
          <p14:tracePt t="69325" x="5421313" y="1589088"/>
          <p14:tracePt t="69340" x="5427663" y="1589088"/>
          <p14:tracePt t="69356" x="5443538" y="1589088"/>
          <p14:tracePt t="69372" x="5457825" y="1597025"/>
          <p14:tracePt t="69389" x="5472113" y="1597025"/>
          <p14:tracePt t="69406" x="5486400" y="1597025"/>
          <p14:tracePt t="69425" x="5500688" y="1597025"/>
          <p14:tracePt t="69440" x="5514975" y="1597025"/>
          <p14:tracePt t="69457" x="5522913" y="1603375"/>
          <p14:tracePt t="69474" x="5545138" y="1603375"/>
          <p14:tracePt t="69490" x="5565775" y="1611313"/>
          <p14:tracePt t="69506" x="5588000" y="1611313"/>
          <p14:tracePt t="69523" x="5610225" y="1611313"/>
          <p14:tracePt t="69540" x="5638800" y="1617663"/>
          <p14:tracePt t="69556" x="5661025" y="1617663"/>
          <p14:tracePt t="69573" x="5681663" y="1617663"/>
          <p14:tracePt t="69589" x="5689600" y="1617663"/>
          <p14:tracePt t="69606" x="5703888" y="1625600"/>
          <p14:tracePt t="69622" x="5718175" y="1625600"/>
          <p14:tracePt t="69640" x="5754688" y="1625600"/>
          <p14:tracePt t="69656" x="5783263" y="1625600"/>
          <p14:tracePt t="69674" x="5813425" y="1625600"/>
          <p14:tracePt t="69689" x="5856288" y="1647825"/>
          <p14:tracePt t="69706" x="5900738" y="1647825"/>
          <p14:tracePt t="69723" x="5929313" y="1647825"/>
          <p14:tracePt t="69739" x="5965825" y="1654175"/>
          <p14:tracePt t="69756" x="6002338" y="1662113"/>
          <p14:tracePt t="69772" x="6045200" y="1668463"/>
          <p14:tracePt t="69789" x="6067425" y="1676400"/>
          <p14:tracePt t="69806" x="6088063" y="1684338"/>
          <p14:tracePt t="69824" x="6103938" y="1684338"/>
          <p14:tracePt t="69884" x="6110288" y="1684338"/>
          <p14:tracePt t="69908" x="6118225" y="1684338"/>
          <p14:tracePt t="69922" x="6124575" y="1684338"/>
          <p14:tracePt t="69946" x="6132513" y="1684338"/>
          <p14:tracePt t="69953" x="6138863" y="1684338"/>
          <p14:tracePt t="69970" x="6146800" y="1684338"/>
          <p14:tracePt t="69979" x="6154738" y="1684338"/>
          <p14:tracePt t="69996" x="6161088" y="1684338"/>
          <p14:tracePt t="70011" x="6169025" y="1684338"/>
          <p14:tracePt t="70024" x="6183313" y="1684338"/>
          <p14:tracePt t="70040" x="6197600" y="1684338"/>
          <p14:tracePt t="70056" x="6219825" y="1684338"/>
          <p14:tracePt t="70073" x="6240463" y="1684338"/>
          <p14:tracePt t="70090" x="6270625" y="1684338"/>
          <p14:tracePt t="70106" x="6284913" y="1684338"/>
          <p14:tracePt t="70123" x="6299200" y="1684338"/>
          <p14:tracePt t="70140" x="6307138" y="1684338"/>
          <p14:tracePt t="70157" x="6313488" y="1684338"/>
          <p14:tracePt t="70176" x="6321425" y="1684338"/>
          <p14:tracePt t="70196" x="6327775" y="1684338"/>
          <p14:tracePt t="70206" x="6335713" y="1684338"/>
          <p14:tracePt t="70227" x="6342063" y="1684338"/>
          <p14:tracePt t="70239" x="6350000" y="1676400"/>
          <p14:tracePt t="70256" x="6357938" y="1668463"/>
          <p14:tracePt t="70272" x="6372225" y="1662113"/>
          <p14:tracePt t="70289" x="6372225" y="1654175"/>
          <p14:tracePt t="70373" x="6378575" y="1647825"/>
          <p14:tracePt t="71340" x="6392863" y="1647825"/>
          <p14:tracePt t="71348" x="6423025" y="1647825"/>
          <p14:tracePt t="71356" x="6459538" y="1647825"/>
          <p14:tracePt t="71373" x="6553200" y="1647825"/>
          <p14:tracePt t="71389" x="6654800" y="1647825"/>
          <p14:tracePt t="71394" x="6691313" y="1647825"/>
          <p14:tracePt t="71406" x="6719888" y="1647825"/>
          <p14:tracePt t="71422" x="6778625" y="1647825"/>
          <p14:tracePt t="71439" x="6799263" y="1647825"/>
          <p14:tracePt t="71456" x="6821488" y="1647825"/>
          <p14:tracePt t="71473" x="6835775" y="1647825"/>
          <p14:tracePt t="71489" x="6880225" y="1647825"/>
          <p14:tracePt t="71506" x="6931025" y="1647825"/>
          <p14:tracePt t="71523" x="6988175" y="1647825"/>
          <p14:tracePt t="71539" x="7046913" y="1647825"/>
          <p14:tracePt t="71556" x="7083425" y="1647825"/>
          <p14:tracePt t="71573" x="7134225" y="1647825"/>
          <p14:tracePt t="71590" x="7170738" y="1654175"/>
          <p14:tracePt t="71606" x="7205663" y="1662113"/>
          <p14:tracePt t="71623" x="7278688" y="1668463"/>
          <p14:tracePt t="71639" x="7307263" y="1684338"/>
          <p14:tracePt t="71656" x="7337425" y="1690688"/>
          <p14:tracePt t="71673" x="7358063" y="1698625"/>
          <p14:tracePt t="71691" x="7366000" y="1698625"/>
          <p14:tracePt t="71707" x="7380288" y="1704975"/>
          <p14:tracePt t="71723" x="7380288" y="1712913"/>
          <p14:tracePt t="71740" x="7388225" y="1712913"/>
          <p14:tracePt t="71756" x="7394575" y="1735138"/>
          <p14:tracePt t="71773" x="7402513" y="1741488"/>
          <p14:tracePt t="71789" x="7402513" y="1749425"/>
          <p14:tracePt t="71806" x="7402513" y="1755775"/>
          <p14:tracePt t="71823" x="7408863" y="1770063"/>
          <p14:tracePt t="71840" x="7408863" y="1778000"/>
          <p14:tracePt t="71856" x="7408863" y="1785938"/>
          <p14:tracePt t="71873" x="7416800" y="1785938"/>
          <p14:tracePt t="71906" x="7416800" y="1792288"/>
          <p14:tracePt t="72091" x="7416800" y="1800225"/>
          <p14:tracePt t="72105" x="7416800" y="1806575"/>
          <p14:tracePt t="72116" x="7416800" y="1820863"/>
          <p14:tracePt t="72129" x="7424738" y="1828800"/>
          <p14:tracePt t="72139" x="7424738" y="1843088"/>
          <p14:tracePt t="72156" x="7424738" y="1865313"/>
          <p14:tracePt t="72174" x="7431088" y="1887538"/>
          <p14:tracePt t="72190" x="7431088" y="1893888"/>
          <p14:tracePt t="72206" x="7439025" y="1908175"/>
          <p14:tracePt t="72223" x="7445375" y="1922463"/>
          <p14:tracePt t="72239" x="7445375" y="1938338"/>
          <p14:tracePt t="72256" x="7445375" y="1958975"/>
          <p14:tracePt t="72273" x="7453313" y="1989138"/>
          <p14:tracePt t="72290" x="7459663" y="2017713"/>
          <p14:tracePt t="72306" x="7467600" y="2032000"/>
          <p14:tracePt t="72323" x="7475538" y="2046288"/>
          <p14:tracePt t="72340" x="7475538" y="2060575"/>
          <p14:tracePt t="72356" x="7475538" y="2082800"/>
          <p14:tracePt t="72373" x="7475538" y="2111375"/>
          <p14:tracePt t="72390" x="7475538" y="2162175"/>
          <p14:tracePt t="72395" x="7489825" y="2192338"/>
          <p14:tracePt t="72407" x="7496175" y="2220913"/>
          <p14:tracePt t="72423" x="7496175" y="2249488"/>
          <p14:tracePt t="72439" x="7504113" y="2286000"/>
          <p14:tracePt t="72456" x="7504113" y="2314575"/>
          <p14:tracePt t="72473" x="7518400" y="2336800"/>
          <p14:tracePt t="72489" x="7518400" y="2373313"/>
          <p14:tracePt t="72506" x="7518400" y="2416175"/>
          <p14:tracePt t="72523" x="7532688" y="2474913"/>
          <p14:tracePt t="72539" x="7532688" y="2511425"/>
          <p14:tracePt t="72556" x="7546975" y="2540000"/>
          <p14:tracePt t="72573" x="7546975" y="2554288"/>
          <p14:tracePt t="72589" x="7546975" y="2562225"/>
          <p14:tracePt t="72606" x="7546975" y="2576513"/>
          <p14:tracePt t="72623" x="7554913" y="2605088"/>
          <p14:tracePt t="72639" x="7554913" y="2619375"/>
          <p14:tracePt t="72656" x="7554913" y="2627313"/>
          <p14:tracePt t="72673" x="7554913" y="2641600"/>
          <p14:tracePt t="72689" x="7554913" y="2649538"/>
          <p14:tracePt t="72723" x="7554913" y="2670175"/>
          <p14:tracePt t="72739" x="7554913" y="2678113"/>
          <p14:tracePt t="72756" x="7554913" y="2700338"/>
          <p14:tracePt t="72773" x="7554913" y="2720975"/>
          <p14:tracePt t="72789" x="7554913" y="2735263"/>
          <p14:tracePt t="72806" x="7554913" y="2743200"/>
          <p14:tracePt t="72823" x="7554913" y="2765425"/>
          <p14:tracePt t="72839" x="7546975" y="2786063"/>
          <p14:tracePt t="72856" x="7546975" y="2794000"/>
          <p14:tracePt t="72873" x="7546975" y="2816225"/>
          <p14:tracePt t="72889" x="7540625" y="2822575"/>
          <p14:tracePt t="72906" x="7540625" y="2830513"/>
          <p14:tracePt t="72960" x="7540625" y="2836863"/>
          <p14:tracePt t="72976" x="7540625" y="2844800"/>
          <p14:tracePt t="73008" x="7540625" y="2852738"/>
          <p14:tracePt t="73232" x="7532688" y="2852738"/>
          <p14:tracePt t="74136" x="7526338" y="2852738"/>
          <p14:tracePt t="74152" x="7526338" y="2836863"/>
          <p14:tracePt t="74160" x="7518400" y="2830513"/>
          <p14:tracePt t="74168" x="7510463" y="2822575"/>
          <p14:tracePt t="74176" x="7510463" y="2808288"/>
          <p14:tracePt t="74190" x="7504113" y="2794000"/>
          <p14:tracePt t="74207" x="7489825" y="2757488"/>
          <p14:tracePt t="74223" x="7439025" y="2641600"/>
          <p14:tracePt t="74240" x="7380288" y="2489200"/>
          <p14:tracePt t="74256" x="7329488" y="2278063"/>
          <p14:tracePt t="74273" x="7278688" y="2119313"/>
          <p14:tracePt t="74290" x="7242175" y="1989138"/>
          <p14:tracePt t="74306" x="7213600" y="1893888"/>
          <p14:tracePt t="74323" x="7199313" y="1843088"/>
          <p14:tracePt t="74340" x="7191375" y="1800225"/>
          <p14:tracePt t="74356" x="7185025" y="1770063"/>
          <p14:tracePt t="74373" x="7177088" y="1749425"/>
          <p14:tracePt t="74390" x="7162800" y="1719263"/>
          <p14:tracePt t="74391" x="7162800" y="1704975"/>
          <p14:tracePt t="74406" x="7162800" y="1676400"/>
          <p14:tracePt t="74423" x="7162800" y="1625600"/>
          <p14:tracePt t="74440" x="7140575" y="1603375"/>
          <p14:tracePt t="74457" x="7140575" y="1574800"/>
          <p14:tracePt t="74473" x="7134225" y="1560513"/>
          <p14:tracePt t="74490" x="7134225" y="1546225"/>
          <p14:tracePt t="74507" x="7134225" y="1524000"/>
          <p14:tracePt t="74523" x="7134225" y="1501775"/>
          <p14:tracePt t="74540" x="7134225" y="1458913"/>
          <p14:tracePt t="74557" x="7134225" y="1422400"/>
          <p14:tracePt t="74573" x="7134225" y="1379538"/>
          <p14:tracePt t="74590" x="7134225" y="1343025"/>
          <p14:tracePt t="74607" x="7134225" y="1292225"/>
          <p14:tracePt t="74623" x="7148513" y="1241425"/>
          <p14:tracePt t="74640" x="7148513" y="1219200"/>
          <p14:tracePt t="74657" x="7154863" y="1190625"/>
          <p14:tracePt t="74673" x="7154863" y="1160463"/>
          <p14:tracePt t="74690" x="7154863" y="1154113"/>
          <p14:tracePt t="74707" x="7154863" y="1139825"/>
          <p14:tracePt t="74723" x="7162800" y="1131888"/>
          <p14:tracePt t="74816" x="7170738" y="1131888"/>
          <p14:tracePt t="74824" x="7177088" y="1131888"/>
          <p14:tracePt t="74832" x="7185025" y="1139825"/>
          <p14:tracePt t="74840" x="7199313" y="1160463"/>
          <p14:tracePt t="74857" x="7227888" y="1204913"/>
          <p14:tracePt t="74874" x="7286625" y="1233488"/>
          <p14:tracePt t="74890" x="7351713" y="1277938"/>
          <p14:tracePt t="74907" x="7394575" y="1292225"/>
          <p14:tracePt t="74923" x="7439025" y="1306513"/>
          <p14:tracePt t="74940" x="7467600" y="1312863"/>
          <p14:tracePt t="74957" x="7481888" y="1320800"/>
          <p14:tracePt t="75008" x="7489825" y="1320800"/>
          <p14:tracePt t="75024" x="7496175" y="1320800"/>
          <p14:tracePt t="75040" x="7510463" y="1328738"/>
          <p14:tracePt t="75064" x="7518400" y="1335088"/>
          <p14:tracePt t="75072" x="7526338" y="1335088"/>
          <p14:tracePt t="75079" x="7532688" y="1343025"/>
          <p14:tracePt t="75096" x="7540625" y="1343025"/>
          <p14:tracePt t="75107" x="7554913" y="1357313"/>
          <p14:tracePt t="75123" x="7569200" y="1371600"/>
          <p14:tracePt t="75140" x="7597775" y="1393825"/>
          <p14:tracePt t="75157" x="7642225" y="1414463"/>
          <p14:tracePt t="75173" x="7685088" y="1444625"/>
          <p14:tracePt t="75190" x="7721600" y="1458913"/>
          <p14:tracePt t="75207" x="7780338" y="1487488"/>
          <p14:tracePt t="75223" x="7794625" y="1501775"/>
          <p14:tracePt t="75240" x="7808913" y="1516063"/>
          <p14:tracePt t="75257" x="7831138" y="1524000"/>
          <p14:tracePt t="75273" x="7845425" y="1531938"/>
          <p14:tracePt t="75290" x="7851775" y="1531938"/>
          <p14:tracePt t="75307" x="7866063" y="1538288"/>
          <p14:tracePt t="75324" x="7881938" y="1546225"/>
          <p14:tracePt t="75340" x="7888288" y="1546225"/>
          <p14:tracePt t="75357" x="7902575" y="1546225"/>
          <p14:tracePt t="75374" x="7910513" y="1546225"/>
          <p14:tracePt t="75390" x="7916863" y="1546225"/>
          <p14:tracePt t="75407" x="7932738" y="1552575"/>
          <p14:tracePt t="75424" x="7939088" y="1552575"/>
          <p14:tracePt t="75440" x="7953375" y="1552575"/>
          <p14:tracePt t="75474" x="7961313" y="1552575"/>
          <p14:tracePt t="75736" x="7983538" y="1552575"/>
          <p14:tracePt t="75744" x="7989888" y="1552575"/>
          <p14:tracePt t="75751" x="7997825" y="1560513"/>
          <p14:tracePt t="75760" x="8004175" y="1560513"/>
          <p14:tracePt t="75774" x="8012113" y="1560513"/>
          <p14:tracePt t="75790" x="8040688" y="1566863"/>
          <p14:tracePt t="75807" x="8077200" y="1574800"/>
          <p14:tracePt t="75824" x="8099425" y="1574800"/>
          <p14:tracePt t="75841" x="8120063" y="1582738"/>
          <p14:tracePt t="75857" x="8142288" y="1582738"/>
          <p14:tracePt t="75874" x="8156575" y="1582738"/>
          <p14:tracePt t="75890" x="8170863" y="1582738"/>
          <p14:tracePt t="75907" x="8186738" y="1582738"/>
          <p14:tracePt t="75924" x="8201025" y="1582738"/>
          <p14:tracePt t="75940" x="8221663" y="1582738"/>
          <p14:tracePt t="75957" x="8237538" y="1582738"/>
          <p14:tracePt t="75974" x="8258175" y="1582738"/>
          <p14:tracePt t="75990" x="8266113" y="1582738"/>
          <p14:tracePt t="76007" x="8272463" y="1582738"/>
          <p14:tracePt t="76040" x="8280400" y="1582738"/>
          <p14:tracePt t="76192" x="8288338" y="1582738"/>
          <p14:tracePt t="76280" x="8288338" y="1589088"/>
          <p14:tracePt t="76288" x="8288338" y="1597025"/>
          <p14:tracePt t="76312" x="8288338" y="1603375"/>
          <p14:tracePt t="76328" x="8288338" y="1611313"/>
          <p14:tracePt t="76352" x="8288338" y="1617663"/>
          <p14:tracePt t="76368" x="8288338" y="1633538"/>
          <p14:tracePt t="76392" x="8288338" y="1639888"/>
          <p14:tracePt t="76416" x="8288338" y="1647825"/>
          <p14:tracePt t="76423" x="8294688" y="1654175"/>
          <p14:tracePt t="76904" x="8294688" y="1662113"/>
          <p14:tracePt t="76928" x="8294688" y="1676400"/>
          <p14:tracePt t="76952" x="8288338" y="1684338"/>
          <p14:tracePt t="76960" x="8280400" y="1690688"/>
          <p14:tracePt t="76968" x="8280400" y="1698625"/>
          <p14:tracePt t="76976" x="8272463" y="1704975"/>
          <p14:tracePt t="76991" x="8266113" y="1712913"/>
          <p14:tracePt t="77008" x="8258175" y="1719263"/>
          <p14:tracePt t="77024" x="8251825" y="1727200"/>
          <p14:tracePt t="77041" x="8237538" y="1741488"/>
          <p14:tracePt t="77080" x="8229600" y="1749425"/>
          <p14:tracePt t="77096" x="8221663" y="1755775"/>
          <p14:tracePt t="77112" x="8215313" y="1755775"/>
          <p14:tracePt t="77152" x="8201025" y="1755775"/>
          <p14:tracePt t="77160" x="8193088" y="1763713"/>
          <p14:tracePt t="77176" x="8186738" y="1763713"/>
          <p14:tracePt t="77200" x="8178800" y="1763713"/>
          <p14:tracePt t="77215" x="8170863" y="1763713"/>
          <p14:tracePt t="77232" x="8156575" y="1763713"/>
          <p14:tracePt t="77240" x="8150225" y="1763713"/>
          <p14:tracePt t="77256" x="8135938" y="1763713"/>
          <p14:tracePt t="77264" x="8120063" y="1763713"/>
          <p14:tracePt t="77274" x="8113713" y="1763713"/>
          <p14:tracePt t="77291" x="8105775" y="1763713"/>
          <p14:tracePt t="77308" x="8091488" y="1763713"/>
          <p14:tracePt t="77324" x="8085138" y="1763713"/>
          <p14:tracePt t="77341" x="8077200" y="1763713"/>
          <p14:tracePt t="77358" x="8062913" y="1763713"/>
          <p14:tracePt t="77374" x="8048625" y="1763713"/>
          <p14:tracePt t="77391" x="8034338" y="1763713"/>
          <p14:tracePt t="77392" x="8026400" y="1763713"/>
          <p14:tracePt t="77408" x="8018463" y="1763713"/>
          <p14:tracePt t="77424" x="8012113" y="1763713"/>
          <p14:tracePt t="77441" x="7997825" y="1755775"/>
          <p14:tracePt t="77458" x="7989888" y="1755775"/>
          <p14:tracePt t="77474" x="7983538" y="1741488"/>
          <p14:tracePt t="77508" x="7975600" y="1735138"/>
          <p14:tracePt t="77524" x="7961313" y="1735138"/>
          <p14:tracePt t="77541" x="7961313" y="1727200"/>
          <p14:tracePt t="77558" x="7947025" y="1719263"/>
          <p14:tracePt t="77591" x="7939088" y="1719263"/>
          <p14:tracePt t="77608" x="7932738" y="1719263"/>
          <p14:tracePt t="77704" x="7924800" y="1712913"/>
          <p14:tracePt t="77752" x="7924800" y="1704975"/>
          <p14:tracePt t="77776" x="7924800" y="1698625"/>
          <p14:tracePt t="77784" x="7916863" y="1698625"/>
          <p14:tracePt t="77792" x="7910513" y="1690688"/>
          <p14:tracePt t="77808" x="7910513" y="1676400"/>
          <p14:tracePt t="77824" x="7910513" y="1662113"/>
          <p14:tracePt t="77841" x="7910513" y="1647825"/>
          <p14:tracePt t="77858" x="7910513" y="1617663"/>
          <p14:tracePt t="77875" x="7910513" y="1611313"/>
          <p14:tracePt t="77892" x="7910513" y="1582738"/>
          <p14:tracePt t="77908" x="7910513" y="1566863"/>
          <p14:tracePt t="77924" x="7916863" y="1560513"/>
          <p14:tracePt t="77942" x="7916863" y="1552575"/>
          <p14:tracePt t="77958" x="7932738" y="1546225"/>
          <p14:tracePt t="77974" x="7932738" y="1538288"/>
          <p14:tracePt t="77992" x="7961313" y="1524000"/>
          <p14:tracePt t="78008" x="7983538" y="1516063"/>
          <p14:tracePt t="78024" x="8004175" y="1509713"/>
          <p14:tracePt t="78041" x="8026400" y="1495425"/>
          <p14:tracePt t="78058" x="8034338" y="1495425"/>
          <p14:tracePt t="78074" x="8048625" y="1487488"/>
          <p14:tracePt t="78108" x="8054975" y="1487488"/>
          <p14:tracePt t="78124" x="8069263" y="1487488"/>
          <p14:tracePt t="78144" x="8077200" y="1487488"/>
          <p14:tracePt t="78168" x="8091488" y="1487488"/>
          <p14:tracePt t="78208" x="8099425" y="1487488"/>
          <p14:tracePt t="78232" x="8105775" y="1487488"/>
          <p14:tracePt t="78248" x="8113713" y="1487488"/>
          <p14:tracePt t="78256" x="8113713" y="1495425"/>
          <p14:tracePt t="78264" x="8120063" y="1495425"/>
          <p14:tracePt t="78274" x="8120063" y="1501775"/>
          <p14:tracePt t="78291" x="8128000" y="1509713"/>
          <p14:tracePt t="78308" x="8142288" y="1516063"/>
          <p14:tracePt t="78325" x="8150225" y="1524000"/>
          <p14:tracePt t="78342" x="8164513" y="1531938"/>
          <p14:tracePt t="78358" x="8164513" y="1538288"/>
          <p14:tracePt t="78375" x="8178800" y="1546225"/>
          <p14:tracePt t="78392" x="8178800" y="1552575"/>
          <p14:tracePt t="78408" x="8193088" y="1574800"/>
          <p14:tracePt t="78425" x="8201025" y="1597025"/>
          <p14:tracePt t="78441" x="8207375" y="1611313"/>
          <p14:tracePt t="78458" x="8215313" y="1625600"/>
          <p14:tracePt t="78475" x="8221663" y="1639888"/>
          <p14:tracePt t="78492" x="8229600" y="1647825"/>
          <p14:tracePt t="78508" x="8229600" y="1654175"/>
          <p14:tracePt t="78525" x="8229600" y="1662113"/>
          <p14:tracePt t="78541" x="8229600" y="1676400"/>
          <p14:tracePt t="78558" x="8237538" y="1676400"/>
          <p14:tracePt t="78575" x="8243888" y="1698625"/>
          <p14:tracePt t="78632" x="8243888" y="1712913"/>
          <p14:tracePt t="78664" x="8243888" y="1719263"/>
          <p14:tracePt t="78696" x="8243888" y="1727200"/>
          <p14:tracePt t="78744" x="8243888" y="1741488"/>
          <p14:tracePt t="78808" x="8237538" y="1755775"/>
          <p14:tracePt t="78840" x="8229600" y="1763713"/>
          <p14:tracePt t="78880" x="8221663" y="1763713"/>
          <p14:tracePt t="78896" x="8215313" y="1763713"/>
          <p14:tracePt t="78904" x="8201025" y="1770063"/>
          <p14:tracePt t="78936" x="8186738" y="1770063"/>
          <p14:tracePt t="78944" x="8178800" y="1785938"/>
          <p14:tracePt t="78960" x="8170863" y="1785938"/>
          <p14:tracePt t="78968" x="8156575" y="1785938"/>
          <p14:tracePt t="78992" x="8150225" y="1785938"/>
          <p14:tracePt t="79000" x="8135938" y="1785938"/>
          <p14:tracePt t="79008" x="8128000" y="1792288"/>
          <p14:tracePt t="79025" x="8113713" y="1792288"/>
          <p14:tracePt t="79041" x="8105775" y="1792288"/>
          <p14:tracePt t="79058" x="8091488" y="1800225"/>
          <p14:tracePt t="79075" x="8085138" y="1800225"/>
          <p14:tracePt t="79091" x="8062913" y="1800225"/>
          <p14:tracePt t="79108" x="8054975" y="1800225"/>
          <p14:tracePt t="79126" x="8048625" y="1800225"/>
          <p14:tracePt t="79142" x="8034338" y="1806575"/>
          <p14:tracePt t="79159" x="8018463" y="1806575"/>
          <p14:tracePt t="79175" x="8012113" y="1806575"/>
          <p14:tracePt t="79192" x="8004175" y="1806575"/>
          <p14:tracePt t="79208" x="7989888" y="1806575"/>
          <p14:tracePt t="79225" x="7975600" y="1806575"/>
          <p14:tracePt t="79264" x="7967663" y="1806575"/>
          <p14:tracePt t="79275" x="7961313" y="1806575"/>
          <p14:tracePt t="79304" x="7953375" y="1806575"/>
          <p14:tracePt t="79312" x="7947025" y="1806575"/>
          <p14:tracePt t="79352" x="7939088" y="1806575"/>
          <p14:tracePt t="79377" x="7932738" y="1800225"/>
          <p14:tracePt t="79408" x="7924800" y="1792288"/>
          <p14:tracePt t="79416" x="7916863" y="1792288"/>
          <p14:tracePt t="79432" x="7916863" y="1785938"/>
          <p14:tracePt t="79441" x="7910513" y="1778000"/>
          <p14:tracePt t="79464" x="7902575" y="1770063"/>
          <p14:tracePt t="79488" x="7896225" y="1763713"/>
          <p14:tracePt t="79504" x="7888288" y="1763713"/>
          <p14:tracePt t="79520" x="7888288" y="1755775"/>
          <p14:tracePt t="82194" x="7888288" y="1749425"/>
          <p14:tracePt t="82226" x="7888288" y="1741488"/>
          <p14:tracePt t="82233" x="7896225" y="1741488"/>
          <p14:tracePt t="82242" x="7902575" y="1741488"/>
          <p14:tracePt t="82259" x="7924800" y="1727200"/>
          <p14:tracePt t="82276" x="7953375" y="1719263"/>
          <p14:tracePt t="82293" x="7967663" y="1719263"/>
          <p14:tracePt t="82310" x="7989888" y="1712913"/>
          <p14:tracePt t="82326" x="8012113" y="1698625"/>
          <p14:tracePt t="82343" x="8026400" y="1690688"/>
          <p14:tracePt t="82376" x="8034338" y="1690688"/>
          <p14:tracePt t="82393" x="8048625" y="1690688"/>
          <p14:tracePt t="82410" x="8062913" y="1676400"/>
          <p14:tracePt t="82426" x="8069263" y="1676400"/>
          <p14:tracePt t="82444" x="8085138" y="1668463"/>
          <p14:tracePt t="82459" x="8091488" y="1668463"/>
          <p14:tracePt t="82476" x="8105775" y="1662113"/>
          <p14:tracePt t="82510" x="8120063" y="1654175"/>
          <p14:tracePt t="82529" x="8128000" y="1654175"/>
          <p14:tracePt t="82571" x="8135938" y="1654175"/>
          <p14:tracePt t="82594" x="8150225" y="1654175"/>
          <p14:tracePt t="82626" x="8156575" y="1654175"/>
          <p14:tracePt t="82731" x="8164513" y="1654175"/>
          <p14:tracePt t="82755" x="8170863" y="1654175"/>
          <p14:tracePt t="82769" x="8178800" y="1654175"/>
          <p14:tracePt t="82786" x="8178800" y="1662113"/>
          <p14:tracePt t="82794" x="8186738" y="1668463"/>
          <p14:tracePt t="82809" x="8186738" y="1676400"/>
          <p14:tracePt t="82817" x="8193088" y="1676400"/>
          <p14:tracePt t="82834" x="8193088" y="1684338"/>
          <p14:tracePt t="82865" x="8201025" y="1684338"/>
          <p14:tracePt t="82898" x="8207375" y="1690688"/>
          <p14:tracePt t="82962" x="8215313" y="1698625"/>
          <p14:tracePt t="87401" x="8215313" y="1690688"/>
          <p14:tracePt t="87416" x="8215313" y="1684338"/>
          <p14:tracePt t="87432" x="8215313" y="1676400"/>
          <p14:tracePt t="87440" x="8215313" y="1668463"/>
          <p14:tracePt t="87448" x="8221663" y="1662113"/>
          <p14:tracePt t="87464" x="8221663" y="1647825"/>
          <p14:tracePt t="87480" x="8221663" y="1639888"/>
          <p14:tracePt t="87494" x="8221663" y="1633538"/>
          <p14:tracePt t="87511" x="8221663" y="1625600"/>
          <p14:tracePt t="87528" x="8221663" y="1617663"/>
          <p14:tracePt t="87632" x="8221663" y="1625600"/>
          <p14:tracePt t="87640" x="8221663" y="1647825"/>
          <p14:tracePt t="87648" x="8215313" y="1668463"/>
          <p14:tracePt t="87661" x="8215313" y="1684338"/>
          <p14:tracePt t="87677" x="8215313" y="1704975"/>
          <p14:tracePt t="87694" x="8215313" y="1712913"/>
          <p14:tracePt t="87712" x="8215313" y="1719263"/>
          <p14:tracePt t="87760" x="8215313" y="1727200"/>
          <p14:tracePt t="87768" x="8215313" y="1735138"/>
          <p14:tracePt t="87784" x="8215313" y="1741488"/>
          <p14:tracePt t="87794" x="8215313" y="1749425"/>
          <p14:tracePt t="87811" x="8207375" y="1755775"/>
          <p14:tracePt t="87828" x="8193088" y="1778000"/>
          <p14:tracePt t="87844" x="8193088" y="1800225"/>
          <p14:tracePt t="87861" x="8178800" y="1828800"/>
          <p14:tracePt t="87878" x="8164513" y="1851025"/>
          <p14:tracePt t="87879" x="8164513" y="1857375"/>
          <p14:tracePt t="87894" x="8156575" y="1871663"/>
          <p14:tracePt t="87911" x="8156575" y="1879600"/>
          <p14:tracePt t="87928" x="8150225" y="1893888"/>
          <p14:tracePt t="87944" x="8135938" y="1908175"/>
          <p14:tracePt t="87961" x="8120063" y="1922463"/>
          <p14:tracePt t="87977" x="8113713" y="1938338"/>
          <p14:tracePt t="87994" x="8099425" y="1952625"/>
          <p14:tracePt t="88011" x="8085138" y="1958975"/>
          <p14:tracePt t="88028" x="8077200" y="1966913"/>
          <p14:tracePt t="88044" x="8062913" y="1966913"/>
          <p14:tracePt t="88061" x="8048625" y="1966913"/>
          <p14:tracePt t="88078" x="8040688" y="1966913"/>
          <p14:tracePt t="88094" x="8026400" y="1966913"/>
          <p14:tracePt t="88112" x="7975600" y="1952625"/>
          <p14:tracePt t="88128" x="7939088" y="1922463"/>
          <p14:tracePt t="88144" x="7924800" y="1901825"/>
          <p14:tracePt t="88161" x="7910513" y="1887538"/>
          <p14:tracePt t="88178" x="7902575" y="1871663"/>
          <p14:tracePt t="88194" x="7896225" y="1857375"/>
          <p14:tracePt t="88211" x="7896225" y="1836738"/>
          <p14:tracePt t="88228" x="7896225" y="1792288"/>
          <p14:tracePt t="88244" x="7888288" y="1749425"/>
          <p14:tracePt t="88261" x="7888288" y="1712913"/>
          <p14:tracePt t="88278" x="7888288" y="1698625"/>
          <p14:tracePt t="88294" x="7888288" y="1684338"/>
          <p14:tracePt t="88311" x="7888288" y="1662113"/>
          <p14:tracePt t="88328" x="7902575" y="1633538"/>
          <p14:tracePt t="88344" x="7910513" y="1611313"/>
          <p14:tracePt t="88361" x="7924800" y="1597025"/>
          <p14:tracePt t="88378" x="7939088" y="1582738"/>
          <p14:tracePt t="88394" x="7947025" y="1574800"/>
          <p14:tracePt t="88411" x="7961313" y="1566863"/>
          <p14:tracePt t="88428" x="7983538" y="1552575"/>
          <p14:tracePt t="88444" x="8004175" y="1538288"/>
          <p14:tracePt t="88461" x="8012113" y="1538288"/>
          <p14:tracePt t="88478" x="8026400" y="1524000"/>
          <p14:tracePt t="88494" x="8040688" y="1524000"/>
          <p14:tracePt t="88511" x="8062913" y="1516063"/>
          <p14:tracePt t="88544" x="8069263" y="1516063"/>
          <p14:tracePt t="88561" x="8085138" y="1516063"/>
          <p14:tracePt t="88578" x="8105775" y="1516063"/>
          <p14:tracePt t="88594" x="8142288" y="1524000"/>
          <p14:tracePt t="88611" x="8178800" y="1546225"/>
          <p14:tracePt t="88628" x="8193088" y="1566863"/>
          <p14:tracePt t="88645" x="8207375" y="1597025"/>
          <p14:tracePt t="88661" x="8221663" y="1617663"/>
          <p14:tracePt t="88678" x="8251825" y="1662113"/>
          <p14:tracePt t="88694" x="8266113" y="1719263"/>
          <p14:tracePt t="88711" x="8302625" y="1843088"/>
          <p14:tracePt t="88728" x="8308975" y="1908175"/>
          <p14:tracePt t="88744" x="8316913" y="1973263"/>
          <p14:tracePt t="88761" x="8316913" y="2068513"/>
          <p14:tracePt t="88778" x="8323263" y="2141538"/>
          <p14:tracePt t="88795" x="8345488" y="2212975"/>
          <p14:tracePt t="88811" x="8345488" y="2263775"/>
          <p14:tracePt t="88828" x="8345488" y="2314575"/>
          <p14:tracePt t="88844" x="8345488" y="2387600"/>
          <p14:tracePt t="88862" x="8345488" y="2474913"/>
          <p14:tracePt t="88879" x="8345488" y="2540000"/>
          <p14:tracePt t="88880" x="8345488" y="2576513"/>
          <p14:tracePt t="88894" x="8345488" y="2605088"/>
          <p14:tracePt t="88911" x="8345488" y="2670175"/>
          <p14:tracePt t="88928" x="8331200" y="2844800"/>
          <p14:tracePt t="88945" x="8308975" y="2924175"/>
          <p14:tracePt t="88962" x="8272463" y="3040063"/>
          <p14:tracePt t="88978" x="8251825" y="3149600"/>
          <p14:tracePt t="88994" x="8193088" y="3287713"/>
          <p14:tracePt t="89011" x="8170863" y="3417888"/>
          <p14:tracePt t="89028" x="8156575" y="3490913"/>
          <p14:tracePt t="89045" x="8135938" y="3556000"/>
          <p14:tracePt t="89061" x="8128000" y="3598863"/>
          <p14:tracePt t="89078" x="8113713" y="3657600"/>
          <p14:tracePt t="89095" x="8099425" y="3700463"/>
          <p14:tracePt t="89112" x="8062913" y="3817938"/>
          <p14:tracePt t="89128" x="8048625" y="3889375"/>
          <p14:tracePt t="89145" x="8018463" y="3962400"/>
          <p14:tracePt t="89161" x="8012113" y="4035425"/>
          <p14:tracePt t="89178" x="8004175" y="4143375"/>
          <p14:tracePt t="89195" x="7975600" y="4275138"/>
          <p14:tracePt t="89212" x="7967663" y="4360863"/>
          <p14:tracePt t="89228" x="7947025" y="4462463"/>
          <p14:tracePt t="89245" x="7932738" y="4572000"/>
          <p14:tracePt t="89261" x="7902575" y="4738688"/>
          <p14:tracePt t="89278" x="7896225" y="4919663"/>
          <p14:tracePt t="89295" x="7896225" y="5145088"/>
          <p14:tracePt t="89311" x="7896225" y="5210175"/>
          <p14:tracePt t="89328" x="7896225" y="5254625"/>
          <p14:tracePt t="89345" x="7896225" y="5275263"/>
          <p14:tracePt t="89361" x="7896225" y="5297488"/>
          <p14:tracePt t="89378" x="7896225" y="5341938"/>
          <p14:tracePt t="89395" x="7924800" y="5413375"/>
          <p14:tracePt t="89411" x="7953375" y="5457825"/>
          <p14:tracePt t="89428" x="7967663" y="5494338"/>
          <p14:tracePt t="89445" x="7975600" y="5522913"/>
          <p14:tracePt t="89462" x="7997825" y="5559425"/>
          <p14:tracePt t="89478" x="8018463" y="5595938"/>
          <p14:tracePt t="89495" x="8062913" y="5646738"/>
          <p14:tracePt t="89512" x="8085138" y="5675313"/>
          <p14:tracePt t="89528" x="8091488" y="5689600"/>
          <p14:tracePt t="89545" x="8091488" y="5697538"/>
          <p14:tracePt t="89561" x="8105775" y="5726113"/>
          <p14:tracePt t="89578" x="8105775" y="5783263"/>
          <p14:tracePt t="89595" x="8105775" y="5834063"/>
          <p14:tracePt t="89612" x="8105775" y="5878513"/>
          <p14:tracePt t="89628" x="8105775" y="5935663"/>
          <p14:tracePt t="89645" x="8105775" y="5980113"/>
          <p14:tracePt t="89662" x="8105775" y="6022975"/>
          <p14:tracePt t="89678" x="8105775" y="6073775"/>
          <p14:tracePt t="89695" x="8113713" y="6138863"/>
          <p14:tracePt t="89711" x="8128000" y="6183313"/>
          <p14:tracePt t="89728" x="8135938" y="6211888"/>
          <p14:tracePt t="89745" x="8150225" y="6240463"/>
          <p14:tracePt t="89761" x="8164513" y="6270625"/>
          <p14:tracePt t="89778" x="8170863" y="6291263"/>
          <p14:tracePt t="89795" x="8186738" y="6313488"/>
          <p14:tracePt t="89812" x="8193088" y="6335713"/>
          <p14:tracePt t="89828" x="8207375" y="6364288"/>
          <p14:tracePt t="89845" x="8229600" y="6400800"/>
          <p14:tracePt t="89862" x="8243888" y="6423025"/>
          <p14:tracePt t="89878" x="8251825" y="6437313"/>
          <p14:tracePt t="89879" x="8258175" y="6443663"/>
          <p14:tracePt t="89896" x="8266113" y="6451600"/>
          <p14:tracePt t="89911" x="8266113" y="6465888"/>
          <p14:tracePt t="89928" x="8272463" y="6480175"/>
          <p14:tracePt t="90000" x="8258175" y="6488113"/>
          <p14:tracePt t="90016" x="8243888" y="6488113"/>
          <p14:tracePt t="90024" x="8237538" y="6488113"/>
          <p14:tracePt t="90032" x="8215313" y="6488113"/>
          <p14:tracePt t="90045" x="8186738" y="6488113"/>
          <p14:tracePt t="90061" x="8128000" y="6488113"/>
          <p14:tracePt t="90078" x="8054975" y="6488113"/>
          <p14:tracePt t="90095" x="7967663" y="6488113"/>
          <p14:tracePt t="90112" x="7910513" y="6480175"/>
          <p14:tracePt t="90128" x="7902575" y="6480175"/>
          <p14:tracePt t="90145" x="7888288" y="6465888"/>
          <p14:tracePt t="90162" x="7888288" y="6437313"/>
          <p14:tracePt t="90178" x="7881938" y="6378575"/>
          <p14:tracePt t="90195" x="7851775" y="6313488"/>
          <p14:tracePt t="90212" x="7851775" y="6291263"/>
          <p14:tracePt t="90228" x="7851775" y="6270625"/>
          <p14:tracePt t="90245" x="7851775" y="6256338"/>
          <p14:tracePt t="90262" x="7845425" y="6234113"/>
          <p14:tracePt t="90278" x="7845425" y="6219825"/>
          <p14:tracePt t="90295" x="7845425" y="6169025"/>
          <p14:tracePt t="90312" x="7845425" y="6110288"/>
          <p14:tracePt t="90329" x="7845425" y="6081713"/>
          <p14:tracePt t="90345" x="7845425" y="6045200"/>
          <p14:tracePt t="90362" x="7845425" y="6022975"/>
          <p14:tracePt t="90378" x="7859713" y="5957888"/>
          <p14:tracePt t="90395" x="7866063" y="5870575"/>
          <p14:tracePt t="90412" x="7888288" y="5732463"/>
          <p14:tracePt t="90428" x="7902575" y="5602288"/>
          <p14:tracePt t="90445" x="7932738" y="5494338"/>
          <p14:tracePt t="90462" x="7932738" y="5399088"/>
          <p14:tracePt t="90478" x="7932738" y="5297488"/>
          <p14:tracePt t="90495" x="7932738" y="5145088"/>
          <p14:tracePt t="90512" x="7932738" y="5029200"/>
          <p14:tracePt t="90528" x="7932738" y="4913313"/>
          <p14:tracePt t="90545" x="7932738" y="4826000"/>
          <p14:tracePt t="90562" x="7932738" y="4746625"/>
          <p14:tracePt t="90578" x="7932738" y="4681538"/>
          <p14:tracePt t="90595" x="7932738" y="4600575"/>
          <p14:tracePt t="90612" x="7932738" y="4513263"/>
          <p14:tracePt t="90628" x="7932738" y="4427538"/>
          <p14:tracePt t="90645" x="7932738" y="4318000"/>
          <p14:tracePt t="90662" x="7932738" y="4230688"/>
          <p14:tracePt t="90678" x="7924800" y="4151313"/>
          <p14:tracePt t="90695" x="7916863" y="3984625"/>
          <p14:tracePt t="90712" x="7916863" y="3868738"/>
          <p14:tracePt t="90729" x="7916863" y="3736975"/>
          <p14:tracePt t="90745" x="7916863" y="3606800"/>
          <p14:tracePt t="90762" x="7916863" y="3476625"/>
          <p14:tracePt t="90778" x="7916863" y="3375025"/>
          <p14:tracePt t="90795" x="7916863" y="3294063"/>
          <p14:tracePt t="90812" x="7916863" y="3214688"/>
          <p14:tracePt t="90829" x="7916863" y="3113088"/>
          <p14:tracePt t="90845" x="7902575" y="2982913"/>
          <p14:tracePt t="90862" x="7888288" y="2895600"/>
          <p14:tracePt t="90878" x="7881938" y="2808288"/>
          <p14:tracePt t="90880" x="7881938" y="2779713"/>
          <p14:tracePt t="90895" x="7866063" y="2735263"/>
          <p14:tracePt t="90912" x="7866063" y="2714625"/>
          <p14:tracePt t="90928" x="7866063" y="2692400"/>
          <p14:tracePt t="90945" x="7874000" y="2670175"/>
          <p14:tracePt t="90962" x="7881938" y="2619375"/>
          <p14:tracePt t="90978" x="7896225" y="2547938"/>
          <p14:tracePt t="90995" x="7896225" y="2481263"/>
          <p14:tracePt t="91012" x="7896225" y="2460625"/>
          <p14:tracePt t="91028" x="7902575" y="2430463"/>
          <p14:tracePt t="91045" x="7902575" y="2416175"/>
          <p14:tracePt t="91062" x="7902575" y="2401888"/>
          <p14:tracePt t="91079" x="7910513" y="2387600"/>
          <p14:tracePt t="91095" x="7910513" y="2365375"/>
          <p14:tracePt t="91112" x="7916863" y="2344738"/>
          <p14:tracePt t="91128" x="7924800" y="2314575"/>
          <p14:tracePt t="91145" x="7932738" y="2263775"/>
          <p14:tracePt t="91162" x="7947025" y="2206625"/>
          <p14:tracePt t="91178" x="7947025" y="2170113"/>
          <p14:tracePt t="91195" x="7961313" y="2125663"/>
          <p14:tracePt t="91212" x="7961313" y="2097088"/>
          <p14:tracePt t="91228" x="7967663" y="2074863"/>
          <p14:tracePt t="91245" x="7975600" y="2039938"/>
          <p14:tracePt t="91262" x="7983538" y="2017713"/>
          <p14:tracePt t="91279" x="7983538" y="1989138"/>
          <p14:tracePt t="91295" x="7989888" y="1944688"/>
          <p14:tracePt t="91313" x="7989888" y="1916113"/>
          <p14:tracePt t="91329" x="8004175" y="1871663"/>
          <p14:tracePt t="91345" x="8012113" y="1851025"/>
          <p14:tracePt t="91362" x="8034338" y="1806575"/>
          <p14:tracePt t="91379" x="8034338" y="1792288"/>
          <p14:tracePt t="91396" x="8040688" y="1778000"/>
          <p14:tracePt t="91432" x="8040688" y="1770063"/>
          <p14:tracePt t="91503" x="8040688" y="1763713"/>
          <p14:tracePt t="91568" x="8040688" y="1755775"/>
          <p14:tracePt t="91592" x="8040688" y="1749425"/>
          <p14:tracePt t="91608" x="8040688" y="1741488"/>
          <p14:tracePt t="91624" x="8040688" y="1735138"/>
          <p14:tracePt t="91640" x="8040688" y="1727200"/>
          <p14:tracePt t="91648" x="8040688" y="1719263"/>
          <p14:tracePt t="91751" x="8040688" y="1712913"/>
          <p14:tracePt t="91768" x="8040688" y="1704975"/>
          <p14:tracePt t="91776" x="8040688" y="1698625"/>
          <p14:tracePt t="91784" x="8040688" y="1690688"/>
          <p14:tracePt t="91795" x="8040688" y="1684338"/>
          <p14:tracePt t="91812" x="8048625" y="1662113"/>
          <p14:tracePt t="91829" x="8054975" y="1647825"/>
          <p14:tracePt t="91845" x="8062913" y="1633538"/>
          <p14:tracePt t="91862" x="8069263" y="1611313"/>
          <p14:tracePt t="91879" x="8069263" y="1597025"/>
          <p14:tracePt t="91881" x="8077200" y="1582738"/>
          <p14:tracePt t="91895" x="8091488" y="1560513"/>
          <p14:tracePt t="91912" x="8099425" y="1546225"/>
          <p14:tracePt t="91929" x="8105775" y="1524000"/>
          <p14:tracePt t="91945" x="8120063" y="1501775"/>
          <p14:tracePt t="91962" x="8142288" y="1481138"/>
          <p14:tracePt t="91979" x="8150225" y="1473200"/>
          <p14:tracePt t="91996" x="8164513" y="1458913"/>
          <p14:tracePt t="92012" x="8178800" y="1436688"/>
          <p14:tracePt t="92029" x="8186738" y="1430338"/>
          <p14:tracePt t="92046" x="8215313" y="1400175"/>
          <p14:tracePt t="92063" x="8243888" y="1385888"/>
          <p14:tracePt t="92079" x="8266113" y="1379538"/>
          <p14:tracePt t="92095" x="8302625" y="1363663"/>
          <p14:tracePt t="92112" x="8339138" y="1363663"/>
          <p14:tracePt t="92129" x="8367713" y="1363663"/>
          <p14:tracePt t="92145" x="8396288" y="1363663"/>
          <p14:tracePt t="92162" x="8432800" y="1349375"/>
          <p14:tracePt t="92179" x="8461375" y="1343025"/>
          <p14:tracePt t="92195" x="8491538" y="1343025"/>
          <p14:tracePt t="92212" x="8520113" y="1343025"/>
          <p14:tracePt t="92229" x="8534400" y="1343025"/>
          <p14:tracePt t="92246" x="8562975" y="1335088"/>
          <p14:tracePt t="92262" x="8570913" y="1335088"/>
          <p14:tracePt t="92279" x="8593138" y="1328738"/>
          <p14:tracePt t="92295" x="8607425" y="1328738"/>
          <p14:tracePt t="92312" x="8613775" y="1328738"/>
          <p14:tracePt t="92329" x="8636000" y="1320800"/>
          <p14:tracePt t="92368" x="8643938" y="1320800"/>
          <p14:tracePt t="92383" x="8650288" y="1320800"/>
          <p14:tracePt t="92416" x="8658225" y="1320800"/>
          <p14:tracePt t="92424" x="8664575" y="1312863"/>
          <p14:tracePt t="92576" x="8672513" y="1312863"/>
          <p14:tracePt t="92600" x="8678863" y="1320800"/>
          <p14:tracePt t="92624" x="8686800" y="1328738"/>
          <p14:tracePt t="92640" x="8686800" y="1335088"/>
          <p14:tracePt t="92648" x="8686800" y="1343025"/>
          <p14:tracePt t="92672" x="8701088" y="1349375"/>
          <p14:tracePt t="92680" x="8701088" y="1357313"/>
          <p14:tracePt t="92688" x="8701088" y="1363663"/>
          <p14:tracePt t="92712" x="8709025" y="1371600"/>
          <p14:tracePt t="92720" x="8709025" y="1379538"/>
          <p14:tracePt t="92729" x="8709025" y="1385888"/>
          <p14:tracePt t="92746" x="8709025" y="1393825"/>
          <p14:tracePt t="92762" x="8723313" y="1408113"/>
          <p14:tracePt t="92779" x="8723313" y="1414463"/>
          <p14:tracePt t="92796" x="8729663" y="1430338"/>
          <p14:tracePt t="92812" x="8729663" y="1436688"/>
          <p14:tracePt t="92829" x="8745538" y="1458913"/>
          <p14:tracePt t="92846" x="8745538" y="1473200"/>
          <p14:tracePt t="92862" x="8751888" y="1495425"/>
          <p14:tracePt t="92879" x="8759825" y="1524000"/>
          <p14:tracePt t="92896" x="8774113" y="1546225"/>
          <p14:tracePt t="92912" x="8774113" y="1566863"/>
          <p14:tracePt t="92929" x="8774113" y="1582738"/>
          <p14:tracePt t="92946" x="8774113" y="1597025"/>
          <p14:tracePt t="92962" x="8780463" y="1611313"/>
          <p14:tracePt t="92979" x="8780463" y="1617663"/>
          <p14:tracePt t="92996" x="8780463" y="1639888"/>
          <p14:tracePt t="93012" x="8780463" y="1662113"/>
          <p14:tracePt t="93029" x="8788400" y="1676400"/>
          <p14:tracePt t="93046" x="8796338" y="1690688"/>
          <p14:tracePt t="93062" x="8796338" y="1704975"/>
          <p14:tracePt t="93079" x="8802688" y="1735138"/>
          <p14:tracePt t="93096" x="8802688" y="1770063"/>
          <p14:tracePt t="93113" x="8802688" y="1814513"/>
          <p14:tracePt t="93129" x="8816975" y="1851025"/>
          <p14:tracePt t="93146" x="8824913" y="1893888"/>
          <p14:tracePt t="93163" x="8831263" y="1938338"/>
          <p14:tracePt t="93179" x="8831263" y="1958975"/>
          <p14:tracePt t="93196" x="8831263" y="1981200"/>
          <p14:tracePt t="93213" x="8831263" y="2009775"/>
          <p14:tracePt t="93229" x="8831263" y="2032000"/>
          <p14:tracePt t="93246" x="8831263" y="2060575"/>
          <p14:tracePt t="93263" x="8847138" y="2082800"/>
          <p14:tracePt t="93279" x="8853488" y="2105025"/>
          <p14:tracePt t="93296" x="8853488" y="2133600"/>
          <p14:tracePt t="93313" x="8853488" y="2147888"/>
          <p14:tracePt t="93329" x="8853488" y="2176463"/>
          <p14:tracePt t="93346" x="8853488" y="2198688"/>
          <p14:tracePt t="93362" x="8853488" y="2220913"/>
          <p14:tracePt t="93379" x="8861425" y="2257425"/>
          <p14:tracePt t="93396" x="8875713" y="2286000"/>
          <p14:tracePt t="93413" x="8882063" y="2322513"/>
          <p14:tracePt t="93429" x="8890000" y="2351088"/>
          <p14:tracePt t="93446" x="8897938" y="2373313"/>
          <p14:tracePt t="93463" x="8904288" y="2446338"/>
          <p14:tracePt t="93479" x="8904288" y="2503488"/>
          <p14:tracePt t="93496" x="8904288" y="2562225"/>
          <p14:tracePt t="93512" x="8904288" y="2663825"/>
          <p14:tracePt t="93529" x="8912225" y="2720975"/>
          <p14:tracePt t="93546" x="8912225" y="2751138"/>
          <p14:tracePt t="93562" x="8912225" y="2765425"/>
          <p14:tracePt t="93580" x="8912225" y="2771775"/>
          <p14:tracePt t="93596" x="8912225" y="2822575"/>
          <p14:tracePt t="93613" x="8912225" y="2881313"/>
          <p14:tracePt t="93629" x="8912225" y="2954338"/>
          <p14:tracePt t="93646" x="8912225" y="3005138"/>
          <p14:tracePt t="93663" x="8912225" y="3048000"/>
          <p14:tracePt t="93679" x="8912225" y="3076575"/>
          <p14:tracePt t="93696" x="8912225" y="3090863"/>
          <p14:tracePt t="93712" x="8904288" y="3106738"/>
          <p14:tracePt t="93730" x="8904288" y="3127375"/>
          <p14:tracePt t="93746" x="8904288" y="3141663"/>
          <p14:tracePt t="93779" x="8904288" y="3149600"/>
          <p14:tracePt t="93840" x="8904288" y="3157538"/>
          <p14:tracePt t="93848" x="8904288" y="3163888"/>
          <p14:tracePt t="93864" x="8904288" y="3171825"/>
          <p14:tracePt t="93880" x="8904288" y="3178175"/>
          <p14:tracePt t="93888" x="8904288" y="3186113"/>
          <p14:tracePt t="93896" x="8904288" y="3192463"/>
          <p14:tracePt t="93913" x="8904288" y="3200400"/>
          <p14:tracePt t="93929" x="8904288" y="3208338"/>
          <p14:tracePt t="93968" x="8904288" y="3214688"/>
          <p14:tracePt t="93976" x="8904288" y="3222625"/>
          <p14:tracePt t="93992" x="8904288" y="3228975"/>
          <p14:tracePt t="94000" x="8904288" y="3236913"/>
          <p14:tracePt t="94013" x="8904288" y="3243263"/>
          <p14:tracePt t="94029" x="8904288" y="3251200"/>
          <p14:tracePt t="94046" x="8904288" y="3265488"/>
          <p14:tracePt t="94063" x="8897938" y="3273425"/>
          <p14:tracePt t="94088" x="8897938" y="3279775"/>
          <p14:tracePt t="94104" x="8890000" y="3287713"/>
          <p14:tracePt t="94113" x="8890000" y="3294063"/>
          <p14:tracePt t="94129" x="8890000" y="3302000"/>
          <p14:tracePt t="94146" x="8890000" y="3309938"/>
          <p14:tracePt t="94176" x="8882063" y="3316288"/>
          <p14:tracePt t="94296" x="8882063" y="3324225"/>
          <p14:tracePt t="94368" x="8882063" y="3330575"/>
          <p14:tracePt t="94383" x="8882063" y="3338513"/>
          <p14:tracePt t="94400" x="8882063" y="3344863"/>
          <p14:tracePt t="94416" x="8882063" y="3352800"/>
          <p14:tracePt t="94424" x="8875713" y="3367088"/>
          <p14:tracePt t="94480" x="8875713" y="3375025"/>
          <p14:tracePt t="94544" x="8867775" y="3389313"/>
          <p14:tracePt t="97367" x="8853488" y="3389313"/>
          <p14:tracePt t="97384" x="8839200" y="3389313"/>
          <p14:tracePt t="97412" x="8831263" y="3389313"/>
          <p14:tracePt t="97420" x="8831263" y="3395663"/>
          <p14:tracePt t="97432" x="8861425" y="3417888"/>
          <p14:tracePt t="97464" x="8751888" y="3360738"/>
          <p14:tracePt t="97482" x="8709025" y="3309938"/>
          <p14:tracePt t="97943" x="8723313" y="3287713"/>
          <p14:tracePt t="97964" x="8737600" y="3279775"/>
          <p14:tracePt t="97981" x="8802688" y="3302000"/>
          <p14:tracePt t="97998" x="8875713" y="3316288"/>
          <p14:tracePt t="98015" x="8912225" y="3316288"/>
          <p14:tracePt t="98033" x="8963025" y="3316288"/>
          <p14:tracePt t="98048" x="8999538" y="3302000"/>
          <p14:tracePt t="98066" x="9020175" y="3302000"/>
          <p14:tracePt t="98083" x="9034463" y="3302000"/>
          <p14:tracePt t="98098" x="9056688" y="3302000"/>
          <p14:tracePt t="98117" x="9064625" y="3302000"/>
          <p14:tracePt t="98131" x="9070975" y="3302000"/>
          <p14:tracePt t="98148" x="9078913" y="3302000"/>
          <p14:tracePt t="98164" x="9085263" y="3302000"/>
          <p14:tracePt t="98182" x="9107488" y="3302000"/>
          <p14:tracePt t="98198" x="9129713" y="3302000"/>
          <p14:tracePt t="98215" x="9144000" y="3302000"/>
          <p14:tracePt t="98319" x="9115425" y="3324225"/>
          <p14:tracePt t="98333" x="9093200" y="3338513"/>
          <p14:tracePt t="98348" x="9028113" y="3360738"/>
          <p14:tracePt t="98365" x="8955088" y="3367088"/>
          <p14:tracePt t="98381" x="8890000" y="3367088"/>
          <p14:tracePt t="98388" x="8816975" y="3367088"/>
          <p14:tracePt t="98398" x="8751888" y="3367088"/>
          <p14:tracePt t="98416" x="8497888" y="3389313"/>
          <p14:tracePt t="98433" x="8243888" y="3344863"/>
          <p14:tracePt t="98448" x="8026400" y="3324225"/>
          <p14:tracePt t="98465" x="7851775" y="3294063"/>
          <p14:tracePt t="98482" x="7713663" y="3279775"/>
          <p14:tracePt t="98498" x="7634288" y="3259138"/>
          <p14:tracePt t="98515" x="7569200" y="3259138"/>
          <p14:tracePt t="98534" x="7510463" y="3236913"/>
          <p14:tracePt t="98549" x="7467600" y="3228975"/>
          <p14:tracePt t="98565" x="7394575" y="3192463"/>
          <p14:tracePt t="98582" x="7307263" y="3157538"/>
          <p14:tracePt t="98598" x="7213600" y="3113088"/>
          <p14:tracePt t="98615" x="7134225" y="3048000"/>
          <p14:tracePt t="98633" x="7024688" y="2974975"/>
          <p14:tracePt t="98648" x="6973888" y="2938463"/>
          <p14:tracePt t="98665" x="6931025" y="2895600"/>
          <p14:tracePt t="98682" x="6900863" y="2859088"/>
          <p14:tracePt t="98698" x="6880225" y="2801938"/>
          <p14:tracePt t="98715" x="6872288" y="2743200"/>
          <p14:tracePt t="98732" x="6865938" y="2649538"/>
          <p14:tracePt t="98748" x="6858000" y="2562225"/>
          <p14:tracePt t="98765" x="6858000" y="2474913"/>
          <p14:tracePt t="98784" x="6858000" y="2373313"/>
          <p14:tracePt t="98798" x="6858000" y="2344738"/>
          <p14:tracePt t="98816" x="6880225" y="2220913"/>
          <p14:tracePt t="98833" x="6908800" y="2147888"/>
          <p14:tracePt t="98848" x="6959600" y="2054225"/>
          <p14:tracePt t="98865" x="6996113" y="1966913"/>
          <p14:tracePt t="98882" x="7032625" y="1908175"/>
          <p14:tracePt t="98889" x="7061200" y="1865313"/>
          <p14:tracePt t="98898" x="7089775" y="1820863"/>
          <p14:tracePt t="98915" x="7140575" y="1763713"/>
          <p14:tracePt t="98932" x="7199313" y="1684338"/>
          <p14:tracePt t="98948" x="7272338" y="1603375"/>
          <p14:tracePt t="98965" x="7323138" y="1546225"/>
          <p14:tracePt t="98982" x="7424738" y="1465263"/>
          <p14:tracePt t="98998" x="7504113" y="1430338"/>
          <p14:tracePt t="99015" x="7591425" y="1393825"/>
          <p14:tracePt t="99033" x="7707313" y="1357313"/>
          <p14:tracePt t="99049" x="7780338" y="1335088"/>
          <p14:tracePt t="99066" x="7823200" y="1328738"/>
          <p14:tracePt t="99082" x="7859713" y="1328738"/>
          <p14:tracePt t="99100" x="7896225" y="1320800"/>
          <p14:tracePt t="99115" x="7932738" y="1320800"/>
          <p14:tracePt t="99132" x="8018463" y="1298575"/>
          <p14:tracePt t="99148" x="8099425" y="1292225"/>
          <p14:tracePt t="99164" x="8178800" y="1284288"/>
          <p14:tracePt t="99181" x="8251825" y="1270000"/>
          <p14:tracePt t="99198" x="8316913" y="1270000"/>
          <p14:tracePt t="99216" x="8389938" y="1270000"/>
          <p14:tracePt t="99232" x="8447088" y="1270000"/>
          <p14:tracePt t="99248" x="8512175" y="1270000"/>
          <p14:tracePt t="99265" x="8577263" y="1270000"/>
          <p14:tracePt t="99284" x="8643938" y="1270000"/>
          <p14:tracePt t="99299" x="8701088" y="1270000"/>
          <p14:tracePt t="99315" x="8751888" y="1270000"/>
          <p14:tracePt t="99334" x="8796338" y="1270000"/>
          <p14:tracePt t="99348" x="8853488" y="1277938"/>
          <p14:tracePt t="99365" x="8904288" y="1298575"/>
          <p14:tracePt t="99382" x="8955088" y="1312863"/>
          <p14:tracePt t="99388" x="8983663" y="1335088"/>
          <p14:tracePt t="99399" x="8999538" y="1343025"/>
          <p14:tracePt t="99416" x="9050338" y="1371600"/>
          <p14:tracePt t="99433" x="9085263" y="1400175"/>
          <p14:tracePt t="99448" x="9144000" y="1458913"/>
          <p14:tracePt t="99465" x="9180513" y="1509713"/>
          <p14:tracePt t="99483" x="9223375" y="1582738"/>
          <p14:tracePt t="99498" x="9282113" y="1639888"/>
          <p14:tracePt t="99515" x="9318625" y="1698625"/>
          <p14:tracePt t="99534" x="9361488" y="1785938"/>
          <p14:tracePt t="99549" x="9420225" y="1908175"/>
          <p14:tracePt t="99566" x="9471025" y="2009775"/>
          <p14:tracePt t="99582" x="9513888" y="2090738"/>
          <p14:tracePt t="99599" x="9564688" y="2162175"/>
          <p14:tracePt t="99616" x="9601200" y="2220913"/>
          <p14:tracePt t="99632" x="9615488" y="2235200"/>
          <p14:tracePt t="99649" x="9615488" y="2243138"/>
          <p14:tracePt t="99682" x="9615488" y="2263775"/>
          <p14:tracePt t="99699" x="9615488" y="2293938"/>
          <p14:tracePt t="99716" x="9615488" y="2314575"/>
          <p14:tracePt t="99733" x="9609138" y="2344738"/>
          <p14:tracePt t="99749" x="9609138" y="2359025"/>
          <p14:tracePt t="99765" x="9601200" y="2387600"/>
          <p14:tracePt t="99785" x="9593263" y="2395538"/>
          <p14:tracePt t="99799" x="9586913" y="2409825"/>
          <p14:tracePt t="99832" x="9578975" y="2430463"/>
          <p14:tracePt t="99865" x="9572625" y="2438400"/>
          <p14:tracePt t="99882" x="9564688" y="2438400"/>
          <p14:tracePt t="99901" x="9564688" y="2446338"/>
          <p14:tracePt t="99927" x="9564688" y="2452688"/>
          <p14:tracePt t="99980" x="9558338" y="2460625"/>
          <p14:tracePt t="100029" x="9542463" y="2460625"/>
          <p14:tracePt t="100055" x="9542463" y="2466975"/>
          <p14:tracePt t="100070" x="9536113" y="2474913"/>
          <p14:tracePt t="100093" x="9528175" y="2474913"/>
          <p14:tracePt t="100101" x="9521825" y="2474913"/>
          <p14:tracePt t="100120" x="9513888" y="2481263"/>
          <p14:tracePt t="100136" x="9507538" y="2481263"/>
          <p14:tracePt t="100148" x="9499600" y="2481263"/>
          <p14:tracePt t="100165" x="9491663" y="2489200"/>
          <p14:tracePt t="100188" x="9485313" y="2497138"/>
          <p14:tracePt t="100204" x="9477375" y="2497138"/>
          <p14:tracePt t="100220" x="9471025" y="2497138"/>
          <p14:tracePt t="100238" x="9463088" y="2503488"/>
          <p14:tracePt t="100260" x="9456738" y="2511425"/>
          <p14:tracePt t="100268" x="9440863" y="2517775"/>
          <p14:tracePt t="100286" x="9434513" y="2525713"/>
          <p14:tracePt t="100299" x="9426575" y="2525713"/>
          <p14:tracePt t="100315" x="9405938" y="2540000"/>
          <p14:tracePt t="100334" x="9390063" y="2547938"/>
          <p14:tracePt t="100349" x="9375775" y="2562225"/>
          <p14:tracePt t="100365" x="9355138" y="2568575"/>
          <p14:tracePt t="100383" x="9347200" y="2568575"/>
          <p14:tracePt t="100389" x="9339263" y="2568575"/>
          <p14:tracePt t="100398" x="9332913" y="2582863"/>
          <p14:tracePt t="100415" x="9318625" y="2582863"/>
          <p14:tracePt t="100433" x="9282113" y="2598738"/>
          <p14:tracePt t="100449" x="9274175" y="2605088"/>
          <p14:tracePt t="100465" x="9259888" y="2613025"/>
          <p14:tracePt t="100482" x="9253538" y="2613025"/>
          <p14:tracePt t="100499" x="9237663" y="2613025"/>
          <p14:tracePt t="100547" x="9231313" y="2613025"/>
          <p14:tracePt t="100604" x="9217025" y="2613025"/>
          <p14:tracePt t="100629" x="9209088" y="2613025"/>
          <p14:tracePt t="100646" x="9194800" y="2613025"/>
          <p14:tracePt t="100654" x="9186863" y="2613025"/>
          <p14:tracePt t="100678" x="9180513" y="2613025"/>
          <p14:tracePt t="100685" x="9166225" y="2605088"/>
          <p14:tracePt t="100699" x="9151938" y="2598738"/>
          <p14:tracePt t="100716" x="9121775" y="2568575"/>
          <p14:tracePt t="100732" x="9085263" y="2547938"/>
          <p14:tracePt t="100749" x="9042400" y="2497138"/>
          <p14:tracePt t="100766" x="8999538" y="2466975"/>
          <p14:tracePt t="100785" x="8940800" y="2409825"/>
          <p14:tracePt t="100800" x="8904288" y="2365375"/>
          <p14:tracePt t="100816" x="8882063" y="2328863"/>
          <p14:tracePt t="100833" x="8839200" y="2271713"/>
          <p14:tracePt t="100849" x="8824913" y="2243138"/>
          <p14:tracePt t="100866" x="8802688" y="2220913"/>
          <p14:tracePt t="100882" x="8788400" y="2198688"/>
          <p14:tracePt t="100888" x="8774113" y="2176463"/>
          <p14:tracePt t="100899" x="8751888" y="2155825"/>
          <p14:tracePt t="100915" x="8723313" y="2082800"/>
          <p14:tracePt t="100932" x="8694738" y="2039938"/>
          <p14:tracePt t="100949" x="8643938" y="1958975"/>
          <p14:tracePt t="100966" x="8599488" y="1871663"/>
          <p14:tracePt t="100984" x="8542338" y="1712913"/>
          <p14:tracePt t="101000" x="8483600" y="1574800"/>
          <p14:tracePt t="101018" x="8440738" y="1481138"/>
          <p14:tracePt t="101032" x="8410575" y="1400175"/>
          <p14:tracePt t="101049" x="8410575" y="1357313"/>
          <p14:tracePt t="101065" x="8410575" y="1306513"/>
          <p14:tracePt t="101083" x="8410575" y="1255713"/>
          <p14:tracePt t="101098" x="8410575" y="1219200"/>
          <p14:tracePt t="101115" x="8410575" y="1196975"/>
          <p14:tracePt t="101132" x="8410575" y="1176338"/>
          <p14:tracePt t="101149" x="8410575" y="1154113"/>
          <p14:tracePt t="101182" x="8410575" y="1139825"/>
          <p14:tracePt t="101199" x="8410575" y="1131888"/>
          <p14:tracePt t="101215" x="8418513" y="1125538"/>
          <p14:tracePt t="101232" x="8440738" y="1095375"/>
          <p14:tracePt t="101249" x="8440738" y="1081088"/>
          <p14:tracePt t="101265" x="8447088" y="1074738"/>
          <p14:tracePt t="101282" x="8455025" y="1058863"/>
          <p14:tracePt t="101299" x="8461375" y="1052513"/>
          <p14:tracePt t="101316" x="8461375" y="1038225"/>
          <p14:tracePt t="101333" x="8469313" y="1030288"/>
          <p14:tracePt t="101349" x="8469313" y="1016000"/>
          <p14:tracePt t="101365" x="8475663" y="1008063"/>
          <p14:tracePt t="101382" x="8483600" y="1001713"/>
          <p14:tracePt t="101418" x="8483600" y="993775"/>
          <p14:tracePt t="101667" x="8483600" y="979488"/>
          <p14:tracePt t="101722" x="8475663" y="979488"/>
          <p14:tracePt t="101729" x="8469313" y="979488"/>
          <p14:tracePt t="101738" x="8461375" y="979488"/>
          <p14:tracePt t="101749" x="8455025" y="979488"/>
          <p14:tracePt t="101767" x="8440738" y="979488"/>
          <p14:tracePt t="101783" x="8396288" y="979488"/>
          <p14:tracePt t="101799" x="8367713" y="979488"/>
          <p14:tracePt t="101815" x="8316913" y="987425"/>
          <p14:tracePt t="101832" x="8266113" y="1008063"/>
          <p14:tracePt t="101849" x="8186738" y="1058863"/>
          <p14:tracePt t="101865" x="8105775" y="1131888"/>
          <p14:tracePt t="101882" x="8062913" y="1176338"/>
          <p14:tracePt t="101899" x="8018463" y="1219200"/>
          <p14:tracePt t="101916" x="7983538" y="1247775"/>
          <p14:tracePt t="101932" x="7953375" y="1270000"/>
          <p14:tracePt t="101949" x="7932738" y="1277938"/>
          <p14:tracePt t="101965" x="7924800" y="1284288"/>
          <p14:tracePt t="101982" x="7910513" y="1298575"/>
          <p14:tracePt t="101999" x="7851775" y="1349375"/>
          <p14:tracePt t="102016" x="7808913" y="1393825"/>
          <p14:tracePt t="102032" x="7764463" y="1430338"/>
          <p14:tracePt t="102049" x="7743825" y="1444625"/>
          <p14:tracePt t="102066" x="7735888" y="1450975"/>
          <p14:tracePt t="102082" x="7721600" y="1458913"/>
          <p14:tracePt t="102099" x="7713663" y="1465263"/>
          <p14:tracePt t="102115" x="7685088" y="1487488"/>
          <p14:tracePt t="102132" x="7662863" y="1509713"/>
          <p14:tracePt t="102149" x="7634288" y="1531938"/>
          <p14:tracePt t="102166" x="7612063" y="1552575"/>
          <p14:tracePt t="102182" x="7605713" y="1560513"/>
          <p14:tracePt t="111426" x="7605713" y="1566863"/>
          <p14:tracePt t="111432" x="7605713" y="1582738"/>
          <p14:tracePt t="111448" x="7605713" y="1589088"/>
          <p14:tracePt t="111464" x="7605713" y="1603375"/>
          <p14:tracePt t="111481" x="7612063" y="1611313"/>
          <p14:tracePt t="111489" x="7620000" y="1617663"/>
          <p14:tracePt t="111502" x="7634288" y="1617663"/>
          <p14:tracePt t="111519" x="7670800" y="1625600"/>
          <p14:tracePt t="111520" x="7693025" y="1625600"/>
          <p14:tracePt t="111535" x="7707313" y="1625600"/>
          <p14:tracePt t="111552" x="7780338" y="1647825"/>
          <p14:tracePt t="111568" x="7845425" y="1654175"/>
          <p14:tracePt t="111585" x="7888288" y="1662113"/>
          <p14:tracePt t="111602" x="7932738" y="1668463"/>
          <p14:tracePt t="111618" x="7975600" y="1676400"/>
          <p14:tracePt t="111635" x="8012113" y="1676400"/>
          <p14:tracePt t="111652" x="8034338" y="1676400"/>
          <p14:tracePt t="111668" x="8054975" y="1676400"/>
          <p14:tracePt t="111685" x="8077200" y="1676400"/>
          <p14:tracePt t="111701" x="8120063" y="1676400"/>
          <p14:tracePt t="111718" x="8156575" y="1676400"/>
          <p14:tracePt t="111735" x="8201025" y="1676400"/>
          <p14:tracePt t="111751" x="8207375" y="1676400"/>
          <p14:tracePt t="111970" x="8207375" y="1684338"/>
          <p14:tracePt t="111993" x="8201025" y="1690688"/>
          <p14:tracePt t="112009" x="8193088" y="1698625"/>
          <p14:tracePt t="112017" x="8186738" y="1698625"/>
          <p14:tracePt t="112024" x="8178800" y="1704975"/>
          <p14:tracePt t="112035" x="8178800" y="1712913"/>
          <p14:tracePt t="112052" x="8164513" y="1719263"/>
          <p14:tracePt t="112085" x="8150225" y="1719263"/>
          <p14:tracePt t="112102" x="8135938" y="1735138"/>
          <p14:tracePt t="112119" x="8128000" y="1735138"/>
          <p14:tracePt t="112135" x="8113713" y="1735138"/>
          <p14:tracePt t="112152" x="8099425" y="1735138"/>
          <p14:tracePt t="112169" x="8085138" y="1735138"/>
          <p14:tracePt t="112185" x="8077200" y="1735138"/>
          <p14:tracePt t="112202" x="8069263" y="1735138"/>
          <p14:tracePt t="112219" x="8054975" y="1735138"/>
          <p14:tracePt t="112235" x="8048625" y="1735138"/>
          <p14:tracePt t="112252" x="8048625" y="1727200"/>
          <p14:tracePt t="112269" x="8034338" y="1727200"/>
          <p14:tracePt t="112286" x="8026400" y="1712913"/>
          <p14:tracePt t="112302" x="8018463" y="1698625"/>
          <p14:tracePt t="112319" x="8012113" y="1690688"/>
          <p14:tracePt t="112335" x="8012113" y="1684338"/>
          <p14:tracePt t="112352" x="8012113" y="1676400"/>
          <p14:tracePt t="112369" x="8012113" y="1668463"/>
          <p14:tracePt t="112402" x="8012113" y="1654175"/>
          <p14:tracePt t="112419" x="8012113" y="1647825"/>
          <p14:tracePt t="112435" x="8012113" y="1633538"/>
          <p14:tracePt t="112452" x="8012113" y="1625600"/>
          <p14:tracePt t="112469" x="8012113" y="1617663"/>
          <p14:tracePt t="112485" x="8018463" y="1611313"/>
          <p14:tracePt t="112519" x="8026400" y="1603375"/>
          <p14:tracePt t="112545" x="8034338" y="1597025"/>
          <p14:tracePt t="112617" x="8040688" y="1597025"/>
          <p14:tracePt t="112649" x="8048625" y="1597025"/>
          <p14:tracePt t="112665" x="8054975" y="1589088"/>
          <p14:tracePt t="112705" x="8062913" y="1589088"/>
          <p14:tracePt t="112730" x="8069263" y="1589088"/>
          <p14:tracePt t="112809" x="8077200" y="1603375"/>
          <p14:tracePt t="112834" x="8077200" y="1611313"/>
          <p14:tracePt t="112841" x="8085138" y="1611313"/>
          <p14:tracePt t="112852" x="8085138" y="1625600"/>
          <p14:tracePt t="112897" x="8091488" y="1633538"/>
          <p14:tracePt t="112913" x="8099425" y="1633538"/>
          <p14:tracePt t="112929" x="8105775" y="1639888"/>
          <p14:tracePt t="112962" x="8113713" y="1647825"/>
          <p14:tracePt t="112985" x="8120063" y="1647825"/>
          <p14:tracePt t="113034" x="8128000" y="1647825"/>
          <p14:tracePt t="113041" x="8135938" y="1647825"/>
          <p14:tracePt t="113057" x="8142288" y="1647825"/>
          <p14:tracePt t="113081" x="8156575" y="1647825"/>
          <p14:tracePt t="113105" x="8164513" y="1647825"/>
          <p14:tracePt t="113129" x="8178800" y="1647825"/>
          <p14:tracePt t="113154" x="8186738" y="1639888"/>
          <p14:tracePt t="113177" x="8201025" y="1639888"/>
          <p14:tracePt t="113201" x="8207375" y="1639888"/>
          <p14:tracePt t="113225" x="8221663" y="1639888"/>
          <p14:tracePt t="113241" x="8229600" y="1639888"/>
          <p14:tracePt t="113257" x="8243888" y="1633538"/>
          <p14:tracePt t="113273" x="8251825" y="1633538"/>
          <p14:tracePt t="113297" x="8266113" y="1633538"/>
          <p14:tracePt t="113321" x="8272463" y="1633538"/>
          <p14:tracePt t="113345" x="8280400" y="1633538"/>
          <p14:tracePt t="113361" x="8288338" y="1633538"/>
          <p14:tracePt t="113385" x="8294688" y="1633538"/>
          <p14:tracePt t="113417" x="8302625" y="1633538"/>
          <p14:tracePt t="113433" x="8308975" y="1633538"/>
          <p14:tracePt t="113466" x="8316913" y="1633538"/>
          <p14:tracePt t="113481" x="8323263" y="1633538"/>
          <p14:tracePt t="113505" x="8331200" y="1633538"/>
          <p14:tracePt t="113529" x="8339138" y="1633538"/>
          <p14:tracePt t="113545" x="8345488" y="1633538"/>
          <p14:tracePt t="113553" x="8353425" y="1633538"/>
          <p14:tracePt t="113577" x="8359775" y="1633538"/>
          <p14:tracePt t="113584" x="8367713" y="1633538"/>
          <p14:tracePt t="113593" x="8374063" y="1633538"/>
          <p14:tracePt t="113610" x="8382000" y="1633538"/>
          <p14:tracePt t="113619" x="8389938" y="1633538"/>
          <p14:tracePt t="113636" x="8396288" y="1633538"/>
          <p14:tracePt t="113652" x="8410575" y="1633538"/>
          <p14:tracePt t="113686" x="8424863" y="1633538"/>
          <p14:tracePt t="113702" x="8432800" y="1633538"/>
          <p14:tracePt t="113719" x="8440738" y="1633538"/>
          <p14:tracePt t="113736" x="8455025" y="1633538"/>
          <p14:tracePt t="113753" x="8461375" y="1633538"/>
          <p14:tracePt t="113777" x="8475663" y="1633538"/>
          <p14:tracePt t="113849" x="8483600" y="1625600"/>
          <p14:tracePt t="113914" x="8505825" y="1625600"/>
          <p14:tracePt t="113937" x="8505825" y="1617663"/>
          <p14:tracePt t="113970" x="8512175" y="1611313"/>
          <p14:tracePt t="114002" x="8512175" y="1603375"/>
          <p14:tracePt t="114041" x="8512175" y="1597025"/>
          <p14:tracePt t="114169" x="8512175" y="1589088"/>
          <p14:tracePt t="114201" x="8497888" y="1589088"/>
          <p14:tracePt t="114217" x="8491538" y="1589088"/>
          <p14:tracePt t="114225" x="8491538" y="1597025"/>
          <p14:tracePt t="114236" x="8483600" y="1597025"/>
          <p14:tracePt t="114253" x="8483600" y="1603375"/>
          <p14:tracePt t="114269" x="8483600" y="1611313"/>
          <p14:tracePt t="114286" x="8483600" y="1617663"/>
          <p14:tracePt t="114303" x="8483600" y="1625600"/>
          <p14:tracePt t="114322" x="8483600" y="1633538"/>
          <p14:tracePt t="114344" x="8483600" y="1639888"/>
          <p14:tracePt t="114425" x="8483600" y="1647825"/>
          <p14:tracePt t="114458" x="8483600" y="1654175"/>
          <p14:tracePt t="114477" x="8491538" y="1654175"/>
          <p14:tracePt t="114485" x="8497888" y="1654175"/>
          <p14:tracePt t="114493" x="8505825" y="1662113"/>
          <p14:tracePt t="114503" x="8505825" y="1668463"/>
          <p14:tracePt t="114520" x="8512175" y="1676400"/>
          <p14:tracePt t="114536" x="8520113" y="1676400"/>
          <p14:tracePt t="114573" x="8526463" y="1676400"/>
          <p14:tracePt t="114661" x="8534400" y="1676400"/>
          <p14:tracePt t="114677" x="8542338" y="1676400"/>
          <p14:tracePt t="114692" x="8548688" y="1676400"/>
          <p14:tracePt t="114700" x="8556625" y="1676400"/>
          <p14:tracePt t="114710" x="8562975" y="1676400"/>
          <p14:tracePt t="114724" x="8570913" y="1676400"/>
          <p14:tracePt t="114736" x="8585200" y="1676400"/>
          <p14:tracePt t="114770" x="8599488" y="1676400"/>
          <p14:tracePt t="114805" x="8607425" y="1676400"/>
          <p14:tracePt t="114926" x="8613775" y="1676400"/>
          <p14:tracePt t="114948" x="8628063" y="1676400"/>
          <p14:tracePt t="114960" x="8636000" y="1676400"/>
          <p14:tracePt t="114973" x="8643938" y="1684338"/>
          <p14:tracePt t="114990" x="8643938" y="1690688"/>
          <p14:tracePt t="115028" x="8650288" y="1690688"/>
          <p14:tracePt t="115092" x="8658225" y="1690688"/>
          <p14:tracePt t="115125" x="8672513" y="1690688"/>
          <p14:tracePt t="115147" x="8678863" y="1690688"/>
          <p14:tracePt t="115180" x="8694738" y="1690688"/>
          <p14:tracePt t="115189" x="8701088" y="1684338"/>
          <p14:tracePt t="115197" x="8701088" y="1676400"/>
          <p14:tracePt t="115205" x="8701088" y="1662113"/>
          <p14:tracePt t="115220" x="8701088" y="1625600"/>
          <p14:tracePt t="115236" x="8701088" y="1582738"/>
          <p14:tracePt t="115253" x="8701088" y="1560513"/>
          <p14:tracePt t="115270" x="8701088" y="1546225"/>
          <p14:tracePt t="115287" x="8694738" y="1538288"/>
          <p14:tracePt t="115305" x="8686800" y="1531938"/>
          <p14:tracePt t="115320" x="8678863" y="1531938"/>
          <p14:tracePt t="115337" x="8672513" y="1531938"/>
          <p14:tracePt t="115354" x="8650288" y="1531938"/>
          <p14:tracePt t="115370" x="8636000" y="1531938"/>
          <p14:tracePt t="115386" x="8613775" y="1531938"/>
          <p14:tracePt t="115394" x="8607425" y="1538288"/>
          <p14:tracePt t="115403" x="8599488" y="1538288"/>
          <p14:tracePt t="115420" x="8577263" y="1552575"/>
          <p14:tracePt t="115436" x="8570913" y="1566863"/>
          <p14:tracePt t="115470" x="8562975" y="1574800"/>
          <p14:tracePt t="115493" x="8562975" y="1582738"/>
          <p14:tracePt t="115516" x="8556625" y="1589088"/>
          <p14:tracePt t="115758" x="8548688" y="1617663"/>
          <p14:tracePt t="115765" x="8520113" y="1639888"/>
          <p14:tracePt t="115772" x="8461375" y="1668463"/>
          <p14:tracePt t="115786" x="8345488" y="1755775"/>
          <p14:tracePt t="115803" x="8170863" y="1820863"/>
          <p14:tracePt t="115821" x="7975600" y="1857375"/>
          <p14:tracePt t="115837" x="7808913" y="1893888"/>
          <p14:tracePt t="115854" x="7634288" y="1916113"/>
          <p14:tracePt t="115870" x="7496175" y="1930400"/>
          <p14:tracePt t="115887" x="7358063" y="1952625"/>
          <p14:tracePt t="115891" x="7300913" y="1952625"/>
          <p14:tracePt t="115903" x="7185025" y="1958975"/>
          <p14:tracePt t="115920" x="7069138" y="1958975"/>
          <p14:tracePt t="115937" x="6945313" y="1958975"/>
          <p14:tracePt t="115954" x="6815138" y="1958975"/>
          <p14:tracePt t="115970" x="6713538" y="1958975"/>
          <p14:tracePt t="115988" x="6632575" y="1958975"/>
          <p14:tracePt t="116004" x="6545263" y="1958975"/>
          <p14:tracePt t="116020" x="6465888" y="1958975"/>
          <p14:tracePt t="116037" x="6386513" y="1958975"/>
          <p14:tracePt t="116053" x="6307138" y="1958975"/>
          <p14:tracePt t="116070" x="6248400" y="1958975"/>
          <p14:tracePt t="116088" x="6183313" y="1952625"/>
          <p14:tracePt t="116103" x="6169025" y="1952625"/>
          <p14:tracePt t="116120" x="6138863" y="1952625"/>
          <p14:tracePt t="116137" x="6124575" y="1944688"/>
          <p14:tracePt t="116153" x="6096000" y="1938338"/>
          <p14:tracePt t="116170" x="6067425" y="1930400"/>
          <p14:tracePt t="116187" x="6037263" y="1922463"/>
          <p14:tracePt t="116205" x="6008688" y="1901825"/>
          <p14:tracePt t="116220" x="5986463" y="1901825"/>
          <p14:tracePt t="116237" x="5972175" y="1887538"/>
          <p14:tracePt t="116253" x="5965825" y="1879600"/>
          <p14:tracePt t="116270" x="5943600" y="1871663"/>
          <p14:tracePt t="116287" x="5935663" y="1857375"/>
          <p14:tracePt t="116303" x="5915025" y="1843088"/>
          <p14:tracePt t="116320" x="5900738" y="1828800"/>
          <p14:tracePt t="116337" x="5870575" y="1814513"/>
          <p14:tracePt t="116353" x="5864225" y="1806575"/>
          <p14:tracePt t="116370" x="5849938" y="1792288"/>
          <p14:tracePt t="116386" x="5842000" y="1785938"/>
          <p14:tracePt t="116403" x="5842000" y="1778000"/>
          <p14:tracePt t="116420" x="5827713" y="1770063"/>
          <p14:tracePt t="116437" x="5819775" y="1763713"/>
          <p14:tracePt t="116453" x="5813425" y="1763713"/>
          <p14:tracePt t="116470" x="5805488" y="1755775"/>
          <p14:tracePt t="116487" x="5799138" y="1749425"/>
          <p14:tracePt t="117572" x="5791200" y="1749425"/>
          <p14:tracePt t="117586" x="5783263" y="1741488"/>
          <p14:tracePt t="117602" x="5776913" y="1741488"/>
          <p14:tracePt t="117609" x="5768975" y="1741488"/>
          <p14:tracePt t="117627" x="5762625" y="1741488"/>
          <p14:tracePt t="117641" x="5748338" y="1741488"/>
          <p14:tracePt t="117698" x="5740400" y="1741488"/>
          <p14:tracePt t="117746" x="5732463" y="1735138"/>
          <p14:tracePt t="117771" x="5726113" y="1735138"/>
          <p14:tracePt t="118334" x="5718175" y="1735138"/>
          <p14:tracePt t="118341" x="5697538" y="1735138"/>
          <p14:tracePt t="118354" x="5667375" y="1735138"/>
          <p14:tracePt t="118371" x="5646738" y="1727200"/>
          <p14:tracePt t="118388" x="5624513" y="1727200"/>
          <p14:tracePt t="118396" x="5616575" y="1719263"/>
          <p14:tracePt t="118404" x="5610225" y="1719263"/>
          <p14:tracePt t="118421" x="5595938" y="1719263"/>
          <p14:tracePt t="118438" x="5573713" y="1719263"/>
          <p14:tracePt t="118457" x="5559425" y="1719263"/>
          <p14:tracePt t="118472" x="5551488" y="1719263"/>
          <p14:tracePt t="118488" x="5545138" y="1704975"/>
          <p14:tracePt t="118526" x="5537200" y="1704975"/>
          <p14:tracePt t="118550" x="5529263" y="1698625"/>
          <p14:tracePt t="118565" x="5529263" y="1690688"/>
          <p14:tracePt t="118573" x="5522913" y="1690688"/>
          <p14:tracePt t="118588" x="5508625" y="1676400"/>
          <p14:tracePt t="118604" x="5508625" y="1662113"/>
          <p14:tracePt t="118621" x="5500688" y="1639888"/>
          <p14:tracePt t="118640" x="5500688" y="1625600"/>
          <p14:tracePt t="118655" x="5500688" y="1617663"/>
          <p14:tracePt t="118673" x="5500688" y="1611313"/>
          <p14:tracePt t="118708" x="5500688" y="1597025"/>
          <p14:tracePt t="118721" x="5514975" y="1582738"/>
          <p14:tracePt t="118740" x="5522913" y="1574800"/>
          <p14:tracePt t="118755" x="5529263" y="1566863"/>
          <p14:tracePt t="118772" x="5537200" y="1560513"/>
          <p14:tracePt t="118788" x="5551488" y="1546225"/>
          <p14:tracePt t="118821" x="5559425" y="1546225"/>
          <p14:tracePt t="118861" x="5573713" y="1546225"/>
          <p14:tracePt t="118876" x="5580063" y="1538288"/>
          <p14:tracePt t="118916" x="5595938" y="1538288"/>
          <p14:tracePt t="118926" x="5602288" y="1538288"/>
          <p14:tracePt t="118944" x="5616575" y="1538288"/>
          <p14:tracePt t="118972" x="5630863" y="1538288"/>
          <p14:tracePt t="118988" x="5638800" y="1538288"/>
          <p14:tracePt t="119022" x="5653088" y="1538288"/>
          <p14:tracePt t="119038" x="5667375" y="1546225"/>
          <p14:tracePt t="119054" x="5681663" y="1552575"/>
          <p14:tracePt t="119073" x="5689600" y="1566863"/>
          <p14:tracePt t="119088" x="5703888" y="1597025"/>
          <p14:tracePt t="119105" x="5718175" y="1611313"/>
          <p14:tracePt t="119122" x="5726113" y="1647825"/>
          <p14:tracePt t="119138" x="5740400" y="1668463"/>
          <p14:tracePt t="119155" x="5748338" y="1684338"/>
          <p14:tracePt t="119172" x="5748338" y="1690688"/>
          <p14:tracePt t="119196" x="5754688" y="1698625"/>
          <p14:tracePt t="119211" x="5762625" y="1704975"/>
          <p14:tracePt t="119264" x="5768975" y="1704975"/>
          <p14:tracePt t="119280" x="5776913" y="1704975"/>
          <p14:tracePt t="119305" x="5783263" y="1704975"/>
          <p14:tracePt t="119314" x="5791200" y="1704975"/>
          <p14:tracePt t="119321" x="5799138" y="1704975"/>
          <p14:tracePt t="119337" x="5805488" y="1704975"/>
          <p14:tracePt t="119369" x="5819775" y="1698625"/>
          <p14:tracePt t="119409" x="5827713" y="1698625"/>
          <p14:tracePt t="119425" x="5842000" y="1698625"/>
          <p14:tracePt t="119441" x="5842000" y="1690688"/>
          <p14:tracePt t="119457" x="5856288" y="1684338"/>
          <p14:tracePt t="119481" x="5856288" y="1676400"/>
          <p14:tracePt t="119497" x="5870575" y="1676400"/>
          <p14:tracePt t="119513" x="5870575" y="1668463"/>
          <p14:tracePt t="119528" x="5878513" y="1668463"/>
          <p14:tracePt t="119536" x="5878513" y="1662113"/>
          <p14:tracePt t="119544" x="5878513" y="1654175"/>
          <p14:tracePt t="119570" x="5884863" y="1647825"/>
          <p14:tracePt t="119601" x="5892800" y="1647825"/>
          <p14:tracePt t="119625" x="5900738" y="1647825"/>
          <p14:tracePt t="119633" x="5907088" y="1633538"/>
          <p14:tracePt t="119649" x="5921375" y="1633538"/>
          <p14:tracePt t="119664" x="5929313" y="1633538"/>
          <p14:tracePt t="119673" x="5935663" y="1633538"/>
          <p14:tracePt t="119688" x="5951538" y="1625600"/>
          <p14:tracePt t="119704" x="5957888" y="1617663"/>
          <p14:tracePt t="119721" x="5972175" y="1617663"/>
          <p14:tracePt t="119738" x="5980113" y="1617663"/>
          <p14:tracePt t="119771" x="5986463" y="1617663"/>
          <p14:tracePt t="119793" x="5994400" y="1617663"/>
          <p14:tracePt t="119825" x="6002338" y="1617663"/>
          <p14:tracePt t="119865" x="6008688" y="1617663"/>
          <p14:tracePt t="119882" x="6016625" y="1617663"/>
          <p14:tracePt t="119888" x="6022975" y="1617663"/>
          <p14:tracePt t="119905" x="6030913" y="1617663"/>
          <p14:tracePt t="119913" x="6037263" y="1617663"/>
          <p14:tracePt t="119921" x="6045200" y="1625600"/>
          <p14:tracePt t="119945" x="6053138" y="1633538"/>
          <p14:tracePt t="119961" x="6059488" y="1633538"/>
          <p14:tracePt t="120009" x="6067425" y="1633538"/>
          <p14:tracePt t="120049" x="6073775" y="1633538"/>
          <p14:tracePt t="120097" x="6081713" y="1633538"/>
          <p14:tracePt t="120205" x="6088063" y="1639888"/>
          <p14:tracePt t="120254" x="6096000" y="1639888"/>
          <p14:tracePt t="120277" x="6096000" y="1647825"/>
          <p14:tracePt t="120326" x="6103938" y="1654175"/>
          <p14:tracePt t="120334" x="6110288" y="1654175"/>
          <p14:tracePt t="120387" x="6110288" y="1662113"/>
          <p14:tracePt t="120405" x="6110288" y="1668463"/>
          <p14:tracePt t="120413" x="6110288" y="1676400"/>
          <p14:tracePt t="120424" x="6110288" y="1684338"/>
          <p14:tracePt t="120468" x="6110288" y="1690688"/>
          <p14:tracePt t="120478" x="6110288" y="1698625"/>
          <p14:tracePt t="120531" x="6110288" y="1704975"/>
          <p14:tracePt t="120558" x="6110288" y="1712913"/>
          <p14:tracePt t="120573" x="6118225" y="1712913"/>
          <p14:tracePt t="120636" x="6124575" y="1719263"/>
          <p14:tracePt t="120661" x="6124575" y="1727200"/>
          <p14:tracePt t="120829" x="6132513" y="1727200"/>
          <p14:tracePt t="120868" x="6138863" y="1727200"/>
          <p14:tracePt t="120885" x="6146800" y="1727200"/>
          <p14:tracePt t="120894" x="6154738" y="1719263"/>
          <p14:tracePt t="120906" x="6169025" y="1698625"/>
          <p14:tracePt t="120924" x="6175375" y="1690688"/>
          <p14:tracePt t="120939" x="6183313" y="1668463"/>
          <p14:tracePt t="120955" x="6189663" y="1654175"/>
          <p14:tracePt t="120973" x="6205538" y="1647825"/>
          <p14:tracePt t="120988" x="6205538" y="1633538"/>
          <p14:tracePt t="121005" x="6211888" y="1633538"/>
          <p14:tracePt t="121021" x="6240463" y="1633538"/>
          <p14:tracePt t="121038" x="6248400" y="1625600"/>
          <p14:tracePt t="121055" x="6262688" y="1625600"/>
          <p14:tracePt t="121072" x="6284913" y="1617663"/>
          <p14:tracePt t="121132" x="6291263" y="1617663"/>
          <p14:tracePt t="121146" x="6299200" y="1617663"/>
          <p14:tracePt t="121164" x="6307138" y="1617663"/>
          <p14:tracePt t="121180" x="6307138" y="1625600"/>
          <p14:tracePt t="121188" x="6313488" y="1625600"/>
          <p14:tracePt t="121197" x="6313488" y="1639888"/>
          <p14:tracePt t="121211" x="6313488" y="1647825"/>
          <p14:tracePt t="121222" x="6327775" y="1662113"/>
          <p14:tracePt t="121239" x="6327775" y="1668463"/>
          <p14:tracePt t="121256" x="6335713" y="1684338"/>
          <p14:tracePt t="121272" x="6342063" y="1684338"/>
          <p14:tracePt t="121390" x="6342063" y="1690688"/>
          <p14:tracePt t="121398" x="6350000" y="1690688"/>
          <p14:tracePt t="121420" x="6357938" y="1690688"/>
          <p14:tracePt t="121430" x="6364288" y="1690688"/>
          <p14:tracePt t="121438" x="6372225" y="1684338"/>
          <p14:tracePt t="121462" x="6378575" y="1684338"/>
          <p14:tracePt t="121476" x="6386513" y="1684338"/>
          <p14:tracePt t="121490" x="6392863" y="1676400"/>
          <p14:tracePt t="121545" x="6408738" y="1676400"/>
          <p14:tracePt t="121817" x="6415088" y="1662113"/>
        </p14:tracePtLst>
      </p14:laserTraceLst>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5AA13D58-D7BC-8747-9F0A-0DB9E6B3595A}" type="slidenum">
              <a:rPr lang="en-US" smtClean="0"/>
              <a:t>14</a:t>
            </a:fld>
            <a:endParaRPr lang="en-US"/>
          </a:p>
        </p:txBody>
      </p:sp>
      <mc:AlternateContent xmlns:mc="http://schemas.openxmlformats.org/markup-compatibility/2006" xmlns:a14="http://schemas.microsoft.com/office/drawing/2010/main">
        <mc:Choice Requires="a14">
          <p:sp>
            <p:nvSpPr>
              <p:cNvPr id="5" name="Title 1"/>
              <p:cNvSpPr txBox="1">
                <a:spLocks/>
              </p:cNvSpPr>
              <p:nvPr/>
            </p:nvSpPr>
            <p:spPr>
              <a:xfrm>
                <a:off x="1165569" y="624110"/>
                <a:ext cx="10397166" cy="1280890"/>
              </a:xfrm>
              <a:prstGeom prst="rect">
                <a:avLst/>
              </a:prstGeom>
            </p:spPr>
            <p:txBody>
              <a:bodyPr vert="horz" lIns="91440" tIns="45720" rIns="91440" bIns="45720" rtlCol="0" anchor="ctr">
                <a:normAutofit lnSpcReduction="10000"/>
              </a:bodyPr>
              <a:lstStyle>
                <a:lvl1pPr algn="l" defTabSz="914400" rtl="0" eaLnBrk="1" latinLnBrk="0" hangingPunct="1">
                  <a:lnSpc>
                    <a:spcPct val="80000"/>
                  </a:lnSpc>
                  <a:spcBef>
                    <a:spcPct val="0"/>
                  </a:spcBef>
                  <a:buNone/>
                  <a:defRPr sz="5000" kern="1200" cap="all" spc="100" baseline="0">
                    <a:solidFill>
                      <a:schemeClr val="tx1">
                        <a:lumMod val="90000"/>
                        <a:lumOff val="10000"/>
                      </a:schemeClr>
                    </a:solidFill>
                    <a:latin typeface="+mj-lt"/>
                    <a:ea typeface="+mj-ea"/>
                    <a:cs typeface="+mj-cs"/>
                  </a:defRPr>
                </a:lvl1pPr>
              </a:lstStyle>
              <a:p>
                <a:r>
                  <a:rPr lang="en-US" dirty="0" smtClean="0"/>
                  <a:t>Determining </a:t>
                </a:r>
                <a:r>
                  <a:rPr lang="en-US" dirty="0"/>
                  <a:t>t-critical value </a:t>
                </a:r>
                <a14:m>
                  <m:oMath xmlns:m="http://schemas.openxmlformats.org/officeDocument/2006/math">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𝑐𝑟𝑖𝑡</m:t>
                            </m:r>
                          </m:sub>
                        </m:sSub>
                      </m:e>
                    </m:d>
                  </m:oMath>
                </a14:m>
                <a:r>
                  <a:rPr lang="en-US" dirty="0"/>
                  <a:t/>
                </a:r>
                <a:br>
                  <a:rPr lang="en-US" dirty="0"/>
                </a:br>
                <a:r>
                  <a:rPr lang="en-US" dirty="0"/>
                  <a:t>on the </a:t>
                </a:r>
                <a:r>
                  <a:rPr lang="en-US" dirty="0" smtClean="0"/>
                  <a:t>T-table - Two-tailed </a:t>
                </a:r>
                <a:r>
                  <a:rPr lang="en-US" dirty="0"/>
                  <a:t>(visualization)</a:t>
                </a:r>
              </a:p>
            </p:txBody>
          </p:sp>
        </mc:Choice>
        <mc:Fallback xmlns="">
          <p:sp>
            <p:nvSpPr>
              <p:cNvPr id="5" name="Title 1"/>
              <p:cNvSpPr txBox="1">
                <a:spLocks noRot="1" noChangeAspect="1" noMove="1" noResize="1" noEditPoints="1" noAdjustHandles="1" noChangeArrowheads="1" noChangeShapeType="1" noTextEdit="1"/>
              </p:cNvSpPr>
              <p:nvPr/>
            </p:nvSpPr>
            <p:spPr>
              <a:xfrm>
                <a:off x="1165569" y="624110"/>
                <a:ext cx="10397166" cy="1280890"/>
              </a:xfrm>
              <a:prstGeom prst="rect">
                <a:avLst/>
              </a:prstGeom>
              <a:blipFill>
                <a:blip r:embed="rId6"/>
                <a:stretch>
                  <a:fillRect l="-2814" t="-21327" b="-24171"/>
                </a:stretch>
              </a:blipFill>
            </p:spPr>
            <p:txBody>
              <a:bodyPr/>
              <a:lstStyle/>
              <a:p>
                <a:r>
                  <a:rPr lang="en-US">
                    <a:noFill/>
                  </a:rPr>
                  <a:t> </a:t>
                </a:r>
              </a:p>
            </p:txBody>
          </p:sp>
        </mc:Fallback>
      </mc:AlternateContent>
      <p:cxnSp>
        <p:nvCxnSpPr>
          <p:cNvPr id="6" name="Straight Connector 5"/>
          <p:cNvCxnSpPr/>
          <p:nvPr/>
        </p:nvCxnSpPr>
        <p:spPr>
          <a:xfrm>
            <a:off x="4245591" y="3808849"/>
            <a:ext cx="3371353" cy="0"/>
          </a:xfrm>
          <a:prstGeom prst="line">
            <a:avLst/>
          </a:prstGeom>
        </p:spPr>
        <p:style>
          <a:lnRef idx="1">
            <a:schemeClr val="dk1"/>
          </a:lnRef>
          <a:fillRef idx="0">
            <a:schemeClr val="dk1"/>
          </a:fillRef>
          <a:effectRef idx="0">
            <a:schemeClr val="dk1"/>
          </a:effectRef>
          <a:fontRef idx="minor">
            <a:schemeClr val="tx1"/>
          </a:fontRef>
        </p:style>
      </p:cxnSp>
      <p:cxnSp>
        <p:nvCxnSpPr>
          <p:cNvPr id="7" name="Straight Connector 6"/>
          <p:cNvCxnSpPr/>
          <p:nvPr/>
        </p:nvCxnSpPr>
        <p:spPr>
          <a:xfrm flipH="1" flipV="1">
            <a:off x="5955122" y="2477957"/>
            <a:ext cx="23606" cy="1330892"/>
          </a:xfrm>
          <a:prstGeom prst="line">
            <a:avLst/>
          </a:prstGeom>
          <a:ln>
            <a:prstDash val="dash"/>
          </a:ln>
        </p:spPr>
        <p:style>
          <a:lnRef idx="1">
            <a:schemeClr val="dk1"/>
          </a:lnRef>
          <a:fillRef idx="0">
            <a:schemeClr val="dk1"/>
          </a:fillRef>
          <a:effectRef idx="0">
            <a:schemeClr val="dk1"/>
          </a:effectRef>
          <a:fontRef idx="minor">
            <a:schemeClr val="tx1"/>
          </a:fontRef>
        </p:style>
      </p:cxnSp>
      <p:sp>
        <p:nvSpPr>
          <p:cNvPr id="8" name="Freeform 7"/>
          <p:cNvSpPr/>
          <p:nvPr/>
        </p:nvSpPr>
        <p:spPr>
          <a:xfrm>
            <a:off x="4237640" y="2477957"/>
            <a:ext cx="3371353" cy="1216550"/>
          </a:xfrm>
          <a:custGeom>
            <a:avLst/>
            <a:gdLst>
              <a:gd name="connsiteX0" fmla="*/ 0 w 3371353"/>
              <a:gd name="connsiteY0" fmla="*/ 1160891 h 1216550"/>
              <a:gd name="connsiteX1" fmla="*/ 492981 w 3371353"/>
              <a:gd name="connsiteY1" fmla="*/ 1033670 h 1216550"/>
              <a:gd name="connsiteX2" fmla="*/ 1741335 w 3371353"/>
              <a:gd name="connsiteY2" fmla="*/ 0 h 1216550"/>
              <a:gd name="connsiteX3" fmla="*/ 2806810 w 3371353"/>
              <a:gd name="connsiteY3" fmla="*/ 1033670 h 1216550"/>
              <a:gd name="connsiteX4" fmla="*/ 3371353 w 3371353"/>
              <a:gd name="connsiteY4" fmla="*/ 1216550 h 1216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353" h="1216550">
                <a:moveTo>
                  <a:pt x="0" y="1160891"/>
                </a:moveTo>
                <a:cubicBezTo>
                  <a:pt x="101379" y="1194021"/>
                  <a:pt x="202759" y="1227152"/>
                  <a:pt x="492981" y="1033670"/>
                </a:cubicBezTo>
                <a:cubicBezTo>
                  <a:pt x="783204" y="840188"/>
                  <a:pt x="1355697" y="0"/>
                  <a:pt x="1741335" y="0"/>
                </a:cubicBezTo>
                <a:cubicBezTo>
                  <a:pt x="2126973" y="0"/>
                  <a:pt x="2535140" y="830912"/>
                  <a:pt x="2806810" y="1033670"/>
                </a:cubicBezTo>
                <a:cubicBezTo>
                  <a:pt x="3078480" y="1236428"/>
                  <a:pt x="3233530" y="1187395"/>
                  <a:pt x="3371353" y="121655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5847121" y="3850031"/>
            <a:ext cx="263214" cy="261610"/>
          </a:xfrm>
          <a:prstGeom prst="rect">
            <a:avLst/>
          </a:prstGeom>
          <a:noFill/>
        </p:spPr>
        <p:txBody>
          <a:bodyPr wrap="none" rtlCol="0">
            <a:spAutoFit/>
          </a:bodyPr>
          <a:lstStyle/>
          <a:p>
            <a:r>
              <a:rPr lang="en-US" sz="1100" dirty="0"/>
              <a:t>0</a:t>
            </a:r>
          </a:p>
        </p:txBody>
      </p:sp>
      <p:sp>
        <p:nvSpPr>
          <p:cNvPr id="10" name="Rectangle 9"/>
          <p:cNvSpPr/>
          <p:nvPr/>
        </p:nvSpPr>
        <p:spPr>
          <a:xfrm>
            <a:off x="4229690" y="3597394"/>
            <a:ext cx="381416" cy="203504"/>
          </a:xfrm>
          <a:prstGeom prst="rect">
            <a:avLst/>
          </a:prstGeom>
          <a:pattFill prst="dkDnDiag">
            <a:fgClr>
              <a:schemeClr val="accent1"/>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7227577" y="3611492"/>
            <a:ext cx="381416" cy="203504"/>
          </a:xfrm>
          <a:prstGeom prst="rect">
            <a:avLst/>
          </a:prstGeom>
          <a:pattFill prst="dkDnDiag">
            <a:fgClr>
              <a:schemeClr val="accent1"/>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3847073" y="3884704"/>
            <a:ext cx="1604927" cy="461665"/>
          </a:xfrm>
          <a:prstGeom prst="rect">
            <a:avLst/>
          </a:prstGeom>
          <a:noFill/>
        </p:spPr>
        <p:txBody>
          <a:bodyPr wrap="none" rtlCol="0">
            <a:spAutoFit/>
          </a:bodyPr>
          <a:lstStyle/>
          <a:p>
            <a:r>
              <a:rPr lang="en-US" sz="1200" dirty="0"/>
              <a:t>Region of </a:t>
            </a:r>
            <a:r>
              <a:rPr lang="en-US" sz="1200" dirty="0" smtClean="0"/>
              <a:t>rejection (H</a:t>
            </a:r>
            <a:r>
              <a:rPr lang="en-US" sz="1200" baseline="-25000" dirty="0" smtClean="0"/>
              <a:t>0</a:t>
            </a:r>
            <a:r>
              <a:rPr lang="en-US" sz="1200" dirty="0"/>
              <a:t>)</a:t>
            </a:r>
            <a:endParaRPr lang="en-US" sz="1200" baseline="-25000" dirty="0" smtClean="0"/>
          </a:p>
          <a:p>
            <a:r>
              <a:rPr lang="en-US" sz="1200" dirty="0"/>
              <a:t>(Significant area</a:t>
            </a:r>
            <a:r>
              <a:rPr lang="en-US" sz="1200" dirty="0" smtClean="0"/>
              <a:t>)</a:t>
            </a:r>
            <a:endParaRPr lang="en-US" sz="1200" dirty="0"/>
          </a:p>
        </p:txBody>
      </p:sp>
      <p:sp>
        <p:nvSpPr>
          <p:cNvPr id="13" name="Curved Right Arrow 12"/>
          <p:cNvSpPr/>
          <p:nvPr/>
        </p:nvSpPr>
        <p:spPr>
          <a:xfrm rot="2724704">
            <a:off x="3774289" y="3279254"/>
            <a:ext cx="362120" cy="752981"/>
          </a:xfrm>
          <a:prstGeom prst="curvedRightArrow">
            <a:avLst>
              <a:gd name="adj1" fmla="val 0"/>
              <a:gd name="adj2" fmla="val 50000"/>
              <a:gd name="adj3" fmla="val 25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TextBox 13"/>
          <p:cNvSpPr txBox="1"/>
          <p:nvPr/>
        </p:nvSpPr>
        <p:spPr>
          <a:xfrm>
            <a:off x="6807618" y="3873853"/>
            <a:ext cx="1633781" cy="461665"/>
          </a:xfrm>
          <a:prstGeom prst="rect">
            <a:avLst/>
          </a:prstGeom>
          <a:noFill/>
        </p:spPr>
        <p:txBody>
          <a:bodyPr wrap="none" rtlCol="0">
            <a:spAutoFit/>
          </a:bodyPr>
          <a:lstStyle/>
          <a:p>
            <a:r>
              <a:rPr lang="en-US" sz="1200" dirty="0"/>
              <a:t>Region of </a:t>
            </a:r>
            <a:r>
              <a:rPr lang="en-US" sz="1200" dirty="0" smtClean="0"/>
              <a:t>rejection (H</a:t>
            </a:r>
            <a:r>
              <a:rPr lang="en-US" sz="1200" baseline="-25000" dirty="0" smtClean="0"/>
              <a:t>0</a:t>
            </a:r>
            <a:r>
              <a:rPr lang="en-US" sz="1200" dirty="0" smtClean="0"/>
              <a:t>)</a:t>
            </a:r>
          </a:p>
          <a:p>
            <a:r>
              <a:rPr lang="en-US" sz="1200" dirty="0"/>
              <a:t>(Significant area</a:t>
            </a:r>
            <a:r>
              <a:rPr lang="en-US" sz="1200" dirty="0" smtClean="0"/>
              <a:t>)</a:t>
            </a:r>
            <a:endParaRPr lang="en-US" sz="1200" dirty="0"/>
          </a:p>
        </p:txBody>
      </p:sp>
      <p:sp>
        <p:nvSpPr>
          <p:cNvPr id="15" name="Curved Right Arrow 14"/>
          <p:cNvSpPr/>
          <p:nvPr/>
        </p:nvSpPr>
        <p:spPr>
          <a:xfrm rot="18616679" flipH="1">
            <a:off x="7843040" y="3279560"/>
            <a:ext cx="345879" cy="752981"/>
          </a:xfrm>
          <a:prstGeom prst="curvedRightArrow">
            <a:avLst>
              <a:gd name="adj1" fmla="val 0"/>
              <a:gd name="adj2" fmla="val 50000"/>
              <a:gd name="adj3" fmla="val 25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mc:AlternateContent xmlns:mc="http://schemas.openxmlformats.org/markup-compatibility/2006" xmlns:a14="http://schemas.microsoft.com/office/drawing/2010/main">
        <mc:Choice Requires="a14">
          <p:sp>
            <p:nvSpPr>
              <p:cNvPr id="32" name="TextBox 31"/>
              <p:cNvSpPr txBox="1"/>
              <p:nvPr/>
            </p:nvSpPr>
            <p:spPr>
              <a:xfrm>
                <a:off x="2907566" y="5222436"/>
                <a:ext cx="6772462" cy="646331"/>
              </a:xfrm>
              <a:prstGeom prst="rect">
                <a:avLst/>
              </a:prstGeom>
              <a:noFill/>
            </p:spPr>
            <p:txBody>
              <a:bodyPr wrap="square" rtlCol="0">
                <a:spAutoFit/>
              </a:bodyPr>
              <a:lstStyle/>
              <a:p>
                <a:pPr algn="ctr"/>
                <a:r>
                  <a:rPr lang="en-US" dirty="0"/>
                  <a:t>Region of rejection contains the value from </a:t>
                </a:r>
                <a:r>
                  <a:rPr lang="en-US" dirty="0" smtClean="0"/>
                  <a:t>t-table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𝑐𝑟𝑖𝑡</m:t>
                        </m:r>
                      </m:sub>
                    </m:sSub>
                  </m:oMath>
                </a14:m>
                <a:r>
                  <a:rPr lang="en-US" dirty="0" smtClean="0"/>
                  <a:t>) </a:t>
                </a:r>
                <a:br>
                  <a:rPr lang="en-US" dirty="0" smtClean="0"/>
                </a:br>
                <a:r>
                  <a:rPr lang="en-US" b="1" dirty="0" smtClean="0"/>
                  <a:t>to</a:t>
                </a:r>
                <a:r>
                  <a:rPr lang="en-US" dirty="0" smtClean="0"/>
                  <a:t> </a:t>
                </a:r>
                <a:r>
                  <a:rPr lang="en-US" b="1" dirty="0"/>
                  <a:t>reject the null </a:t>
                </a:r>
                <a:r>
                  <a:rPr lang="en-US" b="1" dirty="0" smtClean="0"/>
                  <a:t>hypothesis (H</a:t>
                </a:r>
                <a:r>
                  <a:rPr lang="en-US" b="1" baseline="-25000" dirty="0" smtClean="0"/>
                  <a:t>0</a:t>
                </a:r>
                <a:r>
                  <a:rPr lang="en-US" b="1" dirty="0" smtClean="0"/>
                  <a:t>) </a:t>
                </a:r>
                <a:r>
                  <a:rPr lang="en-US" b="1" dirty="0" smtClean="0">
                    <a:sym typeface="Wingdings" panose="05000000000000000000" pitchFamily="2" charset="2"/>
                  </a:rPr>
                  <a:t>= accept alternative hypothesis </a:t>
                </a:r>
                <a:r>
                  <a:rPr lang="en-US" b="1" dirty="0"/>
                  <a:t>(</a:t>
                </a:r>
                <a:r>
                  <a:rPr lang="en-US" b="1" dirty="0" smtClean="0"/>
                  <a:t>H</a:t>
                </a:r>
                <a:r>
                  <a:rPr lang="en-US" b="1" baseline="-25000" dirty="0" smtClean="0"/>
                  <a:t>A</a:t>
                </a:r>
                <a:r>
                  <a:rPr lang="en-US" b="1" dirty="0" smtClean="0"/>
                  <a:t>)</a:t>
                </a:r>
                <a:endParaRPr lang="en-US" b="1" dirty="0"/>
              </a:p>
            </p:txBody>
          </p:sp>
        </mc:Choice>
        <mc:Fallback xmlns="">
          <p:sp>
            <p:nvSpPr>
              <p:cNvPr id="32" name="TextBox 31"/>
              <p:cNvSpPr txBox="1">
                <a:spLocks noRot="1" noChangeAspect="1" noMove="1" noResize="1" noEditPoints="1" noAdjustHandles="1" noChangeArrowheads="1" noChangeShapeType="1" noTextEdit="1"/>
              </p:cNvSpPr>
              <p:nvPr/>
            </p:nvSpPr>
            <p:spPr>
              <a:xfrm>
                <a:off x="2907566" y="5222436"/>
                <a:ext cx="6772462" cy="646331"/>
              </a:xfrm>
              <a:prstGeom prst="rect">
                <a:avLst/>
              </a:prstGeom>
              <a:blipFill>
                <a:blip r:embed="rId7"/>
                <a:stretch>
                  <a:fillRect l="-90" t="-5660" r="-90" b="-141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Rectangle 2"/>
              <p:cNvSpPr/>
              <p:nvPr/>
            </p:nvSpPr>
            <p:spPr>
              <a:xfrm>
                <a:off x="9189471" y="1905000"/>
                <a:ext cx="658578" cy="369332"/>
              </a:xfrm>
              <a:prstGeom prst="rect">
                <a:avLst/>
              </a:prstGeom>
              <a:ln>
                <a:solidFill>
                  <a:srgbClr val="FFC000"/>
                </a:solidFill>
              </a:ln>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𝑐𝑟𝑖𝑡</m:t>
                          </m:r>
                        </m:sub>
                      </m:sSub>
                    </m:oMath>
                  </m:oMathPara>
                </a14:m>
                <a:endParaRPr lang="en-US" dirty="0"/>
              </a:p>
            </p:txBody>
          </p:sp>
        </mc:Choice>
        <mc:Fallback xmlns="">
          <p:sp>
            <p:nvSpPr>
              <p:cNvPr id="3" name="Rectangle 2"/>
              <p:cNvSpPr>
                <a:spLocks noRot="1" noChangeAspect="1" noMove="1" noResize="1" noEditPoints="1" noAdjustHandles="1" noChangeArrowheads="1" noChangeShapeType="1" noTextEdit="1"/>
              </p:cNvSpPr>
              <p:nvPr/>
            </p:nvSpPr>
            <p:spPr>
              <a:xfrm>
                <a:off x="9189471" y="1905000"/>
                <a:ext cx="658578" cy="369332"/>
              </a:xfrm>
              <a:prstGeom prst="rect">
                <a:avLst/>
              </a:prstGeom>
              <a:blipFill>
                <a:blip r:embed="rId8"/>
                <a:stretch>
                  <a:fillRect/>
                </a:stretch>
              </a:blipFill>
              <a:ln>
                <a:solidFill>
                  <a:srgbClr val="FFC000"/>
                </a:solidFill>
              </a:ln>
            </p:spPr>
            <p:txBody>
              <a:bodyPr/>
              <a:lstStyle/>
              <a:p>
                <a:r>
                  <a:rPr lang="en-US">
                    <a:noFill/>
                  </a:rPr>
                  <a:t> </a:t>
                </a:r>
              </a:p>
            </p:txBody>
          </p:sp>
        </mc:Fallback>
      </mc:AlternateContent>
      <p:cxnSp>
        <p:nvCxnSpPr>
          <p:cNvPr id="17" name="Elbow Connector 16"/>
          <p:cNvCxnSpPr>
            <a:stCxn id="3" idx="1"/>
          </p:cNvCxnSpPr>
          <p:nvPr/>
        </p:nvCxnSpPr>
        <p:spPr>
          <a:xfrm rot="10800000" flipV="1">
            <a:off x="4587043" y="2089665"/>
            <a:ext cx="4602429" cy="1402363"/>
          </a:xfrm>
          <a:prstGeom prst="bentConnector3">
            <a:avLst>
              <a:gd name="adj1" fmla="val 99931"/>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Elbow Connector 20"/>
          <p:cNvCxnSpPr>
            <a:stCxn id="3" idx="1"/>
          </p:cNvCxnSpPr>
          <p:nvPr/>
        </p:nvCxnSpPr>
        <p:spPr>
          <a:xfrm rot="10800000" flipV="1">
            <a:off x="7227577" y="2089665"/>
            <a:ext cx="1961894" cy="1470343"/>
          </a:xfrm>
          <a:prstGeom prst="bentConnector3">
            <a:avLst>
              <a:gd name="adj1" fmla="val 100288"/>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flipH="1">
            <a:off x="4599075" y="3560008"/>
            <a:ext cx="11229" cy="324696"/>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flipH="1">
            <a:off x="7217214" y="3571827"/>
            <a:ext cx="11229" cy="324696"/>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3895142206"/>
      </p:ext>
    </p:extLst>
  </p:cSld>
  <p:clrMapOvr>
    <a:masterClrMapping/>
  </p:clrMapOvr>
  <p:transition spd="slow" advTm="51834">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500"/>
                                        <p:tgtEl>
                                          <p:spTgt spid="21"/>
                                        </p:tgtEl>
                                      </p:cBhvr>
                                    </p:animEffect>
                                  </p:childTnLst>
                                </p:cTn>
                              </p:par>
                              <p:par>
                                <p:cTn id="11" presetID="10" presetClass="entr" presetSubtype="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500"/>
                                        <p:tgtEl>
                                          <p:spTgt spid="17"/>
                                        </p:tgtEl>
                                      </p:cBhvr>
                                    </p:animEffect>
                                  </p:childTnLst>
                                </p:cTn>
                              </p:par>
                              <p:par>
                                <p:cTn id="14" presetID="10" presetClass="entr" presetSubtype="0" fill="hold" nodeType="withEffect">
                                  <p:stCondLst>
                                    <p:cond delay="0"/>
                                  </p:stCondLst>
                                  <p:childTnLst>
                                    <p:set>
                                      <p:cBhvr>
                                        <p:cTn id="15" dur="1" fill="hold">
                                          <p:stCondLst>
                                            <p:cond delay="0"/>
                                          </p:stCondLst>
                                        </p:cTn>
                                        <p:tgtEl>
                                          <p:spTgt spid="43"/>
                                        </p:tgtEl>
                                        <p:attrNameLst>
                                          <p:attrName>style.visibility</p:attrName>
                                        </p:attrNameLst>
                                      </p:cBhvr>
                                      <p:to>
                                        <p:strVal val="visible"/>
                                      </p:to>
                                    </p:set>
                                    <p:animEffect transition="in" filter="fade">
                                      <p:cBhvr>
                                        <p:cTn id="16" dur="500"/>
                                        <p:tgtEl>
                                          <p:spTgt spid="43"/>
                                        </p:tgtEl>
                                      </p:cBhvr>
                                    </p:animEffect>
                                  </p:childTnLst>
                                </p:cTn>
                              </p:par>
                              <p:par>
                                <p:cTn id="17" presetID="10" presetClass="entr" presetSubtype="0" fill="hold" nodeType="withEffect">
                                  <p:stCondLst>
                                    <p:cond delay="0"/>
                                  </p:stCondLst>
                                  <p:childTnLst>
                                    <p:set>
                                      <p:cBhvr>
                                        <p:cTn id="18" dur="1" fill="hold">
                                          <p:stCondLst>
                                            <p:cond delay="0"/>
                                          </p:stCondLst>
                                        </p:cTn>
                                        <p:tgtEl>
                                          <p:spTgt spid="47"/>
                                        </p:tgtEl>
                                        <p:attrNameLst>
                                          <p:attrName>style.visibility</p:attrName>
                                        </p:attrNameLst>
                                      </p:cBhvr>
                                      <p:to>
                                        <p:strVal val="visible"/>
                                      </p:to>
                                    </p:set>
                                    <p:animEffect transition="in" filter="fade">
                                      <p:cBhvr>
                                        <p:cTn id="19" dur="500"/>
                                        <p:tgtEl>
                                          <p:spTgt spid="47"/>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xit" presetSubtype="0" fill="hold" nodeType="clickEffect">
                                  <p:stCondLst>
                                    <p:cond delay="0"/>
                                  </p:stCondLst>
                                  <p:childTnLst>
                                    <p:animEffect transition="out" filter="fade">
                                      <p:cBhvr>
                                        <p:cTn id="23" dur="500"/>
                                        <p:tgtEl>
                                          <p:spTgt spid="21"/>
                                        </p:tgtEl>
                                      </p:cBhvr>
                                    </p:animEffect>
                                    <p:set>
                                      <p:cBhvr>
                                        <p:cTn id="24" dur="1" fill="hold">
                                          <p:stCondLst>
                                            <p:cond delay="499"/>
                                          </p:stCondLst>
                                        </p:cTn>
                                        <p:tgtEl>
                                          <p:spTgt spid="21"/>
                                        </p:tgtEl>
                                        <p:attrNameLst>
                                          <p:attrName>style.visibility</p:attrName>
                                        </p:attrNameLst>
                                      </p:cBhvr>
                                      <p:to>
                                        <p:strVal val="hidden"/>
                                      </p:to>
                                    </p:set>
                                  </p:childTnLst>
                                </p:cTn>
                              </p:par>
                              <p:par>
                                <p:cTn id="25" presetID="10" presetClass="exit" presetSubtype="0" fill="hold" nodeType="withEffect">
                                  <p:stCondLst>
                                    <p:cond delay="0"/>
                                  </p:stCondLst>
                                  <p:childTnLst>
                                    <p:animEffect transition="out" filter="fade">
                                      <p:cBhvr>
                                        <p:cTn id="26" dur="500"/>
                                        <p:tgtEl>
                                          <p:spTgt spid="17"/>
                                        </p:tgtEl>
                                      </p:cBhvr>
                                    </p:animEffect>
                                    <p:set>
                                      <p:cBhvr>
                                        <p:cTn id="27" dur="1" fill="hold">
                                          <p:stCondLst>
                                            <p:cond delay="499"/>
                                          </p:stCondLst>
                                        </p:cTn>
                                        <p:tgtEl>
                                          <p:spTgt spid="17"/>
                                        </p:tgtEl>
                                        <p:attrNameLst>
                                          <p:attrName>style.visibility</p:attrName>
                                        </p:attrNameLst>
                                      </p:cBhvr>
                                      <p:to>
                                        <p:strVal val="hidden"/>
                                      </p:to>
                                    </p:se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500"/>
                                        <p:tgtEl>
                                          <p:spTgt spid="1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500"/>
                                        <p:tgtEl>
                                          <p:spTgt spid="15"/>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500"/>
                                        <p:tgtEl>
                                          <p:spTgt spid="10"/>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1"/>
                                        </p:tgtEl>
                                        <p:attrNameLst>
                                          <p:attrName>style.visibility</p:attrName>
                                        </p:attrNameLst>
                                      </p:cBhvr>
                                      <p:to>
                                        <p:strVal val="visible"/>
                                      </p:to>
                                    </p:set>
                                    <p:animEffect transition="in" filter="fade">
                                      <p:cBhvr>
                                        <p:cTn id="45" dur="500"/>
                                        <p:tgtEl>
                                          <p:spTgt spid="11"/>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32"/>
                                        </p:tgtEl>
                                        <p:attrNameLst>
                                          <p:attrName>style.visibility</p:attrName>
                                        </p:attrNameLst>
                                      </p:cBhvr>
                                      <p:to>
                                        <p:strVal val="visible"/>
                                      </p:to>
                                    </p:set>
                                    <p:animEffect transition="in" filter="fade">
                                      <p:cBhvr>
                                        <p:cTn id="50"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p:bldP spid="13" grpId="0" animBg="1"/>
      <p:bldP spid="14" grpId="0"/>
      <p:bldP spid="15" grpId="0" animBg="1"/>
      <p:bldP spid="32" grpId="0"/>
      <p:bldP spid="3" grpId="0" animBg="1"/>
    </p:bldLst>
  </p:timing>
  <p:extLst mod="1">
    <p:ext uri="{3A86A75C-4F4B-4683-9AE1-C65F6400EC91}">
      <p14:laserTraceLst xmlns:p14="http://schemas.microsoft.com/office/powerpoint/2010/main">
        <p14:tracePtLst>
          <p14:tracePt t="22288" x="522288" y="5341938"/>
          <p14:tracePt t="22369" x="530225" y="5319713"/>
          <p14:tracePt t="22376" x="623888" y="5260975"/>
          <p14:tracePt t="22385" x="835025" y="5145088"/>
          <p14:tracePt t="22392" x="1103313" y="5014913"/>
          <p14:tracePt t="22407" x="1408113" y="4876800"/>
          <p14:tracePt t="22423" x="2097088" y="4572000"/>
          <p14:tracePt t="22440" x="2387600" y="4470400"/>
          <p14:tracePt t="22457" x="2605088" y="4397375"/>
          <p14:tracePt t="22474" x="2801938" y="4346575"/>
          <p14:tracePt t="22490" x="3019425" y="4289425"/>
          <p14:tracePt t="22507" x="3200400" y="4244975"/>
          <p14:tracePt t="22523" x="3330575" y="4208463"/>
          <p14:tracePt t="22540" x="3425825" y="4179888"/>
          <p14:tracePt t="22557" x="3497263" y="4157663"/>
          <p14:tracePt t="22573" x="3578225" y="4137025"/>
          <p14:tracePt t="22590" x="3722688" y="4100513"/>
          <p14:tracePt t="22607" x="3875088" y="4064000"/>
          <p14:tracePt t="22623" x="4106863" y="4021138"/>
          <p14:tracePt t="22640" x="4259263" y="4021138"/>
          <p14:tracePt t="22657" x="4456113" y="3990975"/>
          <p14:tracePt t="22674" x="4622800" y="3954463"/>
          <p14:tracePt t="22690" x="4695825" y="3925888"/>
          <p14:tracePt t="22707" x="4716463" y="3897313"/>
          <p14:tracePt t="22723" x="4724400" y="3846513"/>
          <p14:tracePt t="22740" x="4724400" y="3773488"/>
          <p14:tracePt t="22757" x="4724400" y="3686175"/>
          <p14:tracePt t="22774" x="4746625" y="3606800"/>
          <p14:tracePt t="22790" x="4746625" y="3519488"/>
          <p14:tracePt t="22807" x="4746625" y="3417888"/>
          <p14:tracePt t="22824" x="4732338" y="3352800"/>
          <p14:tracePt t="22840" x="4716463" y="3324225"/>
          <p14:tracePt t="22857" x="4716463" y="3302000"/>
          <p14:tracePt t="22873" x="4710113" y="3287713"/>
          <p14:tracePt t="22890" x="4695825" y="3273425"/>
          <p14:tracePt t="22907" x="4681538" y="3259138"/>
          <p14:tracePt t="22924" x="4651375" y="3243263"/>
          <p14:tracePt t="22940" x="4586288" y="3222625"/>
          <p14:tracePt t="22957" x="4529138" y="3186113"/>
          <p14:tracePt t="22974" x="4441825" y="3157538"/>
          <p14:tracePt t="22990" x="4360863" y="3121025"/>
          <p14:tracePt t="23007" x="4303713" y="3106738"/>
          <p14:tracePt t="23023" x="4259263" y="3090863"/>
          <p14:tracePt t="23040" x="4230688" y="3090863"/>
          <p14:tracePt t="23057" x="4208463" y="3090863"/>
          <p14:tracePt t="23073" x="4157663" y="3113088"/>
          <p14:tracePt t="23090" x="4092575" y="3163888"/>
          <p14:tracePt t="23107" x="4049713" y="3192463"/>
          <p14:tracePt t="23124" x="3998913" y="3259138"/>
          <p14:tracePt t="23140" x="3976688" y="3309938"/>
          <p14:tracePt t="23157" x="3948113" y="3403600"/>
          <p14:tracePt t="23174" x="3911600" y="3533775"/>
          <p14:tracePt t="23190" x="3903663" y="3671888"/>
          <p14:tracePt t="23207" x="3903663" y="3875088"/>
          <p14:tracePt t="23224" x="3911600" y="3976688"/>
          <p14:tracePt t="23240" x="3940175" y="4049713"/>
          <p14:tracePt t="23257" x="3976688" y="4137025"/>
          <p14:tracePt t="23274" x="4027488" y="4224338"/>
          <p14:tracePt t="23290" x="4100513" y="4310063"/>
          <p14:tracePt t="23307" x="4187825" y="4360863"/>
          <p14:tracePt t="23324" x="4310063" y="4411663"/>
          <p14:tracePt t="23340" x="4441825" y="4441825"/>
          <p14:tracePt t="23357" x="4564063" y="4456113"/>
          <p14:tracePt t="23374" x="4695825" y="4456113"/>
          <p14:tracePt t="23390" x="4789488" y="4456113"/>
          <p14:tracePt t="23408" x="4964113" y="4456113"/>
          <p14:tracePt t="23424" x="5094288" y="4411663"/>
          <p14:tracePt t="23440" x="5218113" y="4346575"/>
          <p14:tracePt t="23457" x="5297488" y="4275138"/>
          <p14:tracePt t="23474" x="5334000" y="4179888"/>
          <p14:tracePt t="23490" x="5348288" y="4092575"/>
          <p14:tracePt t="23507" x="5348288" y="4021138"/>
          <p14:tracePt t="23524" x="5348288" y="3933825"/>
          <p14:tracePt t="23540" x="5348288" y="3852863"/>
          <p14:tracePt t="23557" x="5341938" y="3744913"/>
          <p14:tracePt t="23574" x="5305425" y="3643313"/>
          <p14:tracePt t="23590" x="5254625" y="3548063"/>
          <p14:tracePt t="23607" x="5210175" y="3497263"/>
          <p14:tracePt t="23624" x="5173663" y="3462338"/>
          <p14:tracePt t="23640" x="5138738" y="3440113"/>
          <p14:tracePt t="23657" x="5087938" y="3417888"/>
          <p14:tracePt t="23674" x="5029200" y="3389313"/>
          <p14:tracePt t="23691" x="5014913" y="3389313"/>
          <p14:tracePt t="23707" x="5006975" y="3381375"/>
          <p14:tracePt t="24161" x="5000625" y="3403600"/>
          <p14:tracePt t="24169" x="5000625" y="3425825"/>
          <p14:tracePt t="24176" x="5000625" y="3454400"/>
          <p14:tracePt t="24191" x="5000625" y="3513138"/>
          <p14:tracePt t="24208" x="5000625" y="3716338"/>
          <p14:tracePt t="24224" x="5006975" y="3868738"/>
          <p14:tracePt t="24241" x="5043488" y="4013200"/>
          <p14:tracePt t="24257" x="5087938" y="4129088"/>
          <p14:tracePt t="24274" x="5167313" y="4244975"/>
          <p14:tracePt t="24291" x="5246688" y="4340225"/>
          <p14:tracePt t="24307" x="5362575" y="4419600"/>
          <p14:tracePt t="24324" x="5478463" y="4492625"/>
          <p14:tracePt t="24341" x="5638800" y="4543425"/>
          <p14:tracePt t="24357" x="5849938" y="4594225"/>
          <p14:tracePt t="24374" x="6110288" y="4630738"/>
          <p14:tracePt t="24391" x="6364288" y="4659313"/>
          <p14:tracePt t="24407" x="6662738" y="4702175"/>
          <p14:tracePt t="24424" x="7061200" y="4746625"/>
          <p14:tracePt t="24441" x="7358063" y="4783138"/>
          <p14:tracePt t="24458" x="7642225" y="4789488"/>
          <p14:tracePt t="24474" x="7881938" y="4789488"/>
          <p14:tracePt t="24491" x="8105775" y="4789488"/>
          <p14:tracePt t="24508" x="8294688" y="4789488"/>
          <p14:tracePt t="24524" x="8461375" y="4775200"/>
          <p14:tracePt t="24541" x="8613775" y="4724400"/>
          <p14:tracePt t="24557" x="8729663" y="4673600"/>
          <p14:tracePt t="24574" x="8810625" y="4622800"/>
          <p14:tracePt t="24591" x="8875713" y="4557713"/>
          <p14:tracePt t="24607" x="8955088" y="4448175"/>
          <p14:tracePt t="24624" x="8991600" y="4360863"/>
          <p14:tracePt t="24641" x="9020175" y="4267200"/>
          <p14:tracePt t="24657" x="9034463" y="4187825"/>
          <p14:tracePt t="24674" x="9034463" y="4129088"/>
          <p14:tracePt t="24691" x="9034463" y="4056063"/>
          <p14:tracePt t="24707" x="9034463" y="4021138"/>
          <p14:tracePt t="24724" x="9028113" y="3970338"/>
          <p14:tracePt t="24741" x="9005888" y="3911600"/>
          <p14:tracePt t="24757" x="8963025" y="3852863"/>
          <p14:tracePt t="24774" x="8904288" y="3787775"/>
          <p14:tracePt t="24791" x="8723313" y="3671888"/>
          <p14:tracePt t="24807" x="8577263" y="3598863"/>
          <p14:tracePt t="24824" x="8432800" y="3541713"/>
          <p14:tracePt t="24841" x="8302625" y="3482975"/>
          <p14:tracePt t="24858" x="8207375" y="3432175"/>
          <p14:tracePt t="24874" x="8105775" y="3389313"/>
          <p14:tracePt t="24891" x="7961313" y="3338513"/>
          <p14:tracePt t="24908" x="7794625" y="3287713"/>
          <p14:tracePt t="24924" x="7648575" y="3265488"/>
          <p14:tracePt t="24941" x="7518400" y="3259138"/>
          <p14:tracePt t="24958" x="7424738" y="3259138"/>
          <p14:tracePt t="24974" x="7351713" y="3259138"/>
          <p14:tracePt t="24991" x="7300913" y="3273425"/>
          <p14:tracePt t="25007" x="7148513" y="3338513"/>
          <p14:tracePt t="25024" x="7083425" y="3375025"/>
          <p14:tracePt t="25041" x="6973888" y="3454400"/>
          <p14:tracePt t="25058" x="6916738" y="3541713"/>
          <p14:tracePt t="25075" x="6865938" y="3629025"/>
          <p14:tracePt t="25091" x="6850063" y="3722688"/>
          <p14:tracePt t="25108" x="6815138" y="3832225"/>
          <p14:tracePt t="25124" x="6815138" y="3948113"/>
          <p14:tracePt t="25141" x="6815138" y="4086225"/>
          <p14:tracePt t="25158" x="6886575" y="4230688"/>
          <p14:tracePt t="25174" x="6996113" y="4332288"/>
          <p14:tracePt t="25191" x="7134225" y="4419600"/>
          <p14:tracePt t="25208" x="7292975" y="4470400"/>
          <p14:tracePt t="25224" x="7388225" y="4492625"/>
          <p14:tracePt t="25241" x="7496175" y="4498975"/>
          <p14:tracePt t="25258" x="7620000" y="4492625"/>
          <p14:tracePt t="25274" x="7764463" y="4419600"/>
          <p14:tracePt t="25291" x="7874000" y="4325938"/>
          <p14:tracePt t="25308" x="7947025" y="4230688"/>
          <p14:tracePt t="25324" x="7997825" y="4143375"/>
          <p14:tracePt t="25341" x="8048625" y="4049713"/>
          <p14:tracePt t="25358" x="8085138" y="3962400"/>
          <p14:tracePt t="25374" x="8113713" y="3868738"/>
          <p14:tracePt t="25391" x="8113713" y="3744913"/>
          <p14:tracePt t="25408" x="8113713" y="3665538"/>
          <p14:tracePt t="25424" x="8069263" y="3570288"/>
          <p14:tracePt t="25441" x="7961313" y="3454400"/>
          <p14:tracePt t="25458" x="7808913" y="3360738"/>
          <p14:tracePt t="25474" x="7605713" y="3265488"/>
          <p14:tracePt t="25491" x="7416800" y="3208338"/>
          <p14:tracePt t="25508" x="7256463" y="3178175"/>
          <p14:tracePt t="25524" x="7148513" y="3178175"/>
          <p14:tracePt t="25541" x="7061200" y="3186113"/>
          <p14:tracePt t="25558" x="6937375" y="3236913"/>
          <p14:tracePt t="25575" x="6807200" y="3302000"/>
          <p14:tracePt t="25591" x="6705600" y="3389313"/>
          <p14:tracePt t="25608" x="6575425" y="3533775"/>
          <p14:tracePt t="25625" x="6524625" y="3635375"/>
          <p14:tracePt t="25641" x="6524625" y="3716338"/>
          <p14:tracePt t="25658" x="6524625" y="3810000"/>
          <p14:tracePt t="25675" x="6524625" y="3911600"/>
          <p14:tracePt t="25691" x="6596063" y="4027488"/>
          <p14:tracePt t="25708" x="6662738" y="4122738"/>
          <p14:tracePt t="25724" x="6719888" y="4179888"/>
          <p14:tracePt t="25741" x="6770688" y="4216400"/>
          <p14:tracePt t="25758" x="6792913" y="4230688"/>
          <p14:tracePt t="25774" x="6799263" y="4238625"/>
          <p14:tracePt t="25791" x="6807200" y="4238625"/>
          <p14:tracePt t="25809" x="6815138" y="4244975"/>
          <p14:tracePt t="25825" x="6821488" y="4244975"/>
          <p14:tracePt t="25841" x="6835775" y="4259263"/>
          <p14:tracePt t="25858" x="6865938" y="4259263"/>
          <p14:tracePt t="25875" x="6886575" y="4259263"/>
          <p14:tracePt t="25891" x="6908800" y="4267200"/>
          <p14:tracePt t="25908" x="6916738" y="4267200"/>
          <p14:tracePt t="25925" x="6931025" y="4267200"/>
          <p14:tracePt t="25941" x="6951663" y="4267200"/>
          <p14:tracePt t="25958" x="6996113" y="4267200"/>
          <p14:tracePt t="25975" x="7018338" y="4267200"/>
          <p14:tracePt t="25991" x="7024688" y="4267200"/>
          <p14:tracePt t="26048" x="7032625" y="4267200"/>
          <p14:tracePt t="26065" x="7038975" y="4267200"/>
          <p14:tracePt t="26089" x="7038975" y="4275138"/>
          <p14:tracePt t="26096" x="7046913" y="4275138"/>
          <p14:tracePt t="26129" x="7053263" y="4275138"/>
          <p14:tracePt t="26137" x="7061200" y="4252913"/>
          <p14:tracePt t="26144" x="7083425" y="4216400"/>
          <p14:tracePt t="26158" x="7089775" y="4202113"/>
          <p14:tracePt t="28769" x="7089775" y="4194175"/>
          <p14:tracePt t="29490" x="7089775" y="4202113"/>
          <p14:tracePt t="29496" x="7089775" y="4224338"/>
          <p14:tracePt t="29505" x="7083425" y="4259263"/>
          <p14:tracePt t="29513" x="7069138" y="4295775"/>
          <p14:tracePt t="29526" x="7053263" y="4346575"/>
          <p14:tracePt t="29542" x="6996113" y="4462463"/>
          <p14:tracePt t="29559" x="6900863" y="4681538"/>
          <p14:tracePt t="29576" x="6784975" y="4913313"/>
          <p14:tracePt t="29592" x="6697663" y="5130800"/>
          <p14:tracePt t="29609" x="6604000" y="5291138"/>
          <p14:tracePt t="29626" x="6516688" y="5413375"/>
          <p14:tracePt t="29642" x="6443663" y="5500688"/>
          <p14:tracePt t="29659" x="6364288" y="5565775"/>
          <p14:tracePt t="29676" x="6276975" y="5630863"/>
          <p14:tracePt t="29693" x="6175375" y="5711825"/>
          <p14:tracePt t="29710" x="6096000" y="5776913"/>
          <p14:tracePt t="29726" x="6045200" y="5813425"/>
          <p14:tracePt t="29742" x="6030913" y="5842000"/>
          <p14:tracePt t="29759" x="6016625" y="5849938"/>
          <p14:tracePt t="29776" x="6008688" y="5864225"/>
          <p14:tracePt t="30009" x="6008688" y="5849938"/>
          <p14:tracePt t="30017" x="6022975" y="5834063"/>
          <p14:tracePt t="30026" x="6059488" y="5819775"/>
          <p14:tracePt t="30042" x="6110288" y="5799138"/>
          <p14:tracePt t="30060" x="6226175" y="5768975"/>
          <p14:tracePt t="30076" x="6307138" y="5748338"/>
          <p14:tracePt t="30093" x="6378575" y="5718175"/>
          <p14:tracePt t="30109" x="6429375" y="5697538"/>
          <p14:tracePt t="30126" x="6459538" y="5675313"/>
          <p14:tracePt t="30143" x="6480175" y="5653088"/>
          <p14:tracePt t="30160" x="6561138" y="5610225"/>
          <p14:tracePt t="30176" x="6618288" y="5573713"/>
          <p14:tracePt t="30192" x="6677025" y="5545138"/>
          <p14:tracePt t="30209" x="6713538" y="5514975"/>
          <p14:tracePt t="30226" x="6727825" y="5508625"/>
          <p14:tracePt t="30243" x="6742113" y="5494338"/>
          <p14:tracePt t="30260" x="6764338" y="5486400"/>
          <p14:tracePt t="30276" x="6821488" y="5457825"/>
          <p14:tracePt t="30293" x="6931025" y="5421313"/>
          <p14:tracePt t="30309" x="7002463" y="5399088"/>
          <p14:tracePt t="30326" x="7053263" y="5392738"/>
          <p14:tracePt t="30343" x="7089775" y="5384800"/>
          <p14:tracePt t="30360" x="7126288" y="5370513"/>
          <p14:tracePt t="30376" x="7177088" y="5370513"/>
          <p14:tracePt t="30393" x="7272338" y="5370513"/>
          <p14:tracePt t="30409" x="7366000" y="5370513"/>
          <p14:tracePt t="30426" x="7431088" y="5362575"/>
          <p14:tracePt t="30443" x="7475538" y="5356225"/>
          <p14:tracePt t="30459" x="7481888" y="5356225"/>
          <p14:tracePt t="30476" x="7504113" y="5348288"/>
          <p14:tracePt t="30493" x="7546975" y="5348288"/>
          <p14:tracePt t="30509" x="7583488" y="5348288"/>
          <p14:tracePt t="30526" x="7620000" y="5348288"/>
          <p14:tracePt t="30543" x="7627938" y="5348288"/>
          <p14:tracePt t="30588" x="7642225" y="5348288"/>
          <p14:tracePt t="30596" x="7648575" y="5348288"/>
          <p14:tracePt t="30604" x="7656513" y="5348288"/>
          <p14:tracePt t="30615" x="7662863" y="5348288"/>
          <p14:tracePt t="30626" x="7678738" y="5348288"/>
          <p14:tracePt t="30644" x="7707313" y="5362575"/>
          <p14:tracePt t="30661" x="7721600" y="5362575"/>
          <p14:tracePt t="30677" x="7735888" y="5370513"/>
          <p14:tracePt t="30693" x="7764463" y="5384800"/>
          <p14:tracePt t="30711" x="7794625" y="5392738"/>
          <p14:tracePt t="30727" x="7831138" y="5399088"/>
          <p14:tracePt t="30745" x="7859713" y="5421313"/>
          <p14:tracePt t="30761" x="7881938" y="5427663"/>
          <p14:tracePt t="30777" x="7888288" y="5435600"/>
          <p14:tracePt t="30810" x="7902575" y="5443538"/>
          <p14:tracePt t="30827" x="7902575" y="5449888"/>
          <p14:tracePt t="30845" x="7902575" y="5457825"/>
          <p14:tracePt t="30860" x="7910513" y="5464175"/>
          <p14:tracePt t="30877" x="7910513" y="5478463"/>
          <p14:tracePt t="30896" x="7910513" y="5486400"/>
          <p14:tracePt t="30910" x="7910513" y="5494338"/>
          <p14:tracePt t="30927" x="7916863" y="5494338"/>
          <p14:tracePt t="30948" x="7924800" y="5500688"/>
          <p14:tracePt t="31264" x="7916863" y="5522913"/>
          <p14:tracePt t="31276" x="7902575" y="5537200"/>
          <p14:tracePt t="31309" x="7902575" y="5545138"/>
          <p14:tracePt t="31316" x="7896225" y="5551488"/>
          <p14:tracePt t="31701" x="7888288" y="5551488"/>
          <p14:tracePt t="31710" x="7859713" y="5551488"/>
          <p14:tracePt t="31716" x="7831138" y="5551488"/>
          <p14:tracePt t="31727" x="7815263" y="5551488"/>
          <p14:tracePt t="31744" x="7750175" y="5551488"/>
          <p14:tracePt t="31761" x="7713663" y="5551488"/>
          <p14:tracePt t="31777" x="7642225" y="5551488"/>
          <p14:tracePt t="31794" x="7554913" y="5551488"/>
          <p14:tracePt t="31810" x="7459663" y="5551488"/>
          <p14:tracePt t="31827" x="7358063" y="5565775"/>
          <p14:tracePt t="31844" x="7278688" y="5588000"/>
          <p14:tracePt t="31860" x="7213600" y="5588000"/>
          <p14:tracePt t="31877" x="7185025" y="5588000"/>
          <p14:tracePt t="31893" x="7134225" y="5595938"/>
          <p14:tracePt t="31911" x="7097713" y="5602288"/>
          <p14:tracePt t="31928" x="7075488" y="5602288"/>
          <p14:tracePt t="31936" x="7061200" y="5602288"/>
          <p14:tracePt t="31961" x="7038975" y="5602288"/>
          <p14:tracePt t="31978" x="7018338" y="5602288"/>
          <p14:tracePt t="31994" x="6981825" y="5602288"/>
          <p14:tracePt t="32011" x="6916738" y="5588000"/>
          <p14:tracePt t="32027" x="6886575" y="5580063"/>
          <p14:tracePt t="32044" x="6865938" y="5580063"/>
          <p14:tracePt t="32077" x="6850063" y="5580063"/>
          <p14:tracePt t="32172" x="6894513" y="5580063"/>
          <p14:tracePt t="32182" x="6967538" y="5580063"/>
          <p14:tracePt t="32193" x="7112000" y="5551488"/>
          <p14:tracePt t="32211" x="7213600" y="5522913"/>
          <p14:tracePt t="32227" x="7329488" y="5449888"/>
          <p14:tracePt t="32244" x="7388225" y="5376863"/>
          <p14:tracePt t="32261" x="7439025" y="5297488"/>
          <p14:tracePt t="32278" x="7481888" y="5189538"/>
          <p14:tracePt t="32294" x="7546975" y="5087938"/>
          <p14:tracePt t="32311" x="7627938" y="4956175"/>
          <p14:tracePt t="32327" x="7699375" y="4826000"/>
          <p14:tracePt t="32344" x="7772400" y="4645025"/>
          <p14:tracePt t="32362" x="7808913" y="4543425"/>
          <p14:tracePt t="32377" x="7831138" y="4448175"/>
          <p14:tracePt t="32395" x="7859713" y="4376738"/>
          <p14:tracePt t="32412" x="7874000" y="4318000"/>
          <p14:tracePt t="32427" x="7874000" y="4267200"/>
          <p14:tracePt t="32437" x="7874000" y="4238625"/>
          <p14:tracePt t="32446" x="7874000" y="4187825"/>
          <p14:tracePt t="32460" x="7874000" y="4106863"/>
          <p14:tracePt t="32478" x="7888288" y="4035425"/>
          <p14:tracePt t="32494" x="7902575" y="3998913"/>
          <p14:tracePt t="32510" x="7910513" y="3970338"/>
          <p14:tracePt t="32527" x="7910513" y="3962400"/>
          <p14:tracePt t="32550" x="7910513" y="3948113"/>
          <p14:tracePt t="32613" x="7910513" y="3940175"/>
          <p14:tracePt t="32621" x="7910513" y="3933825"/>
          <p14:tracePt t="32636" x="7910513" y="3925888"/>
          <p14:tracePt t="32666" x="7910513" y="3919538"/>
          <p14:tracePt t="32673" x="7910513" y="3903663"/>
          <p14:tracePt t="32682" x="7910513" y="3889375"/>
          <p14:tracePt t="32693" x="7916863" y="3868738"/>
          <p14:tracePt t="32710" x="7932738" y="3832225"/>
          <p14:tracePt t="32727" x="7939088" y="3773488"/>
          <p14:tracePt t="32744" x="7947025" y="3679825"/>
          <p14:tracePt t="32760" x="7947025" y="3635375"/>
          <p14:tracePt t="32777" x="7947025" y="3606800"/>
          <p14:tracePt t="32794" x="7947025" y="3584575"/>
          <p14:tracePt t="32811" x="7932738" y="3548063"/>
          <p14:tracePt t="32827" x="7910513" y="3527425"/>
          <p14:tracePt t="32844" x="7881938" y="3497263"/>
          <p14:tracePt t="32860" x="7851775" y="3476625"/>
          <p14:tracePt t="32877" x="7800975" y="3462338"/>
          <p14:tracePt t="32894" x="7735888" y="3446463"/>
          <p14:tracePt t="32910" x="7670800" y="3440113"/>
          <p14:tracePt t="32927" x="7627938" y="3432175"/>
          <p14:tracePt t="32932" x="7605713" y="3432175"/>
          <p14:tracePt t="32944" x="7569200" y="3432175"/>
          <p14:tracePt t="32960" x="7532688" y="3432175"/>
          <p14:tracePt t="32977" x="7489825" y="3432175"/>
          <p14:tracePt t="32994" x="7445375" y="3446463"/>
          <p14:tracePt t="33010" x="7402513" y="3462338"/>
          <p14:tracePt t="33027" x="7380288" y="3482975"/>
          <p14:tracePt t="33044" x="7358063" y="3497263"/>
          <p14:tracePt t="33060" x="7337425" y="3519488"/>
          <p14:tracePt t="33077" x="7329488" y="3548063"/>
          <p14:tracePt t="33094" x="7315200" y="3598863"/>
          <p14:tracePt t="33110" x="7300913" y="3643313"/>
          <p14:tracePt t="33128" x="7286625" y="3722688"/>
          <p14:tracePt t="33144" x="7286625" y="3759200"/>
          <p14:tracePt t="33160" x="7286625" y="3802063"/>
          <p14:tracePt t="33178" x="7292975" y="3846513"/>
          <p14:tracePt t="33194" x="7323138" y="3897313"/>
          <p14:tracePt t="33210" x="7351713" y="3948113"/>
          <p14:tracePt t="33227" x="7388225" y="3984625"/>
          <p14:tracePt t="33244" x="7431088" y="4021138"/>
          <p14:tracePt t="33260" x="7467600" y="4049713"/>
          <p14:tracePt t="33277" x="7510463" y="4064000"/>
          <p14:tracePt t="33294" x="7546975" y="4086225"/>
          <p14:tracePt t="33310" x="7597775" y="4106863"/>
          <p14:tracePt t="33327" x="7627938" y="4114800"/>
          <p14:tracePt t="33344" x="7678738" y="4137025"/>
          <p14:tracePt t="33361" x="7713663" y="4151313"/>
          <p14:tracePt t="33377" x="7772400" y="4165600"/>
          <p14:tracePt t="33394" x="7823200" y="4173538"/>
          <p14:tracePt t="33410" x="7859713" y="4173538"/>
          <p14:tracePt t="33427" x="7888288" y="4173538"/>
          <p14:tracePt t="33432" x="7902575" y="4173538"/>
          <p14:tracePt t="33444" x="7932738" y="4173538"/>
          <p14:tracePt t="33460" x="7961313" y="4157663"/>
          <p14:tracePt t="33477" x="8012113" y="4129088"/>
          <p14:tracePt t="33494" x="8040688" y="4092575"/>
          <p14:tracePt t="33511" x="8077200" y="4064000"/>
          <p14:tracePt t="33527" x="8105775" y="4021138"/>
          <p14:tracePt t="33544" x="8128000" y="3948113"/>
          <p14:tracePt t="33561" x="8142288" y="3925888"/>
          <p14:tracePt t="33577" x="8150225" y="3875088"/>
          <p14:tracePt t="33594" x="8150225" y="3824288"/>
          <p14:tracePt t="33611" x="8150225" y="3781425"/>
          <p14:tracePt t="33628" x="8150225" y="3736975"/>
          <p14:tracePt t="33644" x="8150225" y="3716338"/>
          <p14:tracePt t="33661" x="8150225" y="3686175"/>
          <p14:tracePt t="33678" x="8135938" y="3643313"/>
          <p14:tracePt t="33694" x="8113713" y="3606800"/>
          <p14:tracePt t="33711" x="8091488" y="3563938"/>
          <p14:tracePt t="33728" x="8034338" y="3527425"/>
          <p14:tracePt t="33744" x="7989888" y="3505200"/>
          <p14:tracePt t="33760" x="7924800" y="3476625"/>
          <p14:tracePt t="33777" x="7866063" y="3468688"/>
          <p14:tracePt t="33794" x="7823200" y="3468688"/>
          <p14:tracePt t="33811" x="7786688" y="3468688"/>
          <p14:tracePt t="33827" x="7729538" y="3454400"/>
          <p14:tracePt t="33844" x="7678738" y="3454400"/>
          <p14:tracePt t="33861" x="7627938" y="3454400"/>
          <p14:tracePt t="33877" x="7583488" y="3454400"/>
          <p14:tracePt t="33894" x="7510463" y="3490913"/>
          <p14:tracePt t="33911" x="7467600" y="3505200"/>
          <p14:tracePt t="33928" x="7402513" y="3533775"/>
          <p14:tracePt t="33944" x="7388225" y="3548063"/>
          <p14:tracePt t="33961" x="7373938" y="3563938"/>
          <p14:tracePt t="33977" x="7358063" y="3592513"/>
          <p14:tracePt t="33994" x="7337425" y="3643313"/>
          <p14:tracePt t="34011" x="7337425" y="3686175"/>
          <p14:tracePt t="34027" x="7337425" y="3722688"/>
          <p14:tracePt t="34044" x="7337425" y="3767138"/>
          <p14:tracePt t="34061" x="7358063" y="3824288"/>
          <p14:tracePt t="34078" x="7408863" y="3889375"/>
          <p14:tracePt t="34094" x="7504113" y="3954463"/>
          <p14:tracePt t="34111" x="7612063" y="4005263"/>
          <p14:tracePt t="34128" x="7815263" y="4041775"/>
          <p14:tracePt t="34144" x="7910513" y="4049713"/>
          <p14:tracePt t="34161" x="7953375" y="4049713"/>
          <p14:tracePt t="34177" x="7989888" y="4049713"/>
          <p14:tracePt t="34194" x="8040688" y="4035425"/>
          <p14:tracePt t="34211" x="8105775" y="4013200"/>
          <p14:tracePt t="34227" x="8186738" y="3976688"/>
          <p14:tracePt t="34244" x="8229600" y="3948113"/>
          <p14:tracePt t="34261" x="8266113" y="3903663"/>
          <p14:tracePt t="34277" x="8280400" y="3846513"/>
          <p14:tracePt t="34294" x="8308975" y="3773488"/>
          <p14:tracePt t="34311" x="8339138" y="3700463"/>
          <p14:tracePt t="34328" x="8359775" y="3584575"/>
          <p14:tracePt t="34344" x="8367713" y="3519488"/>
          <p14:tracePt t="34361" x="8367713" y="3482975"/>
          <p14:tracePt t="34378" x="8367713" y="3446463"/>
          <p14:tracePt t="34394" x="8353425" y="3425825"/>
          <p14:tracePt t="34411" x="8316913" y="3395663"/>
          <p14:tracePt t="34428" x="8272463" y="3375025"/>
          <p14:tracePt t="34432" x="8229600" y="3367088"/>
          <p14:tracePt t="34444" x="8201025" y="3360738"/>
          <p14:tracePt t="34461" x="8120063" y="3338513"/>
          <p14:tracePt t="34478" x="8062913" y="3324225"/>
          <p14:tracePt t="34494" x="8012113" y="3316288"/>
          <p14:tracePt t="34511" x="7967663" y="3316288"/>
          <p14:tracePt t="34528" x="7888288" y="3330575"/>
          <p14:tracePt t="34544" x="7800975" y="3395663"/>
          <p14:tracePt t="34561" x="7729538" y="3462338"/>
          <p14:tracePt t="34578" x="7685088" y="3505200"/>
          <p14:tracePt t="34594" x="7678738" y="3527425"/>
          <p14:tracePt t="34611" x="7670800" y="3541713"/>
          <p14:tracePt t="34628" x="7662863" y="3548063"/>
          <p14:tracePt t="34644" x="7591425" y="3556000"/>
          <p14:tracePt t="34661" x="7366000" y="3556000"/>
          <p14:tracePt t="34680" x="6480175" y="3556000"/>
          <p14:tracePt t="34694" x="6124575" y="3556000"/>
          <p14:tracePt t="34711" x="5457825" y="3556000"/>
          <p14:tracePt t="34728" x="5000625" y="3556000"/>
          <p14:tracePt t="34744" x="4854575" y="3629025"/>
          <p14:tracePt t="34761" x="4767263" y="3700463"/>
          <p14:tracePt t="34778" x="4695825" y="3773488"/>
          <p14:tracePt t="34794" x="4614863" y="3824288"/>
          <p14:tracePt t="34811" x="4572000" y="3846513"/>
          <p14:tracePt t="34828" x="4543425" y="3846513"/>
          <p14:tracePt t="34844" x="4529138" y="3846513"/>
          <p14:tracePt t="34861" x="4498975" y="3846513"/>
          <p14:tracePt t="34878" x="4405313" y="3860800"/>
          <p14:tracePt t="34896" x="4143375" y="3883025"/>
          <p14:tracePt t="34912" x="3976688" y="3883025"/>
          <p14:tracePt t="34928" x="3925888" y="3883025"/>
          <p14:tracePt t="34931" x="3897313" y="3883025"/>
          <p14:tracePt t="34944" x="3883025" y="3883025"/>
          <p14:tracePt t="35034" x="3903663" y="3883025"/>
          <p14:tracePt t="35042" x="3940175" y="3883025"/>
          <p14:tracePt t="35051" x="3970338" y="3883025"/>
          <p14:tracePt t="35061" x="4021138" y="3883025"/>
          <p14:tracePt t="35078" x="4106863" y="3883025"/>
          <p14:tracePt t="35094" x="4208463" y="3883025"/>
          <p14:tracePt t="35111" x="4267200" y="3875088"/>
          <p14:tracePt t="35128" x="4325938" y="3846513"/>
          <p14:tracePt t="35144" x="4340225" y="3832225"/>
          <p14:tracePt t="35161" x="4360863" y="3787775"/>
          <p14:tracePt t="35180" x="4391025" y="3722688"/>
          <p14:tracePt t="35194" x="4405313" y="3657600"/>
          <p14:tracePt t="35211" x="4419600" y="3606800"/>
          <p14:tracePt t="35228" x="4419600" y="3556000"/>
          <p14:tracePt t="35244" x="4419600" y="3513138"/>
          <p14:tracePt t="35261" x="4411663" y="3482975"/>
          <p14:tracePt t="35278" x="4391025" y="3446463"/>
          <p14:tracePt t="35294" x="4368800" y="3395663"/>
          <p14:tracePt t="35311" x="4340225" y="3338513"/>
          <p14:tracePt t="35328" x="4289425" y="3302000"/>
          <p14:tracePt t="35344" x="4238625" y="3273425"/>
          <p14:tracePt t="35361" x="4194175" y="3259138"/>
          <p14:tracePt t="35378" x="4129088" y="3236913"/>
          <p14:tracePt t="35396" x="4078288" y="3222625"/>
          <p14:tracePt t="35411" x="4013200" y="3222625"/>
          <p14:tracePt t="35428" x="3970338" y="3222625"/>
          <p14:tracePt t="35432" x="3940175" y="3222625"/>
          <p14:tracePt t="35444" x="3911600" y="3228975"/>
          <p14:tracePt t="35461" x="3824288" y="3265488"/>
          <p14:tracePt t="35478" x="3716338" y="3330575"/>
          <p14:tracePt t="35495" x="3629025" y="3411538"/>
          <p14:tracePt t="35511" x="3533775" y="3482975"/>
          <p14:tracePt t="35528" x="3462338" y="3584575"/>
          <p14:tracePt t="35544" x="3432175" y="3665538"/>
          <p14:tracePt t="35561" x="3432175" y="3722688"/>
          <p14:tracePt t="35578" x="3432175" y="3810000"/>
          <p14:tracePt t="35595" x="3432175" y="3889375"/>
          <p14:tracePt t="35611" x="3482975" y="3970338"/>
          <p14:tracePt t="35628" x="3563938" y="4041775"/>
          <p14:tracePt t="35645" x="3679825" y="4106863"/>
          <p14:tracePt t="35661" x="3773488" y="4151313"/>
          <p14:tracePt t="35678" x="3846513" y="4179888"/>
          <p14:tracePt t="35695" x="3911600" y="4202113"/>
          <p14:tracePt t="35712" x="4013200" y="4202113"/>
          <p14:tracePt t="35728" x="4122738" y="4194175"/>
          <p14:tracePt t="35745" x="4244975" y="4151313"/>
          <p14:tracePt t="35761" x="4346575" y="4100513"/>
          <p14:tracePt t="35778" x="4405313" y="4064000"/>
          <p14:tracePt t="35794" x="4441825" y="4035425"/>
          <p14:tracePt t="35811" x="4470400" y="4005263"/>
          <p14:tracePt t="35828" x="4498975" y="3948113"/>
          <p14:tracePt t="35844" x="4521200" y="3875088"/>
          <p14:tracePt t="35861" x="4529138" y="3795713"/>
          <p14:tracePt t="35878" x="4529138" y="3708400"/>
          <p14:tracePt t="35895" x="4478338" y="3598863"/>
          <p14:tracePt t="35912" x="4405313" y="3490913"/>
          <p14:tracePt t="35928" x="4332288" y="3417888"/>
          <p14:tracePt t="35945" x="4244975" y="3352800"/>
          <p14:tracePt t="35962" x="4157663" y="3309938"/>
          <p14:tracePt t="35978" x="4092575" y="3279775"/>
          <p14:tracePt t="35995" x="4035425" y="3265488"/>
          <p14:tracePt t="36011" x="3998913" y="3265488"/>
          <p14:tracePt t="36028" x="3940175" y="3265488"/>
          <p14:tracePt t="36045" x="3897313" y="3265488"/>
          <p14:tracePt t="36062" x="3817938" y="3287713"/>
          <p14:tracePt t="36078" x="3744913" y="3324225"/>
          <p14:tracePt t="36095" x="3694113" y="3360738"/>
          <p14:tracePt t="36112" x="3592513" y="3482975"/>
          <p14:tracePt t="36128" x="3570288" y="3570288"/>
          <p14:tracePt t="36145" x="3548063" y="3708400"/>
          <p14:tracePt t="36161" x="3548063" y="3838575"/>
          <p14:tracePt t="36180" x="3606800" y="3976688"/>
          <p14:tracePt t="36195" x="3730625" y="4078288"/>
          <p14:tracePt t="36212" x="3832225" y="4143375"/>
          <p14:tracePt t="36228" x="3897313" y="4151313"/>
          <p14:tracePt t="36245" x="3940175" y="4151313"/>
          <p14:tracePt t="36261" x="3970338" y="4137025"/>
          <p14:tracePt t="36278" x="4027488" y="4100513"/>
          <p14:tracePt t="36295" x="4086225" y="4056063"/>
          <p14:tracePt t="36312" x="4165600" y="3998913"/>
          <p14:tracePt t="36328" x="4202113" y="3970338"/>
          <p14:tracePt t="36345" x="4216400" y="3925888"/>
          <p14:tracePt t="36361" x="4230688" y="3897313"/>
          <p14:tracePt t="36378" x="4238625" y="3852863"/>
          <p14:tracePt t="36395" x="4259263" y="3802063"/>
          <p14:tracePt t="36411" x="4267200" y="3722688"/>
          <p14:tracePt t="36428" x="4267200" y="3643313"/>
          <p14:tracePt t="36433" x="4267200" y="3606800"/>
          <p14:tracePt t="36445" x="4267200" y="3570288"/>
          <p14:tracePt t="36461" x="4244975" y="3490913"/>
          <p14:tracePt t="36478" x="4208463" y="3432175"/>
          <p14:tracePt t="36495" x="4173538" y="3389313"/>
          <p14:tracePt t="36512" x="4129088" y="3360738"/>
          <p14:tracePt t="36528" x="4100513" y="3344863"/>
          <p14:tracePt t="36545" x="4071938" y="3344863"/>
          <p14:tracePt t="36562" x="4035425" y="3344863"/>
          <p14:tracePt t="36578" x="3990975" y="3344863"/>
          <p14:tracePt t="36595" x="3940175" y="3375025"/>
          <p14:tracePt t="36612" x="3903663" y="3403600"/>
          <p14:tracePt t="36629" x="3875088" y="3425825"/>
          <p14:tracePt t="36646" x="3846513" y="3454400"/>
          <p14:tracePt t="36662" x="3824288" y="3476625"/>
          <p14:tracePt t="36678" x="3817938" y="3482975"/>
          <p14:tracePt t="36695" x="3817938" y="3490913"/>
          <p14:tracePt t="36715" x="3810000" y="3497263"/>
          <p14:tracePt t="36731" x="3810000" y="3505200"/>
          <p14:tracePt t="36764" x="3802063" y="3505200"/>
          <p14:tracePt t="36818" x="3795713" y="3513138"/>
          <p14:tracePt t="36981" x="3787775" y="3513138"/>
          <p14:tracePt t="37278" x="3781425" y="3513138"/>
          <p14:tracePt t="37636" x="3781425" y="3519488"/>
          <p14:tracePt t="37644" x="3787775" y="3527425"/>
          <p14:tracePt t="37652" x="3824288" y="3556000"/>
          <p14:tracePt t="37662" x="3852863" y="3570288"/>
          <p14:tracePt t="37682" x="3998913" y="3671888"/>
          <p14:tracePt t="37696" x="4092575" y="3736975"/>
          <p14:tracePt t="37712" x="4157663" y="3810000"/>
          <p14:tracePt t="37729" x="4224338" y="3889375"/>
          <p14:tracePt t="37746" x="4281488" y="3984625"/>
          <p14:tracePt t="37764" x="4332288" y="4114800"/>
          <p14:tracePt t="37779" x="4397375" y="4267200"/>
          <p14:tracePt t="37795" x="4419600" y="4448175"/>
          <p14:tracePt t="37812" x="4456113" y="4645025"/>
          <p14:tracePt t="37829" x="4478338" y="4876800"/>
          <p14:tracePt t="37846" x="4498975" y="5072063"/>
          <p14:tracePt t="37862" x="4506913" y="5218113"/>
          <p14:tracePt t="37878" x="4506913" y="5362575"/>
          <p14:tracePt t="37895" x="4492625" y="5472113"/>
          <p14:tracePt t="37912" x="4441825" y="5559425"/>
          <p14:tracePt t="37928" x="4346575" y="5653088"/>
          <p14:tracePt t="37945" x="4259263" y="5726113"/>
          <p14:tracePt t="37962" x="4165600" y="5799138"/>
          <p14:tracePt t="37978" x="4100513" y="5856288"/>
          <p14:tracePt t="37995" x="4056063" y="5892800"/>
          <p14:tracePt t="38012" x="3998913" y="5929313"/>
          <p14:tracePt t="38029" x="3970338" y="5951538"/>
          <p14:tracePt t="38045" x="3925888" y="5980113"/>
          <p14:tracePt t="38062" x="3875088" y="6002338"/>
          <p14:tracePt t="38078" x="3824288" y="6030913"/>
          <p14:tracePt t="38096" x="3759200" y="6059488"/>
          <p14:tracePt t="38112" x="3722688" y="6059488"/>
          <p14:tracePt t="38129" x="3686175" y="6059488"/>
          <p14:tracePt t="38146" x="3643313" y="6059488"/>
          <p14:tracePt t="38162" x="3606800" y="6059488"/>
          <p14:tracePt t="38179" x="3598863" y="6059488"/>
          <p14:tracePt t="38212" x="3584575" y="6059488"/>
          <p14:tracePt t="38229" x="3578225" y="6053138"/>
          <p14:tracePt t="38245" x="3570288" y="6045200"/>
          <p14:tracePt t="38262" x="3563938" y="6045200"/>
          <p14:tracePt t="38279" x="3556000" y="6045200"/>
          <p14:tracePt t="38742" x="3563938" y="6037263"/>
          <p14:tracePt t="38751" x="3629025" y="6037263"/>
          <p14:tracePt t="38762" x="3730625" y="6030913"/>
          <p14:tracePt t="38780" x="3781425" y="6030913"/>
          <p14:tracePt t="38796" x="3852863" y="6030913"/>
          <p14:tracePt t="38812" x="3940175" y="6030913"/>
          <p14:tracePt t="38829" x="4071938" y="6030913"/>
          <p14:tracePt t="38846" x="4216400" y="6030913"/>
          <p14:tracePt t="38866" x="4456113" y="6030913"/>
          <p14:tracePt t="38881" x="4535488" y="6037263"/>
          <p14:tracePt t="38899" x="4579938" y="6037263"/>
          <p14:tracePt t="38912" x="4622800" y="6037263"/>
          <p14:tracePt t="38929" x="4681538" y="6037263"/>
          <p14:tracePt t="38937" x="4695825" y="6037263"/>
          <p14:tracePt t="38946" x="4716463" y="6037263"/>
          <p14:tracePt t="38963" x="4738688" y="6037263"/>
          <p14:tracePt t="39028" x="4738688" y="6030913"/>
          <p14:tracePt t="39037" x="4752975" y="6008688"/>
          <p14:tracePt t="39046" x="4752975" y="5986463"/>
          <p14:tracePt t="39062" x="4767263" y="5957888"/>
          <p14:tracePt t="39082" x="4775200" y="5929313"/>
          <p14:tracePt t="39097" x="4783138" y="5900738"/>
          <p14:tracePt t="39116" x="4803775" y="5864225"/>
          <p14:tracePt t="39129" x="4826000" y="5827713"/>
          <p14:tracePt t="39146" x="4876800" y="5768975"/>
          <p14:tracePt t="39163" x="4941888" y="5726113"/>
          <p14:tracePt t="39179" x="5037138" y="5675313"/>
          <p14:tracePt t="39196" x="5173663" y="5646738"/>
          <p14:tracePt t="39212" x="5334000" y="5610225"/>
          <p14:tracePt t="39229" x="5486400" y="5595938"/>
          <p14:tracePt t="39246" x="5661025" y="5580063"/>
          <p14:tracePt t="39262" x="5813425" y="5580063"/>
          <p14:tracePt t="39281" x="5943600" y="5580063"/>
          <p14:tracePt t="39296" x="5972175" y="5580063"/>
          <p14:tracePt t="39313" x="5986463" y="5580063"/>
          <p14:tracePt t="39329" x="5994400" y="5580063"/>
          <p14:tracePt t="39346" x="6037263" y="5580063"/>
          <p14:tracePt t="39362" x="6096000" y="5595938"/>
          <p14:tracePt t="39380" x="6189663" y="5638800"/>
          <p14:tracePt t="39396" x="6256338" y="5667375"/>
          <p14:tracePt t="39413" x="6299200" y="5689600"/>
          <p14:tracePt t="39430" x="6313488" y="5711825"/>
          <p14:tracePt t="39436" x="6327775" y="5718175"/>
          <p14:tracePt t="39446" x="6335713" y="5726113"/>
          <p14:tracePt t="39462" x="6342063" y="5732463"/>
          <p14:tracePt t="39482" x="6350000" y="5740400"/>
          <p14:tracePt t="39496" x="6350000" y="5748338"/>
          <p14:tracePt t="39513" x="6350000" y="5768975"/>
          <p14:tracePt t="39530" x="6350000" y="5776913"/>
          <p14:tracePt t="39546" x="6350000" y="5799138"/>
          <p14:tracePt t="39563" x="6350000" y="5813425"/>
          <p14:tracePt t="39579" x="6350000" y="5819775"/>
          <p14:tracePt t="39613" x="6350000" y="5827713"/>
          <p14:tracePt t="39630" x="6342063" y="5842000"/>
          <p14:tracePt t="39647" x="6335713" y="5842000"/>
          <p14:tracePt t="39663" x="6327775" y="5849938"/>
          <p14:tracePt t="39682" x="6299200" y="5864225"/>
          <p14:tracePt t="39696" x="6270625" y="5878513"/>
          <p14:tracePt t="39713" x="6226175" y="5892800"/>
          <p14:tracePt t="39730" x="6132513" y="5907088"/>
          <p14:tracePt t="39746" x="6045200" y="5929313"/>
          <p14:tracePt t="39763" x="5915025" y="5935663"/>
          <p14:tracePt t="39780" x="5805488" y="5943600"/>
          <p14:tracePt t="39796" x="5711825" y="5943600"/>
          <p14:tracePt t="39813" x="5565775" y="5943600"/>
          <p14:tracePt t="39831" x="5376863" y="5915025"/>
          <p14:tracePt t="39846" x="5173663" y="5884863"/>
          <p14:tracePt t="39863" x="5014913" y="5870575"/>
          <p14:tracePt t="39882" x="4905375" y="5870575"/>
          <p14:tracePt t="39896" x="4862513" y="5864225"/>
          <p14:tracePt t="39913" x="4803775" y="5849938"/>
          <p14:tracePt t="39930" x="4724400" y="5842000"/>
          <p14:tracePt t="39938" x="4687888" y="5834063"/>
          <p14:tracePt t="39946" x="4630738" y="5827713"/>
          <p14:tracePt t="39963" x="4513263" y="5805488"/>
          <p14:tracePt t="39980" x="4448175" y="5799138"/>
          <p14:tracePt t="39996" x="4376738" y="5799138"/>
          <p14:tracePt t="40013" x="4281488" y="5783263"/>
          <p14:tracePt t="40030" x="4216400" y="5783263"/>
          <p14:tracePt t="40046" x="4143375" y="5783263"/>
          <p14:tracePt t="40063" x="4100513" y="5783263"/>
          <p14:tracePt t="40082" x="4078288" y="5783263"/>
          <p14:tracePt t="40097" x="4064000" y="5783263"/>
          <p14:tracePt t="40113" x="4027488" y="5783263"/>
          <p14:tracePt t="40131" x="3970338" y="5783263"/>
          <p14:tracePt t="40146" x="3903663" y="5805488"/>
          <p14:tracePt t="40163" x="3883025" y="5805488"/>
          <p14:tracePt t="40182" x="3860800" y="5805488"/>
          <p14:tracePt t="40196" x="3852863" y="5805488"/>
          <p14:tracePt t="40213" x="3832225" y="5805488"/>
          <p14:tracePt t="40230" x="3802063" y="5813425"/>
          <p14:tracePt t="40246" x="3773488" y="5813425"/>
          <p14:tracePt t="40263" x="3759200" y="5813425"/>
          <p14:tracePt t="40756" x="3751263" y="5819775"/>
          <p14:tracePt t="40764" x="3744913" y="5827713"/>
          <p14:tracePt t="40773" x="3730625" y="5834063"/>
          <p14:tracePt t="40781" x="3716338" y="5834063"/>
          <p14:tracePt t="40796" x="3671888" y="5864225"/>
          <p14:tracePt t="40813" x="3635375" y="5878513"/>
          <p14:tracePt t="40830" x="3598863" y="5884863"/>
          <p14:tracePt t="40846" x="3570288" y="5900738"/>
          <p14:tracePt t="40863" x="3548063" y="5900738"/>
          <p14:tracePt t="40880" x="3519488" y="5907088"/>
          <p14:tracePt t="40896" x="3468688" y="5907088"/>
          <p14:tracePt t="40913" x="3446463" y="5907088"/>
          <p14:tracePt t="40932" x="3425825" y="5907088"/>
          <p14:tracePt t="40936" x="3411538" y="5907088"/>
          <p14:tracePt t="40946" x="3403600" y="5907088"/>
          <p14:tracePt t="40963" x="3381375" y="5892800"/>
          <p14:tracePt t="40980" x="3360738" y="5878513"/>
          <p14:tracePt t="40996" x="3360738" y="5870575"/>
          <p14:tracePt t="41013" x="3344863" y="5842000"/>
          <p14:tracePt t="41030" x="3344863" y="5783263"/>
          <p14:tracePt t="41046" x="3344863" y="5732463"/>
          <p14:tracePt t="41063" x="3344863" y="5703888"/>
          <p14:tracePt t="41080" x="3381375" y="5661025"/>
          <p14:tracePt t="41096" x="3403600" y="5646738"/>
          <p14:tracePt t="41113" x="3454400" y="5610225"/>
          <p14:tracePt t="41130" x="3490913" y="5588000"/>
          <p14:tracePt t="41146" x="3548063" y="5573713"/>
          <p14:tracePt t="41163" x="3606800" y="5551488"/>
          <p14:tracePt t="41180" x="3679825" y="5545138"/>
          <p14:tracePt t="41196" x="3824288" y="5522913"/>
          <p14:tracePt t="41213" x="4005263" y="5508625"/>
          <p14:tracePt t="41230" x="4187825" y="5478463"/>
          <p14:tracePt t="41246" x="4275138" y="5478463"/>
          <p14:tracePt t="41264" x="4310063" y="5478463"/>
          <p14:tracePt t="41280" x="4318000" y="5478463"/>
          <p14:tracePt t="41296" x="4346575" y="5478463"/>
          <p14:tracePt t="41313" x="4427538" y="5472113"/>
          <p14:tracePt t="41330" x="4572000" y="5472113"/>
          <p14:tracePt t="41347" x="4732338" y="5472113"/>
          <p14:tracePt t="41363" x="4876800" y="5472113"/>
          <p14:tracePt t="41380" x="4949825" y="5478463"/>
          <p14:tracePt t="41396" x="4986338" y="5486400"/>
          <p14:tracePt t="41413" x="5006975" y="5486400"/>
          <p14:tracePt t="41429" x="5057775" y="5486400"/>
          <p14:tracePt t="41434" x="5102225" y="5494338"/>
          <p14:tracePt t="41446" x="5159375" y="5508625"/>
          <p14:tracePt t="41463" x="5319713" y="5529263"/>
          <p14:tracePt t="41480" x="5551488" y="5565775"/>
          <p14:tracePt t="41496" x="5624513" y="5565775"/>
          <p14:tracePt t="41513" x="5667375" y="5565775"/>
          <p14:tracePt t="41530" x="5689600" y="5565775"/>
          <p14:tracePt t="41546" x="5732463" y="5565775"/>
          <p14:tracePt t="41563" x="5799138" y="5565775"/>
          <p14:tracePt t="41580" x="5900738" y="5588000"/>
          <p14:tracePt t="41596" x="6008688" y="5602288"/>
          <p14:tracePt t="41614" x="6059488" y="5610225"/>
          <p14:tracePt t="41630" x="6067425" y="5610225"/>
          <p14:tracePt t="41659" x="6073775" y="5610225"/>
          <p14:tracePt t="41666" x="6088063" y="5616575"/>
          <p14:tracePt t="41682" x="6103938" y="5616575"/>
          <p14:tracePt t="41696" x="6124575" y="5630863"/>
          <p14:tracePt t="41713" x="6132513" y="5630863"/>
          <p14:tracePt t="41747" x="6132513" y="5638800"/>
          <p14:tracePt t="41763" x="6138863" y="5653088"/>
          <p14:tracePt t="41780" x="6146800" y="5675313"/>
          <p14:tracePt t="41796" x="6146800" y="5689600"/>
          <p14:tracePt t="41813" x="6146800" y="5703888"/>
          <p14:tracePt t="41830" x="6146800" y="5711825"/>
          <p14:tracePt t="41847" x="6146800" y="5718175"/>
          <p14:tracePt t="41864" x="6146800" y="5732463"/>
          <p14:tracePt t="41880" x="6146800" y="5754688"/>
          <p14:tracePt t="41896" x="6146800" y="5762625"/>
          <p14:tracePt t="41930" x="6146800" y="5768975"/>
          <p14:tracePt t="41946" x="6146800" y="5776913"/>
          <p14:tracePt t="41970" x="6146800" y="5791200"/>
          <p14:tracePt t="41987" x="6146800" y="5799138"/>
          <p14:tracePt t="42002" x="6146800" y="5805488"/>
          <p14:tracePt t="43506" x="6138863" y="5805488"/>
          <p14:tracePt t="43522" x="6110288" y="5805488"/>
          <p14:tracePt t="43529" x="6103938" y="5805488"/>
          <p14:tracePt t="43537" x="6073775" y="5799138"/>
          <p14:tracePt t="43547" x="6067425" y="5783263"/>
          <p14:tracePt t="43564" x="6053138" y="5740400"/>
          <p14:tracePt t="43581" x="6053138" y="5667375"/>
          <p14:tracePt t="43597" x="6081713" y="5573713"/>
          <p14:tracePt t="43615" x="6132513" y="5522913"/>
          <p14:tracePt t="43630" x="6146800" y="5500688"/>
          <p14:tracePt t="43647" x="6175375" y="5494338"/>
          <p14:tracePt t="43664" x="6189663" y="5486400"/>
          <p14:tracePt t="43680" x="6240463" y="5486400"/>
          <p14:tracePt t="43697" x="6270625" y="5486400"/>
          <p14:tracePt t="43714" x="6276975" y="5486400"/>
          <p14:tracePt t="43730" x="6291263" y="5486400"/>
          <p14:tracePt t="43747" x="6299200" y="5486400"/>
          <p14:tracePt t="43764" x="6321425" y="5494338"/>
          <p14:tracePt t="43780" x="6350000" y="5514975"/>
          <p14:tracePt t="43797" x="6357938" y="5529263"/>
          <p14:tracePt t="43814" x="6357938" y="5551488"/>
          <p14:tracePt t="43831" x="6364288" y="5588000"/>
          <p14:tracePt t="43847" x="6364288" y="5630863"/>
          <p14:tracePt t="43864" x="6357938" y="5675313"/>
          <p14:tracePt t="43880" x="6321425" y="5762625"/>
          <p14:tracePt t="43897" x="6307138" y="5799138"/>
          <p14:tracePt t="43914" x="6291263" y="5827713"/>
          <p14:tracePt t="43930" x="6284913" y="5842000"/>
          <p14:tracePt t="43947" x="6276975" y="5842000"/>
          <p14:tracePt t="43964" x="6262688" y="5849938"/>
          <p14:tracePt t="43997" x="6256338" y="5849938"/>
          <p14:tracePt t="44014" x="6248400" y="5849938"/>
          <p14:tracePt t="44109" x="6240463" y="5849938"/>
          <p14:tracePt t="44350" x="6240463" y="5856288"/>
          <p14:tracePt t="44367" x="6240463" y="5864225"/>
          <p14:tracePt t="44374" x="6240463" y="5870575"/>
          <p14:tracePt t="44397" x="6248400" y="5878513"/>
          <p14:tracePt t="44420" x="6256338" y="5878513"/>
          <p14:tracePt t="44462" x="6256338" y="5884863"/>
          <p14:tracePt t="44469" x="6262688" y="5884863"/>
          <p14:tracePt t="44486" x="6262688" y="5892800"/>
          <p14:tracePt t="44573" x="6270625" y="5892800"/>
          <p14:tracePt t="44589" x="6276975" y="5892800"/>
          <p14:tracePt t="44597" x="6284913" y="5892800"/>
          <p14:tracePt t="44621" x="6291263" y="5892800"/>
          <p14:tracePt t="44636" x="6299200" y="5892800"/>
          <p14:tracePt t="44645" x="6307138" y="5892800"/>
          <p14:tracePt t="44653" x="6321425" y="5884863"/>
          <p14:tracePt t="44664" x="6342063" y="5870575"/>
          <p14:tracePt t="44681" x="6372225" y="5849938"/>
          <p14:tracePt t="44697" x="6386513" y="5834063"/>
          <p14:tracePt t="44714" x="6408738" y="5805488"/>
          <p14:tracePt t="44731" x="6408738" y="5754688"/>
          <p14:tracePt t="44747" x="6408738" y="5718175"/>
          <p14:tracePt t="44764" x="6408738" y="5689600"/>
          <p14:tracePt t="44781" x="6408738" y="5681663"/>
          <p14:tracePt t="44797" x="6408738" y="5675313"/>
          <p14:tracePt t="44832" x="6408738" y="5667375"/>
          <p14:tracePt t="44859" x="6400800" y="5667375"/>
          <p14:tracePt t="44867" x="6392863" y="5667375"/>
          <p14:tracePt t="44881" x="6386513" y="5667375"/>
          <p14:tracePt t="44898" x="6378575" y="5697538"/>
          <p14:tracePt t="44914" x="6364288" y="5726113"/>
          <p14:tracePt t="44931" x="6378575" y="5791200"/>
          <p14:tracePt t="44947" x="6423025" y="5864225"/>
          <p14:tracePt t="44964" x="6530975" y="5929313"/>
          <p14:tracePt t="44981" x="6654800" y="5972175"/>
          <p14:tracePt t="44997" x="6756400" y="6002338"/>
          <p14:tracePt t="45014" x="6829425" y="6016625"/>
          <p14:tracePt t="45031" x="6865938" y="6022975"/>
          <p14:tracePt t="45048" x="6916738" y="6022975"/>
          <p14:tracePt t="45065" x="6951663" y="6022975"/>
          <p14:tracePt t="45081" x="6981825" y="6008688"/>
          <p14:tracePt t="45098" x="6988175" y="6002338"/>
          <p14:tracePt t="45114" x="7002463" y="5986463"/>
          <p14:tracePt t="45131" x="7018338" y="5965825"/>
          <p14:tracePt t="45148" x="7024688" y="5957888"/>
          <p14:tracePt t="45164" x="7046913" y="5929313"/>
          <p14:tracePt t="45181" x="7046913" y="5907088"/>
          <p14:tracePt t="45197" x="7061200" y="5892800"/>
          <p14:tracePt t="45214" x="7069138" y="5884863"/>
          <p14:tracePt t="45231" x="7083425" y="5864225"/>
          <p14:tracePt t="45248" x="7089775" y="5864225"/>
          <p14:tracePt t="45264" x="7112000" y="5856288"/>
          <p14:tracePt t="45281" x="7126288" y="5849938"/>
          <p14:tracePt t="45298" x="7154863" y="5842000"/>
          <p14:tracePt t="45314" x="7177088" y="5834063"/>
          <p14:tracePt t="45331" x="7213600" y="5827713"/>
          <p14:tracePt t="45348" x="7242175" y="5827713"/>
          <p14:tracePt t="45364" x="7264400" y="5827713"/>
          <p14:tracePt t="45381" x="7300913" y="5813425"/>
          <p14:tracePt t="45398" x="7315200" y="5805488"/>
          <p14:tracePt t="45414" x="7329488" y="5805488"/>
          <p14:tracePt t="45431" x="7337425" y="5805488"/>
          <p14:tracePt t="45448" x="7358063" y="5805488"/>
          <p14:tracePt t="45464" x="7373938" y="5805488"/>
          <p14:tracePt t="45481" x="7402513" y="5805488"/>
          <p14:tracePt t="45498" x="7424738" y="5805488"/>
          <p14:tracePt t="45514" x="7445375" y="5805488"/>
          <p14:tracePt t="45531" x="7459663" y="5805488"/>
          <p14:tracePt t="45547" x="7489825" y="5805488"/>
          <p14:tracePt t="45564" x="7526338" y="5805488"/>
          <p14:tracePt t="45582" x="7561263" y="5805488"/>
          <p14:tracePt t="45598" x="7634288" y="5805488"/>
          <p14:tracePt t="45616" x="7750175" y="5813425"/>
          <p14:tracePt t="45631" x="7780338" y="5813425"/>
          <p14:tracePt t="45648" x="7800975" y="5819775"/>
          <p14:tracePt t="45698" x="7808913" y="5819775"/>
          <p14:tracePt t="45722" x="7815263" y="5819775"/>
          <p14:tracePt t="45730" x="7823200" y="5819775"/>
          <p14:tracePt t="45746" x="7831138" y="5819775"/>
          <p14:tracePt t="45754" x="7837488" y="5819775"/>
          <p14:tracePt t="45778" x="7845425" y="5819775"/>
          <p14:tracePt t="45827" x="7851775" y="5819775"/>
          <p14:tracePt t="45833" x="7859713" y="5819775"/>
          <p14:tracePt t="45842" x="7874000" y="5819775"/>
          <p14:tracePt t="45850" x="7888288" y="5819775"/>
          <p14:tracePt t="45865" x="7902575" y="5827713"/>
          <p14:tracePt t="45881" x="7939088" y="5827713"/>
          <p14:tracePt t="45898" x="7975600" y="5834063"/>
          <p14:tracePt t="45914" x="8026400" y="5834063"/>
          <p14:tracePt t="45931" x="8077200" y="5834063"/>
          <p14:tracePt t="45948" x="8113713" y="5834063"/>
          <p14:tracePt t="45964" x="8135938" y="5834063"/>
          <p14:tracePt t="45981" x="8142288" y="5834063"/>
          <p14:tracePt t="45998" x="8150225" y="5834063"/>
          <p14:tracePt t="46014" x="8156575" y="5834063"/>
          <p14:tracePt t="46031" x="8186738" y="5834063"/>
          <p14:tracePt t="46048" x="8229600" y="5834063"/>
          <p14:tracePt t="46064" x="8308975" y="5827713"/>
          <p14:tracePt t="46081" x="8359775" y="5827713"/>
          <p14:tracePt t="46098" x="8410575" y="5827713"/>
          <p14:tracePt t="46115" x="8461375" y="5827713"/>
          <p14:tracePt t="46131" x="8526463" y="5827713"/>
          <p14:tracePt t="46148" x="8585200" y="5827713"/>
          <p14:tracePt t="46165" x="8628063" y="5827713"/>
          <p14:tracePt t="46181" x="8658225" y="5819775"/>
          <p14:tracePt t="46198" x="8664575" y="5819775"/>
          <p14:tracePt t="46214" x="8678863" y="5819775"/>
          <p14:tracePt t="46231" x="8694738" y="5813425"/>
          <p14:tracePt t="46248" x="8737600" y="5805488"/>
          <p14:tracePt t="46265" x="8751888" y="5805488"/>
          <p14:tracePt t="46281" x="8774113" y="5805488"/>
          <p14:tracePt t="46298" x="8780463" y="5805488"/>
          <p14:tracePt t="46332" x="8788400" y="5805488"/>
          <p14:tracePt t="46348" x="8796338" y="5805488"/>
          <p14:tracePt t="46365" x="8802688" y="5805488"/>
          <p14:tracePt t="46386" x="8810625" y="5805488"/>
          <p14:tracePt t="46402" x="8816975" y="5805488"/>
          <p14:tracePt t="46428" x="8824913" y="5805488"/>
          <p14:tracePt t="46443" x="8831263" y="5805488"/>
          <p14:tracePt t="46450" x="8839200" y="5805488"/>
          <p14:tracePt t="46465" x="8861425" y="5805488"/>
          <p14:tracePt t="46481" x="8897938" y="5791200"/>
          <p14:tracePt t="46498" x="8926513" y="5783263"/>
          <p14:tracePt t="46515" x="8955088" y="5783263"/>
          <p14:tracePt t="46531" x="9005888" y="5776913"/>
          <p14:tracePt t="46548" x="9056688" y="5776913"/>
          <p14:tracePt t="46565" x="9085263" y="5762625"/>
          <p14:tracePt t="46582" x="9115425" y="5762625"/>
          <p14:tracePt t="46598" x="9136063" y="5754688"/>
          <p14:tracePt t="46615" x="9158288" y="5754688"/>
          <p14:tracePt t="46632" x="9209088" y="5748338"/>
          <p14:tracePt t="46648" x="9259888" y="5726113"/>
          <p14:tracePt t="46665" x="9318625" y="5718175"/>
          <p14:tracePt t="46681" x="9383713" y="5703888"/>
          <p14:tracePt t="46698" x="9426575" y="5697538"/>
          <p14:tracePt t="46715" x="9463088" y="5697538"/>
          <p14:tracePt t="46731" x="9491663" y="5689600"/>
          <p14:tracePt t="46748" x="9513888" y="5689600"/>
          <p14:tracePt t="46764" x="9542463" y="5689600"/>
          <p14:tracePt t="46781" x="9558338" y="5689600"/>
          <p14:tracePt t="46798" x="9578975" y="5689600"/>
          <p14:tracePt t="46815" x="9586913" y="5689600"/>
          <p14:tracePt t="46832" x="9629775" y="5726113"/>
          <p14:tracePt t="46848" x="9674225" y="5783263"/>
          <p14:tracePt t="46866" x="9694863" y="5819775"/>
          <p14:tracePt t="46881" x="9702800" y="5842000"/>
          <p14:tracePt t="46938" x="9702800" y="5849938"/>
          <p14:tracePt t="46946" x="9702800" y="5864225"/>
          <p14:tracePt t="46954" x="9688513" y="5870575"/>
          <p14:tracePt t="46965" x="9666288" y="5878513"/>
          <p14:tracePt t="46982" x="9609138" y="5907088"/>
          <p14:tracePt t="46998" x="9542463" y="5915025"/>
          <p14:tracePt t="47017" x="9499600" y="5921375"/>
          <p14:tracePt t="47033" x="9471025" y="5929313"/>
          <p14:tracePt t="47048" x="9440863" y="5929313"/>
          <p14:tracePt t="47065" x="9420225" y="5929313"/>
          <p14:tracePt t="47446" x="9412288" y="5929313"/>
        </p14:tracePtLst>
      </p14:laserTraceLst>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5AA13D58-D7BC-8747-9F0A-0DB9E6B3595A}" type="slidenum">
              <a:rPr lang="en-US" smtClean="0"/>
              <a:t>15</a:t>
            </a:fld>
            <a:endParaRPr lang="en-US"/>
          </a:p>
        </p:txBody>
      </p:sp>
      <p:sp>
        <p:nvSpPr>
          <p:cNvPr id="5" name="Title 1"/>
          <p:cNvSpPr txBox="1">
            <a:spLocks/>
          </p:cNvSpPr>
          <p:nvPr/>
        </p:nvSpPr>
        <p:spPr>
          <a:xfrm>
            <a:off x="1165569" y="624110"/>
            <a:ext cx="8911687" cy="1280890"/>
          </a:xfrm>
          <a:prstGeom prst="rect">
            <a:avLst/>
          </a:prstGeom>
        </p:spPr>
        <p:txBody>
          <a:bodyPr vert="horz" lIns="91440" tIns="45720" rIns="91440" bIns="45720" rtlCol="0" anchor="ctr">
            <a:normAutofit lnSpcReduction="10000"/>
          </a:bodyPr>
          <a:lstStyle>
            <a:lvl1pPr algn="l" defTabSz="914400" rtl="0" eaLnBrk="1" latinLnBrk="0" hangingPunct="1">
              <a:lnSpc>
                <a:spcPct val="80000"/>
              </a:lnSpc>
              <a:spcBef>
                <a:spcPct val="0"/>
              </a:spcBef>
              <a:buNone/>
              <a:defRPr sz="5000" kern="1200" cap="all" spc="100" baseline="0">
                <a:solidFill>
                  <a:schemeClr val="tx1">
                    <a:lumMod val="90000"/>
                    <a:lumOff val="10000"/>
                  </a:schemeClr>
                </a:solidFill>
                <a:latin typeface="+mj-lt"/>
                <a:ea typeface="+mj-ea"/>
                <a:cs typeface="+mj-cs"/>
              </a:defRPr>
            </a:lvl1pPr>
          </a:lstStyle>
          <a:p>
            <a:r>
              <a:rPr lang="en-US" dirty="0" smtClean="0"/>
              <a:t>distribution </a:t>
            </a:r>
            <a:r>
              <a:rPr lang="en-US" dirty="0"/>
              <a:t>for Two-tailed (visualization)</a:t>
            </a:r>
          </a:p>
        </p:txBody>
      </p:sp>
      <p:cxnSp>
        <p:nvCxnSpPr>
          <p:cNvPr id="6" name="Straight Connector 5"/>
          <p:cNvCxnSpPr/>
          <p:nvPr/>
        </p:nvCxnSpPr>
        <p:spPr>
          <a:xfrm>
            <a:off x="4245591" y="3808849"/>
            <a:ext cx="3371353" cy="0"/>
          </a:xfrm>
          <a:prstGeom prst="line">
            <a:avLst/>
          </a:prstGeom>
        </p:spPr>
        <p:style>
          <a:lnRef idx="1">
            <a:schemeClr val="dk1"/>
          </a:lnRef>
          <a:fillRef idx="0">
            <a:schemeClr val="dk1"/>
          </a:fillRef>
          <a:effectRef idx="0">
            <a:schemeClr val="dk1"/>
          </a:effectRef>
          <a:fontRef idx="minor">
            <a:schemeClr val="tx1"/>
          </a:fontRef>
        </p:style>
      </p:cxnSp>
      <p:cxnSp>
        <p:nvCxnSpPr>
          <p:cNvPr id="7" name="Straight Connector 6"/>
          <p:cNvCxnSpPr/>
          <p:nvPr/>
        </p:nvCxnSpPr>
        <p:spPr>
          <a:xfrm flipH="1" flipV="1">
            <a:off x="5955122" y="2477957"/>
            <a:ext cx="23606" cy="1330892"/>
          </a:xfrm>
          <a:prstGeom prst="line">
            <a:avLst/>
          </a:prstGeom>
          <a:ln>
            <a:prstDash val="dash"/>
          </a:ln>
        </p:spPr>
        <p:style>
          <a:lnRef idx="1">
            <a:schemeClr val="dk1"/>
          </a:lnRef>
          <a:fillRef idx="0">
            <a:schemeClr val="dk1"/>
          </a:fillRef>
          <a:effectRef idx="0">
            <a:schemeClr val="dk1"/>
          </a:effectRef>
          <a:fontRef idx="minor">
            <a:schemeClr val="tx1"/>
          </a:fontRef>
        </p:style>
      </p:cxnSp>
      <p:sp>
        <p:nvSpPr>
          <p:cNvPr id="8" name="Freeform 7"/>
          <p:cNvSpPr/>
          <p:nvPr/>
        </p:nvSpPr>
        <p:spPr>
          <a:xfrm>
            <a:off x="4237640" y="2477957"/>
            <a:ext cx="3371353" cy="1216550"/>
          </a:xfrm>
          <a:custGeom>
            <a:avLst/>
            <a:gdLst>
              <a:gd name="connsiteX0" fmla="*/ 0 w 3371353"/>
              <a:gd name="connsiteY0" fmla="*/ 1160891 h 1216550"/>
              <a:gd name="connsiteX1" fmla="*/ 492981 w 3371353"/>
              <a:gd name="connsiteY1" fmla="*/ 1033670 h 1216550"/>
              <a:gd name="connsiteX2" fmla="*/ 1741335 w 3371353"/>
              <a:gd name="connsiteY2" fmla="*/ 0 h 1216550"/>
              <a:gd name="connsiteX3" fmla="*/ 2806810 w 3371353"/>
              <a:gd name="connsiteY3" fmla="*/ 1033670 h 1216550"/>
              <a:gd name="connsiteX4" fmla="*/ 3371353 w 3371353"/>
              <a:gd name="connsiteY4" fmla="*/ 1216550 h 1216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353" h="1216550">
                <a:moveTo>
                  <a:pt x="0" y="1160891"/>
                </a:moveTo>
                <a:cubicBezTo>
                  <a:pt x="101379" y="1194021"/>
                  <a:pt x="202759" y="1227152"/>
                  <a:pt x="492981" y="1033670"/>
                </a:cubicBezTo>
                <a:cubicBezTo>
                  <a:pt x="783204" y="840188"/>
                  <a:pt x="1355697" y="0"/>
                  <a:pt x="1741335" y="0"/>
                </a:cubicBezTo>
                <a:cubicBezTo>
                  <a:pt x="2126973" y="0"/>
                  <a:pt x="2535140" y="830912"/>
                  <a:pt x="2806810" y="1033670"/>
                </a:cubicBezTo>
                <a:cubicBezTo>
                  <a:pt x="3078480" y="1236428"/>
                  <a:pt x="3233530" y="1187395"/>
                  <a:pt x="3371353" y="121655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5847121" y="3850031"/>
            <a:ext cx="263214" cy="261610"/>
          </a:xfrm>
          <a:prstGeom prst="rect">
            <a:avLst/>
          </a:prstGeom>
          <a:noFill/>
        </p:spPr>
        <p:txBody>
          <a:bodyPr wrap="none" rtlCol="0">
            <a:spAutoFit/>
          </a:bodyPr>
          <a:lstStyle/>
          <a:p>
            <a:r>
              <a:rPr lang="en-US" sz="1100" dirty="0"/>
              <a:t>0</a:t>
            </a:r>
          </a:p>
        </p:txBody>
      </p:sp>
      <p:sp>
        <p:nvSpPr>
          <p:cNvPr id="10" name="Rectangle 9"/>
          <p:cNvSpPr/>
          <p:nvPr/>
        </p:nvSpPr>
        <p:spPr>
          <a:xfrm>
            <a:off x="4229690" y="3597394"/>
            <a:ext cx="381416" cy="203504"/>
          </a:xfrm>
          <a:prstGeom prst="rect">
            <a:avLst/>
          </a:prstGeom>
          <a:pattFill prst="dkDnDiag">
            <a:fgClr>
              <a:schemeClr val="accent1"/>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7227577" y="3611492"/>
            <a:ext cx="381416" cy="203504"/>
          </a:xfrm>
          <a:prstGeom prst="rect">
            <a:avLst/>
          </a:prstGeom>
          <a:pattFill prst="dkDnDiag">
            <a:fgClr>
              <a:schemeClr val="accent1"/>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3847073" y="3884704"/>
            <a:ext cx="1620957" cy="461665"/>
          </a:xfrm>
          <a:prstGeom prst="rect">
            <a:avLst/>
          </a:prstGeom>
          <a:noFill/>
        </p:spPr>
        <p:txBody>
          <a:bodyPr wrap="none" rtlCol="0">
            <a:spAutoFit/>
          </a:bodyPr>
          <a:lstStyle/>
          <a:p>
            <a:r>
              <a:rPr lang="en-US" sz="1200" dirty="0"/>
              <a:t>Region of </a:t>
            </a:r>
            <a:r>
              <a:rPr lang="en-US" sz="1200" dirty="0" smtClean="0"/>
              <a:t>rejection </a:t>
            </a:r>
            <a:r>
              <a:rPr lang="en-US" sz="1200" b="1" dirty="0"/>
              <a:t>(H</a:t>
            </a:r>
            <a:r>
              <a:rPr lang="en-US" sz="1200" b="1" baseline="-25000" dirty="0"/>
              <a:t>0</a:t>
            </a:r>
            <a:r>
              <a:rPr lang="en-US" sz="1200" b="1" dirty="0"/>
              <a:t>)</a:t>
            </a:r>
            <a:endParaRPr lang="en-US" sz="1200" dirty="0" smtClean="0"/>
          </a:p>
          <a:p>
            <a:r>
              <a:rPr lang="en-US" sz="1200" dirty="0" smtClean="0"/>
              <a:t>(Significant area)</a:t>
            </a:r>
            <a:endParaRPr lang="en-US" sz="1200" dirty="0"/>
          </a:p>
        </p:txBody>
      </p:sp>
      <p:sp>
        <p:nvSpPr>
          <p:cNvPr id="13" name="Curved Right Arrow 12"/>
          <p:cNvSpPr/>
          <p:nvPr/>
        </p:nvSpPr>
        <p:spPr>
          <a:xfrm rot="2724704">
            <a:off x="3774289" y="3279254"/>
            <a:ext cx="362120" cy="752981"/>
          </a:xfrm>
          <a:prstGeom prst="curvedRightArrow">
            <a:avLst>
              <a:gd name="adj1" fmla="val 0"/>
              <a:gd name="adj2" fmla="val 50000"/>
              <a:gd name="adj3" fmla="val 25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TextBox 13"/>
          <p:cNvSpPr txBox="1"/>
          <p:nvPr/>
        </p:nvSpPr>
        <p:spPr>
          <a:xfrm>
            <a:off x="6807618" y="3873853"/>
            <a:ext cx="1620957" cy="461665"/>
          </a:xfrm>
          <a:prstGeom prst="rect">
            <a:avLst/>
          </a:prstGeom>
          <a:noFill/>
        </p:spPr>
        <p:txBody>
          <a:bodyPr wrap="none" rtlCol="0">
            <a:spAutoFit/>
          </a:bodyPr>
          <a:lstStyle/>
          <a:p>
            <a:r>
              <a:rPr lang="en-US" sz="1200" dirty="0"/>
              <a:t>Region of </a:t>
            </a:r>
            <a:r>
              <a:rPr lang="en-US" sz="1200" dirty="0" smtClean="0"/>
              <a:t>rejection </a:t>
            </a:r>
            <a:r>
              <a:rPr lang="en-US" sz="1200" b="1" dirty="0"/>
              <a:t>(H</a:t>
            </a:r>
            <a:r>
              <a:rPr lang="en-US" sz="1200" b="1" baseline="-25000" dirty="0"/>
              <a:t>0</a:t>
            </a:r>
            <a:r>
              <a:rPr lang="en-US" sz="1200" b="1" dirty="0"/>
              <a:t>)</a:t>
            </a:r>
            <a:endParaRPr lang="en-US" sz="1200" dirty="0" smtClean="0"/>
          </a:p>
          <a:p>
            <a:r>
              <a:rPr lang="en-US" sz="1200" dirty="0"/>
              <a:t>(Significant area</a:t>
            </a:r>
            <a:r>
              <a:rPr lang="en-US" sz="1200" dirty="0" smtClean="0"/>
              <a:t>)</a:t>
            </a:r>
            <a:endParaRPr lang="en-US" sz="1200" dirty="0"/>
          </a:p>
        </p:txBody>
      </p:sp>
      <p:sp>
        <p:nvSpPr>
          <p:cNvPr id="15" name="Curved Right Arrow 14"/>
          <p:cNvSpPr/>
          <p:nvPr/>
        </p:nvSpPr>
        <p:spPr>
          <a:xfrm rot="18616679" flipH="1">
            <a:off x="7843040" y="3279560"/>
            <a:ext cx="345879" cy="752981"/>
          </a:xfrm>
          <a:prstGeom prst="curvedRightArrow">
            <a:avLst>
              <a:gd name="adj1" fmla="val 0"/>
              <a:gd name="adj2" fmla="val 50000"/>
              <a:gd name="adj3" fmla="val 25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2" name="TextBox 31"/>
          <p:cNvSpPr txBox="1"/>
          <p:nvPr/>
        </p:nvSpPr>
        <p:spPr>
          <a:xfrm>
            <a:off x="2907566" y="5046308"/>
            <a:ext cx="6142323" cy="923330"/>
          </a:xfrm>
          <a:prstGeom prst="rect">
            <a:avLst/>
          </a:prstGeom>
          <a:noFill/>
        </p:spPr>
        <p:txBody>
          <a:bodyPr wrap="square" rtlCol="0">
            <a:spAutoFit/>
          </a:bodyPr>
          <a:lstStyle/>
          <a:p>
            <a:pPr algn="ctr"/>
            <a:r>
              <a:rPr lang="en-US" b="1" dirty="0"/>
              <a:t>Reject</a:t>
            </a:r>
            <a:r>
              <a:rPr lang="en-US" dirty="0"/>
              <a:t> Null </a:t>
            </a:r>
            <a:r>
              <a:rPr lang="en-US" dirty="0" smtClean="0"/>
              <a:t>Hypothesis </a:t>
            </a:r>
            <a:r>
              <a:rPr lang="en-US" b="1" dirty="0" smtClean="0"/>
              <a:t>(</a:t>
            </a:r>
            <a:r>
              <a:rPr lang="en-US" b="1" dirty="0"/>
              <a:t>H</a:t>
            </a:r>
            <a:r>
              <a:rPr lang="en-US" b="1" baseline="-25000" dirty="0"/>
              <a:t>0</a:t>
            </a:r>
            <a:r>
              <a:rPr lang="en-US" b="1" dirty="0"/>
              <a:t>) </a:t>
            </a:r>
            <a:r>
              <a:rPr lang="en-US" b="1" dirty="0" smtClean="0"/>
              <a:t>= </a:t>
            </a:r>
            <a:r>
              <a:rPr lang="en-US" b="1" dirty="0"/>
              <a:t>Accept</a:t>
            </a:r>
            <a:r>
              <a:rPr lang="en-US" dirty="0"/>
              <a:t> Alternative Hypothesis </a:t>
            </a:r>
            <a:r>
              <a:rPr lang="en-US" b="1" dirty="0" smtClean="0"/>
              <a:t>(H</a:t>
            </a:r>
            <a:r>
              <a:rPr lang="en-US" b="1" baseline="-25000" dirty="0" smtClean="0"/>
              <a:t>A</a:t>
            </a:r>
            <a:r>
              <a:rPr lang="en-US" b="1" dirty="0" smtClean="0"/>
              <a:t>)</a:t>
            </a:r>
            <a:endParaRPr lang="en-US" dirty="0"/>
          </a:p>
          <a:p>
            <a:pPr marL="0" lvl="2" algn="ctr"/>
            <a:r>
              <a:rPr lang="en-US" dirty="0"/>
              <a:t>The two groups </a:t>
            </a:r>
            <a:r>
              <a:rPr lang="en-US" b="1" dirty="0" smtClean="0"/>
              <a:t>have</a:t>
            </a:r>
            <a:r>
              <a:rPr lang="en-US" dirty="0" smtClean="0"/>
              <a:t> </a:t>
            </a:r>
            <a:r>
              <a:rPr lang="en-US" dirty="0"/>
              <a:t>a significant </a:t>
            </a:r>
            <a:r>
              <a:rPr lang="en-US" dirty="0" smtClean="0"/>
              <a:t>difference</a:t>
            </a:r>
          </a:p>
          <a:p>
            <a:pPr algn="ctr"/>
            <a:endParaRPr lang="en-US" dirty="0"/>
          </a:p>
        </p:txBody>
      </p:sp>
      <mc:AlternateContent xmlns:mc="http://schemas.openxmlformats.org/markup-compatibility/2006" xmlns:a14="http://schemas.microsoft.com/office/drawing/2010/main">
        <mc:Choice Requires="a14">
          <p:sp>
            <p:nvSpPr>
              <p:cNvPr id="3" name="Rectangle 2"/>
              <p:cNvSpPr/>
              <p:nvPr/>
            </p:nvSpPr>
            <p:spPr>
              <a:xfrm>
                <a:off x="9189471" y="1905000"/>
                <a:ext cx="658578" cy="369332"/>
              </a:xfrm>
              <a:prstGeom prst="rect">
                <a:avLst/>
              </a:prstGeom>
              <a:ln>
                <a:solidFill>
                  <a:srgbClr val="FFC000"/>
                </a:solidFill>
              </a:ln>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𝑐𝑟𝑖𝑡</m:t>
                          </m:r>
                        </m:sub>
                      </m:sSub>
                    </m:oMath>
                  </m:oMathPara>
                </a14:m>
                <a:endParaRPr lang="en-US" dirty="0"/>
              </a:p>
            </p:txBody>
          </p:sp>
        </mc:Choice>
        <mc:Fallback xmlns="">
          <p:sp>
            <p:nvSpPr>
              <p:cNvPr id="3" name="Rectangle 2"/>
              <p:cNvSpPr>
                <a:spLocks noRot="1" noChangeAspect="1" noMove="1" noResize="1" noEditPoints="1" noAdjustHandles="1" noChangeArrowheads="1" noChangeShapeType="1" noTextEdit="1"/>
              </p:cNvSpPr>
              <p:nvPr/>
            </p:nvSpPr>
            <p:spPr>
              <a:xfrm>
                <a:off x="9189471" y="1905000"/>
                <a:ext cx="658578" cy="369332"/>
              </a:xfrm>
              <a:prstGeom prst="rect">
                <a:avLst/>
              </a:prstGeom>
              <a:blipFill>
                <a:blip r:embed="rId6"/>
                <a:stretch>
                  <a:fillRect/>
                </a:stretch>
              </a:blipFill>
              <a:ln>
                <a:solidFill>
                  <a:srgbClr val="FFC00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Rectangle 27"/>
              <p:cNvSpPr/>
              <p:nvPr/>
            </p:nvSpPr>
            <p:spPr>
              <a:xfrm>
                <a:off x="9189472" y="4309300"/>
                <a:ext cx="819391" cy="646331"/>
              </a:xfrm>
              <a:prstGeom prst="rect">
                <a:avLst/>
              </a:prstGeom>
              <a:ln>
                <a:solidFill>
                  <a:srgbClr val="92D050"/>
                </a:solidFill>
              </a:ln>
            </p:spPr>
            <p:txBody>
              <a:bodyPr wrap="none">
                <a:spAutoFit/>
              </a:bodyPr>
              <a:lstStyle/>
              <a:p>
                <a:r>
                  <a:rPr lang="en-US" dirty="0" smtClean="0"/>
                  <a:t>T-score</a:t>
                </a:r>
              </a:p>
              <a:p>
                <a:r>
                  <a:rPr lang="en-US" dirty="0"/>
                  <a:t>(</a:t>
                </a:r>
                <a14:m>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𝑡</m:t>
                        </m:r>
                      </m:e>
                      <m:sub>
                        <m:r>
                          <a:rPr lang="en-US" b="0" i="1" smtClean="0">
                            <a:latin typeface="Cambria Math" panose="02040503050406030204" pitchFamily="18" charset="0"/>
                          </a:rPr>
                          <m:t>𝑠𝑡𝑎</m:t>
                        </m:r>
                        <m:r>
                          <a:rPr lang="en-US" i="1">
                            <a:latin typeface="Cambria Math" panose="02040503050406030204" pitchFamily="18" charset="0"/>
                          </a:rPr>
                          <m:t>𝑡</m:t>
                        </m:r>
                      </m:sub>
                    </m:sSub>
                  </m:oMath>
                </a14:m>
                <a:r>
                  <a:rPr lang="en-US" dirty="0" smtClean="0"/>
                  <a:t>)</a:t>
                </a:r>
                <a:endParaRPr lang="en-US" dirty="0"/>
              </a:p>
            </p:txBody>
          </p:sp>
        </mc:Choice>
        <mc:Fallback xmlns="">
          <p:sp>
            <p:nvSpPr>
              <p:cNvPr id="28" name="Rectangle 27"/>
              <p:cNvSpPr>
                <a:spLocks noRot="1" noChangeAspect="1" noMove="1" noResize="1" noEditPoints="1" noAdjustHandles="1" noChangeArrowheads="1" noChangeShapeType="1" noTextEdit="1"/>
              </p:cNvSpPr>
              <p:nvPr/>
            </p:nvSpPr>
            <p:spPr>
              <a:xfrm>
                <a:off x="9189472" y="4309300"/>
                <a:ext cx="819391" cy="646331"/>
              </a:xfrm>
              <a:prstGeom prst="rect">
                <a:avLst/>
              </a:prstGeom>
              <a:blipFill>
                <a:blip r:embed="rId7"/>
                <a:stretch>
                  <a:fillRect l="-5109" t="-4630" r="-6569" b="-12963"/>
                </a:stretch>
              </a:blipFill>
              <a:ln>
                <a:solidFill>
                  <a:srgbClr val="92D050"/>
                </a:solidFill>
              </a:ln>
            </p:spPr>
            <p:txBody>
              <a:bodyPr/>
              <a:lstStyle/>
              <a:p>
                <a:r>
                  <a:rPr lang="en-US">
                    <a:noFill/>
                  </a:rPr>
                  <a:t> </a:t>
                </a:r>
              </a:p>
            </p:txBody>
          </p:sp>
        </mc:Fallback>
      </mc:AlternateContent>
      <p:cxnSp>
        <p:nvCxnSpPr>
          <p:cNvPr id="31" name="Elbow Connector 30"/>
          <p:cNvCxnSpPr>
            <a:stCxn id="28" idx="1"/>
            <a:endCxn id="36" idx="4"/>
          </p:cNvCxnSpPr>
          <p:nvPr/>
        </p:nvCxnSpPr>
        <p:spPr>
          <a:xfrm rot="10800000">
            <a:off x="7469588" y="3946010"/>
            <a:ext cx="1719884" cy="686457"/>
          </a:xfrm>
          <a:prstGeom prst="bentConnector2">
            <a:avLst/>
          </a:prstGeom>
          <a:ln>
            <a:solidFill>
              <a:srgbClr val="92D050"/>
            </a:solidFill>
            <a:tailEnd type="triangle"/>
          </a:ln>
        </p:spPr>
        <p:style>
          <a:lnRef idx="1">
            <a:schemeClr val="accent1"/>
          </a:lnRef>
          <a:fillRef idx="0">
            <a:schemeClr val="accent1"/>
          </a:fillRef>
          <a:effectRef idx="0">
            <a:schemeClr val="accent1"/>
          </a:effectRef>
          <a:fontRef idx="minor">
            <a:schemeClr val="tx1"/>
          </a:fontRef>
        </p:style>
      </p:cxnSp>
      <p:sp>
        <p:nvSpPr>
          <p:cNvPr id="36" name="Oval 35"/>
          <p:cNvSpPr/>
          <p:nvPr/>
        </p:nvSpPr>
        <p:spPr>
          <a:xfrm>
            <a:off x="7332428" y="3671689"/>
            <a:ext cx="274320" cy="274320"/>
          </a:xfrm>
          <a:prstGeom prst="ellipse">
            <a:avLst/>
          </a:prstGeom>
          <a:solidFill>
            <a:srgbClr val="92D050"/>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3" name="Straight Connector 42"/>
          <p:cNvCxnSpPr/>
          <p:nvPr/>
        </p:nvCxnSpPr>
        <p:spPr>
          <a:xfrm flipH="1">
            <a:off x="4599075" y="3560008"/>
            <a:ext cx="11229" cy="324696"/>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flipH="1">
            <a:off x="7217214" y="3571827"/>
            <a:ext cx="11229" cy="324696"/>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21" name="Elbow Connector 20"/>
          <p:cNvCxnSpPr>
            <a:stCxn id="28" idx="1"/>
            <a:endCxn id="22" idx="4"/>
          </p:cNvCxnSpPr>
          <p:nvPr/>
        </p:nvCxnSpPr>
        <p:spPr>
          <a:xfrm rot="10800000">
            <a:off x="4436624" y="3942218"/>
            <a:ext cx="4752849" cy="690248"/>
          </a:xfrm>
          <a:prstGeom prst="bentConnector2">
            <a:avLst/>
          </a:prstGeom>
          <a:ln>
            <a:solidFill>
              <a:srgbClr val="92D050"/>
            </a:solidFill>
            <a:tailEnd type="triangle"/>
          </a:ln>
        </p:spPr>
        <p:style>
          <a:lnRef idx="1">
            <a:schemeClr val="accent1"/>
          </a:lnRef>
          <a:fillRef idx="0">
            <a:schemeClr val="accent1"/>
          </a:fillRef>
          <a:effectRef idx="0">
            <a:schemeClr val="accent1"/>
          </a:effectRef>
          <a:fontRef idx="minor">
            <a:schemeClr val="tx1"/>
          </a:fontRef>
        </p:style>
      </p:cxnSp>
      <p:sp>
        <p:nvSpPr>
          <p:cNvPr id="22" name="Oval 21"/>
          <p:cNvSpPr/>
          <p:nvPr/>
        </p:nvSpPr>
        <p:spPr>
          <a:xfrm>
            <a:off x="4299463" y="3667898"/>
            <a:ext cx="274320" cy="274320"/>
          </a:xfrm>
          <a:prstGeom prst="ellipse">
            <a:avLst/>
          </a:prstGeom>
          <a:solidFill>
            <a:srgbClr val="92D050"/>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3" name="TextBox 22"/>
              <p:cNvSpPr txBox="1"/>
              <p:nvPr/>
            </p:nvSpPr>
            <p:spPr>
              <a:xfrm>
                <a:off x="6847793" y="2402103"/>
                <a:ext cx="1879745" cy="646331"/>
              </a:xfrm>
              <a:prstGeom prst="rect">
                <a:avLst/>
              </a:prstGeom>
              <a:noFill/>
            </p:spPr>
            <p:txBody>
              <a:bodyPr wrap="none" rtlCol="0">
                <a:spAutoFit/>
              </a:bodyPr>
              <a:lstStyle/>
              <a:p>
                <a:r>
                  <a:rPr lang="en-US" dirty="0" smtClean="0"/>
                  <a:t>Right Tail (Positive)</a:t>
                </a:r>
              </a:p>
              <a:p>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𝑠𝑡𝑎𝑡</m:t>
                        </m:r>
                      </m:sub>
                    </m:sSub>
                  </m:oMath>
                </a14:m>
                <a:r>
                  <a:rPr lang="en-US" dirty="0"/>
                  <a:t> </a:t>
                </a:r>
                <a:r>
                  <a:rPr lang="en-US" dirty="0" smtClean="0"/>
                  <a:t>&gt;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𝑐𝑟𝑖𝑡</m:t>
                        </m:r>
                      </m:sub>
                    </m:sSub>
                  </m:oMath>
                </a14:m>
                <a:endParaRPr lang="en-US" dirty="0"/>
              </a:p>
            </p:txBody>
          </p:sp>
        </mc:Choice>
        <mc:Fallback xmlns="">
          <p:sp>
            <p:nvSpPr>
              <p:cNvPr id="23" name="TextBox 22"/>
              <p:cNvSpPr txBox="1">
                <a:spLocks noRot="1" noChangeAspect="1" noMove="1" noResize="1" noEditPoints="1" noAdjustHandles="1" noChangeArrowheads="1" noChangeShapeType="1" noTextEdit="1"/>
              </p:cNvSpPr>
              <p:nvPr/>
            </p:nvSpPr>
            <p:spPr>
              <a:xfrm>
                <a:off x="6847793" y="2402103"/>
                <a:ext cx="1879745" cy="646331"/>
              </a:xfrm>
              <a:prstGeom prst="rect">
                <a:avLst/>
              </a:prstGeom>
              <a:blipFill>
                <a:blip r:embed="rId8"/>
                <a:stretch>
                  <a:fillRect l="-2589" t="-4717" r="-1942" b="-141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p:cNvSpPr txBox="1"/>
              <p:nvPr/>
            </p:nvSpPr>
            <p:spPr>
              <a:xfrm>
                <a:off x="3688702" y="2404764"/>
                <a:ext cx="1936299" cy="646331"/>
              </a:xfrm>
              <a:prstGeom prst="rect">
                <a:avLst/>
              </a:prstGeom>
              <a:noFill/>
            </p:spPr>
            <p:txBody>
              <a:bodyPr wrap="none" rtlCol="0">
                <a:spAutoFit/>
              </a:bodyPr>
              <a:lstStyle/>
              <a:p>
                <a:r>
                  <a:rPr lang="en-US" dirty="0" smtClean="0"/>
                  <a:t>Left Tail (Negative)</a:t>
                </a:r>
              </a:p>
              <a:p>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𝑠𝑡𝑎𝑡</m:t>
                        </m:r>
                      </m:sub>
                    </m:sSub>
                  </m:oMath>
                </a14:m>
                <a:r>
                  <a:rPr lang="en-US" dirty="0"/>
                  <a:t> </a:t>
                </a:r>
                <a:r>
                  <a:rPr lang="en-US" dirty="0" smtClean="0"/>
                  <a:t>&lt;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𝑐𝑟𝑖𝑡</m:t>
                        </m:r>
                      </m:sub>
                    </m:sSub>
                  </m:oMath>
                </a14:m>
                <a:endParaRPr lang="en-US" dirty="0"/>
              </a:p>
            </p:txBody>
          </p:sp>
        </mc:Choice>
        <mc:Fallback xmlns="">
          <p:sp>
            <p:nvSpPr>
              <p:cNvPr id="24" name="TextBox 23"/>
              <p:cNvSpPr txBox="1">
                <a:spLocks noRot="1" noChangeAspect="1" noMove="1" noResize="1" noEditPoints="1" noAdjustHandles="1" noChangeArrowheads="1" noChangeShapeType="1" noTextEdit="1"/>
              </p:cNvSpPr>
              <p:nvPr/>
            </p:nvSpPr>
            <p:spPr>
              <a:xfrm>
                <a:off x="3688702" y="2404764"/>
                <a:ext cx="1936299" cy="646331"/>
              </a:xfrm>
              <a:prstGeom prst="rect">
                <a:avLst/>
              </a:prstGeom>
              <a:blipFill>
                <a:blip r:embed="rId9"/>
                <a:stretch>
                  <a:fillRect l="-2516" t="-4673" r="-1887" b="-13084"/>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2717848302"/>
      </p:ext>
    </p:extLst>
  </p:cSld>
  <p:clrMapOvr>
    <a:masterClrMapping/>
  </p:clrMapOvr>
  <p:transition spd="slow" advTm="67141">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par>
                                <p:cTn id="8" presetID="53" presetClass="entr" presetSubtype="16" fill="hold" grpId="0" nodeType="withEffect">
                                  <p:stCondLst>
                                    <p:cond delay="0"/>
                                  </p:stCondLst>
                                  <p:childTnLst>
                                    <p:set>
                                      <p:cBhvr>
                                        <p:cTn id="9" dur="1" fill="hold">
                                          <p:stCondLst>
                                            <p:cond delay="0"/>
                                          </p:stCondLst>
                                        </p:cTn>
                                        <p:tgtEl>
                                          <p:spTgt spid="36"/>
                                        </p:tgtEl>
                                        <p:attrNameLst>
                                          <p:attrName>style.visibility</p:attrName>
                                        </p:attrNameLst>
                                      </p:cBhvr>
                                      <p:to>
                                        <p:strVal val="visible"/>
                                      </p:to>
                                    </p:set>
                                    <p:anim calcmode="lin" valueType="num">
                                      <p:cBhvr>
                                        <p:cTn id="10" dur="500" fill="hold"/>
                                        <p:tgtEl>
                                          <p:spTgt spid="36"/>
                                        </p:tgtEl>
                                        <p:attrNameLst>
                                          <p:attrName>ppt_w</p:attrName>
                                        </p:attrNameLst>
                                      </p:cBhvr>
                                      <p:tavLst>
                                        <p:tav tm="0">
                                          <p:val>
                                            <p:fltVal val="0"/>
                                          </p:val>
                                        </p:tav>
                                        <p:tav tm="100000">
                                          <p:val>
                                            <p:strVal val="#ppt_w"/>
                                          </p:val>
                                        </p:tav>
                                      </p:tavLst>
                                    </p:anim>
                                    <p:anim calcmode="lin" valueType="num">
                                      <p:cBhvr>
                                        <p:cTn id="11" dur="500" fill="hold"/>
                                        <p:tgtEl>
                                          <p:spTgt spid="36"/>
                                        </p:tgtEl>
                                        <p:attrNameLst>
                                          <p:attrName>ppt_h</p:attrName>
                                        </p:attrNameLst>
                                      </p:cBhvr>
                                      <p:tavLst>
                                        <p:tav tm="0">
                                          <p:val>
                                            <p:fltVal val="0"/>
                                          </p:val>
                                        </p:tav>
                                        <p:tav tm="100000">
                                          <p:val>
                                            <p:strVal val="#ppt_h"/>
                                          </p:val>
                                        </p:tav>
                                      </p:tavLst>
                                    </p:anim>
                                    <p:animEffect transition="in" filter="fade">
                                      <p:cBhvr>
                                        <p:cTn id="12" dur="500"/>
                                        <p:tgtEl>
                                          <p:spTgt spid="36"/>
                                        </p:tgtEl>
                                      </p:cBhvr>
                                    </p:animEffect>
                                  </p:childTnLst>
                                </p:cTn>
                              </p:par>
                              <p:par>
                                <p:cTn id="13" presetID="10" presetClass="entr" presetSubtype="0" fill="hold" nodeType="withEffect">
                                  <p:stCondLst>
                                    <p:cond delay="0"/>
                                  </p:stCondLst>
                                  <p:childTnLst>
                                    <p:set>
                                      <p:cBhvr>
                                        <p:cTn id="14" dur="1" fill="hold">
                                          <p:stCondLst>
                                            <p:cond delay="0"/>
                                          </p:stCondLst>
                                        </p:cTn>
                                        <p:tgtEl>
                                          <p:spTgt spid="31"/>
                                        </p:tgtEl>
                                        <p:attrNameLst>
                                          <p:attrName>style.visibility</p:attrName>
                                        </p:attrNameLst>
                                      </p:cBhvr>
                                      <p:to>
                                        <p:strVal val="visible"/>
                                      </p:to>
                                    </p:set>
                                    <p:animEffect transition="in" filter="fade">
                                      <p:cBhvr>
                                        <p:cTn id="15" dur="500"/>
                                        <p:tgtEl>
                                          <p:spTgt spid="31"/>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8"/>
                                        </p:tgtEl>
                                        <p:attrNameLst>
                                          <p:attrName>style.visibility</p:attrName>
                                        </p:attrNameLst>
                                      </p:cBhvr>
                                      <p:to>
                                        <p:strVal val="visible"/>
                                      </p:to>
                                    </p:set>
                                    <p:animEffect transition="in" filter="fade">
                                      <p:cBhvr>
                                        <p:cTn id="18" dur="500"/>
                                        <p:tgtEl>
                                          <p:spTgt spid="28"/>
                                        </p:tgtEl>
                                      </p:cBhvr>
                                    </p:animEffect>
                                  </p:childTnLst>
                                </p:cTn>
                              </p:par>
                            </p:childTnLst>
                          </p:cTn>
                        </p:par>
                      </p:childTnLst>
                    </p:cTn>
                  </p:par>
                  <p:par>
                    <p:cTn id="19" fill="hold">
                      <p:stCondLst>
                        <p:cond delay="indefinite"/>
                      </p:stCondLst>
                      <p:childTnLst>
                        <p:par>
                          <p:cTn id="20" fill="hold">
                            <p:stCondLst>
                              <p:cond delay="0"/>
                            </p:stCondLst>
                            <p:childTnLst>
                              <p:par>
                                <p:cTn id="21" presetID="53" presetClass="entr" presetSubtype="16"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anim calcmode="lin" valueType="num">
                                      <p:cBhvr>
                                        <p:cTn id="23" dur="500" fill="hold"/>
                                        <p:tgtEl>
                                          <p:spTgt spid="22"/>
                                        </p:tgtEl>
                                        <p:attrNameLst>
                                          <p:attrName>ppt_w</p:attrName>
                                        </p:attrNameLst>
                                      </p:cBhvr>
                                      <p:tavLst>
                                        <p:tav tm="0">
                                          <p:val>
                                            <p:fltVal val="0"/>
                                          </p:val>
                                        </p:tav>
                                        <p:tav tm="100000">
                                          <p:val>
                                            <p:strVal val="#ppt_w"/>
                                          </p:val>
                                        </p:tav>
                                      </p:tavLst>
                                    </p:anim>
                                    <p:anim calcmode="lin" valueType="num">
                                      <p:cBhvr>
                                        <p:cTn id="24" dur="500" fill="hold"/>
                                        <p:tgtEl>
                                          <p:spTgt spid="22"/>
                                        </p:tgtEl>
                                        <p:attrNameLst>
                                          <p:attrName>ppt_h</p:attrName>
                                        </p:attrNameLst>
                                      </p:cBhvr>
                                      <p:tavLst>
                                        <p:tav tm="0">
                                          <p:val>
                                            <p:fltVal val="0"/>
                                          </p:val>
                                        </p:tav>
                                        <p:tav tm="100000">
                                          <p:val>
                                            <p:strVal val="#ppt_h"/>
                                          </p:val>
                                        </p:tav>
                                      </p:tavLst>
                                    </p:anim>
                                    <p:animEffect transition="in" filter="fade">
                                      <p:cBhvr>
                                        <p:cTn id="25" dur="500"/>
                                        <p:tgtEl>
                                          <p:spTgt spid="22"/>
                                        </p:tgtEl>
                                      </p:cBhvr>
                                    </p:animEffect>
                                  </p:childTnLst>
                                </p:cTn>
                              </p:par>
                              <p:par>
                                <p:cTn id="26" presetID="10" presetClass="entr" presetSubtype="0" fill="hold" nodeType="with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fade">
                                      <p:cBhvr>
                                        <p:cTn id="2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28" grpId="0" animBg="1"/>
      <p:bldP spid="36" grpId="0" animBg="1"/>
      <p:bldP spid="22" grpId="0" animBg="1"/>
    </p:bldLst>
  </p:timing>
  <p:extLst mod="1">
    <p:ext uri="{3A86A75C-4F4B-4683-9AE1-C65F6400EC91}">
      <p14:laserTraceLst xmlns:p14="http://schemas.microsoft.com/office/powerpoint/2010/main">
        <p14:tracePtLst>
          <p14:tracePt t="8266" x="936625" y="5356225"/>
          <p14:tracePt t="8370" x="950913" y="5341938"/>
          <p14:tracePt t="8402" x="1182688" y="5319713"/>
          <p14:tracePt t="8433" x="1414463" y="5283200"/>
          <p14:tracePt t="8465" x="1668463" y="5240338"/>
          <p14:tracePt t="8495" x="2032000" y="5195888"/>
          <p14:tracePt t="8525" x="2365375" y="5138738"/>
          <p14:tracePt t="8558" x="2517775" y="5122863"/>
          <p14:tracePt t="8588" x="2771775" y="5087938"/>
          <p14:tracePt t="8620" x="2932113" y="5080000"/>
          <p14:tracePt t="8649" x="2946400" y="5072063"/>
          <p14:tracePt t="8700" x="3005138" y="5065713"/>
          <p14:tracePt t="8729" x="3011488" y="5065713"/>
          <p14:tracePt t="22466" x="3251200" y="5029200"/>
          <p14:tracePt t="22500" x="3686175" y="5021263"/>
          <p14:tracePt t="22532" x="4013200" y="5021263"/>
          <p14:tracePt t="22563" x="4202113" y="5021263"/>
          <p14:tracePt t="22592" x="4303713" y="5000625"/>
          <p14:tracePt t="22627" x="4572000" y="4970463"/>
          <p14:tracePt t="22658" x="4738688" y="4964113"/>
          <p14:tracePt t="22689" x="4884738" y="4956175"/>
          <p14:tracePt t="22719" x="5021263" y="4927600"/>
          <p14:tracePt t="22747" x="5254625" y="4891088"/>
          <p14:tracePt t="22777" x="5522913" y="4862513"/>
          <p14:tracePt t="22808" x="5783263" y="4862513"/>
          <p14:tracePt t="22827" x="5943600" y="4862513"/>
          <p14:tracePt t="22856" x="6327775" y="4862513"/>
          <p14:tracePt t="22874" x="6538913" y="4862513"/>
          <p14:tracePt t="22905" x="7038975" y="4833938"/>
          <p14:tracePt t="22936" x="7532688" y="4797425"/>
          <p14:tracePt t="22946" x="7642225" y="4797425"/>
          <p14:tracePt t="22978" x="7910513" y="4767263"/>
          <p14:tracePt t="23018" x="8048625" y="4767263"/>
          <p14:tracePt t="23047" x="8120063" y="4767263"/>
          <p14:tracePt t="23076" x="8229600" y="4767263"/>
          <p14:tracePt t="23106" x="8266113" y="4767263"/>
          <p14:tracePt t="23212" x="8251825" y="4775200"/>
          <p14:tracePt t="23246" x="8069263" y="4797425"/>
          <p14:tracePt t="23279" x="7831138" y="4797425"/>
          <p14:tracePt t="23313" x="7583488" y="4702175"/>
          <p14:tracePt t="23324" x="7532688" y="4681538"/>
          <p14:tracePt t="23359" x="7337425" y="4557713"/>
          <p14:tracePt t="23371" x="7272338" y="4478338"/>
          <p14:tracePt t="23406" x="7235825" y="4360863"/>
          <p14:tracePt t="23441" x="7227888" y="4230688"/>
          <p14:tracePt t="23453" x="7227888" y="4187825"/>
          <p14:tracePt t="23487" x="7227888" y="4086225"/>
          <p14:tracePt t="23509" x="7227888" y="4013200"/>
          <p14:tracePt t="23541" x="7227888" y="3897313"/>
          <p14:tracePt t="23571" x="7227888" y="3787775"/>
          <p14:tracePt t="23612" x="7227888" y="3722688"/>
          <p14:tracePt t="23642" x="7250113" y="3649663"/>
          <p14:tracePt t="23672" x="7272338" y="3563938"/>
          <p14:tracePt t="23684" x="7278688" y="3533775"/>
          <p14:tracePt t="23716" x="7300913" y="3446463"/>
          <p14:tracePt t="23746" x="7323138" y="3381375"/>
          <p14:tracePt t="23777" x="7351713" y="3344863"/>
          <p14:tracePt t="23810" x="7388225" y="3294063"/>
          <p14:tracePt t="23842" x="7467600" y="3214688"/>
          <p14:tracePt t="23871" x="7540625" y="3163888"/>
          <p14:tracePt t="23903" x="7678738" y="3062288"/>
          <p14:tracePt t="23937" x="7932738" y="2932113"/>
          <p14:tracePt t="23971" x="8135938" y="2859088"/>
          <p14:tracePt t="24002" x="8302625" y="2822575"/>
          <p14:tracePt t="24033" x="8469313" y="2816225"/>
          <p14:tracePt t="24062" x="8585200" y="2816225"/>
          <p14:tracePt t="24092" x="8694738" y="2816225"/>
          <p14:tracePt t="24124" x="8774113" y="2852738"/>
          <p14:tracePt t="24153" x="8882063" y="2909888"/>
          <p14:tracePt t="24183" x="8963025" y="2954338"/>
          <p14:tracePt t="24214" x="8991600" y="3005138"/>
          <p14:tracePt t="24244" x="9005888" y="3076575"/>
          <p14:tracePt t="24275" x="9020175" y="3171825"/>
          <p14:tracePt t="24313" x="9020175" y="3279775"/>
          <p14:tracePt t="24322" x="9020175" y="3302000"/>
          <p14:tracePt t="24354" x="9013825" y="3375025"/>
          <p14:tracePt t="24375" x="9013825" y="3389313"/>
          <p14:tracePt t="24405" x="8983663" y="3446463"/>
          <p14:tracePt t="24437" x="8948738" y="3497263"/>
          <p14:tracePt t="24467" x="8912225" y="3556000"/>
          <p14:tracePt t="24497" x="8861425" y="3621088"/>
          <p14:tracePt t="24525" x="8831263" y="3657600"/>
          <p14:tracePt t="24563" x="8766175" y="3736975"/>
          <p14:tracePt t="24594" x="8715375" y="3795713"/>
          <p14:tracePt t="24625" x="8613775" y="3883025"/>
          <p14:tracePt t="24655" x="8542338" y="3919538"/>
          <p14:tracePt t="24686" x="8461375" y="3970338"/>
          <p14:tracePt t="24717" x="8367713" y="4005263"/>
          <p14:tracePt t="24748" x="8243888" y="4056063"/>
          <p14:tracePt t="24781" x="8120063" y="4071938"/>
          <p14:tracePt t="24812" x="7983538" y="4086225"/>
          <p14:tracePt t="24844" x="7823200" y="4086225"/>
          <p14:tracePt t="24876" x="7685088" y="4086225"/>
          <p14:tracePt t="24908" x="7577138" y="4086225"/>
          <p14:tracePt t="24939" x="7467600" y="4071938"/>
          <p14:tracePt t="24970" x="7358063" y="4027488"/>
          <p14:tracePt t="25001" x="7205663" y="3976688"/>
          <p14:tracePt t="25031" x="7104063" y="3925888"/>
          <p14:tracePt t="25062" x="7002463" y="3852863"/>
          <p14:tracePt t="25093" x="6973888" y="3802063"/>
          <p14:tracePt t="25125" x="6951663" y="3722688"/>
          <p14:tracePt t="25155" x="6937375" y="3649663"/>
          <p14:tracePt t="25184" x="6916738" y="3570288"/>
          <p14:tracePt t="25204" x="6916738" y="3541713"/>
          <p14:tracePt t="25236" x="6894513" y="3425825"/>
          <p14:tracePt t="25265" x="6894513" y="3330575"/>
          <p14:tracePt t="25296" x="6894513" y="3259138"/>
          <p14:tracePt t="25326" x="6894513" y="3178175"/>
          <p14:tracePt t="25356" x="6923088" y="3090863"/>
          <p14:tracePt t="25383" x="6959600" y="3019425"/>
          <p14:tracePt t="25404" x="6988175" y="2968625"/>
          <p14:tracePt t="25435" x="7069138" y="2881313"/>
          <p14:tracePt t="25466" x="7140575" y="2808288"/>
          <p14:tracePt t="25497" x="7199313" y="2751138"/>
          <p14:tracePt t="25528" x="7272338" y="2700338"/>
          <p14:tracePt t="25548" x="7323138" y="2684463"/>
          <p14:tracePt t="25580" x="7373938" y="2641600"/>
          <p14:tracePt t="25610" x="7416800" y="2619375"/>
          <p14:tracePt t="25640" x="7453313" y="2590800"/>
          <p14:tracePt t="25670" x="7504113" y="2568575"/>
          <p14:tracePt t="25699" x="7583488" y="2562225"/>
          <p14:tracePt t="25729" x="7662863" y="2547938"/>
          <p14:tracePt t="25758" x="7713663" y="2547938"/>
          <p14:tracePt t="25798" x="7823200" y="2547938"/>
          <p14:tracePt t="25827" x="7866063" y="2547938"/>
          <p14:tracePt t="25857" x="7896225" y="2547938"/>
          <p14:tracePt t="25889" x="7939088" y="2554288"/>
          <p14:tracePt t="25920" x="7975600" y="2554288"/>
          <p14:tracePt t="25950" x="7997825" y="2554288"/>
          <p14:tracePt t="25980" x="8040688" y="2568575"/>
          <p14:tracePt t="26010" x="8062913" y="2568575"/>
          <p14:tracePt t="26041" x="8085138" y="2576513"/>
          <p14:tracePt t="26080" x="8113713" y="2576513"/>
          <p14:tracePt t="26110" x="8156575" y="2590800"/>
          <p14:tracePt t="26140" x="8193088" y="2598738"/>
          <p14:tracePt t="26169" x="8221663" y="2605088"/>
          <p14:tracePt t="26198" x="8237538" y="2613025"/>
          <p14:tracePt t="26231" x="8243888" y="2613025"/>
          <p14:tracePt t="26264" x="8243888" y="2619375"/>
          <p14:tracePt t="26576" x="8288338" y="2641600"/>
          <p14:tracePt t="26606" x="8323263" y="2663825"/>
          <p14:tracePt t="26638" x="8345488" y="2670175"/>
          <p14:tracePt t="26670" x="8353425" y="2684463"/>
          <p14:tracePt t="26700" x="8359775" y="2684463"/>
          <p14:tracePt t="26731" x="8367713" y="2692400"/>
          <p14:tracePt t="26762" x="8367713" y="2714625"/>
          <p14:tracePt t="26792" x="8367713" y="2743200"/>
          <p14:tracePt t="26824" x="8353425" y="2779713"/>
          <p14:tracePt t="26844" x="8345488" y="2786063"/>
          <p14:tracePt t="26874" x="8308975" y="2830513"/>
          <p14:tracePt t="26904" x="8272463" y="2867025"/>
          <p14:tracePt t="26953" x="8221663" y="2903538"/>
          <p14:tracePt t="26982" x="8207375" y="2909888"/>
          <p14:tracePt t="27013" x="8178800" y="2924175"/>
          <p14:tracePt t="27044" x="8135938" y="2938463"/>
          <p14:tracePt t="27074" x="8099425" y="2960688"/>
          <p14:tracePt t="27104" x="8054975" y="2982913"/>
          <p14:tracePt t="27135" x="8034338" y="2982913"/>
          <p14:tracePt t="27173" x="7997825" y="2982913"/>
          <p14:tracePt t="27204" x="7932738" y="2982913"/>
          <p14:tracePt t="27237" x="7881938" y="2982913"/>
          <p14:tracePt t="27268" x="7823200" y="3005138"/>
          <p14:tracePt t="27299" x="7743825" y="3005138"/>
          <p14:tracePt t="27330" x="7662863" y="3011488"/>
          <p14:tracePt t="27352" x="7612063" y="3011488"/>
          <p14:tracePt t="27374" x="7569200" y="3011488"/>
          <p14:tracePt t="27405" x="7518400" y="3011488"/>
          <p14:tracePt t="27436" x="7481888" y="3011488"/>
          <p14:tracePt t="27466" x="7453313" y="3011488"/>
          <p14:tracePt t="27495" x="7445375" y="3011488"/>
          <p14:tracePt t="27527" x="7431088" y="3011488"/>
          <p14:tracePt t="27750" x="7424738" y="3005138"/>
          <p14:tracePt t="27780" x="7424738" y="2974975"/>
          <p14:tracePt t="27813" x="7416800" y="2954338"/>
          <p14:tracePt t="27842" x="7416800" y="2932113"/>
          <p14:tracePt t="27872" x="7416800" y="2917825"/>
          <p14:tracePt t="27893" x="7416800" y="2895600"/>
          <p14:tracePt t="27932" x="7416800" y="2881313"/>
          <p14:tracePt t="27963" x="7416800" y="2859088"/>
          <p14:tracePt t="28012" x="7424738" y="2836863"/>
          <p14:tracePt t="28044" x="7431088" y="2830513"/>
          <p14:tracePt t="28076" x="7445375" y="2816225"/>
          <p14:tracePt t="28143" x="7459663" y="2816225"/>
          <p14:tracePt t="28174" x="7467600" y="2808288"/>
          <p14:tracePt t="28206" x="7481888" y="2808288"/>
          <p14:tracePt t="28246" x="7481888" y="2801938"/>
          <p14:tracePt t="28277" x="7489825" y="2801938"/>
          <p14:tracePt t="28309" x="7496175" y="2801938"/>
          <p14:tracePt t="28340" x="7504113" y="2801938"/>
          <p14:tracePt t="28372" x="7510463" y="2801938"/>
          <p14:tracePt t="28717" x="7504113" y="2822575"/>
          <p14:tracePt t="28750" x="7481888" y="2859088"/>
          <p14:tracePt t="28778" x="7475538" y="2859088"/>
          <p14:tracePt t="28874" x="7481888" y="2822575"/>
          <p14:tracePt t="28906" x="7569200" y="2779713"/>
          <p14:tracePt t="28938" x="7648575" y="2771775"/>
          <p14:tracePt t="28970" x="7670800" y="2771775"/>
          <p14:tracePt t="29013" x="7699375" y="2816225"/>
          <p14:tracePt t="29044" x="7713663" y="2873375"/>
          <p14:tracePt t="29074" x="7713663" y="2924175"/>
          <p14:tracePt t="29105" x="7713663" y="2989263"/>
          <p14:tracePt t="29135" x="7699375" y="3033713"/>
          <p14:tracePt t="29166" x="7699375" y="3062288"/>
          <p14:tracePt t="29236" x="7693025" y="3076575"/>
          <p14:tracePt t="29266" x="7693025" y="3098800"/>
          <p14:tracePt t="29306" x="7693025" y="3121025"/>
          <p14:tracePt t="29355" x="7685088" y="3135313"/>
          <p14:tracePt t="29641" x="7707313" y="3090863"/>
          <p14:tracePt t="29690" x="7721600" y="3070225"/>
          <p14:tracePt t="29721" x="7735888" y="3048000"/>
          <p14:tracePt t="29751" x="7750175" y="3011488"/>
          <p14:tracePt t="29774" x="7764463" y="3005138"/>
          <p14:tracePt t="29805" x="7780338" y="2982913"/>
          <p14:tracePt t="29842" x="7823200" y="2960688"/>
          <p14:tracePt t="29873" x="7896225" y="2946400"/>
          <p14:tracePt t="29907" x="7983538" y="2932113"/>
          <p14:tracePt t="29938" x="8012113" y="2924175"/>
          <p14:tracePt t="29978" x="8034338" y="2924175"/>
          <p14:tracePt t="30016" x="8069263" y="2924175"/>
          <p14:tracePt t="30045" x="8091488" y="2924175"/>
          <p14:tracePt t="30073" x="8113713" y="2924175"/>
          <p14:tracePt t="30103" x="8135938" y="2924175"/>
          <p14:tracePt t="30143" x="8164513" y="2932113"/>
          <p14:tracePt t="30174" x="8178800" y="2932113"/>
          <p14:tracePt t="30213" x="8193088" y="2932113"/>
          <p14:tracePt t="30243" x="8207375" y="2938463"/>
          <p14:tracePt t="31962" x="8193088" y="3135313"/>
          <p14:tracePt t="31996" x="8178800" y="3302000"/>
          <p14:tracePt t="32032" x="8164513" y="3360738"/>
          <p14:tracePt t="32077" x="8164513" y="3403600"/>
          <p14:tracePt t="32110" x="8164513" y="3417888"/>
          <p14:tracePt t="32228" x="8150225" y="3446463"/>
          <p14:tracePt t="32260" x="8105775" y="3592513"/>
          <p14:tracePt t="32294" x="7975600" y="3751263"/>
          <p14:tracePt t="32327" x="7808913" y="3875088"/>
          <p14:tracePt t="32361" x="7713663" y="3925888"/>
          <p14:tracePt t="32372" x="7707313" y="3933825"/>
          <p14:tracePt t="32424" x="7648575" y="3948113"/>
          <p14:tracePt t="32435" x="7627938" y="3954463"/>
          <p14:tracePt t="32466" x="7577138" y="3970338"/>
          <p14:tracePt t="32499" x="7554913" y="3976688"/>
          <p14:tracePt t="32540" x="7532688" y="3984625"/>
          <p14:tracePt t="32580" x="7510463" y="3984625"/>
          <p14:tracePt t="32604" x="7504113" y="3984625"/>
          <p14:tracePt t="32637" x="7496175" y="3984625"/>
          <p14:tracePt t="32719" x="7467600" y="3970338"/>
          <p14:tracePt t="32751" x="7431088" y="3933825"/>
          <p14:tracePt t="32775" x="7416800" y="3911600"/>
          <p14:tracePt t="32806" x="7388225" y="3852863"/>
          <p14:tracePt t="32838" x="7380288" y="3802063"/>
          <p14:tracePt t="32871" x="7380288" y="3730625"/>
          <p14:tracePt t="32903" x="7394575" y="3657600"/>
          <p14:tracePt t="32935" x="7453313" y="3548063"/>
          <p14:tracePt t="32968" x="7518400" y="3468688"/>
          <p14:tracePt t="32979" x="7526338" y="3462338"/>
          <p14:tracePt t="33011" x="7569200" y="3432175"/>
          <p14:tracePt t="33041" x="7634288" y="3417888"/>
          <p14:tracePt t="33072" x="7713663" y="3395663"/>
          <p14:tracePt t="33103" x="7780338" y="3395663"/>
          <p14:tracePt t="33136" x="7902575" y="3395663"/>
          <p14:tracePt t="33157" x="7953375" y="3395663"/>
          <p14:tracePt t="33188" x="8040688" y="3411538"/>
          <p14:tracePt t="33221" x="8113713" y="3446463"/>
          <p14:tracePt t="33244" x="8142288" y="3476625"/>
          <p14:tracePt t="33284" x="8229600" y="3578225"/>
          <p14:tracePt t="33305" x="8258175" y="3621088"/>
          <p14:tracePt t="33337" x="8258175" y="3671888"/>
          <p14:tracePt t="33370" x="8266113" y="3759200"/>
          <p14:tracePt t="33403" x="8266113" y="3824288"/>
          <p14:tracePt t="33436" x="8237538" y="3883025"/>
          <p14:tracePt t="33469" x="8186738" y="3940175"/>
          <p14:tracePt t="33501" x="8113713" y="3990975"/>
          <p14:tracePt t="33533" x="8091488" y="4005263"/>
          <p14:tracePt t="33557" x="8048625" y="4021138"/>
          <p14:tracePt t="33591" x="7989888" y="4021138"/>
          <p14:tracePt t="33625" x="7924800" y="4021138"/>
          <p14:tracePt t="33634" x="7910513" y="4021138"/>
          <p14:tracePt t="33669" x="7866063" y="4013200"/>
          <p14:tracePt t="33703" x="7800975" y="3976688"/>
          <p14:tracePt t="33736" x="7758113" y="3954463"/>
          <p14:tracePt t="33760" x="7750175" y="3919538"/>
          <p14:tracePt t="33781" x="7743825" y="3889375"/>
          <p14:tracePt t="33813" x="7743825" y="3838575"/>
          <p14:tracePt t="33845" x="7743825" y="3802063"/>
          <p14:tracePt t="33878" x="7743825" y="3759200"/>
          <p14:tracePt t="33901" x="7743825" y="3716338"/>
          <p14:tracePt t="33933" x="7758113" y="3671888"/>
          <p14:tracePt t="33967" x="7772400" y="3621088"/>
          <p14:tracePt t="33999" x="7786688" y="3592513"/>
          <p14:tracePt t="34031" x="7808913" y="3556000"/>
          <p14:tracePt t="34073" x="7815263" y="3541713"/>
          <p14:tracePt t="34104" x="7823200" y="3527425"/>
          <p14:tracePt t="34134" x="7831138" y="3519488"/>
          <p14:tracePt t="34166" x="7851775" y="3497263"/>
          <p14:tracePt t="34199" x="7888288" y="3482975"/>
          <p14:tracePt t="34231" x="7947025" y="3462338"/>
          <p14:tracePt t="34263" x="7983538" y="3446463"/>
          <p14:tracePt t="34306" x="8004175" y="3446463"/>
          <p14:tracePt t="34345" x="8018463" y="3446463"/>
          <p14:tracePt t="34405" x="8040688" y="3454400"/>
          <p14:tracePt t="34435" x="8062913" y="3497263"/>
          <p14:tracePt t="34466" x="8085138" y="3556000"/>
          <p14:tracePt t="34496" x="8091488" y="3606800"/>
          <p14:tracePt t="34517" x="8099425" y="3629025"/>
          <p14:tracePt t="34548" x="8099425" y="3694113"/>
          <p14:tracePt t="34579" x="8099425" y="3736975"/>
          <p14:tracePt t="34606" x="8099425" y="3759200"/>
          <p14:tracePt t="34638" x="8099425" y="3773488"/>
          <p14:tracePt t="34668" x="8085138" y="3802063"/>
          <p14:tracePt t="34698" x="8077200" y="3824288"/>
          <p14:tracePt t="34729" x="8069263" y="3832225"/>
          <p14:tracePt t="34759" x="8062913" y="3832225"/>
          <p14:tracePt t="34790" x="8062913" y="3838575"/>
          <p14:tracePt t="36061" x="8054975" y="3852863"/>
          <p14:tracePt t="36103" x="8054975" y="3860800"/>
          <p14:tracePt t="36135" x="8054975" y="3883025"/>
          <p14:tracePt t="36166" x="8048625" y="3919538"/>
          <p14:tracePt t="36206" x="8026400" y="3948113"/>
          <p14:tracePt t="36235" x="8004175" y="3970338"/>
          <p14:tracePt t="36274" x="7975600" y="3990975"/>
          <p14:tracePt t="36307" x="7947025" y="4005263"/>
          <p14:tracePt t="36339" x="7932738" y="4005263"/>
          <p14:tracePt t="36370" x="7916863" y="4013200"/>
          <p14:tracePt t="36402" x="7902575" y="4013200"/>
          <p14:tracePt t="36525" x="7896225" y="4013200"/>
          <p14:tracePt t="36557" x="7888288" y="4013200"/>
          <p14:tracePt t="36593" x="7874000" y="4013200"/>
          <p14:tracePt t="36668" x="7874000" y="3925888"/>
          <p14:tracePt t="36701" x="7888288" y="3824288"/>
          <p14:tracePt t="36732" x="7932738" y="3773488"/>
          <p14:tracePt t="36767" x="7997825" y="3744913"/>
          <p14:tracePt t="36790" x="8034338" y="3730625"/>
          <p14:tracePt t="36825" x="8077200" y="3730625"/>
          <p14:tracePt t="36859" x="8113713" y="3730625"/>
          <p14:tracePt t="36870" x="8128000" y="3730625"/>
          <p14:tracePt t="36904" x="8135938" y="3795713"/>
          <p14:tracePt t="36916" x="8135938" y="3838575"/>
          <p14:tracePt t="36949" x="8135938" y="4013200"/>
          <p14:tracePt t="36983" x="8040688" y="4244975"/>
          <p14:tracePt t="37017" x="7764463" y="4557713"/>
          <p14:tracePt t="37042" x="7546975" y="4716463"/>
          <p14:tracePt t="37076" x="7323138" y="4833938"/>
          <p14:tracePt t="37107" x="7061200" y="4935538"/>
          <p14:tracePt t="37139" x="6835775" y="4992688"/>
          <p14:tracePt t="37168" x="6677025" y="5021263"/>
          <p14:tracePt t="37189" x="6611938" y="5021263"/>
          <p14:tracePt t="37220" x="6494463" y="5021263"/>
          <p14:tracePt t="37249" x="6386513" y="5021263"/>
          <p14:tracePt t="37280" x="6299200" y="5021263"/>
          <p14:tracePt t="37291" x="6270625" y="5021263"/>
          <p14:tracePt t="37321" x="6183313" y="5051425"/>
          <p14:tracePt t="37361" x="6067425" y="5094288"/>
          <p14:tracePt t="37372" x="6059488" y="5102225"/>
          <p14:tracePt t="37400" x="5935663" y="5173663"/>
          <p14:tracePt t="37418" x="5884863" y="5210175"/>
          <p14:tracePt t="37448" x="5819775" y="5232400"/>
          <p14:tracePt t="37486" x="5726113" y="5283200"/>
          <p14:tracePt t="37515" x="5697538" y="5305425"/>
          <p14:tracePt t="37564" x="5667375" y="5311775"/>
          <p14:tracePt t="37604" x="5646738" y="5319713"/>
          <p14:tracePt t="44715" x="5726113" y="5319713"/>
          <p14:tracePt t="44748" x="5813425" y="5305425"/>
          <p14:tracePt t="44779" x="5870575" y="5297488"/>
          <p14:tracePt t="44831" x="5907088" y="5297488"/>
          <p14:tracePt t="44862" x="5943600" y="5297488"/>
          <p14:tracePt t="44873" x="5965825" y="5297488"/>
          <p14:tracePt t="44903" x="6030913" y="5297488"/>
          <p14:tracePt t="44934" x="6138863" y="5311775"/>
          <p14:tracePt t="44966" x="6307138" y="5356225"/>
          <p14:tracePt t="44996" x="6443663" y="5392738"/>
          <p14:tracePt t="45032" x="6480175" y="5407025"/>
          <p14:tracePt t="45093" x="6488113" y="5407025"/>
          <p14:tracePt t="45515" x="6480175" y="5370513"/>
          <p14:tracePt t="45545" x="6473825" y="5326063"/>
          <p14:tracePt t="45574" x="6465888" y="5291138"/>
          <p14:tracePt t="45605" x="6437313" y="5195888"/>
          <p14:tracePt t="45635" x="6423025" y="5145088"/>
          <p14:tracePt t="45666" x="6415088" y="5122863"/>
          <p14:tracePt t="45697" x="6415088" y="5116513"/>
          <p14:tracePt t="45728" x="6415088" y="5102225"/>
          <p14:tracePt t="48011" x="6357938" y="4905375"/>
          <p14:tracePt t="48042" x="6138863" y="4529138"/>
          <p14:tracePt t="48075" x="6002338" y="4289425"/>
          <p14:tracePt t="48105" x="5943600" y="4187825"/>
          <p14:tracePt t="48136" x="5907088" y="4129088"/>
          <p14:tracePt t="48157" x="5884863" y="4092575"/>
          <p14:tracePt t="48185" x="5799138" y="4005263"/>
          <p14:tracePt t="48217" x="5703888" y="3925888"/>
          <p14:tracePt t="48248" x="5653088" y="3903663"/>
          <p14:tracePt t="48432" x="5616575" y="3852863"/>
          <p14:tracePt t="48452" x="5580063" y="3787775"/>
          <p14:tracePt t="48483" x="5529263" y="3708400"/>
          <p14:tracePt t="48516" x="5514975" y="3686175"/>
          <p14:tracePt t="48855" x="5514975" y="3671888"/>
          <p14:tracePt t="53529" x="5443538" y="3665538"/>
          <p14:tracePt t="53562" x="5427663" y="3665538"/>
          <p14:tracePt t="53596" x="5407025" y="3665538"/>
          <p14:tracePt t="53627" x="5356225" y="3679825"/>
          <p14:tracePt t="53658" x="5195888" y="3700463"/>
          <p14:tracePt t="53681" x="5051425" y="3722688"/>
          <p14:tracePt t="53715" x="4848225" y="3751263"/>
          <p14:tracePt t="53751" x="4687888" y="3810000"/>
          <p14:tracePt t="53779" x="4645025" y="3817938"/>
          <p14:tracePt t="53808" x="4622800" y="3824288"/>
          <p14:tracePt t="53853" x="4600575" y="3838575"/>
          <p14:tracePt t="53873" x="4586288" y="3838575"/>
          <p14:tracePt t="53905" x="4564063" y="3852863"/>
          <p14:tracePt t="53938" x="4549775" y="3860800"/>
          <p14:tracePt t="56422" x="4549775" y="3838575"/>
          <p14:tracePt t="56456" x="4614863" y="3700463"/>
          <p14:tracePt t="56468" x="4645025" y="3635375"/>
          <p14:tracePt t="56503" x="4716463" y="3360738"/>
          <p14:tracePt t="56527" x="4767263" y="3208338"/>
          <p14:tracePt t="56561" x="4818063" y="3106738"/>
          <p14:tracePt t="56596" x="4826000" y="3062288"/>
          <p14:tracePt t="56618" x="4840288" y="3025775"/>
          <p14:tracePt t="56650" x="4848225" y="2968625"/>
          <p14:tracePt t="56683" x="4848225" y="2895600"/>
          <p14:tracePt t="56718" x="4848225" y="2808288"/>
          <p14:tracePt t="56752" x="4811713" y="2743200"/>
          <p14:tracePt t="56764" x="4803775" y="2735263"/>
          <p14:tracePt t="56797" x="4760913" y="2720975"/>
          <p14:tracePt t="56840" x="4724400" y="2700338"/>
          <p14:tracePt t="56864" x="4681538" y="2684463"/>
          <p14:tracePt t="56875" x="4659313" y="2678113"/>
          <p14:tracePt t="56909" x="4594225" y="2655888"/>
          <p14:tracePt t="56931" x="4543425" y="2641600"/>
          <p14:tracePt t="56965" x="4456113" y="2619375"/>
          <p14:tracePt t="56999" x="4391025" y="2619375"/>
          <p14:tracePt t="57031" x="4332288" y="2613025"/>
          <p14:tracePt t="57063" x="4281488" y="2598738"/>
          <p14:tracePt t="57097" x="4224338" y="2598738"/>
          <p14:tracePt t="57108" x="4208463" y="2598738"/>
          <p14:tracePt t="57141" x="4143375" y="2598738"/>
          <p14:tracePt t="57173" x="4078288" y="2619375"/>
          <p14:tracePt t="57206" x="4027488" y="2649538"/>
          <p14:tracePt t="57228" x="3990975" y="2684463"/>
          <p14:tracePt t="57261" x="3940175" y="2735263"/>
          <p14:tracePt t="57293" x="3897313" y="2801938"/>
          <p14:tracePt t="57325" x="3868738" y="2859088"/>
          <p14:tracePt t="57358" x="3838575" y="2909888"/>
          <p14:tracePt t="57388" x="3824288" y="2968625"/>
          <p14:tracePt t="57422" x="3810000" y="3040063"/>
          <p14:tracePt t="57456" x="3802063" y="3113088"/>
          <p14:tracePt t="57479" x="3787775" y="3171825"/>
          <p14:tracePt t="57513" x="3787775" y="3309938"/>
          <p14:tracePt t="57546" x="3787775" y="3417888"/>
          <p14:tracePt t="57579" x="3802063" y="3541713"/>
          <p14:tracePt t="57612" x="3868738" y="3671888"/>
          <p14:tracePt t="57635" x="3919538" y="3773488"/>
          <p14:tracePt t="57669" x="4027488" y="3903663"/>
          <p14:tracePt t="57702" x="4143375" y="3990975"/>
          <p14:tracePt t="57734" x="4325938" y="4086225"/>
          <p14:tracePt t="57767" x="4433888" y="4129088"/>
          <p14:tracePt t="57799" x="4492625" y="4143375"/>
          <p14:tracePt t="57821" x="4535488" y="4143375"/>
          <p14:tracePt t="57856" x="4630738" y="4143375"/>
          <p14:tracePt t="57879" x="4716463" y="4106863"/>
          <p14:tracePt t="57903" x="4826000" y="4049713"/>
          <p14:tracePt t="57936" x="4927600" y="3948113"/>
          <p14:tracePt t="57947" x="4956175" y="3897313"/>
          <p14:tracePt t="57979" x="5057775" y="3736975"/>
          <p14:tracePt t="58011" x="5153025" y="3556000"/>
          <p14:tracePt t="58045" x="5210175" y="3389313"/>
          <p14:tracePt t="58078" x="5240338" y="3208338"/>
          <p14:tracePt t="58108" x="5218113" y="3005138"/>
          <p14:tracePt t="58141" x="5138738" y="2859088"/>
          <p14:tracePt t="58173" x="5080000" y="2765425"/>
          <p14:tracePt t="58197" x="5037138" y="2714625"/>
          <p14:tracePt t="58229" x="4949825" y="2655888"/>
          <p14:tracePt t="58262" x="4833938" y="2619375"/>
          <p14:tracePt t="58294" x="4673600" y="2613025"/>
          <p14:tracePt t="58327" x="4521200" y="2582863"/>
          <p14:tracePt t="58359" x="4441825" y="2582863"/>
          <p14:tracePt t="58391" x="4346575" y="2598738"/>
          <p14:tracePt t="58420" x="4244975" y="2663825"/>
          <p14:tracePt t="58454" x="4137025" y="2771775"/>
          <p14:tracePt t="58480" x="4041775" y="2917825"/>
          <p14:tracePt t="58502" x="3998913" y="2997200"/>
          <p14:tracePt t="58526" x="3962400" y="3113088"/>
          <p14:tracePt t="58560" x="3897313" y="3344863"/>
          <p14:tracePt t="58572" x="3883025" y="3411538"/>
          <p14:tracePt t="58606" x="3852863" y="3570288"/>
          <p14:tracePt t="58642" x="3852863" y="3679825"/>
          <p14:tracePt t="58667" x="3860800" y="3722688"/>
          <p14:tracePt t="58699" x="3889375" y="3773488"/>
          <p14:tracePt t="58731" x="3998913" y="3846513"/>
          <p14:tracePt t="58762" x="4100513" y="3903663"/>
          <p14:tracePt t="58792" x="4187825" y="3933825"/>
          <p14:tracePt t="58812" x="4244975" y="3948113"/>
          <p14:tracePt t="58842" x="4346575" y="3954463"/>
          <p14:tracePt t="58873" x="4397375" y="3954463"/>
          <p14:tracePt t="58904" x="4427538" y="3954463"/>
          <p14:tracePt t="58933" x="4535488" y="3911600"/>
          <p14:tracePt t="58963" x="4724400" y="3817938"/>
          <p14:tracePt t="58994" x="4935538" y="3708400"/>
          <p14:tracePt t="59032" x="5189538" y="3635375"/>
          <p14:tracePt t="59042" x="5224463" y="3621088"/>
          <p14:tracePt t="59073" x="5348288" y="3614738"/>
          <p14:tracePt t="59103" x="5407025" y="3606800"/>
          <p14:tracePt t="59134" x="5508625" y="3606800"/>
          <p14:tracePt t="59173" x="5588000" y="3621088"/>
          <p14:tracePt t="59203" x="5616575" y="3649663"/>
          <p14:tracePt t="59234" x="5624513" y="3708400"/>
          <p14:tracePt t="59265" x="5624513" y="3802063"/>
          <p14:tracePt t="59297" x="5624513" y="3868738"/>
          <p14:tracePt t="59329" x="5537200" y="3990975"/>
          <p14:tracePt t="59362" x="5362575" y="4137025"/>
          <p14:tracePt t="59372" x="5319713" y="4165600"/>
          <p14:tracePt t="59405" x="5102225" y="4267200"/>
          <p14:tracePt t="59437" x="4884738" y="4310063"/>
          <p14:tracePt t="59469" x="4630738" y="4325938"/>
          <p14:tracePt t="59499" x="4478338" y="4310063"/>
          <p14:tracePt t="59531" x="4427538" y="4267200"/>
          <p14:tracePt t="59564" x="4419600" y="4230688"/>
          <p14:tracePt t="59588" x="4419600" y="4216400"/>
          <p14:tracePt t="59620" x="4419600" y="4202113"/>
          <p14:tracePt t="59652" x="4411663" y="4194175"/>
          <p14:tracePt t="60767" x="4470400" y="4295775"/>
          <p14:tracePt t="60801" x="4484688" y="4411663"/>
          <p14:tracePt t="60812" x="4484688" y="4427538"/>
          <p14:tracePt t="60845" x="4462463" y="4470400"/>
          <p14:tracePt t="60868" x="4405313" y="4498975"/>
          <p14:tracePt t="60901" x="4194175" y="4513263"/>
          <p14:tracePt t="60941" x="4086225" y="4513263"/>
          <p14:tracePt t="60964" x="4078288" y="4513263"/>
          <p14:tracePt t="61030" x="4056063" y="4513263"/>
          <p14:tracePt t="61073" x="4035425" y="4513263"/>
          <p14:tracePt t="61106" x="4027488" y="4513263"/>
          <p14:tracePt t="64090" x="4173538" y="4608513"/>
          <p14:tracePt t="64125" x="4202113" y="4645025"/>
          <p14:tracePt t="64159" x="4244975" y="4665663"/>
          <p14:tracePt t="64183" x="4310063" y="4687888"/>
          <p14:tracePt t="64214" x="4368800" y="4710113"/>
          <p14:tracePt t="64248" x="4448175" y="4746625"/>
          <p14:tracePt t="64280" x="4614863" y="4818063"/>
          <p14:tracePt t="64292" x="4651375" y="4840288"/>
          <p14:tracePt t="64324" x="4789488" y="4899025"/>
          <p14:tracePt t="64354" x="4905375" y="4941888"/>
          <p14:tracePt t="64375" x="4949825" y="4964113"/>
          <p14:tracePt t="64405" x="5021263" y="5006975"/>
          <p14:tracePt t="64436" x="5108575" y="5057775"/>
          <p14:tracePt t="64466" x="5181600" y="5108575"/>
          <p14:tracePt t="64496" x="5224463" y="5145088"/>
          <p14:tracePt t="64526" x="5319713" y="5232400"/>
          <p14:tracePt t="64565" x="5435600" y="5362575"/>
          <p14:tracePt t="64594" x="5545138" y="5472113"/>
          <p14:tracePt t="64625" x="5580063" y="5529263"/>
          <p14:tracePt t="64656" x="5588000" y="5565775"/>
          <p14:tracePt t="64666" x="5588000" y="5580063"/>
          <p14:tracePt t="64696" x="5565775" y="5681663"/>
          <p14:tracePt t="64716" x="5537200" y="5726113"/>
          <p14:tracePt t="64746" x="5449888" y="5776913"/>
          <p14:tracePt t="64776" x="5362575" y="5799138"/>
          <p14:tracePt t="64814" x="5195888" y="5819775"/>
          <p14:tracePt t="64846" x="5057775" y="5819775"/>
          <p14:tracePt t="64876" x="4992688" y="5819775"/>
          <p14:tracePt t="64907" x="4941888" y="5813425"/>
          <p14:tracePt t="64937" x="4905375" y="5799138"/>
          <p14:tracePt t="64986" x="4899025" y="5799138"/>
          <p14:tracePt t="65047" x="4899025" y="5791200"/>
          <p14:tracePt t="65078" x="4919663" y="5762625"/>
          <p14:tracePt t="65110" x="5014913" y="5732463"/>
          <p14:tracePt t="65141" x="5153025" y="5718175"/>
          <p14:tracePt t="65173" x="5246688" y="5703888"/>
          <p14:tracePt t="65204" x="5443538" y="5681663"/>
          <p14:tracePt t="65234" x="5559425" y="5681663"/>
          <p14:tracePt t="65265" x="5681663" y="5681663"/>
          <p14:tracePt t="65274" x="5732463" y="5681663"/>
          <p14:tracePt t="65313" x="6016625" y="5681663"/>
          <p14:tracePt t="65343" x="6103938" y="5681663"/>
          <p14:tracePt t="65373" x="6146800" y="5681663"/>
          <p14:tracePt t="65469" x="6154738" y="5675313"/>
        </p14:tracePtLst>
      </p14:laserTraceLst>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5AA13D58-D7BC-8747-9F0A-0DB9E6B3595A}" type="slidenum">
              <a:rPr lang="en-US" smtClean="0"/>
              <a:t>16</a:t>
            </a:fld>
            <a:endParaRPr lang="en-US"/>
          </a:p>
        </p:txBody>
      </p:sp>
      <p:sp>
        <p:nvSpPr>
          <p:cNvPr id="5" name="Title 1"/>
          <p:cNvSpPr txBox="1">
            <a:spLocks/>
          </p:cNvSpPr>
          <p:nvPr/>
        </p:nvSpPr>
        <p:spPr>
          <a:xfrm>
            <a:off x="1165569" y="624110"/>
            <a:ext cx="8911687" cy="1280890"/>
          </a:xfrm>
          <a:prstGeom prst="rect">
            <a:avLst/>
          </a:prstGeom>
        </p:spPr>
        <p:txBody>
          <a:bodyPr vert="horz" lIns="91440" tIns="45720" rIns="91440" bIns="45720" rtlCol="0" anchor="ctr">
            <a:normAutofit lnSpcReduction="10000"/>
          </a:bodyPr>
          <a:lstStyle>
            <a:lvl1pPr algn="l" defTabSz="914400" rtl="0" eaLnBrk="1" latinLnBrk="0" hangingPunct="1">
              <a:lnSpc>
                <a:spcPct val="80000"/>
              </a:lnSpc>
              <a:spcBef>
                <a:spcPct val="0"/>
              </a:spcBef>
              <a:buNone/>
              <a:defRPr sz="5000" kern="1200" cap="all" spc="100" baseline="0">
                <a:solidFill>
                  <a:schemeClr val="tx1">
                    <a:lumMod val="90000"/>
                    <a:lumOff val="10000"/>
                  </a:schemeClr>
                </a:solidFill>
                <a:latin typeface="+mj-lt"/>
                <a:ea typeface="+mj-ea"/>
                <a:cs typeface="+mj-cs"/>
              </a:defRPr>
            </a:lvl1pPr>
          </a:lstStyle>
          <a:p>
            <a:r>
              <a:rPr lang="en-US" dirty="0"/>
              <a:t>distribution for Two-tailed (visualization)</a:t>
            </a:r>
          </a:p>
        </p:txBody>
      </p:sp>
      <p:cxnSp>
        <p:nvCxnSpPr>
          <p:cNvPr id="6" name="Straight Connector 5"/>
          <p:cNvCxnSpPr/>
          <p:nvPr/>
        </p:nvCxnSpPr>
        <p:spPr>
          <a:xfrm>
            <a:off x="4245591" y="3808849"/>
            <a:ext cx="3371353" cy="0"/>
          </a:xfrm>
          <a:prstGeom prst="line">
            <a:avLst/>
          </a:prstGeom>
        </p:spPr>
        <p:style>
          <a:lnRef idx="1">
            <a:schemeClr val="dk1"/>
          </a:lnRef>
          <a:fillRef idx="0">
            <a:schemeClr val="dk1"/>
          </a:fillRef>
          <a:effectRef idx="0">
            <a:schemeClr val="dk1"/>
          </a:effectRef>
          <a:fontRef idx="minor">
            <a:schemeClr val="tx1"/>
          </a:fontRef>
        </p:style>
      </p:cxnSp>
      <p:cxnSp>
        <p:nvCxnSpPr>
          <p:cNvPr id="7" name="Straight Connector 6"/>
          <p:cNvCxnSpPr/>
          <p:nvPr/>
        </p:nvCxnSpPr>
        <p:spPr>
          <a:xfrm flipH="1" flipV="1">
            <a:off x="5955122" y="2477957"/>
            <a:ext cx="23606" cy="1330892"/>
          </a:xfrm>
          <a:prstGeom prst="line">
            <a:avLst/>
          </a:prstGeom>
          <a:ln>
            <a:prstDash val="dash"/>
          </a:ln>
        </p:spPr>
        <p:style>
          <a:lnRef idx="1">
            <a:schemeClr val="dk1"/>
          </a:lnRef>
          <a:fillRef idx="0">
            <a:schemeClr val="dk1"/>
          </a:fillRef>
          <a:effectRef idx="0">
            <a:schemeClr val="dk1"/>
          </a:effectRef>
          <a:fontRef idx="minor">
            <a:schemeClr val="tx1"/>
          </a:fontRef>
        </p:style>
      </p:cxnSp>
      <p:sp>
        <p:nvSpPr>
          <p:cNvPr id="8" name="Freeform 7"/>
          <p:cNvSpPr/>
          <p:nvPr/>
        </p:nvSpPr>
        <p:spPr>
          <a:xfrm>
            <a:off x="4237640" y="2477957"/>
            <a:ext cx="3371353" cy="1216550"/>
          </a:xfrm>
          <a:custGeom>
            <a:avLst/>
            <a:gdLst>
              <a:gd name="connsiteX0" fmla="*/ 0 w 3371353"/>
              <a:gd name="connsiteY0" fmla="*/ 1160891 h 1216550"/>
              <a:gd name="connsiteX1" fmla="*/ 492981 w 3371353"/>
              <a:gd name="connsiteY1" fmla="*/ 1033670 h 1216550"/>
              <a:gd name="connsiteX2" fmla="*/ 1741335 w 3371353"/>
              <a:gd name="connsiteY2" fmla="*/ 0 h 1216550"/>
              <a:gd name="connsiteX3" fmla="*/ 2806810 w 3371353"/>
              <a:gd name="connsiteY3" fmla="*/ 1033670 h 1216550"/>
              <a:gd name="connsiteX4" fmla="*/ 3371353 w 3371353"/>
              <a:gd name="connsiteY4" fmla="*/ 1216550 h 1216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353" h="1216550">
                <a:moveTo>
                  <a:pt x="0" y="1160891"/>
                </a:moveTo>
                <a:cubicBezTo>
                  <a:pt x="101379" y="1194021"/>
                  <a:pt x="202759" y="1227152"/>
                  <a:pt x="492981" y="1033670"/>
                </a:cubicBezTo>
                <a:cubicBezTo>
                  <a:pt x="783204" y="840188"/>
                  <a:pt x="1355697" y="0"/>
                  <a:pt x="1741335" y="0"/>
                </a:cubicBezTo>
                <a:cubicBezTo>
                  <a:pt x="2126973" y="0"/>
                  <a:pt x="2535140" y="830912"/>
                  <a:pt x="2806810" y="1033670"/>
                </a:cubicBezTo>
                <a:cubicBezTo>
                  <a:pt x="3078480" y="1236428"/>
                  <a:pt x="3233530" y="1187395"/>
                  <a:pt x="3371353" y="121655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5847121" y="3850031"/>
            <a:ext cx="263214" cy="261610"/>
          </a:xfrm>
          <a:prstGeom prst="rect">
            <a:avLst/>
          </a:prstGeom>
          <a:noFill/>
        </p:spPr>
        <p:txBody>
          <a:bodyPr wrap="none" rtlCol="0">
            <a:spAutoFit/>
          </a:bodyPr>
          <a:lstStyle/>
          <a:p>
            <a:r>
              <a:rPr lang="en-US" sz="1100" dirty="0"/>
              <a:t>0</a:t>
            </a:r>
          </a:p>
        </p:txBody>
      </p:sp>
      <p:sp>
        <p:nvSpPr>
          <p:cNvPr id="10" name="Rectangle 9"/>
          <p:cNvSpPr/>
          <p:nvPr/>
        </p:nvSpPr>
        <p:spPr>
          <a:xfrm>
            <a:off x="4229690" y="3597394"/>
            <a:ext cx="381416" cy="203504"/>
          </a:xfrm>
          <a:prstGeom prst="rect">
            <a:avLst/>
          </a:prstGeom>
          <a:pattFill prst="dkDnDiag">
            <a:fgClr>
              <a:schemeClr val="accent1"/>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7227577" y="3611492"/>
            <a:ext cx="381416" cy="203504"/>
          </a:xfrm>
          <a:prstGeom prst="rect">
            <a:avLst/>
          </a:prstGeom>
          <a:pattFill prst="dkDnDiag">
            <a:fgClr>
              <a:schemeClr val="accent1"/>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3847073" y="3884704"/>
            <a:ext cx="1620957" cy="461665"/>
          </a:xfrm>
          <a:prstGeom prst="rect">
            <a:avLst/>
          </a:prstGeom>
          <a:noFill/>
        </p:spPr>
        <p:txBody>
          <a:bodyPr wrap="none" rtlCol="0">
            <a:spAutoFit/>
          </a:bodyPr>
          <a:lstStyle/>
          <a:p>
            <a:r>
              <a:rPr lang="en-US" sz="1200" dirty="0"/>
              <a:t>Region of </a:t>
            </a:r>
            <a:r>
              <a:rPr lang="en-US" sz="1200" dirty="0" smtClean="0"/>
              <a:t>rejection </a:t>
            </a:r>
            <a:r>
              <a:rPr lang="en-US" sz="1200" b="1" dirty="0"/>
              <a:t>(H</a:t>
            </a:r>
            <a:r>
              <a:rPr lang="en-US" sz="1200" b="1" baseline="-25000" dirty="0"/>
              <a:t>0</a:t>
            </a:r>
            <a:r>
              <a:rPr lang="en-US" sz="1200" b="1" dirty="0"/>
              <a:t>)</a:t>
            </a:r>
            <a:endParaRPr lang="en-US" sz="1200" dirty="0" smtClean="0"/>
          </a:p>
          <a:p>
            <a:r>
              <a:rPr lang="en-US" sz="1200" dirty="0" smtClean="0"/>
              <a:t>(Significant area)</a:t>
            </a:r>
            <a:endParaRPr lang="en-US" sz="1200" dirty="0"/>
          </a:p>
        </p:txBody>
      </p:sp>
      <p:sp>
        <p:nvSpPr>
          <p:cNvPr id="13" name="Curved Right Arrow 12"/>
          <p:cNvSpPr/>
          <p:nvPr/>
        </p:nvSpPr>
        <p:spPr>
          <a:xfrm rot="2724704">
            <a:off x="3774289" y="3279254"/>
            <a:ext cx="362120" cy="752981"/>
          </a:xfrm>
          <a:prstGeom prst="curvedRightArrow">
            <a:avLst>
              <a:gd name="adj1" fmla="val 0"/>
              <a:gd name="adj2" fmla="val 50000"/>
              <a:gd name="adj3" fmla="val 25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TextBox 13"/>
          <p:cNvSpPr txBox="1"/>
          <p:nvPr/>
        </p:nvSpPr>
        <p:spPr>
          <a:xfrm>
            <a:off x="6807618" y="3873853"/>
            <a:ext cx="1620957" cy="461665"/>
          </a:xfrm>
          <a:prstGeom prst="rect">
            <a:avLst/>
          </a:prstGeom>
          <a:noFill/>
        </p:spPr>
        <p:txBody>
          <a:bodyPr wrap="none" rtlCol="0">
            <a:spAutoFit/>
          </a:bodyPr>
          <a:lstStyle/>
          <a:p>
            <a:r>
              <a:rPr lang="en-US" sz="1200" dirty="0"/>
              <a:t>Region of </a:t>
            </a:r>
            <a:r>
              <a:rPr lang="en-US" sz="1200" dirty="0" smtClean="0"/>
              <a:t>rejection </a:t>
            </a:r>
            <a:r>
              <a:rPr lang="en-US" sz="1200" b="1" dirty="0"/>
              <a:t>(H</a:t>
            </a:r>
            <a:r>
              <a:rPr lang="en-US" sz="1200" b="1" baseline="-25000" dirty="0"/>
              <a:t>0</a:t>
            </a:r>
            <a:r>
              <a:rPr lang="en-US" sz="1200" b="1" dirty="0"/>
              <a:t>)</a:t>
            </a:r>
            <a:endParaRPr lang="en-US" sz="1200" dirty="0" smtClean="0"/>
          </a:p>
          <a:p>
            <a:r>
              <a:rPr lang="en-US" sz="1200" dirty="0"/>
              <a:t>(Significant area</a:t>
            </a:r>
            <a:r>
              <a:rPr lang="en-US" sz="1200" dirty="0" smtClean="0"/>
              <a:t>)</a:t>
            </a:r>
            <a:endParaRPr lang="en-US" sz="1200" dirty="0"/>
          </a:p>
        </p:txBody>
      </p:sp>
      <p:sp>
        <p:nvSpPr>
          <p:cNvPr id="15" name="Curved Right Arrow 14"/>
          <p:cNvSpPr/>
          <p:nvPr/>
        </p:nvSpPr>
        <p:spPr>
          <a:xfrm rot="18616679" flipH="1">
            <a:off x="7843040" y="3279560"/>
            <a:ext cx="345879" cy="752981"/>
          </a:xfrm>
          <a:prstGeom prst="curvedRightArrow">
            <a:avLst>
              <a:gd name="adj1" fmla="val 0"/>
              <a:gd name="adj2" fmla="val 50000"/>
              <a:gd name="adj3" fmla="val 25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2" name="TextBox 31"/>
          <p:cNvSpPr txBox="1"/>
          <p:nvPr/>
        </p:nvSpPr>
        <p:spPr>
          <a:xfrm>
            <a:off x="2907566" y="5017522"/>
            <a:ext cx="6142323" cy="923330"/>
          </a:xfrm>
          <a:prstGeom prst="rect">
            <a:avLst/>
          </a:prstGeom>
          <a:noFill/>
        </p:spPr>
        <p:txBody>
          <a:bodyPr wrap="square" rtlCol="0">
            <a:spAutoFit/>
          </a:bodyPr>
          <a:lstStyle/>
          <a:p>
            <a:pPr algn="ctr"/>
            <a:r>
              <a:rPr lang="en-US" b="1" dirty="0" smtClean="0"/>
              <a:t>Accept </a:t>
            </a:r>
            <a:r>
              <a:rPr lang="en-US" dirty="0"/>
              <a:t>Null </a:t>
            </a:r>
            <a:r>
              <a:rPr lang="en-US" dirty="0" smtClean="0"/>
              <a:t>Hypothesis </a:t>
            </a:r>
            <a:r>
              <a:rPr lang="en-US" b="1" dirty="0"/>
              <a:t>(</a:t>
            </a:r>
            <a:r>
              <a:rPr lang="en-US" b="1" dirty="0" smtClean="0"/>
              <a:t>H</a:t>
            </a:r>
            <a:r>
              <a:rPr lang="en-US" b="1" baseline="-25000" dirty="0" smtClean="0"/>
              <a:t>0</a:t>
            </a:r>
            <a:r>
              <a:rPr lang="en-US" b="1" dirty="0" smtClean="0"/>
              <a:t>)</a:t>
            </a:r>
            <a:r>
              <a:rPr lang="en-US" dirty="0"/>
              <a:t> </a:t>
            </a:r>
            <a:r>
              <a:rPr lang="en-US" dirty="0" smtClean="0"/>
              <a:t>= </a:t>
            </a:r>
            <a:r>
              <a:rPr lang="en-US" b="1" dirty="0" smtClean="0"/>
              <a:t>Reject</a:t>
            </a:r>
            <a:r>
              <a:rPr lang="en-US" dirty="0" smtClean="0"/>
              <a:t> Alternative Hypothesis </a:t>
            </a:r>
            <a:r>
              <a:rPr lang="en-US" b="1" dirty="0"/>
              <a:t>(</a:t>
            </a:r>
            <a:r>
              <a:rPr lang="en-US" b="1" dirty="0" smtClean="0"/>
              <a:t>H</a:t>
            </a:r>
            <a:r>
              <a:rPr lang="en-US" b="1" baseline="-25000" dirty="0" smtClean="0"/>
              <a:t>A</a:t>
            </a:r>
            <a:r>
              <a:rPr lang="en-US" b="1" dirty="0" smtClean="0"/>
              <a:t>)</a:t>
            </a:r>
            <a:endParaRPr lang="en-US" dirty="0"/>
          </a:p>
          <a:p>
            <a:pPr algn="ctr"/>
            <a:r>
              <a:rPr lang="en-US" dirty="0"/>
              <a:t>The two groups </a:t>
            </a:r>
            <a:r>
              <a:rPr lang="en-US" dirty="0" smtClean="0"/>
              <a:t>do </a:t>
            </a:r>
            <a:r>
              <a:rPr lang="en-US" b="1" dirty="0"/>
              <a:t>not </a:t>
            </a:r>
            <a:r>
              <a:rPr lang="en-US" dirty="0"/>
              <a:t>have a significant </a:t>
            </a:r>
            <a:r>
              <a:rPr lang="en-US" dirty="0" smtClean="0"/>
              <a:t>difference</a:t>
            </a:r>
          </a:p>
          <a:p>
            <a:pPr algn="ctr"/>
            <a:endParaRPr lang="en-US" dirty="0"/>
          </a:p>
        </p:txBody>
      </p:sp>
      <mc:AlternateContent xmlns:mc="http://schemas.openxmlformats.org/markup-compatibility/2006" xmlns:a14="http://schemas.microsoft.com/office/drawing/2010/main">
        <mc:Choice Requires="a14">
          <p:sp>
            <p:nvSpPr>
              <p:cNvPr id="3" name="Rectangle 2"/>
              <p:cNvSpPr/>
              <p:nvPr/>
            </p:nvSpPr>
            <p:spPr>
              <a:xfrm>
                <a:off x="9189471" y="1905000"/>
                <a:ext cx="658578" cy="369332"/>
              </a:xfrm>
              <a:prstGeom prst="rect">
                <a:avLst/>
              </a:prstGeom>
              <a:ln>
                <a:solidFill>
                  <a:srgbClr val="FFC000"/>
                </a:solidFill>
              </a:ln>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𝑐𝑟𝑖𝑡</m:t>
                          </m:r>
                        </m:sub>
                      </m:sSub>
                    </m:oMath>
                  </m:oMathPara>
                </a14:m>
                <a:endParaRPr lang="en-US" dirty="0"/>
              </a:p>
            </p:txBody>
          </p:sp>
        </mc:Choice>
        <mc:Fallback xmlns="">
          <p:sp>
            <p:nvSpPr>
              <p:cNvPr id="3" name="Rectangle 2"/>
              <p:cNvSpPr>
                <a:spLocks noRot="1" noChangeAspect="1" noMove="1" noResize="1" noEditPoints="1" noAdjustHandles="1" noChangeArrowheads="1" noChangeShapeType="1" noTextEdit="1"/>
              </p:cNvSpPr>
              <p:nvPr/>
            </p:nvSpPr>
            <p:spPr>
              <a:xfrm>
                <a:off x="9189471" y="1905000"/>
                <a:ext cx="658578" cy="369332"/>
              </a:xfrm>
              <a:prstGeom prst="rect">
                <a:avLst/>
              </a:prstGeom>
              <a:blipFill>
                <a:blip r:embed="rId6"/>
                <a:stretch>
                  <a:fillRect/>
                </a:stretch>
              </a:blipFill>
              <a:ln>
                <a:solidFill>
                  <a:srgbClr val="FFC00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Rectangle 27"/>
              <p:cNvSpPr/>
              <p:nvPr/>
            </p:nvSpPr>
            <p:spPr>
              <a:xfrm>
                <a:off x="9189472" y="4309300"/>
                <a:ext cx="819391" cy="646331"/>
              </a:xfrm>
              <a:prstGeom prst="rect">
                <a:avLst/>
              </a:prstGeom>
              <a:ln>
                <a:solidFill>
                  <a:srgbClr val="92D050"/>
                </a:solidFill>
              </a:ln>
            </p:spPr>
            <p:txBody>
              <a:bodyPr wrap="none">
                <a:spAutoFit/>
              </a:bodyPr>
              <a:lstStyle/>
              <a:p>
                <a:r>
                  <a:rPr lang="en-US" dirty="0" smtClean="0"/>
                  <a:t>T-score</a:t>
                </a:r>
              </a:p>
              <a:p>
                <a:r>
                  <a:rPr lang="en-US" dirty="0"/>
                  <a:t>(</a:t>
                </a:r>
                <a14:m>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𝑡</m:t>
                        </m:r>
                      </m:e>
                      <m:sub>
                        <m:r>
                          <a:rPr lang="en-US" b="0" i="1" smtClean="0">
                            <a:latin typeface="Cambria Math" panose="02040503050406030204" pitchFamily="18" charset="0"/>
                          </a:rPr>
                          <m:t>𝑠𝑡𝑎</m:t>
                        </m:r>
                        <m:r>
                          <a:rPr lang="en-US" i="1">
                            <a:latin typeface="Cambria Math" panose="02040503050406030204" pitchFamily="18" charset="0"/>
                          </a:rPr>
                          <m:t>𝑡</m:t>
                        </m:r>
                      </m:sub>
                    </m:sSub>
                  </m:oMath>
                </a14:m>
                <a:r>
                  <a:rPr lang="en-US" dirty="0" smtClean="0"/>
                  <a:t>)</a:t>
                </a:r>
                <a:endParaRPr lang="en-US" dirty="0"/>
              </a:p>
            </p:txBody>
          </p:sp>
        </mc:Choice>
        <mc:Fallback xmlns="">
          <p:sp>
            <p:nvSpPr>
              <p:cNvPr id="28" name="Rectangle 27"/>
              <p:cNvSpPr>
                <a:spLocks noRot="1" noChangeAspect="1" noMove="1" noResize="1" noEditPoints="1" noAdjustHandles="1" noChangeArrowheads="1" noChangeShapeType="1" noTextEdit="1"/>
              </p:cNvSpPr>
              <p:nvPr/>
            </p:nvSpPr>
            <p:spPr>
              <a:xfrm>
                <a:off x="9189472" y="4309300"/>
                <a:ext cx="819391" cy="646331"/>
              </a:xfrm>
              <a:prstGeom prst="rect">
                <a:avLst/>
              </a:prstGeom>
              <a:blipFill>
                <a:blip r:embed="rId7"/>
                <a:stretch>
                  <a:fillRect l="-5109" t="-4630" r="-6569" b="-12963"/>
                </a:stretch>
              </a:blipFill>
              <a:ln>
                <a:solidFill>
                  <a:srgbClr val="92D050"/>
                </a:solidFill>
              </a:ln>
            </p:spPr>
            <p:txBody>
              <a:bodyPr/>
              <a:lstStyle/>
              <a:p>
                <a:r>
                  <a:rPr lang="en-US">
                    <a:noFill/>
                  </a:rPr>
                  <a:t> </a:t>
                </a:r>
              </a:p>
            </p:txBody>
          </p:sp>
        </mc:Fallback>
      </mc:AlternateContent>
      <p:cxnSp>
        <p:nvCxnSpPr>
          <p:cNvPr id="31" name="Elbow Connector 30"/>
          <p:cNvCxnSpPr>
            <a:stCxn id="28" idx="1"/>
            <a:endCxn id="36" idx="4"/>
          </p:cNvCxnSpPr>
          <p:nvPr/>
        </p:nvCxnSpPr>
        <p:spPr>
          <a:xfrm rot="10800000">
            <a:off x="6519090" y="3946010"/>
            <a:ext cx="2670382" cy="686457"/>
          </a:xfrm>
          <a:prstGeom prst="bentConnector2">
            <a:avLst/>
          </a:prstGeom>
          <a:ln>
            <a:solidFill>
              <a:srgbClr val="92D050"/>
            </a:solidFill>
            <a:tailEnd type="triangle"/>
          </a:ln>
        </p:spPr>
        <p:style>
          <a:lnRef idx="1">
            <a:schemeClr val="accent1"/>
          </a:lnRef>
          <a:fillRef idx="0">
            <a:schemeClr val="accent1"/>
          </a:fillRef>
          <a:effectRef idx="0">
            <a:schemeClr val="accent1"/>
          </a:effectRef>
          <a:fontRef idx="minor">
            <a:schemeClr val="tx1"/>
          </a:fontRef>
        </p:style>
      </p:cxnSp>
      <p:sp>
        <p:nvSpPr>
          <p:cNvPr id="36" name="Oval 35"/>
          <p:cNvSpPr/>
          <p:nvPr/>
        </p:nvSpPr>
        <p:spPr>
          <a:xfrm>
            <a:off x="6381930" y="3671689"/>
            <a:ext cx="274320" cy="274320"/>
          </a:xfrm>
          <a:prstGeom prst="ellipse">
            <a:avLst/>
          </a:prstGeom>
          <a:solidFill>
            <a:srgbClr val="92D050"/>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3" name="Straight Connector 42"/>
          <p:cNvCxnSpPr/>
          <p:nvPr/>
        </p:nvCxnSpPr>
        <p:spPr>
          <a:xfrm flipH="1">
            <a:off x="4599075" y="3560008"/>
            <a:ext cx="11229" cy="324696"/>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flipH="1">
            <a:off x="7217214" y="3571827"/>
            <a:ext cx="11229" cy="324696"/>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21" name="Oval 20"/>
          <p:cNvSpPr/>
          <p:nvPr/>
        </p:nvSpPr>
        <p:spPr>
          <a:xfrm>
            <a:off x="5242328" y="3663738"/>
            <a:ext cx="274320" cy="274320"/>
          </a:xfrm>
          <a:prstGeom prst="ellipse">
            <a:avLst/>
          </a:prstGeom>
          <a:solidFill>
            <a:srgbClr val="92D050"/>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Elbow Connector 21"/>
          <p:cNvCxnSpPr>
            <a:stCxn id="28" idx="1"/>
            <a:endCxn id="21" idx="4"/>
          </p:cNvCxnSpPr>
          <p:nvPr/>
        </p:nvCxnSpPr>
        <p:spPr>
          <a:xfrm rot="10800000">
            <a:off x="5379488" y="3938058"/>
            <a:ext cx="3809984" cy="694408"/>
          </a:xfrm>
          <a:prstGeom prst="bentConnector2">
            <a:avLst/>
          </a:prstGeom>
          <a:ln>
            <a:solidFill>
              <a:srgbClr val="92D05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TextBox 16"/>
              <p:cNvSpPr txBox="1"/>
              <p:nvPr/>
            </p:nvSpPr>
            <p:spPr>
              <a:xfrm>
                <a:off x="6847793" y="2402103"/>
                <a:ext cx="1879745" cy="646331"/>
              </a:xfrm>
              <a:prstGeom prst="rect">
                <a:avLst/>
              </a:prstGeom>
              <a:noFill/>
            </p:spPr>
            <p:txBody>
              <a:bodyPr wrap="none" rtlCol="0">
                <a:spAutoFit/>
              </a:bodyPr>
              <a:lstStyle/>
              <a:p>
                <a:r>
                  <a:rPr lang="en-US" dirty="0"/>
                  <a:t>Right Tail (Positive)</a:t>
                </a:r>
              </a:p>
              <a:p>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𝑠𝑡𝑎𝑡</m:t>
                        </m:r>
                      </m:sub>
                    </m:sSub>
                  </m:oMath>
                </a14:m>
                <a:r>
                  <a:rPr lang="en-US" dirty="0"/>
                  <a:t> &gt;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𝑐𝑟𝑖𝑡</m:t>
                        </m:r>
                      </m:sub>
                    </m:sSub>
                  </m:oMath>
                </a14:m>
                <a:endParaRPr lang="en-US" dirty="0"/>
              </a:p>
            </p:txBody>
          </p:sp>
        </mc:Choice>
        <mc:Fallback xmlns="">
          <p:sp>
            <p:nvSpPr>
              <p:cNvPr id="17" name="TextBox 16"/>
              <p:cNvSpPr txBox="1">
                <a:spLocks noRot="1" noChangeAspect="1" noMove="1" noResize="1" noEditPoints="1" noAdjustHandles="1" noChangeArrowheads="1" noChangeShapeType="1" noTextEdit="1"/>
              </p:cNvSpPr>
              <p:nvPr/>
            </p:nvSpPr>
            <p:spPr>
              <a:xfrm>
                <a:off x="6847793" y="2402103"/>
                <a:ext cx="1879745" cy="646331"/>
              </a:xfrm>
              <a:prstGeom prst="rect">
                <a:avLst/>
              </a:prstGeom>
              <a:blipFill>
                <a:blip r:embed="rId8"/>
                <a:stretch>
                  <a:fillRect l="-2589" t="-4717" r="-1942" b="-141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p:cNvSpPr txBox="1"/>
              <p:nvPr/>
            </p:nvSpPr>
            <p:spPr>
              <a:xfrm>
                <a:off x="3688702" y="2404764"/>
                <a:ext cx="1936299" cy="646331"/>
              </a:xfrm>
              <a:prstGeom prst="rect">
                <a:avLst/>
              </a:prstGeom>
              <a:noFill/>
            </p:spPr>
            <p:txBody>
              <a:bodyPr wrap="none" rtlCol="0">
                <a:spAutoFit/>
              </a:bodyPr>
              <a:lstStyle/>
              <a:p>
                <a:r>
                  <a:rPr lang="en-US" dirty="0"/>
                  <a:t>Left Tail (Negative)</a:t>
                </a:r>
              </a:p>
              <a:p>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𝑠𝑡𝑎𝑡</m:t>
                        </m:r>
                      </m:sub>
                    </m:sSub>
                  </m:oMath>
                </a14:m>
                <a:r>
                  <a:rPr lang="en-US" dirty="0"/>
                  <a:t> &lt;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𝑐𝑟𝑖𝑡</m:t>
                        </m:r>
                      </m:sub>
                    </m:sSub>
                  </m:oMath>
                </a14:m>
                <a:endParaRPr lang="en-US" dirty="0"/>
              </a:p>
            </p:txBody>
          </p:sp>
        </mc:Choice>
        <mc:Fallback xmlns="">
          <p:sp>
            <p:nvSpPr>
              <p:cNvPr id="26" name="TextBox 25"/>
              <p:cNvSpPr txBox="1">
                <a:spLocks noRot="1" noChangeAspect="1" noMove="1" noResize="1" noEditPoints="1" noAdjustHandles="1" noChangeArrowheads="1" noChangeShapeType="1" noTextEdit="1"/>
              </p:cNvSpPr>
              <p:nvPr/>
            </p:nvSpPr>
            <p:spPr>
              <a:xfrm>
                <a:off x="3688702" y="2404764"/>
                <a:ext cx="1936299" cy="646331"/>
              </a:xfrm>
              <a:prstGeom prst="rect">
                <a:avLst/>
              </a:prstGeom>
              <a:blipFill>
                <a:blip r:embed="rId9"/>
                <a:stretch>
                  <a:fillRect l="-2516" t="-4673" r="-1887" b="-13084"/>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843964753"/>
      </p:ext>
    </p:extLst>
  </p:cSld>
  <p:clrMapOvr>
    <a:masterClrMapping/>
  </p:clrMapOvr>
  <p:transition spd="slow" advTm="37484">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par>
                                <p:cTn id="8" presetID="10" presetClass="entr" presetSubtype="0" fill="hold"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500"/>
                                        <p:tgtEl>
                                          <p:spTgt spid="2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8"/>
                                        </p:tgtEl>
                                        <p:attrNameLst>
                                          <p:attrName>style.visibility</p:attrName>
                                        </p:attrNameLst>
                                      </p:cBhvr>
                                      <p:to>
                                        <p:strVal val="visible"/>
                                      </p:to>
                                    </p:set>
                                    <p:animEffect transition="in" filter="fade">
                                      <p:cBhvr>
                                        <p:cTn id="13" dur="500"/>
                                        <p:tgtEl>
                                          <p:spTgt spid="2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2"/>
                                        </p:tgtEl>
                                        <p:attrNameLst>
                                          <p:attrName>style.visibility</p:attrName>
                                        </p:attrNameLst>
                                      </p:cBhvr>
                                      <p:to>
                                        <p:strVal val="visible"/>
                                      </p:to>
                                    </p:set>
                                    <p:animEffect transition="in" filter="fade">
                                      <p:cBhvr>
                                        <p:cTn id="18"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2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C6EEE-BD38-9642-9B4B-F71351AE72C8}"/>
              </a:ext>
            </a:extLst>
          </p:cNvPr>
          <p:cNvSpPr>
            <a:spLocks noGrp="1"/>
          </p:cNvSpPr>
          <p:nvPr>
            <p:ph type="title"/>
          </p:nvPr>
        </p:nvSpPr>
        <p:spPr/>
        <p:txBody>
          <a:bodyPr/>
          <a:lstStyle/>
          <a:p>
            <a:r>
              <a:rPr lang="en-US" dirty="0" smtClean="0"/>
              <a:t>Range </a:t>
            </a:r>
            <a:r>
              <a:rPr lang="en-US" dirty="0"/>
              <a:t>p-value </a:t>
            </a:r>
            <a:r>
              <a:rPr lang="en-US" dirty="0" smtClean="0"/>
              <a:t>on </a:t>
            </a:r>
            <a:r>
              <a:rPr lang="en-US" dirty="0"/>
              <a:t>the </a:t>
            </a:r>
            <a:r>
              <a:rPr lang="en-US" dirty="0" smtClean="0"/>
              <a:t>T-table</a:t>
            </a:r>
            <a:endParaRPr lang="en-US" dirty="0"/>
          </a:p>
        </p:txBody>
      </p:sp>
      <p:sp>
        <p:nvSpPr>
          <p:cNvPr id="4" name="Content Placeholder 2">
            <a:extLst>
              <a:ext uri="{FF2B5EF4-FFF2-40B4-BE49-F238E27FC236}">
                <a16:creationId xmlns:a16="http://schemas.microsoft.com/office/drawing/2014/main" id="{E56DBEE6-C25C-9F4C-A89E-8EEA1CDF7537}"/>
              </a:ext>
            </a:extLst>
          </p:cNvPr>
          <p:cNvSpPr>
            <a:spLocks noGrp="1"/>
          </p:cNvSpPr>
          <p:nvPr>
            <p:ph idx="1"/>
          </p:nvPr>
        </p:nvSpPr>
        <p:spPr>
          <a:xfrm>
            <a:off x="1024128" y="2084832"/>
            <a:ext cx="10018713" cy="3124201"/>
          </a:xfrm>
        </p:spPr>
        <p:txBody>
          <a:bodyPr>
            <a:normAutofit lnSpcReduction="10000"/>
          </a:bodyPr>
          <a:lstStyle/>
          <a:p>
            <a:pPr>
              <a:buFont typeface="Wingdings" pitchFamily="2" charset="2"/>
              <a:buChar char="v"/>
            </a:pPr>
            <a:r>
              <a:rPr lang="en-GB" dirty="0" smtClean="0"/>
              <a:t> H</a:t>
            </a:r>
            <a:r>
              <a:rPr lang="en-GB" baseline="-25000" dirty="0" smtClean="0"/>
              <a:t>0</a:t>
            </a:r>
            <a:r>
              <a:rPr lang="en-GB" dirty="0" smtClean="0"/>
              <a:t>: The means of two samples are similar </a:t>
            </a:r>
            <a:r>
              <a:rPr lang="en-GB" dirty="0" smtClean="0">
                <a:sym typeface="Wingdings" panose="05000000000000000000" pitchFamily="2" charset="2"/>
              </a:rPr>
              <a:t> </a:t>
            </a:r>
            <a:r>
              <a:rPr lang="en-US" dirty="0"/>
              <a:t>two groups are not significant</a:t>
            </a:r>
            <a:endParaRPr lang="en-US" dirty="0" smtClean="0"/>
          </a:p>
          <a:p>
            <a:endParaRPr lang="en-US" dirty="0" smtClean="0"/>
          </a:p>
          <a:p>
            <a:pPr>
              <a:buFont typeface="Wingdings" pitchFamily="2" charset="2"/>
              <a:buChar char="v"/>
            </a:pPr>
            <a:r>
              <a:rPr lang="en-US" b="1" dirty="0" smtClean="0"/>
              <a:t> P-value ≤ 0.05 </a:t>
            </a:r>
            <a:r>
              <a:rPr lang="en-US" dirty="0" smtClean="0">
                <a:sym typeface="Wingdings" panose="05000000000000000000" pitchFamily="2" charset="2"/>
              </a:rPr>
              <a:t> </a:t>
            </a:r>
            <a:r>
              <a:rPr lang="en-US" dirty="0" smtClean="0"/>
              <a:t>accept </a:t>
            </a:r>
            <a:r>
              <a:rPr lang="en-US" b="1" dirty="0" smtClean="0"/>
              <a:t>alternative hypothesis </a:t>
            </a:r>
            <a:r>
              <a:rPr lang="en-US" dirty="0" smtClean="0"/>
              <a:t>(two groups are significant)</a:t>
            </a:r>
            <a:endParaRPr lang="en-GB" dirty="0" smtClean="0"/>
          </a:p>
          <a:p>
            <a:r>
              <a:rPr lang="en-GB" dirty="0" smtClean="0"/>
              <a:t>The feature is </a:t>
            </a:r>
            <a:r>
              <a:rPr lang="en-GB" dirty="0"/>
              <a:t>significantly different </a:t>
            </a:r>
            <a:r>
              <a:rPr lang="en-GB" dirty="0">
                <a:sym typeface="Wingdings" panose="05000000000000000000" pitchFamily="2" charset="2"/>
              </a:rPr>
              <a:t> </a:t>
            </a:r>
            <a:r>
              <a:rPr lang="en-GB" dirty="0" smtClean="0">
                <a:sym typeface="Wingdings" panose="05000000000000000000" pitchFamily="2" charset="2"/>
              </a:rPr>
              <a:t>Feature </a:t>
            </a:r>
            <a:r>
              <a:rPr lang="en-GB" b="1" dirty="0" smtClean="0">
                <a:sym typeface="Wingdings" panose="05000000000000000000" pitchFamily="2" charset="2"/>
              </a:rPr>
              <a:t>can</a:t>
            </a:r>
            <a:r>
              <a:rPr lang="en-GB" dirty="0" smtClean="0">
                <a:sym typeface="Wingdings" panose="05000000000000000000" pitchFamily="2" charset="2"/>
              </a:rPr>
              <a:t> be used/</a:t>
            </a:r>
            <a:r>
              <a:rPr lang="en-GB" b="1" dirty="0" smtClean="0">
                <a:sym typeface="Wingdings" panose="05000000000000000000" pitchFamily="2" charset="2"/>
              </a:rPr>
              <a:t>Keep </a:t>
            </a:r>
            <a:r>
              <a:rPr lang="en-GB" b="1" dirty="0">
                <a:sym typeface="Wingdings" panose="05000000000000000000" pitchFamily="2" charset="2"/>
              </a:rPr>
              <a:t>the feature</a:t>
            </a:r>
            <a:r>
              <a:rPr lang="en-GB" dirty="0">
                <a:sym typeface="Wingdings" panose="05000000000000000000" pitchFamily="2" charset="2"/>
              </a:rPr>
              <a:t>.</a:t>
            </a:r>
            <a:endParaRPr lang="en-US" dirty="0"/>
          </a:p>
          <a:p>
            <a:endParaRPr lang="en-US" dirty="0"/>
          </a:p>
          <a:p>
            <a:pPr>
              <a:buFont typeface="Wingdings" pitchFamily="2" charset="2"/>
              <a:buChar char="v"/>
            </a:pPr>
            <a:r>
              <a:rPr lang="en-US" b="1" dirty="0"/>
              <a:t> P-value &gt; 0.05 </a:t>
            </a:r>
            <a:r>
              <a:rPr lang="en-US" dirty="0">
                <a:sym typeface="Wingdings" panose="05000000000000000000" pitchFamily="2" charset="2"/>
              </a:rPr>
              <a:t> </a:t>
            </a:r>
            <a:r>
              <a:rPr lang="en-US" dirty="0" smtClean="0"/>
              <a:t>accept the </a:t>
            </a:r>
            <a:r>
              <a:rPr lang="en-US" dirty="0"/>
              <a:t>null hypothesis </a:t>
            </a:r>
            <a:r>
              <a:rPr lang="en-US" dirty="0" smtClean="0"/>
              <a:t>(two groups are not significant)</a:t>
            </a:r>
            <a:endParaRPr lang="en-GB" dirty="0"/>
          </a:p>
          <a:p>
            <a:r>
              <a:rPr lang="en-GB" dirty="0"/>
              <a:t>The </a:t>
            </a:r>
            <a:r>
              <a:rPr lang="en-GB" dirty="0" smtClean="0"/>
              <a:t>feature is </a:t>
            </a:r>
            <a:r>
              <a:rPr lang="en-GB" dirty="0"/>
              <a:t>not significantly different</a:t>
            </a:r>
            <a:r>
              <a:rPr lang="en-US" dirty="0"/>
              <a:t> </a:t>
            </a:r>
            <a:r>
              <a:rPr lang="en-US" dirty="0">
                <a:sym typeface="Wingdings" panose="05000000000000000000" pitchFamily="2" charset="2"/>
              </a:rPr>
              <a:t> </a:t>
            </a:r>
            <a:r>
              <a:rPr lang="en-GB" dirty="0">
                <a:sym typeface="Wingdings" panose="05000000000000000000" pitchFamily="2" charset="2"/>
              </a:rPr>
              <a:t>Feature </a:t>
            </a:r>
            <a:r>
              <a:rPr lang="en-GB" b="1" dirty="0" smtClean="0">
                <a:sym typeface="Wingdings" panose="05000000000000000000" pitchFamily="2" charset="2"/>
              </a:rPr>
              <a:t>can’t</a:t>
            </a:r>
            <a:r>
              <a:rPr lang="en-GB" dirty="0" smtClean="0">
                <a:sym typeface="Wingdings" panose="05000000000000000000" pitchFamily="2" charset="2"/>
              </a:rPr>
              <a:t> </a:t>
            </a:r>
            <a:r>
              <a:rPr lang="en-GB" dirty="0">
                <a:sym typeface="Wingdings" panose="05000000000000000000" pitchFamily="2" charset="2"/>
              </a:rPr>
              <a:t>be </a:t>
            </a:r>
            <a:r>
              <a:rPr lang="en-GB" dirty="0" smtClean="0">
                <a:sym typeface="Wingdings" panose="05000000000000000000" pitchFamily="2" charset="2"/>
              </a:rPr>
              <a:t>used/</a:t>
            </a:r>
            <a:r>
              <a:rPr lang="en-US" b="1" dirty="0" smtClean="0">
                <a:sym typeface="Wingdings" panose="05000000000000000000" pitchFamily="2" charset="2"/>
              </a:rPr>
              <a:t>Delete </a:t>
            </a:r>
            <a:r>
              <a:rPr lang="en-US" b="1" dirty="0">
                <a:sym typeface="Wingdings" panose="05000000000000000000" pitchFamily="2" charset="2"/>
              </a:rPr>
              <a:t>the feature.</a:t>
            </a:r>
            <a:endParaRPr lang="en-US" b="1" dirty="0"/>
          </a:p>
          <a:p>
            <a:endParaRPr lang="en-US" dirty="0"/>
          </a:p>
        </p:txBody>
      </p:sp>
      <p:sp>
        <p:nvSpPr>
          <p:cNvPr id="5" name="Slide Number Placeholder 4">
            <a:extLst>
              <a:ext uri="{FF2B5EF4-FFF2-40B4-BE49-F238E27FC236}">
                <a16:creationId xmlns:a16="http://schemas.microsoft.com/office/drawing/2014/main" id="{D5EF84B4-3405-4348-A3FD-038E90B31F0C}"/>
              </a:ext>
            </a:extLst>
          </p:cNvPr>
          <p:cNvSpPr>
            <a:spLocks noGrp="1"/>
          </p:cNvSpPr>
          <p:nvPr>
            <p:ph type="sldNum" sz="quarter" idx="12"/>
          </p:nvPr>
        </p:nvSpPr>
        <p:spPr/>
        <p:txBody>
          <a:bodyPr/>
          <a:lstStyle/>
          <a:p>
            <a:fld id="{5AA13D58-D7BC-8747-9F0A-0DB9E6B3595A}" type="slidenum">
              <a:rPr lang="en-US" sz="1600" smtClean="0"/>
              <a:t>17</a:t>
            </a:fld>
            <a:endParaRPr lang="en-US" sz="1600" dirty="0"/>
          </a:p>
        </p:txBody>
      </p:sp>
      <p:cxnSp>
        <p:nvCxnSpPr>
          <p:cNvPr id="6" name="Straight Connector 5"/>
          <p:cNvCxnSpPr/>
          <p:nvPr/>
        </p:nvCxnSpPr>
        <p:spPr>
          <a:xfrm>
            <a:off x="718948" y="2581772"/>
            <a:ext cx="10741278" cy="0"/>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3780236724"/>
      </p:ext>
    </p:extLst>
  </p:cSld>
  <p:clrMapOvr>
    <a:masterClrMapping/>
  </p:clrMapOvr>
  <p:transition spd="slow" advTm="50730">
    <p:push dir="u"/>
  </p:transition>
  <p:timing>
    <p:tnLst>
      <p:par>
        <p:cTn id="1" dur="indefinite" restart="never" nodeType="tmRoot"/>
      </p:par>
    </p:tnLst>
  </p:timing>
  <p:extLst mod="1">
    <p:ext uri="{3A86A75C-4F4B-4683-9AE1-C65F6400EC91}">
      <p14:laserTraceLst xmlns:p14="http://schemas.microsoft.com/office/powerpoint/2010/main">
        <p14:tracePtLst>
          <p14:tracePt t="8559" x="965200" y="5362575"/>
          <p14:tracePt t="8712" x="965200" y="5326063"/>
          <p14:tracePt t="8720" x="965200" y="5268913"/>
          <p14:tracePt t="8727" x="973138" y="5218113"/>
          <p14:tracePt t="8736" x="1001713" y="5145088"/>
          <p14:tracePt t="8752" x="1038225" y="5021263"/>
          <p14:tracePt t="8769" x="1074738" y="4913313"/>
          <p14:tracePt t="8786" x="1089025" y="4811713"/>
          <p14:tracePt t="8802" x="1103313" y="4724400"/>
          <p14:tracePt t="8819" x="1109663" y="4645025"/>
          <p14:tracePt t="8836" x="1125538" y="4572000"/>
          <p14:tracePt t="8852" x="1139825" y="4484688"/>
          <p14:tracePt t="8869" x="1176338" y="4397375"/>
          <p14:tracePt t="8886" x="1196975" y="4295775"/>
          <p14:tracePt t="8902" x="1241425" y="4143375"/>
          <p14:tracePt t="8919" x="1270000" y="4056063"/>
          <p14:tracePt t="8936" x="1298575" y="3976688"/>
          <p14:tracePt t="8952" x="1320800" y="3911600"/>
          <p14:tracePt t="8969" x="1349375" y="3838575"/>
          <p14:tracePt t="8986" x="1385888" y="3781425"/>
          <p14:tracePt t="9002" x="1430338" y="3708400"/>
          <p14:tracePt t="9019" x="1495425" y="3614738"/>
          <p14:tracePt t="9036" x="1509713" y="3533775"/>
          <p14:tracePt t="9053" x="1538288" y="3482975"/>
          <p14:tracePt t="9069" x="1566863" y="3425825"/>
          <p14:tracePt t="9086" x="1574800" y="3381375"/>
          <p14:tracePt t="9102" x="1625600" y="3279775"/>
          <p14:tracePt t="9119" x="1639888" y="3251200"/>
          <p14:tracePt t="9136" x="1639888" y="3222625"/>
          <p14:tracePt t="9152" x="1647825" y="3200400"/>
          <p14:tracePt t="9169" x="1654175" y="3178175"/>
          <p14:tracePt t="9186" x="1662113" y="3157538"/>
          <p14:tracePt t="9203" x="1668463" y="3149600"/>
          <p14:tracePt t="9219" x="1684338" y="3121025"/>
          <p14:tracePt t="9236" x="1690688" y="3106738"/>
          <p14:tracePt t="9252" x="1704975" y="3076575"/>
          <p14:tracePt t="9269" x="1704975" y="3062288"/>
          <p14:tracePt t="9286" x="1712913" y="3055938"/>
          <p14:tracePt t="10224" x="1704975" y="3055938"/>
          <p14:tracePt t="10247" x="1698625" y="3055938"/>
          <p14:tracePt t="10255" x="1690688" y="3055938"/>
          <p14:tracePt t="10271" x="1684338" y="3055938"/>
          <p14:tracePt t="10288" x="1676400" y="3048000"/>
          <p14:tracePt t="10304" x="1668463" y="3048000"/>
          <p14:tracePt t="10312" x="1662113" y="3048000"/>
          <p14:tracePt t="10320" x="1654175" y="3040063"/>
          <p14:tracePt t="10344" x="1647825" y="3033713"/>
          <p14:tracePt t="10376" x="1639888" y="3033713"/>
          <p14:tracePt t="10416" x="1633538" y="3033713"/>
          <p14:tracePt t="10432" x="1625600" y="3025775"/>
          <p14:tracePt t="10440" x="1617663" y="3025775"/>
          <p14:tracePt t="10456" x="1611313" y="3019425"/>
          <p14:tracePt t="10463" x="1603375" y="3019425"/>
          <p14:tracePt t="10488" x="1597025" y="3011488"/>
          <p14:tracePt t="10519" x="1582738" y="3011488"/>
          <p14:tracePt t="10527" x="1574800" y="3011488"/>
          <p14:tracePt t="10552" x="1566863" y="3005138"/>
          <p14:tracePt t="10575" x="1560513" y="3005138"/>
          <p14:tracePt t="10584" x="1552575" y="2997200"/>
          <p14:tracePt t="10632" x="1552575" y="2989263"/>
          <p14:tracePt t="10656" x="1546225" y="2989263"/>
          <p14:tracePt t="10663" x="1538288" y="2982913"/>
          <p14:tracePt t="10680" x="1538288" y="2974975"/>
          <p14:tracePt t="11040" x="1538288" y="2968625"/>
          <p14:tracePt t="11047" x="1546225" y="2968625"/>
          <p14:tracePt t="11063" x="1552575" y="2968625"/>
          <p14:tracePt t="11071" x="1566863" y="2968625"/>
          <p14:tracePt t="11088" x="1582738" y="2968625"/>
          <p14:tracePt t="11103" x="1603375" y="2968625"/>
          <p14:tracePt t="11120" x="1625600" y="2968625"/>
          <p14:tracePt t="11136" x="1668463" y="2974975"/>
          <p14:tracePt t="11153" x="1690688" y="2997200"/>
          <p14:tracePt t="11170" x="1727200" y="3005138"/>
          <p14:tracePt t="11186" x="1741488" y="3005138"/>
          <p14:tracePt t="11203" x="1770063" y="3005138"/>
          <p14:tracePt t="11220" x="1814513" y="3005138"/>
          <p14:tracePt t="11236" x="1871663" y="3005138"/>
          <p14:tracePt t="11253" x="1952625" y="2997200"/>
          <p14:tracePt t="11270" x="2024063" y="2954338"/>
          <p14:tracePt t="11286" x="2105025" y="2887663"/>
          <p14:tracePt t="11303" x="2162175" y="2830513"/>
          <p14:tracePt t="11320" x="2198688" y="2794000"/>
          <p14:tracePt t="11337" x="2227263" y="2751138"/>
          <p14:tracePt t="11353" x="2263775" y="2700338"/>
          <p14:tracePt t="11370" x="2308225" y="2641600"/>
          <p14:tracePt t="11386" x="2344738" y="2598738"/>
          <p14:tracePt t="11403" x="2373313" y="2562225"/>
          <p14:tracePt t="11420" x="2409825" y="2525713"/>
          <p14:tracePt t="11436" x="2416175" y="2517775"/>
          <p14:tracePt t="11453" x="2430463" y="2503488"/>
          <p14:tracePt t="11470" x="2438400" y="2497138"/>
          <p14:tracePt t="11486" x="2460625" y="2481263"/>
          <p14:tracePt t="11503" x="2474913" y="2474913"/>
          <p14:tracePt t="11520" x="2497138" y="2466975"/>
          <p14:tracePt t="11537" x="2511425" y="2452688"/>
          <p14:tracePt t="11553" x="2525713" y="2452688"/>
          <p14:tracePt t="11570" x="2540000" y="2452688"/>
          <p14:tracePt t="11587" x="2562225" y="2446338"/>
          <p14:tracePt t="11603" x="2598738" y="2438400"/>
          <p14:tracePt t="11620" x="2655888" y="2430463"/>
          <p14:tracePt t="11637" x="2728913" y="2424113"/>
          <p14:tracePt t="11653" x="2822575" y="2416175"/>
          <p14:tracePt t="11670" x="2895600" y="2416175"/>
          <p14:tracePt t="11687" x="3011488" y="2416175"/>
          <p14:tracePt t="11703" x="3084513" y="2416175"/>
          <p14:tracePt t="11720" x="3171825" y="2416175"/>
          <p14:tracePt t="11737" x="3251200" y="2416175"/>
          <p14:tracePt t="11753" x="3316288" y="2416175"/>
          <p14:tracePt t="11770" x="3375025" y="2416175"/>
          <p14:tracePt t="11787" x="3440113" y="2416175"/>
          <p14:tracePt t="11803" x="3490913" y="2416175"/>
          <p14:tracePt t="11820" x="3541713" y="2416175"/>
          <p14:tracePt t="11837" x="3584575" y="2416175"/>
          <p14:tracePt t="11853" x="3621088" y="2416175"/>
          <p14:tracePt t="11871" x="3679825" y="2416175"/>
          <p14:tracePt t="11887" x="3722688" y="2416175"/>
          <p14:tracePt t="11903" x="3767138" y="2416175"/>
          <p14:tracePt t="11920" x="3832225" y="2416175"/>
          <p14:tracePt t="11937" x="3883025" y="2416175"/>
          <p14:tracePt t="11953" x="3933825" y="2416175"/>
          <p14:tracePt t="11970" x="3984625" y="2416175"/>
          <p14:tracePt t="11987" x="4021138" y="2416175"/>
          <p14:tracePt t="12003" x="4049713" y="2416175"/>
          <p14:tracePt t="12020" x="4092575" y="2416175"/>
          <p14:tracePt t="12037" x="4114800" y="2416175"/>
          <p14:tracePt t="12054" x="4151313" y="2416175"/>
          <p14:tracePt t="12070" x="4179888" y="2416175"/>
          <p14:tracePt t="12087" x="4187825" y="2416175"/>
          <p14:tracePt t="12128" x="4194175" y="2416175"/>
          <p14:tracePt t="12167" x="4202113" y="2416175"/>
          <p14:tracePt t="12453" x="4216400" y="2416175"/>
          <p14:tracePt t="12462" x="4224338" y="2416175"/>
          <p14:tracePt t="12471" x="4281488" y="2416175"/>
          <p14:tracePt t="12487" x="4368800" y="2416175"/>
          <p14:tracePt t="12504" x="4521200" y="2416175"/>
          <p14:tracePt t="12521" x="4695825" y="2416175"/>
          <p14:tracePt t="12538" x="4899025" y="2416175"/>
          <p14:tracePt t="12554" x="5087938" y="2416175"/>
          <p14:tracePt t="12571" x="5260975" y="2416175"/>
          <p14:tracePt t="12587" x="5362575" y="2416175"/>
          <p14:tracePt t="12604" x="5443538" y="2416175"/>
          <p14:tracePt t="12621" x="5478463" y="2424113"/>
          <p14:tracePt t="12637" x="5522913" y="2430463"/>
          <p14:tracePt t="12654" x="5559425" y="2438400"/>
          <p14:tracePt t="12671" x="5602288" y="2446338"/>
          <p14:tracePt t="12687" x="5667375" y="2452688"/>
          <p14:tracePt t="12704" x="5718175" y="2460625"/>
          <p14:tracePt t="12720" x="5748338" y="2466975"/>
          <p14:tracePt t="12737" x="5783263" y="2481263"/>
          <p14:tracePt t="12754" x="5827713" y="2497138"/>
          <p14:tracePt t="12770" x="5856288" y="2497138"/>
          <p14:tracePt t="12787" x="5878513" y="2511425"/>
          <p14:tracePt t="12804" x="5884863" y="2511425"/>
          <p14:tracePt t="12820" x="5900738" y="2517775"/>
          <p14:tracePt t="12837" x="5907088" y="2517775"/>
          <p14:tracePt t="12871" x="5921375" y="2517775"/>
          <p14:tracePt t="12887" x="5921375" y="2525713"/>
          <p14:tracePt t="12904" x="5929313" y="2532063"/>
          <p14:tracePt t="12937" x="5935663" y="2532063"/>
          <p14:tracePt t="12985" x="5943600" y="2532063"/>
          <p14:tracePt t="13106" x="5951538" y="2540000"/>
          <p14:tracePt t="13193" x="5957888" y="2540000"/>
          <p14:tracePt t="13602" x="5965825" y="2540000"/>
          <p14:tracePt t="13689" x="5972175" y="2540000"/>
          <p14:tracePt t="13705" x="5980113" y="2540000"/>
          <p14:tracePt t="13713" x="5986463" y="2540000"/>
          <p14:tracePt t="13769" x="5994400" y="2540000"/>
          <p14:tracePt t="15970" x="6002338" y="2540000"/>
          <p14:tracePt t="15976" x="6016625" y="2547938"/>
          <p14:tracePt t="15988" x="6016625" y="2554288"/>
          <p14:tracePt t="16005" x="6022975" y="2562225"/>
          <p14:tracePt t="16021" x="6030913" y="2568575"/>
          <p14:tracePt t="16049" x="6037263" y="2576513"/>
          <p14:tracePt t="16074" x="6037263" y="2582863"/>
          <p14:tracePt t="16081" x="6045200" y="2582863"/>
          <p14:tracePt t="16106" x="6045200" y="2590800"/>
          <p14:tracePt t="16138" x="6045200" y="2598738"/>
          <p14:tracePt t="16161" x="6053138" y="2598738"/>
          <p14:tracePt t="17048" x="6067425" y="2598738"/>
          <p14:tracePt t="17056" x="6118225" y="2605088"/>
          <p14:tracePt t="17072" x="6197600" y="2619375"/>
          <p14:tracePt t="17088" x="6284913" y="2633663"/>
          <p14:tracePt t="17105" x="6386513" y="2641600"/>
          <p14:tracePt t="17122" x="6459538" y="2663825"/>
          <p14:tracePt t="17138" x="6510338" y="2670175"/>
          <p14:tracePt t="17155" x="6545263" y="2670175"/>
          <p14:tracePt t="17172" x="6567488" y="2670175"/>
          <p14:tracePt t="17188" x="6589713" y="2670175"/>
          <p14:tracePt t="17205" x="6626225" y="2670175"/>
          <p14:tracePt t="17222" x="6646863" y="2670175"/>
          <p14:tracePt t="17239" x="6683375" y="2670175"/>
          <p14:tracePt t="17255" x="6727825" y="2670175"/>
          <p14:tracePt t="17272" x="6748463" y="2670175"/>
          <p14:tracePt t="17289" x="6784975" y="2670175"/>
          <p14:tracePt t="17305" x="6815138" y="2663825"/>
          <p14:tracePt t="17322" x="6843713" y="2663825"/>
          <p14:tracePt t="17338" x="6865938" y="2663825"/>
          <p14:tracePt t="17355" x="6872288" y="2655888"/>
          <p14:tracePt t="17372" x="6886575" y="2649538"/>
          <p14:tracePt t="17388" x="6894513" y="2649538"/>
          <p14:tracePt t="17405" x="6916738" y="2641600"/>
          <p14:tracePt t="17424" x="6931025" y="2633663"/>
          <p14:tracePt t="17441" x="6945313" y="2633663"/>
          <p14:tracePt t="17456" x="6959600" y="2627313"/>
          <p14:tracePt t="17472" x="6967538" y="2619375"/>
          <p14:tracePt t="17488" x="6988175" y="2613025"/>
          <p14:tracePt t="17505" x="6996113" y="2605088"/>
          <p14:tracePt t="17522" x="7002463" y="2605088"/>
          <p14:tracePt t="17539" x="7018338" y="2590800"/>
          <p14:tracePt t="17555" x="7032625" y="2582863"/>
          <p14:tracePt t="17572" x="7032625" y="2576513"/>
          <p14:tracePt t="17589" x="7038975" y="2576513"/>
          <p14:tracePt t="17605" x="7053263" y="2568575"/>
          <p14:tracePt t="17622" x="7053263" y="2562225"/>
          <p14:tracePt t="17638" x="7069138" y="2547938"/>
          <p14:tracePt t="17655" x="7083425" y="2532063"/>
          <p14:tracePt t="17672" x="7089775" y="2525713"/>
          <p14:tracePt t="17689" x="7097713" y="2511425"/>
          <p14:tracePt t="17722" x="7104063" y="2503488"/>
          <p14:tracePt t="17752" x="7104063" y="2497138"/>
          <p14:tracePt t="17792" x="7112000" y="2497138"/>
          <p14:tracePt t="17808" x="7119938" y="2497138"/>
          <p14:tracePt t="17856" x="7119938" y="2489200"/>
          <p14:tracePt t="21312" x="7112000" y="2497138"/>
          <p14:tracePt t="21320" x="7097713" y="2503488"/>
          <p14:tracePt t="21327" x="7075488" y="2511425"/>
          <p14:tracePt t="21340" x="7069138" y="2511425"/>
          <p14:tracePt t="21356" x="6988175" y="2547938"/>
          <p14:tracePt t="21373" x="6900863" y="2582863"/>
          <p14:tracePt t="21390" x="6807200" y="2619375"/>
          <p14:tracePt t="21407" x="6646863" y="2684463"/>
          <p14:tracePt t="21423" x="6545263" y="2714625"/>
          <p14:tracePt t="21440" x="6423025" y="2743200"/>
          <p14:tracePt t="21456" x="6284913" y="2786063"/>
          <p14:tracePt t="21473" x="6118225" y="2801938"/>
          <p14:tracePt t="21490" x="5943600" y="2830513"/>
          <p14:tracePt t="21506" x="5740400" y="2844800"/>
          <p14:tracePt t="21523" x="5545138" y="2881313"/>
          <p14:tracePt t="21540" x="5362575" y="2909888"/>
          <p14:tracePt t="21556" x="5203825" y="2932113"/>
          <p14:tracePt t="21573" x="5043488" y="2968625"/>
          <p14:tracePt t="21590" x="4905375" y="3005138"/>
          <p14:tracePt t="21606" x="4752975" y="3076575"/>
          <p14:tracePt t="21623" x="4564063" y="3186113"/>
          <p14:tracePt t="21640" x="4441825" y="3222625"/>
          <p14:tracePt t="21656" x="4325938" y="3251200"/>
          <p14:tracePt t="21673" x="4238625" y="3265488"/>
          <p14:tracePt t="21690" x="4151313" y="3294063"/>
          <p14:tracePt t="21706" x="4041775" y="3309938"/>
          <p14:tracePt t="21723" x="3933825" y="3324225"/>
          <p14:tracePt t="21740" x="3838575" y="3330575"/>
          <p14:tracePt t="21757" x="3736975" y="3344863"/>
          <p14:tracePt t="21773" x="3649663" y="3367088"/>
          <p14:tracePt t="21790" x="3592513" y="3375025"/>
          <p14:tracePt t="21807" x="3462338" y="3375025"/>
          <p14:tracePt t="21823" x="3344863" y="3375025"/>
          <p14:tracePt t="21840" x="3222625" y="3375025"/>
          <p14:tracePt t="21857" x="3098800" y="3375025"/>
          <p14:tracePt t="21873" x="2954338" y="3367088"/>
          <p14:tracePt t="21890" x="2830513" y="3360738"/>
          <p14:tracePt t="21907" x="2735263" y="3360738"/>
          <p14:tracePt t="21923" x="2670175" y="3360738"/>
          <p14:tracePt t="21940" x="2619375" y="3360738"/>
          <p14:tracePt t="21957" x="2598738" y="3360738"/>
          <p14:tracePt t="21973" x="2576513" y="3360738"/>
          <p14:tracePt t="21990" x="2554288" y="3360738"/>
          <p14:tracePt t="22007" x="2511425" y="3360738"/>
          <p14:tracePt t="22023" x="2466975" y="3360738"/>
          <p14:tracePt t="22040" x="2424113" y="3360738"/>
          <p14:tracePt t="22057" x="2379663" y="3360738"/>
          <p14:tracePt t="22073" x="2359025" y="3360738"/>
          <p14:tracePt t="22090" x="2336800" y="3360738"/>
          <p14:tracePt t="22107" x="2293938" y="3360738"/>
          <p14:tracePt t="22123" x="2271713" y="3360738"/>
          <p14:tracePt t="22140" x="2249488" y="3360738"/>
          <p14:tracePt t="22157" x="2235200" y="3360738"/>
          <p14:tracePt t="22173" x="2227263" y="3360738"/>
          <p14:tracePt t="22224" x="2220913" y="3360738"/>
          <p14:tracePt t="22241" x="2212975" y="3360738"/>
          <p14:tracePt t="22248" x="2206625" y="3360738"/>
          <p14:tracePt t="23344" x="2212975" y="3352800"/>
          <p14:tracePt t="23352" x="2227263" y="3352800"/>
          <p14:tracePt t="23360" x="2243138" y="3352800"/>
          <p14:tracePt t="23373" x="2257425" y="3352800"/>
          <p14:tracePt t="23390" x="2278063" y="3338513"/>
          <p14:tracePt t="23407" x="2286000" y="3338513"/>
          <p14:tracePt t="23424" x="2300288" y="3330575"/>
          <p14:tracePt t="23464" x="2308225" y="3330575"/>
          <p14:tracePt t="23496" x="2322513" y="3330575"/>
          <p14:tracePt t="23519" x="2328863" y="3330575"/>
          <p14:tracePt t="23536" x="2344738" y="3324225"/>
          <p14:tracePt t="23552" x="2351088" y="3324225"/>
          <p14:tracePt t="23568" x="2359025" y="3324225"/>
          <p14:tracePt t="23575" x="2365375" y="3324225"/>
          <p14:tracePt t="23591" x="2373313" y="3324225"/>
          <p14:tracePt t="23616" x="2379663" y="3324225"/>
          <p14:tracePt t="23631" x="2387600" y="3324225"/>
          <p14:tracePt t="23640" x="2395538" y="3324225"/>
          <p14:tracePt t="23647" x="2409825" y="3324225"/>
          <p14:tracePt t="23672" x="2416175" y="3324225"/>
          <p14:tracePt t="23695" x="2424113" y="3324225"/>
          <p14:tracePt t="23704" x="2438400" y="3324225"/>
          <p14:tracePt t="23719" x="2446338" y="3324225"/>
          <p14:tracePt t="23736" x="2452688" y="3324225"/>
          <p14:tracePt t="23743" x="2460625" y="3324225"/>
          <p14:tracePt t="23776" x="2466975" y="3324225"/>
          <p14:tracePt t="23791" x="2474913" y="3324225"/>
          <p14:tracePt t="23816" x="2481263" y="3324225"/>
          <p14:tracePt t="23824" x="2489200" y="3324225"/>
          <p14:tracePt t="23840" x="2497138" y="3324225"/>
          <p14:tracePt t="23871" x="2503488" y="3324225"/>
          <p14:tracePt t="23888" x="2511425" y="3324225"/>
          <p14:tracePt t="23896" x="2517775" y="3324225"/>
          <p14:tracePt t="23927" x="2525713" y="3324225"/>
          <p14:tracePt t="23944" x="2532063" y="3324225"/>
          <p14:tracePt t="23951" x="2540000" y="3324225"/>
          <p14:tracePt t="23975" x="2547938" y="3324225"/>
          <p14:tracePt t="23991" x="2554288" y="3324225"/>
          <p14:tracePt t="24008" x="2562225" y="3324225"/>
          <p14:tracePt t="24016" x="2568575" y="3324225"/>
          <p14:tracePt t="24024" x="2582863" y="3316288"/>
          <p14:tracePt t="24048" x="2590800" y="3316288"/>
          <p14:tracePt t="24057" x="2598738" y="3316288"/>
          <p14:tracePt t="24074" x="2605088" y="3316288"/>
          <p14:tracePt t="24090" x="2613025" y="3316288"/>
          <p14:tracePt t="24107" x="2619375" y="3316288"/>
          <p14:tracePt t="24124" x="2627313" y="3316288"/>
          <p14:tracePt t="24144" x="2633663" y="3316288"/>
          <p14:tracePt t="24160" x="2641600" y="3316288"/>
          <p14:tracePt t="24200" x="2649538" y="3316288"/>
          <p14:tracePt t="24239" x="2663825" y="3316288"/>
          <p14:tracePt t="24312" x="2670175" y="3309938"/>
          <p14:tracePt t="24472" x="2684463" y="3309938"/>
          <p14:tracePt t="24495" x="2692400" y="3309938"/>
          <p14:tracePt t="24520" x="2706688" y="3309938"/>
          <p14:tracePt t="24536" x="2714625" y="3309938"/>
          <p14:tracePt t="24543" x="2728913" y="3309938"/>
          <p14:tracePt t="24559" x="2735263" y="3309938"/>
          <p14:tracePt t="24568" x="2751138" y="3309938"/>
          <p14:tracePt t="24584" x="2757488" y="3309938"/>
          <p14:tracePt t="24591" x="2771775" y="3309938"/>
          <p14:tracePt t="24608" x="2779713" y="3309938"/>
          <p14:tracePt t="24624" x="2794000" y="3309938"/>
          <p14:tracePt t="24641" x="2808288" y="3309938"/>
          <p14:tracePt t="24657" x="2816225" y="3309938"/>
          <p14:tracePt t="24674" x="2822575" y="3309938"/>
          <p14:tracePt t="24691" x="2830513" y="3309938"/>
          <p14:tracePt t="24707" x="2836863" y="3309938"/>
          <p14:tracePt t="24741" x="2844800" y="3309938"/>
          <p14:tracePt t="24757" x="2852738" y="3309938"/>
          <p14:tracePt t="24775" x="2859088" y="3309938"/>
          <p14:tracePt t="24808" x="2867025" y="3309938"/>
          <p14:tracePt t="24847" x="2873375" y="3309938"/>
          <p14:tracePt t="24879" x="2881313" y="3309938"/>
          <p14:tracePt t="24936" x="2887663" y="3309938"/>
          <p14:tracePt t="24976" x="2903538" y="3309938"/>
          <p14:tracePt t="25024" x="2909888" y="3309938"/>
          <p14:tracePt t="25071" x="2924175" y="3309938"/>
          <p14:tracePt t="25104" x="2932113" y="3309938"/>
          <p14:tracePt t="25128" x="2938463" y="3309938"/>
          <p14:tracePt t="25135" x="2946400" y="3309938"/>
          <p14:tracePt t="25152" x="2954338" y="3309938"/>
          <p14:tracePt t="25167" x="2960688" y="3309938"/>
          <p14:tracePt t="25175" x="2968625" y="3309938"/>
          <p14:tracePt t="25191" x="2974975" y="3309938"/>
          <p14:tracePt t="25207" x="2989263" y="3309938"/>
          <p14:tracePt t="25224" x="2997200" y="3309938"/>
          <p14:tracePt t="25241" x="3011488" y="3309938"/>
          <p14:tracePt t="25257" x="3025775" y="3309938"/>
          <p14:tracePt t="25274" x="3055938" y="3309938"/>
          <p14:tracePt t="25291" x="3062288" y="3309938"/>
          <p14:tracePt t="25307" x="3076575" y="3309938"/>
          <p14:tracePt t="25324" x="3084513" y="3309938"/>
          <p14:tracePt t="25341" x="3098800" y="3309938"/>
          <p14:tracePt t="25358" x="3121025" y="3309938"/>
          <p14:tracePt t="25374" x="3127375" y="3309938"/>
          <p14:tracePt t="25391" x="3141663" y="3302000"/>
          <p14:tracePt t="25408" x="3149600" y="3302000"/>
          <p14:tracePt t="25440" x="3157538" y="3302000"/>
          <p14:tracePt t="25447" x="3163888" y="3302000"/>
          <p14:tracePt t="25496" x="3171825" y="3302000"/>
          <p14:tracePt t="25512" x="3178175" y="3294063"/>
          <p14:tracePt t="25568" x="3192463" y="3287713"/>
          <p14:tracePt t="25656" x="3208338" y="3279775"/>
          <p14:tracePt t="26120" x="3214688" y="3279775"/>
          <p14:tracePt t="26136" x="3228975" y="3279775"/>
          <p14:tracePt t="26152" x="3236913" y="3279775"/>
          <p14:tracePt t="26176" x="3243263" y="3279775"/>
          <p14:tracePt t="26184" x="3251200" y="3279775"/>
          <p14:tracePt t="26200" x="3259138" y="3279775"/>
          <p14:tracePt t="26232" x="3265488" y="3279775"/>
          <p14:tracePt t="26248" x="3273425" y="3279775"/>
          <p14:tracePt t="26296" x="3279775" y="3279775"/>
          <p14:tracePt t="26553" x="3287713" y="3279775"/>
          <p14:tracePt t="27793" x="3294063" y="3279775"/>
          <p14:tracePt t="27800" x="3302000" y="3279775"/>
          <p14:tracePt t="27809" x="3316288" y="3279775"/>
          <p14:tracePt t="27825" x="3344863" y="3279775"/>
          <p14:tracePt t="27842" x="3389313" y="3279775"/>
          <p14:tracePt t="27859" x="3425825" y="3287713"/>
          <p14:tracePt t="27875" x="3446463" y="3294063"/>
          <p14:tracePt t="27892" x="3482975" y="3294063"/>
          <p14:tracePt t="27909" x="3527425" y="3302000"/>
          <p14:tracePt t="27912" x="3533775" y="3302000"/>
          <p14:tracePt t="27925" x="3556000" y="3302000"/>
          <p14:tracePt t="27942" x="3592513" y="3324225"/>
          <p14:tracePt t="27959" x="3643313" y="3324225"/>
          <p14:tracePt t="27975" x="3665538" y="3324225"/>
          <p14:tracePt t="27992" x="3686175" y="3330575"/>
          <p14:tracePt t="28009" x="3694113" y="3330575"/>
          <p14:tracePt t="28025" x="3708400" y="3338513"/>
          <p14:tracePt t="28059" x="3716338" y="3338513"/>
          <p14:tracePt t="28075" x="3722688" y="3338513"/>
          <p14:tracePt t="28092" x="3730625" y="3338513"/>
          <p14:tracePt t="28109" x="3736975" y="3338513"/>
          <p14:tracePt t="28125" x="3744913" y="3338513"/>
          <p14:tracePt t="28143" x="3751263" y="3344863"/>
          <p14:tracePt t="28953" x="3759200" y="3344863"/>
          <p14:tracePt t="28961" x="3773488" y="3344863"/>
          <p14:tracePt t="28968" x="3781425" y="3344863"/>
          <p14:tracePt t="28977" x="3795713" y="3338513"/>
          <p14:tracePt t="28992" x="3817938" y="3330575"/>
          <p14:tracePt t="29010" x="3832225" y="3324225"/>
          <p14:tracePt t="29025" x="3846513" y="3316288"/>
          <p14:tracePt t="29042" x="3868738" y="3316288"/>
          <p14:tracePt t="29059" x="3875088" y="3316288"/>
          <p14:tracePt t="29075" x="3889375" y="3309938"/>
          <p14:tracePt t="29092" x="3911600" y="3302000"/>
          <p14:tracePt t="29109" x="3919538" y="3302000"/>
          <p14:tracePt t="29126" x="3933825" y="3287713"/>
          <p14:tracePt t="29143" x="3954463" y="3287713"/>
          <p14:tracePt t="29159" x="3970338" y="3287713"/>
          <p14:tracePt t="29175" x="3990975" y="3279775"/>
          <p14:tracePt t="29192" x="4005263" y="3273425"/>
          <p14:tracePt t="29209" x="4013200" y="3273425"/>
          <p14:tracePt t="29226" x="4027488" y="3273425"/>
          <p14:tracePt t="29242" x="4041775" y="3265488"/>
          <p14:tracePt t="29259" x="4056063" y="3259138"/>
          <p14:tracePt t="29293" x="4071938" y="3259138"/>
          <p14:tracePt t="29327" x="4078288" y="3259138"/>
          <p14:tracePt t="29342" x="4086225" y="3259138"/>
          <p14:tracePt t="29385" x="4100513" y="3259138"/>
          <p14:tracePt t="30322" x="4092575" y="3259138"/>
          <p14:tracePt t="30337" x="4086225" y="3259138"/>
          <p14:tracePt t="30361" x="4078288" y="3259138"/>
          <p14:tracePt t="30393" x="4071938" y="3259138"/>
          <p14:tracePt t="30457" x="4064000" y="3259138"/>
          <p14:tracePt t="31117" x="4056063" y="3259138"/>
          <p14:tracePt t="31129" x="4041775" y="3259138"/>
          <p14:tracePt t="31143" x="4035425" y="3259138"/>
          <p14:tracePt t="31177" x="4021138" y="3259138"/>
          <p14:tracePt t="31193" x="4013200" y="3251200"/>
          <p14:tracePt t="31210" x="4005263" y="3251200"/>
          <p14:tracePt t="31228" x="3998913" y="3243263"/>
          <p14:tracePt t="31243" x="3984625" y="3236913"/>
          <p14:tracePt t="31260" x="3970338" y="3236913"/>
          <p14:tracePt t="31277" x="3970338" y="3228975"/>
          <p14:tracePt t="31295" x="3962400" y="3228975"/>
          <p14:tracePt t="31324" x="3954463" y="3228975"/>
          <p14:tracePt t="31335" x="3954463" y="3222625"/>
          <p14:tracePt t="31347" x="3948113" y="3222625"/>
          <p14:tracePt t="31364" x="3940175" y="3222625"/>
          <p14:tracePt t="31380" x="3933825" y="3222625"/>
          <p14:tracePt t="31405" x="3925888" y="3222625"/>
          <p14:tracePt t="31443" x="3919538" y="3222625"/>
          <p14:tracePt t="31455" x="3911600" y="3222625"/>
          <p14:tracePt t="31614" x="3925888" y="3228975"/>
          <p14:tracePt t="31623" x="3976688" y="3228975"/>
          <p14:tracePt t="31634" x="4005263" y="3236913"/>
          <p14:tracePt t="31644" x="4021138" y="3243263"/>
          <p14:tracePt t="31660" x="4092575" y="3259138"/>
          <p14:tracePt t="31677" x="4173538" y="3259138"/>
          <p14:tracePt t="31693" x="4244975" y="3265488"/>
          <p14:tracePt t="31710" x="4303713" y="3287713"/>
          <p14:tracePt t="31727" x="4383088" y="3294063"/>
          <p14:tracePt t="31743" x="4419600" y="3294063"/>
          <p14:tracePt t="31760" x="4462463" y="3302000"/>
          <p14:tracePt t="31776" x="4492625" y="3302000"/>
          <p14:tracePt t="31793" x="4529138" y="3316288"/>
          <p14:tracePt t="31810" x="4557713" y="3324225"/>
          <p14:tracePt t="31826" x="4579938" y="3324225"/>
          <p14:tracePt t="31843" x="4608513" y="3324225"/>
          <p14:tracePt t="31860" x="4651375" y="3324225"/>
          <p14:tracePt t="31876" x="4702175" y="3324225"/>
          <p14:tracePt t="31893" x="4752975" y="3324225"/>
          <p14:tracePt t="31910" x="4803775" y="3324225"/>
          <p14:tracePt t="31913" x="4818063" y="3324225"/>
          <p14:tracePt t="31927" x="4854575" y="3324225"/>
          <p14:tracePt t="31944" x="4891088" y="3324225"/>
          <p14:tracePt t="31960" x="4905375" y="3324225"/>
          <p14:tracePt t="31976" x="4935538" y="3324225"/>
          <p14:tracePt t="31993" x="4949825" y="3324225"/>
          <p14:tracePt t="32010" x="4964113" y="3324225"/>
          <p14:tracePt t="32027" x="4978400" y="3316288"/>
          <p14:tracePt t="32044" x="4992688" y="3316288"/>
          <p14:tracePt t="32060" x="5000625" y="3316288"/>
          <p14:tracePt t="32077" x="5021263" y="3316288"/>
          <p14:tracePt t="32093" x="5043488" y="3316288"/>
          <p14:tracePt t="32110" x="5065713" y="3309938"/>
          <p14:tracePt t="32127" x="5102225" y="3302000"/>
          <p14:tracePt t="32143" x="5130800" y="3294063"/>
          <p14:tracePt t="32160" x="5159375" y="3294063"/>
          <p14:tracePt t="32177" x="5181600" y="3294063"/>
          <p14:tracePt t="32194" x="5189538" y="3294063"/>
          <p14:tracePt t="32210" x="5203825" y="3294063"/>
          <p14:tracePt t="32227" x="5210175" y="3294063"/>
          <p14:tracePt t="32243" x="5224463" y="3294063"/>
          <p14:tracePt t="32260" x="5232400" y="3294063"/>
          <p14:tracePt t="32277" x="5246688" y="3294063"/>
          <p14:tracePt t="32293" x="5268913" y="3294063"/>
          <p14:tracePt t="32310" x="5291138" y="3294063"/>
          <p14:tracePt t="32327" x="5305425" y="3294063"/>
          <p14:tracePt t="32343" x="5348288" y="3294063"/>
          <p14:tracePt t="32360" x="5362575" y="3294063"/>
          <p14:tracePt t="32377" x="5392738" y="3294063"/>
          <p14:tracePt t="32393" x="5413375" y="3294063"/>
          <p14:tracePt t="32410" x="5427663" y="3294063"/>
          <p14:tracePt t="32426" x="5443538" y="3294063"/>
          <p14:tracePt t="32443" x="5449888" y="3294063"/>
          <p14:tracePt t="32460" x="5457825" y="3294063"/>
          <p14:tracePt t="32476" x="5464175" y="3294063"/>
          <p14:tracePt t="32512" x="5472113" y="3294063"/>
          <p14:tracePt t="32568" x="5478463" y="3294063"/>
          <p14:tracePt t="32856" x="5486400" y="3294063"/>
          <p14:tracePt t="32888" x="5494338" y="3294063"/>
          <p14:tracePt t="32904" x="5500688" y="3287713"/>
          <p14:tracePt t="32912" x="5508625" y="3287713"/>
          <p14:tracePt t="32928" x="5514975" y="3287713"/>
          <p14:tracePt t="32936" x="5522913" y="3287713"/>
          <p14:tracePt t="32944" x="5529263" y="3287713"/>
          <p14:tracePt t="32960" x="5551488" y="3273425"/>
          <p14:tracePt t="32977" x="5588000" y="3265488"/>
          <p14:tracePt t="32993" x="5630863" y="3265488"/>
          <p14:tracePt t="33010" x="5661025" y="3259138"/>
          <p14:tracePt t="33027" x="5681663" y="3259138"/>
          <p14:tracePt t="33043" x="5703888" y="3251200"/>
          <p14:tracePt t="33060" x="5718175" y="3251200"/>
          <p14:tracePt t="33077" x="5726113" y="3243263"/>
          <p14:tracePt t="33093" x="5740400" y="3243263"/>
          <p14:tracePt t="33110" x="5748338" y="3243263"/>
          <p14:tracePt t="33127" x="5768975" y="3243263"/>
          <p14:tracePt t="33143" x="5776913" y="3243263"/>
          <p14:tracePt t="33160" x="5791200" y="3243263"/>
          <p14:tracePt t="33177" x="5799138" y="3243263"/>
          <p14:tracePt t="33194" x="5819775" y="3243263"/>
          <p14:tracePt t="33210" x="5827713" y="3243263"/>
          <p14:tracePt t="33227" x="5842000" y="3243263"/>
          <p14:tracePt t="33243" x="5849938" y="3243263"/>
          <p14:tracePt t="33260" x="5864225" y="3243263"/>
          <p14:tracePt t="33277" x="5870575" y="3243263"/>
          <p14:tracePt t="33293" x="5878513" y="3243263"/>
          <p14:tracePt t="33310" x="5884863" y="3243263"/>
          <p14:tracePt t="33328" x="5892800" y="3243263"/>
          <p14:tracePt t="33344" x="5900738" y="3243263"/>
          <p14:tracePt t="35096" x="5907088" y="3243263"/>
          <p14:tracePt t="35112" x="5921375" y="3243263"/>
          <p14:tracePt t="35120" x="5929313" y="3236913"/>
          <p14:tracePt t="35136" x="5935663" y="3236913"/>
          <p14:tracePt t="35635" x="5929313" y="3236913"/>
          <p14:tracePt t="35641" x="5921375" y="3236913"/>
          <p14:tracePt t="35649" x="5892800" y="3243263"/>
          <p14:tracePt t="35661" x="5864225" y="3251200"/>
          <p14:tracePt t="35678" x="5799138" y="3265488"/>
          <p14:tracePt t="35695" x="5638800" y="3294063"/>
          <p14:tracePt t="35711" x="5522913" y="3294063"/>
          <p14:tracePt t="35728" x="5407025" y="3294063"/>
          <p14:tracePt t="35745" x="5297488" y="3294063"/>
          <p14:tracePt t="35761" x="5210175" y="3294063"/>
          <p14:tracePt t="35778" x="5130800" y="3294063"/>
          <p14:tracePt t="35794" x="5051425" y="3294063"/>
          <p14:tracePt t="35811" x="4970463" y="3316288"/>
          <p14:tracePt t="35828" x="4868863" y="3324225"/>
          <p14:tracePt t="35844" x="4760913" y="3338513"/>
          <p14:tracePt t="35862" x="4651375" y="3352800"/>
          <p14:tracePt t="35878" x="4564063" y="3360738"/>
          <p14:tracePt t="35896" x="4448175" y="3360738"/>
          <p14:tracePt t="35911" x="4405313" y="3360738"/>
          <p14:tracePt t="35928" x="4383088" y="3360738"/>
          <p14:tracePt t="35944" x="4360863" y="3360738"/>
          <p14:tracePt t="35961" x="4346575" y="3360738"/>
          <p14:tracePt t="35978" x="4340225" y="3360738"/>
          <p14:tracePt t="36593" x="4325938" y="3360738"/>
          <p14:tracePt t="36600" x="4303713" y="3360738"/>
          <p14:tracePt t="36611" x="4267200" y="3360738"/>
          <p14:tracePt t="36628" x="4187825" y="3360738"/>
          <p14:tracePt t="36645" x="4086225" y="3360738"/>
          <p14:tracePt t="36661" x="3998913" y="3360738"/>
          <p14:tracePt t="36678" x="3919538" y="3360738"/>
          <p14:tracePt t="36696" x="3846513" y="3360738"/>
          <p14:tracePt t="36711" x="3817938" y="3360738"/>
          <p14:tracePt t="36728" x="3767138" y="3360738"/>
          <p14:tracePt t="36745" x="3722688" y="3360738"/>
          <p14:tracePt t="36761" x="3671888" y="3360738"/>
          <p14:tracePt t="36778" x="3614738" y="3360738"/>
          <p14:tracePt t="36795" x="3548063" y="3360738"/>
          <p14:tracePt t="36811" x="3505200" y="3360738"/>
          <p14:tracePt t="36828" x="3468688" y="3360738"/>
          <p14:tracePt t="36845" x="3440113" y="3360738"/>
          <p14:tracePt t="36861" x="3395663" y="3360738"/>
          <p14:tracePt t="36878" x="3375025" y="3360738"/>
          <p14:tracePt t="36895" x="3338513" y="3360738"/>
          <p14:tracePt t="36911" x="3316288" y="3360738"/>
          <p14:tracePt t="36928" x="3294063" y="3367088"/>
          <p14:tracePt t="36945" x="3279775" y="3367088"/>
          <p14:tracePt t="36961" x="3243263" y="3375025"/>
          <p14:tracePt t="36978" x="3228975" y="3381375"/>
          <p14:tracePt t="36995" x="3200400" y="3389313"/>
          <p14:tracePt t="37011" x="3178175" y="3389313"/>
          <p14:tracePt t="37028" x="3163888" y="3403600"/>
          <p14:tracePt t="37045" x="3141663" y="3411538"/>
          <p14:tracePt t="37061" x="3076575" y="3411538"/>
          <p14:tracePt t="37078" x="3019425" y="3432175"/>
          <p14:tracePt t="37095" x="2932113" y="3446463"/>
          <p14:tracePt t="37111" x="2895600" y="3462338"/>
          <p14:tracePt t="37128" x="2873375" y="3468688"/>
          <p14:tracePt t="37145" x="2852738" y="3468688"/>
          <p14:tracePt t="37161" x="2822575" y="3468688"/>
          <p14:tracePt t="37178" x="2786063" y="3476625"/>
          <p14:tracePt t="37195" x="2757488" y="3490913"/>
          <p14:tracePt t="37211" x="2728913" y="3490913"/>
          <p14:tracePt t="37228" x="2714625" y="3490913"/>
          <p14:tracePt t="37245" x="2684463" y="3497263"/>
          <p14:tracePt t="37261" x="2670175" y="3497263"/>
          <p14:tracePt t="37278" x="2655888" y="3497263"/>
          <p14:tracePt t="37295" x="2641600" y="3505200"/>
          <p14:tracePt t="37311" x="2633663" y="3505200"/>
          <p14:tracePt t="37328" x="2627313" y="3505200"/>
          <p14:tracePt t="37345" x="2613025" y="3505200"/>
          <p14:tracePt t="37361" x="2613025" y="3513138"/>
          <p14:tracePt t="37378" x="2605088" y="3513138"/>
          <p14:tracePt t="37395" x="2598738" y="3513138"/>
          <p14:tracePt t="37428" x="2590800" y="3513138"/>
          <p14:tracePt t="37481" x="2582863" y="3519488"/>
          <p14:tracePt t="37496" x="2576513" y="3519488"/>
          <p14:tracePt t="37513" x="2568575" y="3519488"/>
          <p14:tracePt t="37544" x="2562225" y="3519488"/>
          <p14:tracePt t="37560" x="2554288" y="3519488"/>
          <p14:tracePt t="37576" x="2547938" y="3527425"/>
          <p14:tracePt t="37608" x="2540000" y="3527425"/>
          <p14:tracePt t="37640" x="2532063" y="3527425"/>
          <p14:tracePt t="37689" x="2525713" y="3527425"/>
          <p14:tracePt t="38217" x="2517775" y="3527425"/>
          <p14:tracePt t="38945" x="2511425" y="3533775"/>
          <p14:tracePt t="38952" x="2497138" y="3541713"/>
          <p14:tracePt t="38962" x="2497138" y="3556000"/>
          <p14:tracePt t="38979" x="2474913" y="3584575"/>
          <p14:tracePt t="38995" x="2466975" y="3598863"/>
          <p14:tracePt t="39012" x="2460625" y="3606800"/>
          <p14:tracePt t="39046" x="2460625" y="3614738"/>
          <p14:tracePt t="39089" x="2460625" y="3621088"/>
          <p14:tracePt t="39096" x="2466975" y="3621088"/>
          <p14:tracePt t="39104" x="2474913" y="3621088"/>
          <p14:tracePt t="39121" x="2497138" y="3621088"/>
          <p14:tracePt t="39128" x="2532063" y="3621088"/>
          <p14:tracePt t="39145" x="2619375" y="3621088"/>
          <p14:tracePt t="39163" x="2735263" y="3621088"/>
          <p14:tracePt t="39179" x="2873375" y="3621088"/>
          <p14:tracePt t="39196" x="3005138" y="3643313"/>
          <p14:tracePt t="39212" x="3149600" y="3649663"/>
          <p14:tracePt t="39229" x="3273425" y="3657600"/>
          <p14:tracePt t="39246" x="3425825" y="3657600"/>
          <p14:tracePt t="39262" x="3570288" y="3657600"/>
          <p14:tracePt t="39279" x="3817938" y="3657600"/>
          <p14:tracePt t="39296" x="3976688" y="3657600"/>
          <p14:tracePt t="39312" x="4151313" y="3657600"/>
          <p14:tracePt t="39329" x="4325938" y="3657600"/>
          <p14:tracePt t="39346" x="4498975" y="3657600"/>
          <p14:tracePt t="39362" x="4710113" y="3657600"/>
          <p14:tracePt t="39379" x="4905375" y="3657600"/>
          <p14:tracePt t="39396" x="5087938" y="3679825"/>
          <p14:tracePt t="39412" x="5254625" y="3686175"/>
          <p14:tracePt t="39417" x="5334000" y="3686175"/>
          <p14:tracePt t="39429" x="5421313" y="3694113"/>
          <p14:tracePt t="39445" x="5610225" y="3716338"/>
          <p14:tracePt t="39463" x="5870575" y="3736975"/>
          <p14:tracePt t="39479" x="6037263" y="3773488"/>
          <p14:tracePt t="39496" x="6183313" y="3795713"/>
          <p14:tracePt t="39512" x="6342063" y="3810000"/>
          <p14:tracePt t="39530" x="6488113" y="3832225"/>
          <p14:tracePt t="39545" x="6618288" y="3846513"/>
          <p14:tracePt t="39562" x="6713538" y="3846513"/>
          <p14:tracePt t="39580" x="6799263" y="3846513"/>
          <p14:tracePt t="39596" x="6850063" y="3846513"/>
          <p14:tracePt t="39613" x="6900863" y="3846513"/>
          <p14:tracePt t="39629" x="6973888" y="3868738"/>
          <p14:tracePt t="39646" x="7038975" y="3875088"/>
          <p14:tracePt t="39663" x="7140575" y="3875088"/>
          <p14:tracePt t="39679" x="7177088" y="3875088"/>
          <p14:tracePt t="39696" x="7221538" y="3875088"/>
          <p14:tracePt t="39713" x="7264400" y="3875088"/>
          <p14:tracePt t="39729" x="7373938" y="3875088"/>
          <p14:tracePt t="39746" x="7467600" y="3875088"/>
          <p14:tracePt t="39762" x="7577138" y="3875088"/>
          <p14:tracePt t="39779" x="7662863" y="3875088"/>
          <p14:tracePt t="39796" x="7721600" y="3875088"/>
          <p14:tracePt t="39812" x="7772400" y="3875088"/>
          <p14:tracePt t="39829" x="7823200" y="3868738"/>
          <p14:tracePt t="39846" x="7874000" y="3860800"/>
          <p14:tracePt t="39863" x="7932738" y="3860800"/>
          <p14:tracePt t="39879" x="7975600" y="3838575"/>
          <p14:tracePt t="39896" x="8018463" y="3832225"/>
          <p14:tracePt t="39913" x="8048625" y="3817938"/>
          <p14:tracePt t="39929" x="8091488" y="3810000"/>
          <p14:tracePt t="39946" x="8120063" y="3810000"/>
          <p14:tracePt t="39962" x="8135938" y="3810000"/>
          <p14:tracePt t="39979" x="8170863" y="3795713"/>
          <p14:tracePt t="39996" x="8178800" y="3795713"/>
          <p14:tracePt t="40012" x="8186738" y="3795713"/>
          <p14:tracePt t="40029" x="8193088" y="3795713"/>
          <p14:tracePt t="40046" x="8207375" y="3787775"/>
          <p14:tracePt t="40063" x="8221663" y="3787775"/>
          <p14:tracePt t="40079" x="8237538" y="3787775"/>
          <p14:tracePt t="40096" x="8251825" y="3787775"/>
          <p14:tracePt t="40130" x="8258175" y="3781425"/>
          <p14:tracePt t="40146" x="8266113" y="3781425"/>
          <p14:tracePt t="40162" x="8272463" y="3781425"/>
          <p14:tracePt t="40258" x="8280400" y="3781425"/>
          <p14:tracePt t="40584" x="8288338" y="3773488"/>
          <p14:tracePt t="42758" x="8280400" y="3773488"/>
          <p14:tracePt t="42784" x="8266113" y="3773488"/>
          <p14:tracePt t="42793" x="8258175" y="3773488"/>
          <p14:tracePt t="42801" x="8251825" y="3773488"/>
          <p14:tracePt t="42817" x="8243888" y="3773488"/>
          <p14:tracePt t="42830" x="8237538" y="3773488"/>
          <p14:tracePt t="42847" x="8221663" y="3773488"/>
          <p14:tracePt t="42863" x="8207375" y="3773488"/>
          <p14:tracePt t="42880" x="8201025" y="3787775"/>
          <p14:tracePt t="42898" x="8193088" y="3787775"/>
          <p14:tracePt t="42913" x="8178800" y="3787775"/>
          <p14:tracePt t="42930" x="8156575" y="3787775"/>
          <p14:tracePt t="42947" x="8150225" y="3787775"/>
          <p14:tracePt t="42964" x="8128000" y="3787775"/>
          <p14:tracePt t="42980" x="8120063" y="3795713"/>
          <p14:tracePt t="42997" x="8105775" y="3795713"/>
          <p14:tracePt t="43013" x="8099425" y="3795713"/>
          <p14:tracePt t="43030" x="8085138" y="3795713"/>
          <p14:tracePt t="43047" x="8077200" y="3795713"/>
          <p14:tracePt t="43080" x="8069263" y="3795713"/>
          <p14:tracePt t="43113" x="8062913" y="3795713"/>
          <p14:tracePt t="43129" x="8054975" y="3795713"/>
          <p14:tracePt t="43153" x="8048625" y="3795713"/>
          <p14:tracePt t="43177" x="8040688" y="3795713"/>
          <p14:tracePt t="43194" x="8026400" y="3795713"/>
          <p14:tracePt t="43209" x="8018463" y="3795713"/>
          <p14:tracePt t="43217" x="8004175" y="3795713"/>
          <p14:tracePt t="43230" x="7989888" y="3795713"/>
          <p14:tracePt t="43248" x="7947025" y="3795713"/>
          <p14:tracePt t="43263" x="7910513" y="3795713"/>
          <p14:tracePt t="43280" x="7874000" y="3795713"/>
          <p14:tracePt t="43297" x="7845425" y="3795713"/>
          <p14:tracePt t="43313" x="7794625" y="3795713"/>
          <p14:tracePt t="43330" x="7735888" y="3795713"/>
          <p14:tracePt t="43347" x="7662863" y="3810000"/>
          <p14:tracePt t="43363" x="7591425" y="3824288"/>
          <p14:tracePt t="43380" x="7518400" y="3832225"/>
          <p14:tracePt t="43397" x="7467600" y="3846513"/>
          <p14:tracePt t="43401" x="7445375" y="3852863"/>
          <p14:tracePt t="43413" x="7416800" y="3852863"/>
          <p14:tracePt t="43431" x="7358063" y="3852863"/>
          <p14:tracePt t="43447" x="7292975" y="3860800"/>
          <p14:tracePt t="43464" x="7221538" y="3875088"/>
          <p14:tracePt t="43480" x="7126288" y="3889375"/>
          <p14:tracePt t="43497" x="7024688" y="3911600"/>
          <p14:tracePt t="43514" x="6937375" y="3919538"/>
          <p14:tracePt t="43530" x="6843713" y="3933825"/>
          <p14:tracePt t="43547" x="6756400" y="3954463"/>
          <p14:tracePt t="43564" x="6626225" y="3970338"/>
          <p14:tracePt t="43580" x="6488113" y="3990975"/>
          <p14:tracePt t="43597" x="6350000" y="4005263"/>
          <p14:tracePt t="43613" x="6240463" y="4027488"/>
          <p14:tracePt t="43631" x="6132513" y="4041775"/>
          <p14:tracePt t="43647" x="5980113" y="4071938"/>
          <p14:tracePt t="43664" x="5870575" y="4092575"/>
          <p14:tracePt t="43680" x="5754688" y="4100513"/>
          <p14:tracePt t="43697" x="5653088" y="4106863"/>
          <p14:tracePt t="43713" x="5545138" y="4129088"/>
          <p14:tracePt t="43730" x="5457825" y="4129088"/>
          <p14:tracePt t="43747" x="5376863" y="4129088"/>
          <p14:tracePt t="43763" x="5291138" y="4129088"/>
          <p14:tracePt t="43780" x="5189538" y="4137025"/>
          <p14:tracePt t="43797" x="5108575" y="4151313"/>
          <p14:tracePt t="43813" x="5014913" y="4173538"/>
          <p14:tracePt t="43830" x="4935538" y="4187825"/>
          <p14:tracePt t="43847" x="4826000" y="4208463"/>
          <p14:tracePt t="43863" x="4752975" y="4216400"/>
          <p14:tracePt t="43880" x="4681538" y="4216400"/>
          <p14:tracePt t="43897" x="4608513" y="4230688"/>
          <p14:tracePt t="43913" x="4557713" y="4252913"/>
          <p14:tracePt t="43930" x="4478338" y="4281488"/>
          <p14:tracePt t="43947" x="4405313" y="4310063"/>
          <p14:tracePt t="43964" x="4303713" y="4340225"/>
          <p14:tracePt t="43980" x="4230688" y="4354513"/>
          <p14:tracePt t="43997" x="4179888" y="4368800"/>
          <p14:tracePt t="44013" x="4129088" y="4376738"/>
          <p14:tracePt t="44030" x="4092575" y="4383088"/>
          <p14:tracePt t="44047" x="4041775" y="4405313"/>
          <p14:tracePt t="44063" x="3990975" y="4427538"/>
          <p14:tracePt t="44080" x="3962400" y="4433888"/>
          <p14:tracePt t="44097" x="3925888" y="4448175"/>
          <p14:tracePt t="44113" x="3897313" y="4462463"/>
          <p14:tracePt t="44130" x="3846513" y="4484688"/>
          <p14:tracePt t="44147" x="3817938" y="4498975"/>
          <p14:tracePt t="44164" x="3781425" y="4521200"/>
          <p14:tracePt t="44180" x="3751263" y="4535488"/>
          <p14:tracePt t="44197" x="3716338" y="4572000"/>
          <p14:tracePt t="44213" x="3700463" y="4586288"/>
          <p14:tracePt t="44230" x="3686175" y="4594225"/>
          <p14:tracePt t="44247" x="3665538" y="4614863"/>
          <p14:tracePt t="44263" x="3657600" y="4622800"/>
          <p14:tracePt t="44280" x="3643313" y="4630738"/>
          <p14:tracePt t="44320" x="3635375" y="4637088"/>
          <p14:tracePt t="44344" x="3635375" y="4645025"/>
          <p14:tracePt t="44352" x="3629025" y="4645025"/>
          <p14:tracePt t="44369" x="3621088" y="4651375"/>
          <p14:tracePt t="44380" x="3614738" y="4659313"/>
          <p14:tracePt t="44397" x="3614738" y="4665663"/>
          <p14:tracePt t="44818" x="3614738" y="4673600"/>
          <p14:tracePt t="44825" x="3621088" y="4673600"/>
          <p14:tracePt t="44833" x="3635375" y="4673600"/>
          <p14:tracePt t="44847" x="3665538" y="4681538"/>
          <p14:tracePt t="44864" x="3694113" y="4687888"/>
          <p14:tracePt t="44880" x="3744913" y="4695825"/>
          <p14:tracePt t="44897" x="3773488" y="4710113"/>
          <p14:tracePt t="44914" x="3802063" y="4710113"/>
          <p14:tracePt t="44931" x="3852863" y="4710113"/>
          <p14:tracePt t="44948" x="3903663" y="4710113"/>
          <p14:tracePt t="44964" x="3984625" y="4710113"/>
          <p14:tracePt t="44981" x="4049713" y="4710113"/>
          <p14:tracePt t="44998" x="4143375" y="4710113"/>
          <p14:tracePt t="45014" x="4224338" y="4716463"/>
          <p14:tracePt t="45031" x="4310063" y="4716463"/>
          <p14:tracePt t="45047" x="4411663" y="4738688"/>
          <p14:tracePt t="45064" x="4498975" y="4738688"/>
          <p14:tracePt t="45081" x="4594225" y="4746625"/>
          <p14:tracePt t="45098" x="4687888" y="4746625"/>
          <p14:tracePt t="45114" x="4783138" y="4746625"/>
          <p14:tracePt t="45132" x="4826000" y="4746625"/>
          <p14:tracePt t="45147" x="4848225" y="4746625"/>
          <p14:tracePt t="45164" x="4862513" y="4746625"/>
          <p14:tracePt t="45181" x="4868863" y="4746625"/>
          <p14:tracePt t="45198" x="4876800" y="4746625"/>
          <p14:tracePt t="45214" x="4891088" y="4746625"/>
          <p14:tracePt t="45231" x="4905375" y="4746625"/>
          <p14:tracePt t="45248" x="4913313" y="4746625"/>
          <p14:tracePt t="45264" x="4919663" y="4746625"/>
          <p14:tracePt t="45297" x="4927600" y="4746625"/>
          <p14:tracePt t="47408" x="4949825" y="4746625"/>
          <p14:tracePt t="47421" x="4956175" y="4746625"/>
          <p14:tracePt t="47433" x="4978400" y="4746625"/>
          <p14:tracePt t="47448" x="5006975" y="4760913"/>
          <p14:tracePt t="47465" x="5029200" y="4760913"/>
          <p14:tracePt t="47481" x="5051425" y="4760913"/>
          <p14:tracePt t="47498" x="5065713" y="4767263"/>
          <p14:tracePt t="47515" x="5087938" y="4767263"/>
          <p14:tracePt t="47531" x="5102225" y="4767263"/>
          <p14:tracePt t="47548" x="5145088" y="4767263"/>
          <p14:tracePt t="47565" x="5181600" y="4783138"/>
          <p14:tracePt t="47581" x="5232400" y="4789488"/>
          <p14:tracePt t="47598" x="5283200" y="4789488"/>
          <p14:tracePt t="47615" x="5384800" y="4803775"/>
          <p14:tracePt t="47632" x="5449888" y="4818063"/>
          <p14:tracePt t="47648" x="5500688" y="4826000"/>
          <p14:tracePt t="47665" x="5545138" y="4826000"/>
          <p14:tracePt t="47681" x="5588000" y="4826000"/>
          <p14:tracePt t="47699" x="5638800" y="4833938"/>
          <p14:tracePt t="47715" x="5681663" y="4848225"/>
          <p14:tracePt t="47732" x="5711825" y="4848225"/>
          <p14:tracePt t="47748" x="5726113" y="4848225"/>
          <p14:tracePt t="47765" x="5748338" y="4848225"/>
          <p14:tracePt t="47782" x="5754688" y="4848225"/>
          <p14:tracePt t="47798" x="5791200" y="4848225"/>
          <p14:tracePt t="47815" x="5827713" y="4854575"/>
          <p14:tracePt t="47831" x="5870575" y="4854575"/>
          <p14:tracePt t="47848" x="5900738" y="4854575"/>
          <p14:tracePt t="47865" x="5921375" y="4854575"/>
          <p14:tracePt t="47882" x="5951538" y="4854575"/>
          <p14:tracePt t="47898" x="5972175" y="4854575"/>
          <p14:tracePt t="47903" x="5980113" y="4854575"/>
          <p14:tracePt t="47915" x="5994400" y="4854575"/>
          <p14:tracePt t="47932" x="6016625" y="4862513"/>
          <p14:tracePt t="47949" x="6045200" y="4862513"/>
          <p14:tracePt t="47965" x="6081713" y="4862513"/>
          <p14:tracePt t="47982" x="6110288" y="4862513"/>
          <p14:tracePt t="47998" x="6154738" y="4862513"/>
          <p14:tracePt t="48015" x="6205538" y="4876800"/>
          <p14:tracePt t="48032" x="6248400" y="4884738"/>
          <p14:tracePt t="48049" x="6327775" y="4905375"/>
          <p14:tracePt t="48065" x="6437313" y="4927600"/>
          <p14:tracePt t="48082" x="6575425" y="4970463"/>
          <p14:tracePt t="48098" x="6734175" y="5021263"/>
          <p14:tracePt t="48115" x="6872288" y="5037138"/>
          <p14:tracePt t="48132" x="6988175" y="5065713"/>
          <p14:tracePt t="48148" x="7097713" y="5080000"/>
          <p14:tracePt t="48165" x="7235825" y="5102225"/>
          <p14:tracePt t="48182" x="7373938" y="5116513"/>
          <p14:tracePt t="48200" x="7532688" y="5138738"/>
          <p14:tracePt t="48215" x="7597775" y="5145088"/>
          <p14:tracePt t="48232" x="7642225" y="5145088"/>
          <p14:tracePt t="48248" x="7685088" y="5145088"/>
          <p14:tracePt t="48265" x="7721600" y="5145088"/>
          <p14:tracePt t="48282" x="7780338" y="5145088"/>
          <p14:tracePt t="48298" x="7837488" y="5145088"/>
          <p14:tracePt t="48315" x="7910513" y="5145088"/>
          <p14:tracePt t="48332" x="7989888" y="5145088"/>
          <p14:tracePt t="48348" x="8054975" y="5145088"/>
          <p14:tracePt t="48365" x="8120063" y="5145088"/>
          <p14:tracePt t="48382" x="8186738" y="5145088"/>
          <p14:tracePt t="48399" x="8280400" y="5145088"/>
          <p14:tracePt t="48415" x="8316913" y="5145088"/>
          <p14:tracePt t="48432" x="8359775" y="5145088"/>
          <p14:tracePt t="48448" x="8404225" y="5145088"/>
          <p14:tracePt t="48465" x="8461375" y="5145088"/>
          <p14:tracePt t="48482" x="8497888" y="5138738"/>
          <p14:tracePt t="48498" x="8577263" y="5130800"/>
          <p14:tracePt t="48515" x="8628063" y="5122863"/>
          <p14:tracePt t="48532" x="8678863" y="5108575"/>
          <p14:tracePt t="48548" x="8723313" y="5102225"/>
          <p14:tracePt t="48565" x="8729663" y="5102225"/>
          <p14:tracePt t="48582" x="8751888" y="5102225"/>
          <p14:tracePt t="48599" x="8780463" y="5094288"/>
          <p14:tracePt t="48615" x="8796338" y="5094288"/>
          <p14:tracePt t="48632" x="8802688" y="5094288"/>
          <p14:tracePt t="48648" x="8810625" y="5094288"/>
          <p14:tracePt t="48665" x="8824913" y="5087938"/>
        </p14:tracePtLst>
      </p14:laserTraceLst>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T-Test</a:t>
            </a:r>
            <a:br>
              <a:rPr lang="en-GB" dirty="0" smtClean="0"/>
            </a:br>
            <a:r>
              <a:rPr lang="en-GB" dirty="0" smtClean="0"/>
              <a:t>Feature selection </a:t>
            </a:r>
            <a:endParaRPr lang="en-GB" dirty="0"/>
          </a:p>
        </p:txBody>
      </p:sp>
      <p:sp>
        <p:nvSpPr>
          <p:cNvPr id="4" name="Slide Number Placeholder 3"/>
          <p:cNvSpPr>
            <a:spLocks noGrp="1"/>
          </p:cNvSpPr>
          <p:nvPr>
            <p:ph type="sldNum" sz="quarter" idx="12"/>
          </p:nvPr>
        </p:nvSpPr>
        <p:spPr/>
        <p:txBody>
          <a:bodyPr/>
          <a:lstStyle/>
          <a:p>
            <a:fld id="{5AA13D58-D7BC-8747-9F0A-0DB9E6B3595A}" type="slidenum">
              <a:rPr lang="en-US" smtClean="0"/>
              <a:t>18</a:t>
            </a:fld>
            <a:endParaRPr lang="en-US"/>
          </a:p>
        </p:txBody>
      </p:sp>
      <p:graphicFrame>
        <p:nvGraphicFramePr>
          <p:cNvPr id="7" name="Diagram 6"/>
          <p:cNvGraphicFramePr/>
          <p:nvPr>
            <p:extLst>
              <p:ext uri="{D42A27DB-BD31-4B8C-83A1-F6EECF244321}">
                <p14:modId xmlns:p14="http://schemas.microsoft.com/office/powerpoint/2010/main" val="620928915"/>
              </p:ext>
            </p:extLst>
          </p:nvPr>
        </p:nvGraphicFramePr>
        <p:xfrm>
          <a:off x="5189615" y="240016"/>
          <a:ext cx="5842254" cy="524308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18" name="Group 17"/>
          <p:cNvGrpSpPr/>
          <p:nvPr/>
        </p:nvGrpSpPr>
        <p:grpSpPr>
          <a:xfrm>
            <a:off x="8503478" y="5635655"/>
            <a:ext cx="2747749" cy="759211"/>
            <a:chOff x="1156371" y="3458629"/>
            <a:chExt cx="2756855" cy="759211"/>
          </a:xfrm>
        </p:grpSpPr>
        <p:sp>
          <p:nvSpPr>
            <p:cNvPr id="19" name="Rounded Rectangle 18"/>
            <p:cNvSpPr/>
            <p:nvPr/>
          </p:nvSpPr>
          <p:spPr>
            <a:xfrm>
              <a:off x="1156371" y="3458629"/>
              <a:ext cx="2756855" cy="759211"/>
            </a:xfrm>
            <a:prstGeom prst="roundRect">
              <a:avLst>
                <a:gd name="adj" fmla="val 10000"/>
              </a:avLst>
            </a:prstGeom>
            <a:solidFill>
              <a:schemeClr val="accent5">
                <a:lumMod val="40000"/>
                <a:lumOff val="60000"/>
              </a:schemeClr>
            </a:solidFill>
          </p:spPr>
          <p:style>
            <a:lnRef idx="0">
              <a:schemeClr val="lt1">
                <a:hueOff val="0"/>
                <a:satOff val="0"/>
                <a:lumOff val="0"/>
                <a:alphaOff val="0"/>
              </a:schemeClr>
            </a:lnRef>
            <a:fillRef idx="3">
              <a:schemeClr val="accent4">
                <a:hueOff val="-7036575"/>
                <a:satOff val="42238"/>
                <a:lumOff val="-3725"/>
                <a:alphaOff val="0"/>
              </a:schemeClr>
            </a:fillRef>
            <a:effectRef idx="3">
              <a:schemeClr val="accent4">
                <a:hueOff val="-7036575"/>
                <a:satOff val="42238"/>
                <a:lumOff val="-3725"/>
                <a:alphaOff val="0"/>
              </a:schemeClr>
            </a:effectRef>
            <a:fontRef idx="minor">
              <a:schemeClr val="lt1"/>
            </a:fontRef>
          </p:style>
        </p:sp>
        <p:sp>
          <p:nvSpPr>
            <p:cNvPr id="20" name="Rounded Rectangle 4"/>
            <p:cNvSpPr txBox="1"/>
            <p:nvPr/>
          </p:nvSpPr>
          <p:spPr>
            <a:xfrm>
              <a:off x="1178609" y="3480866"/>
              <a:ext cx="2592754" cy="714737"/>
            </a:xfrm>
            <a:prstGeom prst="rect">
              <a:avLst/>
            </a:prstGeom>
            <a:solidFill>
              <a:schemeClr val="accent5">
                <a:lumMod val="40000"/>
                <a:lumOff val="60000"/>
              </a:schemeClr>
            </a:solidFill>
            <a:ln>
              <a:solidFill>
                <a:schemeClr val="accent3">
                  <a:lumMod val="20000"/>
                  <a:lumOff val="80000"/>
                </a:schemeClr>
              </a:solidFill>
            </a:ln>
          </p:spPr>
          <p:style>
            <a:lnRef idx="0">
              <a:scrgbClr r="0" g="0" b="0"/>
            </a:lnRef>
            <a:fillRef idx="0">
              <a:scrgbClr r="0" g="0" b="0"/>
            </a:fillRef>
            <a:effectRef idx="0">
              <a:scrgbClr r="0" g="0" b="0"/>
            </a:effectRef>
            <a:fontRef idx="minor">
              <a:schemeClr val="lt1"/>
            </a:fontRef>
          </p:style>
          <p:txBody>
            <a:bodyPr spcFirstLastPara="0" vert="horz" wrap="square" lIns="57150" tIns="57150" rIns="57150" bIns="57150" numCol="1" spcCol="1270" anchor="ctr" anchorCtr="0">
              <a:noAutofit/>
            </a:bodyPr>
            <a:lstStyle/>
            <a:p>
              <a:pPr lvl="0" algn="l" defTabSz="666750">
                <a:lnSpc>
                  <a:spcPct val="90000"/>
                </a:lnSpc>
                <a:spcBef>
                  <a:spcPct val="0"/>
                </a:spcBef>
                <a:spcAft>
                  <a:spcPct val="35000"/>
                </a:spcAft>
              </a:pPr>
              <a:r>
                <a:rPr lang="en-US" sz="2400" kern="1200" dirty="0">
                  <a:solidFill>
                    <a:schemeClr val="tx1"/>
                  </a:solidFill>
                  <a:hlinkClick r:id="" action="ppaction://customshow?id=7"/>
                </a:rPr>
                <a:t>Make a decision</a:t>
              </a:r>
              <a:endParaRPr lang="en-US" sz="2400" kern="1200" dirty="0">
                <a:solidFill>
                  <a:schemeClr val="tx1"/>
                </a:solidFill>
              </a:endParaRPr>
            </a:p>
          </p:txBody>
        </p:sp>
      </p:grpSp>
      <p:grpSp>
        <p:nvGrpSpPr>
          <p:cNvPr id="21" name="Group 20"/>
          <p:cNvGrpSpPr/>
          <p:nvPr/>
        </p:nvGrpSpPr>
        <p:grpSpPr>
          <a:xfrm>
            <a:off x="10330684" y="5264306"/>
            <a:ext cx="493487" cy="493487"/>
            <a:chOff x="3391144" y="3144400"/>
            <a:chExt cx="493487" cy="493487"/>
          </a:xfrm>
        </p:grpSpPr>
        <p:sp>
          <p:nvSpPr>
            <p:cNvPr id="22" name="Down Arrow 21"/>
            <p:cNvSpPr/>
            <p:nvPr/>
          </p:nvSpPr>
          <p:spPr>
            <a:xfrm>
              <a:off x="3391144" y="3144400"/>
              <a:ext cx="493487" cy="493487"/>
            </a:xfrm>
            <a:prstGeom prst="downArrow">
              <a:avLst>
                <a:gd name="adj1" fmla="val 55000"/>
                <a:gd name="adj2" fmla="val 45000"/>
              </a:avLst>
            </a:prstGeom>
          </p:spPr>
          <p:style>
            <a:lnRef idx="1">
              <a:schemeClr val="accent4">
                <a:tint val="40000"/>
                <a:alpha val="90000"/>
                <a:hueOff val="-7323457"/>
                <a:satOff val="33215"/>
                <a:lumOff val="33"/>
                <a:alphaOff val="0"/>
              </a:schemeClr>
            </a:lnRef>
            <a:fillRef idx="1">
              <a:schemeClr val="accent4">
                <a:tint val="40000"/>
                <a:alpha val="90000"/>
                <a:hueOff val="-7323457"/>
                <a:satOff val="33215"/>
                <a:lumOff val="33"/>
                <a:alphaOff val="0"/>
              </a:schemeClr>
            </a:fillRef>
            <a:effectRef idx="2">
              <a:schemeClr val="accent4">
                <a:tint val="40000"/>
                <a:alpha val="90000"/>
                <a:hueOff val="-7323457"/>
                <a:satOff val="33215"/>
                <a:lumOff val="33"/>
                <a:alphaOff val="0"/>
              </a:schemeClr>
            </a:effectRef>
            <a:fontRef idx="minor">
              <a:schemeClr val="dk1">
                <a:hueOff val="0"/>
                <a:satOff val="0"/>
                <a:lumOff val="0"/>
                <a:alphaOff val="0"/>
              </a:schemeClr>
            </a:fontRef>
          </p:style>
        </p:sp>
        <p:sp>
          <p:nvSpPr>
            <p:cNvPr id="23" name="Down Arrow 4"/>
            <p:cNvSpPr txBox="1"/>
            <p:nvPr/>
          </p:nvSpPr>
          <p:spPr>
            <a:xfrm>
              <a:off x="3502179" y="3144400"/>
              <a:ext cx="271417" cy="371349"/>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30480" tIns="30480" rIns="30480" bIns="30480" numCol="1" spcCol="1270" anchor="ctr" anchorCtr="0">
              <a:noAutofit/>
            </a:bodyPr>
            <a:lstStyle/>
            <a:p>
              <a:pPr lvl="0" algn="ctr" defTabSz="1066800">
                <a:lnSpc>
                  <a:spcPct val="90000"/>
                </a:lnSpc>
                <a:spcBef>
                  <a:spcPct val="0"/>
                </a:spcBef>
                <a:spcAft>
                  <a:spcPct val="35000"/>
                </a:spcAft>
              </a:pPr>
              <a:endParaRPr lang="en-US" sz="2400" kern="1200">
                <a:solidFill>
                  <a:schemeClr val="tx1"/>
                </a:solidFill>
              </a:endParaRPr>
            </a:p>
          </p:txBody>
        </p:sp>
      </p:grpSp>
      <p:sp>
        <p:nvSpPr>
          <p:cNvPr id="24" name="Right Arrow 23"/>
          <p:cNvSpPr/>
          <p:nvPr/>
        </p:nvSpPr>
        <p:spPr>
          <a:xfrm>
            <a:off x="4253753" y="3616035"/>
            <a:ext cx="1628887" cy="259308"/>
          </a:xfrm>
          <a:prstGeom prst="rightArrow">
            <a:avLst/>
          </a:prstGeom>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25" name="Rounded Rectangle 24"/>
              <p:cNvSpPr/>
              <p:nvPr/>
            </p:nvSpPr>
            <p:spPr>
              <a:xfrm>
                <a:off x="255643" y="2084832"/>
                <a:ext cx="3980857" cy="3815201"/>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r>
                  <a:rPr lang="en-GB" dirty="0">
                    <a:hlinkClick r:id="rId8" action="ppaction://hlinksldjump"/>
                  </a:rPr>
                  <a:t>Values needed to calculate :</a:t>
                </a:r>
                <a:endParaRPr lang="en-GB" dirty="0"/>
              </a:p>
              <a:p>
                <a:pPr marL="342900" indent="-342900">
                  <a:buFontTx/>
                  <a:buAutoNum type="arabicPeriod"/>
                </a:pPr>
                <a:r>
                  <a:rPr lang="en-GB" dirty="0"/>
                  <a:t>Calculate the distance between two distribution (</a:t>
                </a:r>
                <a14:m>
                  <m:oMath xmlns:m="http://schemas.openxmlformats.org/officeDocument/2006/math">
                    <m:r>
                      <a:rPr lang="en-US" i="1">
                        <a:latin typeface="Cambria Math" panose="02040503050406030204" pitchFamily="18" charset="0"/>
                      </a:rPr>
                      <m:t>𝐷</m:t>
                    </m:r>
                    <m:r>
                      <a:rPr lang="en-GB" b="0" i="0" smtClean="0">
                        <a:latin typeface="Cambria Math" panose="02040503050406030204" pitchFamily="18" charset="0"/>
                      </a:rPr>
                      <m:t>)</m:t>
                    </m:r>
                  </m:oMath>
                </a14:m>
                <a:endParaRPr lang="en-GB" dirty="0"/>
              </a:p>
              <a:p>
                <a:pPr marL="342900" indent="-342900">
                  <a:buAutoNum type="arabicPeriod"/>
                </a:pPr>
                <a:r>
                  <a:rPr lang="en-GB" dirty="0"/>
                  <a:t>Calculate the square of distance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𝐷</m:t>
                        </m:r>
                      </m:e>
                      <m:sup>
                        <m:r>
                          <a:rPr lang="en-US" i="1">
                            <a:latin typeface="Cambria Math" panose="02040503050406030204" pitchFamily="18" charset="0"/>
                          </a:rPr>
                          <m:t>2</m:t>
                        </m:r>
                      </m:sup>
                    </m:sSup>
                  </m:oMath>
                </a14:m>
                <a:r>
                  <a:rPr lang="en-GB" dirty="0"/>
                  <a:t>)  </a:t>
                </a:r>
              </a:p>
              <a:p>
                <a:pPr marL="342900" indent="-342900">
                  <a:buAutoNum type="arabicPeriod"/>
                </a:pPr>
                <a:r>
                  <a:rPr lang="en-GB" dirty="0"/>
                  <a:t>Sum  of the distance (</a:t>
                </a:r>
                <a14:m>
                  <m:oMath xmlns:m="http://schemas.openxmlformats.org/officeDocument/2006/math">
                    <m:nary>
                      <m:naryPr>
                        <m:chr m:val="∑"/>
                        <m:subHide m:val="on"/>
                        <m:supHide m:val="on"/>
                        <m:ctrlPr>
                          <a:rPr lang="en-US" i="1">
                            <a:latin typeface="Cambria Math" panose="02040503050406030204" pitchFamily="18" charset="0"/>
                          </a:rPr>
                        </m:ctrlPr>
                      </m:naryPr>
                      <m:sub/>
                      <m:sup/>
                      <m:e>
                        <m:r>
                          <a:rPr lang="en-US" i="1">
                            <a:latin typeface="Cambria Math" panose="02040503050406030204" pitchFamily="18" charset="0"/>
                          </a:rPr>
                          <m:t>𝐷</m:t>
                        </m:r>
                      </m:e>
                    </m:nary>
                  </m:oMath>
                </a14:m>
                <a:r>
                  <a:rPr lang="en-GB" dirty="0"/>
                  <a:t>)</a:t>
                </a:r>
              </a:p>
              <a:p>
                <a:pPr marL="342900" indent="-342900">
                  <a:buAutoNum type="arabicPeriod"/>
                </a:pPr>
                <a:r>
                  <a:rPr lang="en-GB" dirty="0"/>
                  <a:t>Sum of the square of distance (</a:t>
                </a:r>
                <a14:m>
                  <m:oMath xmlns:m="http://schemas.openxmlformats.org/officeDocument/2006/math">
                    <m:nary>
                      <m:naryPr>
                        <m:chr m:val="∑"/>
                        <m:subHide m:val="on"/>
                        <m:supHide m:val="on"/>
                        <m:ctrlPr>
                          <a:rPr lang="en-US" i="1">
                            <a:latin typeface="Cambria Math" panose="02040503050406030204" pitchFamily="18" charset="0"/>
                          </a:rPr>
                        </m:ctrlPr>
                      </m:naryPr>
                      <m:sub/>
                      <m:sup/>
                      <m:e>
                        <m:sSup>
                          <m:sSupPr>
                            <m:ctrlPr>
                              <a:rPr lang="en-US" i="1">
                                <a:latin typeface="Cambria Math" panose="02040503050406030204" pitchFamily="18" charset="0"/>
                              </a:rPr>
                            </m:ctrlPr>
                          </m:sSupPr>
                          <m:e>
                            <m:r>
                              <a:rPr lang="en-US" i="1">
                                <a:latin typeface="Cambria Math" panose="02040503050406030204" pitchFamily="18" charset="0"/>
                              </a:rPr>
                              <m:t>𝐷</m:t>
                            </m:r>
                          </m:e>
                          <m:sup>
                            <m:r>
                              <a:rPr lang="en-US" i="1">
                                <a:latin typeface="Cambria Math" panose="02040503050406030204" pitchFamily="18" charset="0"/>
                              </a:rPr>
                              <m:t>2</m:t>
                            </m:r>
                          </m:sup>
                        </m:sSup>
                      </m:e>
                    </m:nary>
                  </m:oMath>
                </a14:m>
                <a:r>
                  <a:rPr lang="en-GB" dirty="0"/>
                  <a:t>)</a:t>
                </a:r>
              </a:p>
              <a:p>
                <a:pPr marL="342900" indent="-342900">
                  <a:buAutoNum type="arabicPeriod"/>
                </a:pPr>
                <a:r>
                  <a:rPr lang="en-GB" dirty="0"/>
                  <a:t>Sample size of each group (N)</a:t>
                </a:r>
              </a:p>
            </p:txBody>
          </p:sp>
        </mc:Choice>
        <mc:Fallback xmlns="">
          <p:sp>
            <p:nvSpPr>
              <p:cNvPr id="25" name="Rounded Rectangle 24"/>
              <p:cNvSpPr>
                <a:spLocks noRot="1" noChangeAspect="1" noMove="1" noResize="1" noEditPoints="1" noAdjustHandles="1" noChangeArrowheads="1" noChangeShapeType="1" noTextEdit="1"/>
              </p:cNvSpPr>
              <p:nvPr/>
            </p:nvSpPr>
            <p:spPr>
              <a:xfrm>
                <a:off x="255643" y="2084832"/>
                <a:ext cx="3980857" cy="3815201"/>
              </a:xfrm>
              <a:prstGeom prst="roundRect">
                <a:avLst/>
              </a:prstGeom>
              <a:blipFill>
                <a:blip r:embed="rId11"/>
                <a:stretch>
                  <a:fillRect/>
                </a:stretch>
              </a:blipFill>
            </p:spPr>
            <p:txBody>
              <a:bodyPr/>
              <a:lstStyle/>
              <a:p>
                <a:r>
                  <a:rPr lang="en-GB">
                    <a:noFill/>
                  </a:rPr>
                  <a:t> </a:t>
                </a:r>
              </a:p>
            </p:txBody>
          </p:sp>
        </mc:Fallback>
      </mc:AlternateContent>
      <p:sp>
        <p:nvSpPr>
          <p:cNvPr id="3" name="TextBox 2"/>
          <p:cNvSpPr txBox="1"/>
          <p:nvPr/>
        </p:nvSpPr>
        <p:spPr>
          <a:xfrm>
            <a:off x="4059578" y="5847409"/>
            <a:ext cx="4373313" cy="369332"/>
          </a:xfrm>
          <a:prstGeom prst="rect">
            <a:avLst/>
          </a:prstGeom>
          <a:noFill/>
        </p:spPr>
        <p:txBody>
          <a:bodyPr wrap="none" rtlCol="0">
            <a:spAutoFit/>
          </a:bodyPr>
          <a:lstStyle/>
          <a:p>
            <a:r>
              <a:rPr lang="en-US" dirty="0" smtClean="0"/>
              <a:t>Does the feature has a significant difference?</a:t>
            </a:r>
            <a:endParaRPr lang="en-US" dirty="0"/>
          </a:p>
        </p:txBody>
      </p:sp>
    </p:spTree>
    <p:extLst>
      <p:ext uri="{BB962C8B-B14F-4D97-AF65-F5344CB8AC3E}">
        <p14:creationId xmlns:p14="http://schemas.microsoft.com/office/powerpoint/2010/main" val="2898844430"/>
      </p:ext>
    </p:extLst>
  </p:cSld>
  <p:clrMapOvr>
    <a:masterClrMapping/>
  </p:clrMapOvr>
  <p:transition spd="slow" advTm="85149">
    <p:push dir="u"/>
  </p:transition>
  <p:timing>
    <p:tnLst>
      <p:par>
        <p:cTn id="1" dur="indefinite" restart="never" nodeType="tmRoot"/>
      </p:par>
    </p:tnLst>
  </p:timing>
  <p:extLst mod="1">
    <p:ext uri="{3A86A75C-4F4B-4683-9AE1-C65F6400EC91}">
      <p14:laserTraceLst xmlns:p14="http://schemas.microsoft.com/office/powerpoint/2010/main">
        <p14:tracePtLst>
          <p14:tracePt t="806" x="8816975" y="5087938"/>
          <p14:tracePt t="866" x="8542338" y="4986338"/>
          <p14:tracePt t="883" x="8505825" y="4949825"/>
          <p14:tracePt t="900" x="8475663" y="4935538"/>
          <p14:tracePt t="916" x="8440738" y="4884738"/>
          <p14:tracePt t="933" x="8396288" y="4833938"/>
          <p14:tracePt t="950" x="8331200" y="4760913"/>
          <p14:tracePt t="967" x="8272463" y="4702175"/>
          <p14:tracePt t="983" x="8186738" y="4630738"/>
          <p14:tracePt t="1000" x="8128000" y="4586288"/>
          <p14:tracePt t="1017" x="8062913" y="4521200"/>
          <p14:tracePt t="1033" x="7989888" y="4462463"/>
          <p14:tracePt t="1050" x="7932738" y="4405313"/>
          <p14:tracePt t="1067" x="7859713" y="4354513"/>
          <p14:tracePt t="1083" x="7831138" y="4340225"/>
          <p14:tracePt t="1100" x="7808913" y="4332288"/>
          <p14:tracePt t="1116" x="7800975" y="4325938"/>
          <p14:tracePt t="1133" x="7794625" y="4318000"/>
          <p14:tracePt t="1150" x="7786688" y="4310063"/>
          <p14:tracePt t="1167" x="7780338" y="4295775"/>
          <p14:tracePt t="1183" x="7772400" y="4275138"/>
          <p14:tracePt t="1200" x="7750175" y="4259263"/>
          <p14:tracePt t="1217" x="7735888" y="4252913"/>
          <p14:tracePt t="1250" x="7729538" y="4252913"/>
          <p14:tracePt t="1272" x="7721600" y="4238625"/>
          <p14:tracePt t="1288" x="7707313" y="4238625"/>
          <p14:tracePt t="1300" x="7699375" y="4238625"/>
          <p14:tracePt t="1317" x="7670800" y="4224338"/>
          <p14:tracePt t="1333" x="7634288" y="4216400"/>
          <p14:tracePt t="1350" x="7627938" y="4216400"/>
          <p14:tracePt t="1367" x="7597775" y="4202113"/>
          <p14:tracePt t="1383" x="7577138" y="4202113"/>
          <p14:tracePt t="1400" x="7504113" y="4173538"/>
          <p14:tracePt t="1417" x="7439025" y="4157663"/>
          <p14:tracePt t="1433" x="7366000" y="4137025"/>
          <p14:tracePt t="1450" x="7292975" y="4106863"/>
          <p14:tracePt t="1467" x="7205663" y="4071938"/>
          <p14:tracePt t="1483" x="7148513" y="4064000"/>
          <p14:tracePt t="1500" x="7097713" y="4041775"/>
          <p14:tracePt t="1517" x="7089775" y="4041775"/>
          <p14:tracePt t="1533" x="7038975" y="4021138"/>
          <p14:tracePt t="1550" x="7018338" y="4021138"/>
          <p14:tracePt t="1567" x="6996113" y="4013200"/>
          <p14:tracePt t="1584" x="6967538" y="3990975"/>
          <p14:tracePt t="1600" x="6916738" y="3984625"/>
          <p14:tracePt t="1617" x="6858000" y="3970338"/>
          <p14:tracePt t="1633" x="6770688" y="3940175"/>
          <p14:tracePt t="1650" x="6691313" y="3919538"/>
          <p14:tracePt t="1667" x="6596063" y="3889375"/>
          <p14:tracePt t="1683" x="6530975" y="3868738"/>
          <p14:tracePt t="1700" x="6502400" y="3860800"/>
          <p14:tracePt t="1717" x="6480175" y="3860800"/>
          <p14:tracePt t="1733" x="6459538" y="3860800"/>
          <p14:tracePt t="1750" x="6437313" y="3860800"/>
          <p14:tracePt t="1767" x="6423025" y="3852863"/>
          <p14:tracePt t="1783" x="6415088" y="3852863"/>
          <p14:tracePt t="1800" x="6400800" y="3846513"/>
          <p14:tracePt t="1817" x="6386513" y="3838575"/>
          <p14:tracePt t="1833" x="6378575" y="3838575"/>
          <p14:tracePt t="1850" x="6357938" y="3832225"/>
          <p14:tracePt t="1867" x="6350000" y="3824288"/>
          <p14:tracePt t="1914" x="6342063" y="3824288"/>
          <p14:tracePt t="4861" x="6313488" y="3824288"/>
          <p14:tracePt t="4872" x="6161088" y="3759200"/>
          <p14:tracePt t="4885" x="6132513" y="3736975"/>
          <p14:tracePt t="4901" x="6103938" y="3716338"/>
          <p14:tracePt t="4920" x="6088063" y="3592513"/>
          <p14:tracePt t="4935" x="6088063" y="3513138"/>
          <p14:tracePt t="4952" x="6030913" y="3294063"/>
          <p14:tracePt t="4968" x="6002338" y="3186113"/>
          <p14:tracePt t="4985" x="5972175" y="3090863"/>
          <p14:tracePt t="5001" x="5957888" y="3019425"/>
          <p14:tracePt t="5018" x="5943600" y="2909888"/>
          <p14:tracePt t="5034" x="5921375" y="2771775"/>
          <p14:tracePt t="5051" x="5878513" y="2627313"/>
          <p14:tracePt t="5068" x="5827713" y="2517775"/>
          <p14:tracePt t="5085" x="5762625" y="2416175"/>
          <p14:tracePt t="5101" x="5732463" y="2344738"/>
          <p14:tracePt t="5118" x="5675313" y="2243138"/>
          <p14:tracePt t="5122" x="5638800" y="2184400"/>
          <p14:tracePt t="5134" x="5602288" y="2119313"/>
          <p14:tracePt t="5152" x="5421313" y="1958975"/>
          <p14:tracePt t="5168" x="5311775" y="1879600"/>
          <p14:tracePt t="5185" x="5268913" y="1857375"/>
          <p14:tracePt t="5201" x="5218113" y="1836738"/>
          <p14:tracePt t="5218" x="5167313" y="1814513"/>
          <p14:tracePt t="5234" x="5108575" y="1755775"/>
          <p14:tracePt t="5251" x="5037138" y="1676400"/>
          <p14:tracePt t="5268" x="4935538" y="1597025"/>
          <p14:tracePt t="5285" x="4833938" y="1524000"/>
          <p14:tracePt t="5301" x="4710113" y="1487488"/>
          <p14:tracePt t="5318" x="4651375" y="1487488"/>
          <p14:tracePt t="5335" x="4600575" y="1487488"/>
          <p14:tracePt t="5352" x="4506913" y="1524000"/>
          <p14:tracePt t="5368" x="4484688" y="1538288"/>
          <p14:tracePt t="5385" x="4448175" y="1552575"/>
          <p14:tracePt t="5401" x="4411663" y="1560513"/>
          <p14:tracePt t="5418" x="4368800" y="1560513"/>
          <p14:tracePt t="5435" x="4310063" y="1582738"/>
          <p14:tracePt t="5451" x="4238625" y="1603375"/>
          <p14:tracePt t="5468" x="4165600" y="1639888"/>
          <p14:tracePt t="5485" x="4071938" y="1668463"/>
          <p14:tracePt t="5501" x="3984625" y="1704975"/>
          <p14:tracePt t="5518" x="3911600" y="1727200"/>
          <p14:tracePt t="5535" x="3817938" y="1755775"/>
          <p14:tracePt t="5552" x="3722688" y="1792288"/>
          <p14:tracePt t="5568" x="3671888" y="1820863"/>
          <p14:tracePt t="5585" x="3643313" y="1836738"/>
          <p14:tracePt t="5602" x="3614738" y="1851025"/>
          <p14:tracePt t="5618" x="3584575" y="1857375"/>
          <p14:tracePt t="5635" x="3556000" y="1857375"/>
          <p14:tracePt t="5651" x="3513138" y="1857375"/>
          <p14:tracePt t="5668" x="3482975" y="1857375"/>
          <p14:tracePt t="5685" x="3454400" y="1857375"/>
          <p14:tracePt t="5701" x="3446463" y="1857375"/>
          <p14:tracePt t="5718" x="3432175" y="1857375"/>
          <p14:tracePt t="5930" x="3446463" y="1857375"/>
          <p14:tracePt t="5937" x="3454400" y="1857375"/>
          <p14:tracePt t="5946" x="3468688" y="1857375"/>
          <p14:tracePt t="5954" x="3476625" y="1857375"/>
          <p14:tracePt t="5968" x="3497263" y="1865313"/>
          <p14:tracePt t="5985" x="3519488" y="1871663"/>
          <p14:tracePt t="6001" x="3548063" y="1871663"/>
          <p14:tracePt t="6018" x="3563938" y="1879600"/>
          <p14:tracePt t="6035" x="3578225" y="1879600"/>
          <p14:tracePt t="6051" x="3598863" y="1879600"/>
          <p14:tracePt t="6068" x="3614738" y="1879600"/>
          <p14:tracePt t="6085" x="3629025" y="1879600"/>
          <p14:tracePt t="6102" x="3657600" y="1879600"/>
          <p14:tracePt t="6118" x="3671888" y="1879600"/>
          <p14:tracePt t="6121" x="3679825" y="1879600"/>
          <p14:tracePt t="6135" x="3686175" y="1879600"/>
          <p14:tracePt t="6154" x="3694113" y="1879600"/>
          <p14:tracePt t="6177" x="3700463" y="1879600"/>
          <p14:tracePt t="6274" x="3708400" y="1879600"/>
          <p14:tracePt t="6282" x="3716338" y="1879600"/>
          <p14:tracePt t="6298" x="3730625" y="1879600"/>
          <p14:tracePt t="6306" x="3736975" y="1879600"/>
          <p14:tracePt t="6322" x="3744913" y="1879600"/>
          <p14:tracePt t="6335" x="3751263" y="1871663"/>
          <p14:tracePt t="6362" x="3759200" y="1871663"/>
          <p14:tracePt t="6378" x="3773488" y="1871663"/>
          <p14:tracePt t="6427" x="3781425" y="1871663"/>
          <p14:tracePt t="6513" x="3787775" y="1871663"/>
          <p14:tracePt t="6529" x="3795713" y="1871663"/>
          <p14:tracePt t="6609" x="3802063" y="1871663"/>
          <p14:tracePt t="6617" x="3810000" y="1871663"/>
          <p14:tracePt t="6641" x="3817938" y="1871663"/>
          <p14:tracePt t="6713" x="3832225" y="1871663"/>
          <p14:tracePt t="6721" x="3838575" y="1871663"/>
          <p14:tracePt t="6737" x="3852863" y="1871663"/>
          <p14:tracePt t="6745" x="3860800" y="1871663"/>
          <p14:tracePt t="6761" x="3875088" y="1871663"/>
          <p14:tracePt t="6769" x="3883025" y="1871663"/>
          <p14:tracePt t="6785" x="3897313" y="1871663"/>
          <p14:tracePt t="6802" x="3911600" y="1871663"/>
          <p14:tracePt t="6818" x="3925888" y="1871663"/>
          <p14:tracePt t="6835" x="3933825" y="1871663"/>
          <p14:tracePt t="6897" x="3940175" y="1871663"/>
          <p14:tracePt t="6995" x="3948113" y="1871663"/>
          <p14:tracePt t="7018" x="3962400" y="1871663"/>
          <p14:tracePt t="7050" x="3970338" y="1871663"/>
          <p14:tracePt t="7082" x="3976688" y="1871663"/>
          <p14:tracePt t="7114" x="3984625" y="1871663"/>
          <p14:tracePt t="7122" x="3990975" y="1871663"/>
          <p14:tracePt t="7138" x="4005263" y="1871663"/>
          <p14:tracePt t="7155" x="4013200" y="1871663"/>
          <p14:tracePt t="7169" x="4064000" y="1879600"/>
          <p14:tracePt t="7186" x="4122738" y="1887538"/>
          <p14:tracePt t="7202" x="4187825" y="1908175"/>
          <p14:tracePt t="7219" x="4275138" y="1938338"/>
          <p14:tracePt t="7235" x="4376738" y="1958975"/>
          <p14:tracePt t="7252" x="4478338" y="2009775"/>
          <p14:tracePt t="7269" x="4586288" y="2054225"/>
          <p14:tracePt t="7286" x="4659313" y="2105025"/>
          <p14:tracePt t="7302" x="4752975" y="2192338"/>
          <p14:tracePt t="7319" x="4854575" y="2336800"/>
          <p14:tracePt t="7336" x="5029200" y="2692400"/>
          <p14:tracePt t="7352" x="5159375" y="2924175"/>
          <p14:tracePt t="7369" x="5268913" y="3090863"/>
          <p14:tracePt t="7385" x="5356225" y="3214688"/>
          <p14:tracePt t="7402" x="5435600" y="3338513"/>
          <p14:tracePt t="7419" x="5494338" y="3519488"/>
          <p14:tracePt t="7435" x="5580063" y="3795713"/>
          <p14:tracePt t="7452" x="5740400" y="4143375"/>
          <p14:tracePt t="7469" x="5892800" y="4462463"/>
          <p14:tracePt t="7485" x="6002338" y="4645025"/>
          <p14:tracePt t="7502" x="6103938" y="4760913"/>
          <p14:tracePt t="7519" x="6175375" y="4840288"/>
          <p14:tracePt t="7537" x="6335713" y="4978400"/>
          <p14:tracePt t="7552" x="6494463" y="5116513"/>
          <p14:tracePt t="7569" x="6589713" y="5218113"/>
          <p14:tracePt t="7586" x="6654800" y="5291138"/>
          <p14:tracePt t="7602" x="6697663" y="5319713"/>
          <p14:tracePt t="7619" x="6727825" y="5341938"/>
          <p14:tracePt t="7635" x="6778625" y="5376863"/>
          <p14:tracePt t="7652" x="6835775" y="5413375"/>
          <p14:tracePt t="7669" x="6908800" y="5457825"/>
          <p14:tracePt t="7685" x="6981825" y="5486400"/>
          <p14:tracePt t="7702" x="7024688" y="5514975"/>
          <p14:tracePt t="7719" x="7061200" y="5522913"/>
          <p14:tracePt t="7736" x="7083425" y="5537200"/>
          <p14:tracePt t="7752" x="7112000" y="5551488"/>
          <p14:tracePt t="7769" x="7126288" y="5551488"/>
          <p14:tracePt t="7786" x="7134225" y="5559425"/>
          <p14:tracePt t="7819" x="7148513" y="5559425"/>
          <p14:tracePt t="7850" x="7154863" y="5559425"/>
          <p14:tracePt t="7874" x="7170738" y="5559425"/>
          <p14:tracePt t="7898" x="7177088" y="5559425"/>
          <p14:tracePt t="7906" x="7191375" y="5559425"/>
          <p14:tracePt t="7919" x="7213600" y="5559425"/>
          <p14:tracePt t="7935" x="7256463" y="5559425"/>
          <p14:tracePt t="7952" x="7380288" y="5559425"/>
          <p14:tracePt t="7969" x="7481888" y="5559425"/>
          <p14:tracePt t="7985" x="7546975" y="5559425"/>
          <p14:tracePt t="8002" x="7612063" y="5559425"/>
          <p14:tracePt t="8019" x="7662863" y="5559425"/>
          <p14:tracePt t="8036" x="7729538" y="5573713"/>
          <p14:tracePt t="8052" x="7800975" y="5595938"/>
          <p14:tracePt t="8069" x="7866063" y="5610225"/>
          <p14:tracePt t="8085" x="7939088" y="5630863"/>
          <p14:tracePt t="8102" x="8004175" y="5661025"/>
          <p14:tracePt t="8119" x="8062913" y="5667375"/>
          <p14:tracePt t="8121" x="8091488" y="5675313"/>
          <p14:tracePt t="8135" x="8135938" y="5697538"/>
          <p14:tracePt t="8152" x="8258175" y="5732463"/>
          <p14:tracePt t="8169" x="8353425" y="5754688"/>
          <p14:tracePt t="8185" x="8432800" y="5776913"/>
          <p14:tracePt t="8202" x="8505825" y="5791200"/>
          <p14:tracePt t="8219" x="8570913" y="5805488"/>
          <p14:tracePt t="8236" x="8643938" y="5834063"/>
          <p14:tracePt t="8252" x="8766175" y="5870575"/>
          <p14:tracePt t="8269" x="8867775" y="5915025"/>
          <p14:tracePt t="8285" x="8969375" y="5951538"/>
          <p14:tracePt t="8302" x="9034463" y="5972175"/>
          <p14:tracePt t="8320" x="9056688" y="5980113"/>
          <p14:tracePt t="8352" x="9064625" y="5986463"/>
          <p14:tracePt t="8369" x="9078913" y="6002338"/>
          <p14:tracePt t="8385" x="9093200" y="6016625"/>
          <p14:tracePt t="8402" x="9101138" y="6022975"/>
          <p14:tracePt t="8419" x="9107488" y="6053138"/>
          <p14:tracePt t="8435" x="9107488" y="6067425"/>
          <p14:tracePt t="8452" x="9107488" y="6088063"/>
          <p14:tracePt t="8469" x="9107488" y="6110288"/>
          <p14:tracePt t="8486" x="9107488" y="6138863"/>
          <p14:tracePt t="8502" x="9107488" y="6154738"/>
          <p14:tracePt t="8519" x="9107488" y="6169025"/>
          <p14:tracePt t="8537" x="9101138" y="6189663"/>
          <p14:tracePt t="8553" x="9078913" y="6219825"/>
          <p14:tracePt t="8571" x="9064625" y="6240463"/>
          <p14:tracePt t="8587" x="9034463" y="6270625"/>
          <p14:tracePt t="8603" x="9013825" y="6299200"/>
          <p14:tracePt t="8620" x="8991600" y="6313488"/>
          <p14:tracePt t="8625" x="8977313" y="6321425"/>
          <p14:tracePt t="8636" x="8969375" y="6327775"/>
          <p14:tracePt t="8652" x="8955088" y="6342063"/>
          <p14:tracePt t="8669" x="8926513" y="6350000"/>
          <p14:tracePt t="8686" x="8904288" y="6357938"/>
          <p14:tracePt t="8703" x="8875713" y="6372225"/>
          <p14:tracePt t="8719" x="8847138" y="6378575"/>
          <p14:tracePt t="8736" x="8802688" y="6386513"/>
          <p14:tracePt t="8752" x="8774113" y="6392863"/>
          <p14:tracePt t="8769" x="8751888" y="6400800"/>
          <p14:tracePt t="8786" x="8723313" y="6400800"/>
          <p14:tracePt t="8802" x="8701088" y="6400800"/>
          <p14:tracePt t="8819" x="8672513" y="6400800"/>
          <p14:tracePt t="8836" x="8650288" y="6400800"/>
          <p14:tracePt t="8852" x="8621713" y="6400800"/>
          <p14:tracePt t="8869" x="8585200" y="6400800"/>
          <p14:tracePt t="8886" x="8562975" y="6400800"/>
          <p14:tracePt t="8902" x="8542338" y="6400800"/>
          <p14:tracePt t="8919" x="8512175" y="6400800"/>
          <p14:tracePt t="8936" x="8475663" y="6400800"/>
          <p14:tracePt t="8952" x="8447088" y="6400800"/>
          <p14:tracePt t="8969" x="8424863" y="6400800"/>
          <p14:tracePt t="8986" x="8410575" y="6392863"/>
          <p14:tracePt t="9002" x="8389938" y="6392863"/>
          <p14:tracePt t="9019" x="8367713" y="6378575"/>
          <p14:tracePt t="9036" x="8339138" y="6364288"/>
          <p14:tracePt t="9052" x="8316913" y="6357938"/>
          <p14:tracePt t="9069" x="8308975" y="6342063"/>
          <p14:tracePt t="9086" x="8302625" y="6335713"/>
          <p14:tracePt t="9102" x="8288338" y="6321425"/>
          <p14:tracePt t="9119" x="8266113" y="6291263"/>
          <p14:tracePt t="9123" x="8251825" y="6276975"/>
          <p14:tracePt t="9136" x="8221663" y="6240463"/>
          <p14:tracePt t="9153" x="8201025" y="6219825"/>
          <p14:tracePt t="9169" x="8186738" y="6205538"/>
          <p14:tracePt t="9186" x="8170863" y="6197600"/>
          <p14:tracePt t="9219" x="8156575" y="6189663"/>
          <p14:tracePt t="9236" x="8156575" y="6183313"/>
          <p14:tracePt t="9253" x="8150225" y="6175375"/>
          <p14:tracePt t="9269" x="8142288" y="6169025"/>
          <p14:tracePt t="9286" x="8135938" y="6154738"/>
          <p14:tracePt t="9302" x="8135938" y="6146800"/>
          <p14:tracePt t="9319" x="8135938" y="6138863"/>
          <p14:tracePt t="9346" x="8135938" y="6132513"/>
          <p14:tracePt t="9362" x="8135938" y="6124575"/>
          <p14:tracePt t="9370" x="8135938" y="6118225"/>
          <p14:tracePt t="9386" x="8135938" y="6103938"/>
          <p14:tracePt t="9419" x="8135938" y="6096000"/>
          <p14:tracePt t="9436" x="8142288" y="6081713"/>
          <p14:tracePt t="9453" x="8142288" y="6073775"/>
          <p14:tracePt t="9486" x="8150225" y="6059488"/>
          <p14:tracePt t="9503" x="8156575" y="6053138"/>
          <p14:tracePt t="9519" x="8164513" y="6045200"/>
          <p14:tracePt t="9536" x="8170863" y="6037263"/>
          <p14:tracePt t="9553" x="8178800" y="6030913"/>
          <p14:tracePt t="9569" x="8193088" y="6016625"/>
          <p14:tracePt t="9586" x="8207375" y="6002338"/>
          <p14:tracePt t="9603" x="8215313" y="5994400"/>
          <p14:tracePt t="9619" x="8229600" y="5980113"/>
          <p14:tracePt t="9636" x="8237538" y="5972175"/>
          <p14:tracePt t="9657" x="8251825" y="5957888"/>
          <p14:tracePt t="9681" x="8258175" y="5957888"/>
          <p14:tracePt t="9689" x="8266113" y="5951538"/>
          <p14:tracePt t="9702" x="8272463" y="5943600"/>
          <p14:tracePt t="9720" x="8294688" y="5929313"/>
          <p14:tracePt t="9736" x="8316913" y="5915025"/>
          <p14:tracePt t="9753" x="8353425" y="5892800"/>
          <p14:tracePt t="9769" x="8382000" y="5864225"/>
          <p14:tracePt t="9786" x="8424863" y="5842000"/>
          <p14:tracePt t="9803" x="8461375" y="5834063"/>
          <p14:tracePt t="9819" x="8512175" y="5813425"/>
          <p14:tracePt t="9836" x="8548688" y="5805488"/>
          <p14:tracePt t="9853" x="8599488" y="5805488"/>
          <p14:tracePt t="9870" x="8650288" y="5783263"/>
          <p14:tracePt t="9886" x="8715375" y="5783263"/>
          <p14:tracePt t="9903" x="8780463" y="5783263"/>
          <p14:tracePt t="9920" x="8861425" y="5783263"/>
          <p14:tracePt t="9936" x="9013825" y="5783263"/>
          <p14:tracePt t="9953" x="9107488" y="5783263"/>
          <p14:tracePt t="9970" x="9209088" y="5799138"/>
          <p14:tracePt t="9986" x="9267825" y="5813425"/>
          <p14:tracePt t="10003" x="9339263" y="5819775"/>
          <p14:tracePt t="10020" x="9375775" y="5827713"/>
          <p14:tracePt t="10037" x="9420225" y="5849938"/>
          <p14:tracePt t="10053" x="9440863" y="5856288"/>
          <p14:tracePt t="10070" x="9477375" y="5884863"/>
          <p14:tracePt t="10086" x="9513888" y="5921375"/>
          <p14:tracePt t="10103" x="9536113" y="5951538"/>
          <p14:tracePt t="10120" x="9578975" y="6002338"/>
          <p14:tracePt t="10136" x="9593263" y="6030913"/>
          <p14:tracePt t="10153" x="9615488" y="6067425"/>
          <p14:tracePt t="10169" x="9623425" y="6081713"/>
          <p14:tracePt t="10186" x="9623425" y="6088063"/>
          <p14:tracePt t="10203" x="9623425" y="6118225"/>
          <p14:tracePt t="10219" x="9623425" y="6138863"/>
          <p14:tracePt t="10236" x="9623425" y="6161088"/>
          <p14:tracePt t="10253" x="9623425" y="6183313"/>
          <p14:tracePt t="10270" x="9623425" y="6197600"/>
          <p14:tracePt t="10286" x="9615488" y="6211888"/>
          <p14:tracePt t="10303" x="9593263" y="6234113"/>
          <p14:tracePt t="10320" x="9572625" y="6240463"/>
          <p14:tracePt t="10336" x="9528175" y="6270625"/>
          <p14:tracePt t="10353" x="9499600" y="6284913"/>
          <p14:tracePt t="10369" x="9456738" y="6291263"/>
          <p14:tracePt t="10386" x="9434513" y="6307138"/>
          <p14:tracePt t="10403" x="9369425" y="6307138"/>
          <p14:tracePt t="10420" x="9310688" y="6313488"/>
          <p14:tracePt t="10436" x="9259888" y="6313488"/>
          <p14:tracePt t="10453" x="9217025" y="6313488"/>
          <p14:tracePt t="10470" x="9172575" y="6313488"/>
          <p14:tracePt t="10486" x="9144000" y="6313488"/>
          <p14:tracePt t="10503" x="9129713" y="6313488"/>
          <p14:tracePt t="10520" x="9115425" y="6313488"/>
          <p14:tracePt t="10536" x="9093200" y="6313488"/>
          <p14:tracePt t="10553" x="9085263" y="6307138"/>
          <p14:tracePt t="10586" x="9078913" y="6299200"/>
          <p14:tracePt t="10603" x="9070975" y="6299200"/>
          <p14:tracePt t="10620" x="9056688" y="6291263"/>
          <p14:tracePt t="10636" x="9050338" y="6284913"/>
          <p14:tracePt t="10658" x="9042400" y="6276975"/>
          <p14:tracePt t="10674" x="9034463" y="6276975"/>
          <p14:tracePt t="10690" x="9028113" y="6276975"/>
          <p14:tracePt t="10739" x="9020175" y="6270625"/>
          <p14:tracePt t="10762" x="9013825" y="6270625"/>
          <p14:tracePt t="10786" x="9005888" y="6270625"/>
          <p14:tracePt t="10793" x="8991600" y="6262688"/>
          <p14:tracePt t="10810" x="8969375" y="6256338"/>
          <p14:tracePt t="10826" x="8955088" y="6256338"/>
          <p14:tracePt t="10836" x="8948738" y="6248400"/>
          <p14:tracePt t="10853" x="8932863" y="6248400"/>
          <p14:tracePt t="10870" x="8912225" y="6240463"/>
          <p14:tracePt t="10886" x="8890000" y="6219825"/>
          <p14:tracePt t="10903" x="8882063" y="6211888"/>
          <p14:tracePt t="10920" x="8861425" y="6189663"/>
          <p14:tracePt t="10936" x="8861425" y="6183313"/>
          <p14:tracePt t="10953" x="8861425" y="6175375"/>
          <p14:tracePt t="10970" x="8847138" y="6138863"/>
          <p14:tracePt t="10986" x="8847138" y="6110288"/>
          <p14:tracePt t="11003" x="8847138" y="6081713"/>
          <p14:tracePt t="11020" x="8847138" y="6059488"/>
          <p14:tracePt t="11037" x="8847138" y="6030913"/>
          <p14:tracePt t="11053" x="8861425" y="6008688"/>
          <p14:tracePt t="11070" x="8890000" y="5986463"/>
          <p14:tracePt t="11087" x="8912225" y="5965825"/>
          <p14:tracePt t="11103" x="8926513" y="5935663"/>
          <p14:tracePt t="11120" x="8969375" y="5915025"/>
          <p14:tracePt t="11136" x="9005888" y="5884863"/>
          <p14:tracePt t="11153" x="9034463" y="5864225"/>
          <p14:tracePt t="11170" x="9078913" y="5849938"/>
          <p14:tracePt t="11187" x="9107488" y="5834063"/>
          <p14:tracePt t="11203" x="9144000" y="5819775"/>
          <p14:tracePt t="11220" x="9172575" y="5813425"/>
          <p14:tracePt t="11236" x="9202738" y="5813425"/>
          <p14:tracePt t="11253" x="9237663" y="5791200"/>
          <p14:tracePt t="11270" x="9274175" y="5791200"/>
          <p14:tracePt t="11288" x="9332913" y="5776913"/>
          <p14:tracePt t="11303" x="9355138" y="5762625"/>
          <p14:tracePt t="11320" x="9412288" y="5754688"/>
          <p14:tracePt t="11336" x="9434513" y="5754688"/>
          <p14:tracePt t="11353" x="9456738" y="5754688"/>
          <p14:tracePt t="11370" x="9471025" y="5754688"/>
          <p14:tracePt t="11386" x="9485313" y="5754688"/>
          <p14:tracePt t="11403" x="9499600" y="5754688"/>
          <p14:tracePt t="11420" x="9513888" y="5754688"/>
          <p14:tracePt t="11436" x="9521825" y="5754688"/>
          <p14:tracePt t="11453" x="9528175" y="5754688"/>
          <p14:tracePt t="11487" x="9536113" y="5754688"/>
          <p14:tracePt t="11503" x="9542463" y="5754688"/>
          <p14:tracePt t="11753" x="9550400" y="5754688"/>
          <p14:tracePt t="11769" x="9558338" y="5754688"/>
          <p14:tracePt t="11776" x="9564688" y="5754688"/>
          <p14:tracePt t="11801" x="9572625" y="5754688"/>
          <p14:tracePt t="11826" x="9578975" y="5754688"/>
          <p14:tracePt t="11832" x="9586913" y="5754688"/>
          <p14:tracePt t="11849" x="9593263" y="5748338"/>
          <p14:tracePt t="11865" x="9601200" y="5748338"/>
          <p14:tracePt t="11872" x="9609138" y="5748338"/>
          <p14:tracePt t="11889" x="9615488" y="5748338"/>
          <p14:tracePt t="11903" x="9623425" y="5748338"/>
          <p14:tracePt t="11920" x="9629775" y="5740400"/>
          <p14:tracePt t="11953" x="9637713" y="5740400"/>
          <p14:tracePt t="11970" x="9652000" y="5740400"/>
          <p14:tracePt t="12003" x="9659938" y="5732463"/>
          <p14:tracePt t="12020" x="9666288" y="5732463"/>
          <p14:tracePt t="12037" x="9674225" y="5732463"/>
          <p14:tracePt t="12066" x="9680575" y="5726113"/>
          <p14:tracePt t="12089" x="9688513" y="5726113"/>
          <p14:tracePt t="12113" x="9694863" y="5726113"/>
          <p14:tracePt t="12169" x="9702800" y="5726113"/>
          <p14:tracePt t="12210" x="9710738" y="5726113"/>
          <p14:tracePt t="12274" x="9717088" y="5726113"/>
          <p14:tracePt t="12321" x="9725025" y="5718175"/>
          <p14:tracePt t="12369" x="9731375" y="5718175"/>
          <p14:tracePt t="12401" x="9739313" y="5718175"/>
          <p14:tracePt t="12466" x="9745663" y="5718175"/>
          <p14:tracePt t="12513" x="9753600" y="5718175"/>
          <p14:tracePt t="13986" x="9739313" y="5726113"/>
          <p14:tracePt t="14001" x="9731375" y="5732463"/>
          <p14:tracePt t="14017" x="9725025" y="5740400"/>
          <p14:tracePt t="14025" x="9717088" y="5748338"/>
          <p14:tracePt t="14057" x="9702800" y="5762625"/>
          <p14:tracePt t="14106" x="9694863" y="5762625"/>
          <p14:tracePt t="14233" x="9694863" y="5768975"/>
          <p14:tracePt t="14241" x="9680575" y="5768975"/>
          <p14:tracePt t="14257" x="9666288" y="5783263"/>
          <p14:tracePt t="14271" x="9652000" y="5783263"/>
          <p14:tracePt t="14287" x="9609138" y="5813425"/>
          <p14:tracePt t="14304" x="9485313" y="5842000"/>
          <p14:tracePt t="14321" x="9355138" y="5864225"/>
          <p14:tracePt t="14338" x="9194800" y="5864225"/>
          <p14:tracePt t="14354" x="9020175" y="5864225"/>
          <p14:tracePt t="14371" x="8847138" y="5864225"/>
          <p14:tracePt t="14387" x="8562975" y="5799138"/>
          <p14:tracePt t="14404" x="8186738" y="5681663"/>
          <p14:tracePt t="14421" x="7713663" y="5545138"/>
          <p14:tracePt t="14438" x="7242175" y="5341938"/>
          <p14:tracePt t="14454" x="6988175" y="5232400"/>
          <p14:tracePt t="14471" x="6829425" y="5138738"/>
          <p14:tracePt t="14488" x="6727825" y="5043488"/>
          <p14:tracePt t="14504" x="6691313" y="4913313"/>
          <p14:tracePt t="14521" x="6632575" y="4732338"/>
          <p14:tracePt t="14538" x="6561138" y="4492625"/>
          <p14:tracePt t="14554" x="6480175" y="4281488"/>
          <p14:tracePt t="14571" x="6408738" y="4100513"/>
          <p14:tracePt t="14588" x="6342063" y="3751263"/>
          <p14:tracePt t="14604" x="6256338" y="3454400"/>
          <p14:tracePt t="14621" x="6146800" y="3214688"/>
          <p14:tracePt t="14624" x="6110288" y="3135313"/>
          <p14:tracePt t="14637" x="6059488" y="3040063"/>
          <p14:tracePt t="14654" x="5935663" y="2801938"/>
          <p14:tracePt t="14671" x="5842000" y="2568575"/>
          <p14:tracePt t="14687" x="5805488" y="2452688"/>
          <p14:tracePt t="14704" x="5776913" y="2395538"/>
          <p14:tracePt t="14721" x="5762625" y="2344738"/>
          <p14:tracePt t="14738" x="5740400" y="2227263"/>
          <p14:tracePt t="14754" x="5732463" y="2074863"/>
          <p14:tracePt t="14771" x="5711825" y="1887538"/>
          <p14:tracePt t="14788" x="5689600" y="1741488"/>
          <p14:tracePt t="14804" x="5661025" y="1633538"/>
          <p14:tracePt t="14821" x="5638800" y="1566863"/>
          <p14:tracePt t="14837" x="5624513" y="1524000"/>
          <p14:tracePt t="14854" x="5602288" y="1495425"/>
          <p14:tracePt t="14871" x="5580063" y="1444625"/>
          <p14:tracePt t="14887" x="5500688" y="1328738"/>
          <p14:tracePt t="14904" x="5464175" y="1255713"/>
          <p14:tracePt t="14921" x="5427663" y="1204913"/>
          <p14:tracePt t="14937" x="5413375" y="1176338"/>
          <p14:tracePt t="14954" x="5384800" y="1131888"/>
          <p14:tracePt t="14971" x="5348288" y="1081088"/>
          <p14:tracePt t="14988" x="5305425" y="1016000"/>
          <p14:tracePt t="15004" x="5260975" y="973138"/>
          <p14:tracePt t="15021" x="5246688" y="957263"/>
          <p14:tracePt t="15038" x="5232400" y="950913"/>
          <p14:tracePt t="15071" x="5218113" y="942975"/>
          <p14:tracePt t="15087" x="5181600" y="942975"/>
          <p14:tracePt t="15104" x="5159375" y="942975"/>
          <p14:tracePt t="15121" x="5138738" y="942975"/>
          <p14:tracePt t="15138" x="5116513" y="936625"/>
          <p14:tracePt t="15154" x="5108575" y="936625"/>
          <p14:tracePt t="15171" x="5080000" y="928688"/>
          <p14:tracePt t="15188" x="5051425" y="922338"/>
          <p14:tracePt t="15204" x="5037138" y="914400"/>
          <p14:tracePt t="15221" x="5021263" y="914400"/>
          <p14:tracePt t="15238" x="5006975" y="906463"/>
          <p14:tracePt t="15254" x="4986338" y="900113"/>
          <p14:tracePt t="15271" x="4978400" y="885825"/>
          <p14:tracePt t="15288" x="4970463" y="849313"/>
          <p14:tracePt t="15304" x="4956175" y="804863"/>
          <p14:tracePt t="15321" x="4941888" y="747713"/>
          <p14:tracePt t="15338" x="4941888" y="696913"/>
          <p14:tracePt t="15354" x="4941888" y="646113"/>
          <p14:tracePt t="15371" x="5006975" y="566738"/>
          <p14:tracePt t="15388" x="5057775" y="515938"/>
          <p14:tracePt t="15404" x="5108575" y="457200"/>
          <p14:tracePt t="15421" x="5130800" y="420688"/>
          <p14:tracePt t="15438" x="5167313" y="392113"/>
          <p14:tracePt t="15454" x="5189538" y="369888"/>
          <p14:tracePt t="15471" x="5232400" y="341313"/>
          <p14:tracePt t="15488" x="5370513" y="282575"/>
          <p14:tracePt t="15504" x="5508625" y="246063"/>
          <p14:tracePt t="15521" x="5630863" y="239713"/>
          <p14:tracePt t="15538" x="5748338" y="239713"/>
          <p14:tracePt t="15554" x="5870575" y="239713"/>
          <p14:tracePt t="15571" x="5980113" y="239713"/>
          <p14:tracePt t="15588" x="6067425" y="239713"/>
          <p14:tracePt t="15604" x="6161088" y="239713"/>
          <p14:tracePt t="15621" x="6234113" y="239713"/>
          <p14:tracePt t="15625" x="6256338" y="239713"/>
          <p14:tracePt t="15638" x="6276975" y="239713"/>
          <p14:tracePt t="15654" x="6291263" y="239713"/>
          <p14:tracePt t="15671" x="6313488" y="239713"/>
          <p14:tracePt t="15688" x="6335713" y="246063"/>
          <p14:tracePt t="15704" x="6372225" y="254000"/>
          <p14:tracePt t="15721" x="6400800" y="276225"/>
          <p14:tracePt t="15738" x="6429375" y="296863"/>
          <p14:tracePt t="15754" x="6465888" y="319088"/>
          <p14:tracePt t="15771" x="6488113" y="347663"/>
          <p14:tracePt t="15788" x="6516688" y="384175"/>
          <p14:tracePt t="15805" x="6530975" y="414338"/>
          <p14:tracePt t="15822" x="6538913" y="449263"/>
          <p14:tracePt t="15838" x="6545263" y="485775"/>
          <p14:tracePt t="15855" x="6553200" y="536575"/>
          <p14:tracePt t="15872" x="6589713" y="623888"/>
          <p14:tracePt t="15888" x="6604000" y="682625"/>
          <p14:tracePt t="15905" x="6611938" y="719138"/>
          <p14:tracePt t="15921" x="6611938" y="733425"/>
          <p14:tracePt t="15938" x="6611938" y="739775"/>
          <p14:tracePt t="15954" x="6611938" y="754063"/>
          <p14:tracePt t="15971" x="6611938" y="769938"/>
          <p14:tracePt t="15988" x="6611938" y="784225"/>
          <p14:tracePt t="16005" x="6611938" y="798513"/>
          <p14:tracePt t="16021" x="6611938" y="804863"/>
          <p14:tracePt t="16038" x="6604000" y="812800"/>
          <p14:tracePt t="16055" x="6604000" y="820738"/>
          <p14:tracePt t="16071" x="6589713" y="835025"/>
          <p14:tracePt t="16088" x="6581775" y="849313"/>
          <p14:tracePt t="16105" x="6581775" y="855663"/>
          <p14:tracePt t="16121" x="6575425" y="863600"/>
          <p14:tracePt t="16138" x="6567488" y="871538"/>
          <p14:tracePt t="16546" x="6567488" y="877888"/>
          <p14:tracePt t="16562" x="6567488" y="885825"/>
          <p14:tracePt t="16570" x="6561138" y="885825"/>
          <p14:tracePt t="16577" x="6561138" y="900113"/>
          <p14:tracePt t="16594" x="6561138" y="914400"/>
          <p14:tracePt t="16610" x="6561138" y="922338"/>
          <p14:tracePt t="16621" x="6553200" y="928688"/>
          <p14:tracePt t="16638" x="6545263" y="942975"/>
          <p14:tracePt t="16655" x="6538913" y="942975"/>
          <p14:tracePt t="16672" x="6530975" y="950913"/>
          <p14:tracePt t="16688" x="6524625" y="965200"/>
          <p14:tracePt t="16705" x="6502400" y="979488"/>
          <p14:tracePt t="16722" x="6488113" y="987425"/>
          <p14:tracePt t="16738" x="6451600" y="1008063"/>
          <p14:tracePt t="16755" x="6437313" y="1008063"/>
          <p14:tracePt t="16771" x="6415088" y="1023938"/>
          <p14:tracePt t="16788" x="6392863" y="1030288"/>
          <p14:tracePt t="16805" x="6372225" y="1030288"/>
          <p14:tracePt t="16821" x="6335713" y="1044575"/>
          <p14:tracePt t="16838" x="6313488" y="1052513"/>
          <p14:tracePt t="16855" x="6284913" y="1066800"/>
          <p14:tracePt t="16871" x="6256338" y="1081088"/>
          <p14:tracePt t="16888" x="6234113" y="1089025"/>
          <p14:tracePt t="16905" x="6211888" y="1095375"/>
          <p14:tracePt t="16921" x="6183313" y="1109663"/>
          <p14:tracePt t="16938" x="6146800" y="1131888"/>
          <p14:tracePt t="16955" x="6103938" y="1146175"/>
          <p14:tracePt t="16971" x="6073775" y="1160463"/>
          <p14:tracePt t="16988" x="6030913" y="1182688"/>
          <p14:tracePt t="17005" x="5994400" y="1190625"/>
          <p14:tracePt t="17022" x="5965825" y="1196975"/>
          <p14:tracePt t="17038" x="5921375" y="1211263"/>
          <p14:tracePt t="17055" x="5884863" y="1211263"/>
          <p14:tracePt t="17072" x="5827713" y="1227138"/>
          <p14:tracePt t="17088" x="5791200" y="1227138"/>
          <p14:tracePt t="17105" x="5740400" y="1227138"/>
          <p14:tracePt t="17122" x="5703888" y="1241425"/>
          <p14:tracePt t="17138" x="5675313" y="1247775"/>
          <p14:tracePt t="17155" x="5646738" y="1247775"/>
          <p14:tracePt t="17172" x="5638800" y="1247775"/>
          <p14:tracePt t="17188" x="5610225" y="1247775"/>
          <p14:tracePt t="17205" x="5588000" y="1247775"/>
          <p14:tracePt t="17222" x="5565775" y="1247775"/>
          <p14:tracePt t="17239" x="5559425" y="1247775"/>
          <p14:tracePt t="17255" x="5551488" y="1247775"/>
          <p14:tracePt t="17272" x="5545138" y="1241425"/>
          <p14:tracePt t="17305" x="5551488" y="1219200"/>
          <p14:tracePt t="17322" x="5559425" y="1211263"/>
          <p14:tracePt t="17338" x="5580063" y="1190625"/>
          <p14:tracePt t="17355" x="5595938" y="1176338"/>
          <p14:tracePt t="17372" x="5624513" y="1168400"/>
          <p14:tracePt t="17388" x="5667375" y="1139825"/>
          <p14:tracePt t="17405" x="5740400" y="1109663"/>
          <p14:tracePt t="17422" x="5827713" y="1089025"/>
          <p14:tracePt t="17438" x="5957888" y="1066800"/>
          <p14:tracePt t="17455" x="6088063" y="1023938"/>
          <p14:tracePt t="17472" x="6284913" y="965200"/>
          <p14:tracePt t="17489" x="6400800" y="928688"/>
          <p14:tracePt t="17505" x="6488113" y="914400"/>
          <p14:tracePt t="17522" x="6575425" y="892175"/>
          <p14:tracePt t="17538" x="6632575" y="877888"/>
          <p14:tracePt t="17555" x="6677025" y="877888"/>
          <p14:tracePt t="17572" x="6727825" y="863600"/>
          <p14:tracePt t="17589" x="6764338" y="863600"/>
          <p14:tracePt t="17605" x="6799263" y="855663"/>
          <p14:tracePt t="17622" x="6850063" y="849313"/>
          <p14:tracePt t="17626" x="6872288" y="849313"/>
          <p14:tracePt t="17639" x="6894513" y="849313"/>
          <p14:tracePt t="17655" x="6937375" y="849313"/>
          <p14:tracePt t="17672" x="6988175" y="849313"/>
          <p14:tracePt t="17688" x="7024688" y="849313"/>
          <p14:tracePt t="17705" x="7032625" y="849313"/>
          <p14:tracePt t="17722" x="7046913" y="849313"/>
          <p14:tracePt t="17738" x="7053263" y="849313"/>
          <p14:tracePt t="17755" x="7069138" y="855663"/>
          <p14:tracePt t="17772" x="7083425" y="863600"/>
          <p14:tracePt t="17788" x="7112000" y="885825"/>
          <p14:tracePt t="17805" x="7134225" y="900113"/>
          <p14:tracePt t="17822" x="7148513" y="914400"/>
          <p14:tracePt t="17838" x="7154863" y="928688"/>
          <p14:tracePt t="17855" x="7170738" y="957263"/>
          <p14:tracePt t="17872" x="7170738" y="979488"/>
          <p14:tracePt t="17888" x="7177088" y="993775"/>
          <p14:tracePt t="17905" x="7177088" y="1001713"/>
          <p14:tracePt t="17938" x="7185025" y="1008063"/>
          <p14:tracePt t="18145" x="7185025" y="1023938"/>
          <p14:tracePt t="18152" x="7185025" y="1030288"/>
          <p14:tracePt t="18161" x="7185025" y="1044575"/>
          <p14:tracePt t="18172" x="7170738" y="1058863"/>
          <p14:tracePt t="18188" x="7148513" y="1089025"/>
          <p14:tracePt t="18205" x="7075488" y="1131888"/>
          <p14:tracePt t="18222" x="7018338" y="1154113"/>
          <p14:tracePt t="18239" x="6945313" y="1176338"/>
          <p14:tracePt t="18256" x="6850063" y="1182688"/>
          <p14:tracePt t="18272" x="6770688" y="1204913"/>
          <p14:tracePt t="18289" x="6691313" y="1211263"/>
          <p14:tracePt t="18305" x="6589713" y="1219200"/>
          <p14:tracePt t="18322" x="6510338" y="1233488"/>
          <p14:tracePt t="18339" x="6429375" y="1241425"/>
          <p14:tracePt t="18356" x="6386513" y="1241425"/>
          <p14:tracePt t="18372" x="6357938" y="1247775"/>
          <p14:tracePt t="18389" x="6313488" y="1247775"/>
          <p14:tracePt t="18406" x="6262688" y="1247775"/>
          <p14:tracePt t="18422" x="6197600" y="1247775"/>
          <p14:tracePt t="18439" x="6124575" y="1247775"/>
          <p14:tracePt t="18456" x="6053138" y="1247775"/>
          <p14:tracePt t="18472" x="6022975" y="1247775"/>
          <p14:tracePt t="18514" x="6016625" y="1247775"/>
          <p14:tracePt t="18570" x="6002338" y="1247775"/>
          <p14:tracePt t="18887" x="5994400" y="1255713"/>
          <p14:tracePt t="18897" x="6002338" y="1284288"/>
          <p14:tracePt t="18906" x="6008688" y="1298575"/>
          <p14:tracePt t="18923" x="6030913" y="1371600"/>
          <p14:tracePt t="18939" x="6045200" y="1444625"/>
          <p14:tracePt t="18956" x="6053138" y="1509713"/>
          <p14:tracePt t="18972" x="6053138" y="1552575"/>
          <p14:tracePt t="18989" x="6053138" y="1597025"/>
          <p14:tracePt t="19006" x="6053138" y="1625600"/>
          <p14:tracePt t="19022" x="6022975" y="1676400"/>
          <p14:tracePt t="19039" x="5986463" y="1727200"/>
          <p14:tracePt t="19056" x="5892800" y="1814513"/>
          <p14:tracePt t="19072" x="5856288" y="1851025"/>
          <p14:tracePt t="19089" x="5819775" y="1879600"/>
          <p14:tracePt t="19106" x="5805488" y="1887538"/>
          <p14:tracePt t="19122" x="5768975" y="1908175"/>
          <p14:tracePt t="19139" x="5732463" y="1930400"/>
          <p14:tracePt t="19156" x="5653088" y="1981200"/>
          <p14:tracePt t="19172" x="5595938" y="2039938"/>
          <p14:tracePt t="19189" x="5551488" y="2068513"/>
          <p14:tracePt t="19206" x="5529263" y="2082800"/>
          <p14:tracePt t="19222" x="5514975" y="2097088"/>
          <p14:tracePt t="19239" x="5500688" y="2111375"/>
          <p14:tracePt t="19256" x="5464175" y="2147888"/>
          <p14:tracePt t="19272" x="5421313" y="2184400"/>
          <p14:tracePt t="19289" x="5399088" y="2198688"/>
          <p14:tracePt t="19306" x="5399088" y="2206625"/>
          <p14:tracePt t="19322" x="5392738" y="2206625"/>
          <p14:tracePt t="19355" x="5392738" y="2212975"/>
          <p14:tracePt t="19377" x="5384800" y="2212975"/>
          <p14:tracePt t="19450" x="5376863" y="2198688"/>
          <p14:tracePt t="19457" x="5376863" y="2170113"/>
          <p14:tracePt t="19465" x="5376863" y="2155825"/>
          <p14:tracePt t="19473" x="5376863" y="2125663"/>
          <p14:tracePt t="19489" x="5399088" y="2074863"/>
          <p14:tracePt t="19506" x="5427663" y="2039938"/>
          <p14:tracePt t="19522" x="5443538" y="2009775"/>
          <p14:tracePt t="19539" x="5464175" y="1981200"/>
          <p14:tracePt t="19556" x="5478463" y="1966913"/>
          <p14:tracePt t="19572" x="5500688" y="1944688"/>
          <p14:tracePt t="19589" x="5537200" y="1930400"/>
          <p14:tracePt t="19606" x="5588000" y="1901825"/>
          <p14:tracePt t="19623" x="5675313" y="1865313"/>
          <p14:tracePt t="19625" x="5711825" y="1851025"/>
          <p14:tracePt t="19639" x="5754688" y="1843088"/>
          <p14:tracePt t="19656" x="5827713" y="1820863"/>
          <p14:tracePt t="19672" x="5864225" y="1814513"/>
          <p14:tracePt t="19689" x="5900738" y="1800225"/>
          <p14:tracePt t="19706" x="5921375" y="1792288"/>
          <p14:tracePt t="19722" x="5965825" y="1785938"/>
          <p14:tracePt t="19739" x="6002338" y="1778000"/>
          <p14:tracePt t="19756" x="6059488" y="1778000"/>
          <p14:tracePt t="19772" x="6132513" y="1778000"/>
          <p14:tracePt t="19789" x="6226175" y="1778000"/>
          <p14:tracePt t="19806" x="6335713" y="1778000"/>
          <p14:tracePt t="19823" x="6429375" y="1778000"/>
          <p14:tracePt t="19839" x="6516688" y="1792288"/>
          <p14:tracePt t="19856" x="6596063" y="1814513"/>
          <p14:tracePt t="19872" x="6618288" y="1820863"/>
          <p14:tracePt t="19889" x="6640513" y="1836738"/>
          <p14:tracePt t="19906" x="6662738" y="1851025"/>
          <p14:tracePt t="19922" x="6697663" y="1879600"/>
          <p14:tracePt t="19939" x="6742113" y="1908175"/>
          <p14:tracePt t="19956" x="6784975" y="1938338"/>
          <p14:tracePt t="19972" x="6843713" y="1973263"/>
          <p14:tracePt t="19989" x="6872288" y="1995488"/>
          <p14:tracePt t="20006" x="6900863" y="2024063"/>
          <p14:tracePt t="20023" x="6931025" y="2046288"/>
          <p14:tracePt t="20039" x="6959600" y="2097088"/>
          <p14:tracePt t="20056" x="6967538" y="2119313"/>
          <p14:tracePt t="20072" x="6973888" y="2170113"/>
          <p14:tracePt t="20089" x="6981825" y="2220913"/>
          <p14:tracePt t="20106" x="6981825" y="2263775"/>
          <p14:tracePt t="20123" x="6981825" y="2286000"/>
          <p14:tracePt t="20139" x="6981825" y="2308225"/>
          <p14:tracePt t="20156" x="6981825" y="2336800"/>
          <p14:tracePt t="20173" x="6981825" y="2359025"/>
          <p14:tracePt t="20189" x="6981825" y="2379663"/>
          <p14:tracePt t="20206" x="6967538" y="2401888"/>
          <p14:tracePt t="20223" x="6967538" y="2409825"/>
          <p14:tracePt t="20239" x="6959600" y="2416175"/>
          <p14:tracePt t="20289" x="6959600" y="2424113"/>
          <p14:tracePt t="20450" x="6951663" y="2430463"/>
          <p14:tracePt t="20509" x="6951663" y="2438400"/>
          <p14:tracePt t="20526" x="6945313" y="2438400"/>
          <p14:tracePt t="20540" x="6937375" y="2452688"/>
          <p14:tracePt t="20554" x="6923088" y="2460625"/>
          <p14:tracePt t="20573" x="6916738" y="2460625"/>
          <p14:tracePt t="20589" x="6900863" y="2474913"/>
          <p14:tracePt t="20606" x="6880225" y="2474913"/>
          <p14:tracePt t="20623" x="6850063" y="2474913"/>
          <p14:tracePt t="20626" x="6850063" y="2481263"/>
          <p14:tracePt t="20640" x="6821488" y="2489200"/>
          <p14:tracePt t="20656" x="6784975" y="2497138"/>
          <p14:tracePt t="20673" x="6734175" y="2503488"/>
          <p14:tracePt t="20689" x="6691313" y="2511425"/>
          <p14:tracePt t="20706" x="6646863" y="2517775"/>
          <p14:tracePt t="20723" x="6604000" y="2517775"/>
          <p14:tracePt t="20740" x="6575425" y="2525713"/>
          <p14:tracePt t="20756" x="6538913" y="2525713"/>
          <p14:tracePt t="20773" x="6494463" y="2525713"/>
          <p14:tracePt t="20790" x="6443663" y="2525713"/>
          <p14:tracePt t="20806" x="6372225" y="2532063"/>
          <p14:tracePt t="20823" x="6299200" y="2547938"/>
          <p14:tracePt t="20840" x="6197600" y="2576513"/>
          <p14:tracePt t="20856" x="6138863" y="2598738"/>
          <p14:tracePt t="20873" x="6110288" y="2605088"/>
          <p14:tracePt t="20890" x="6088063" y="2605088"/>
          <p14:tracePt t="20923" x="6073775" y="2605088"/>
          <p14:tracePt t="20939" x="6067425" y="2605088"/>
          <p14:tracePt t="20956" x="6053138" y="2605088"/>
          <p14:tracePt t="20973" x="6045200" y="2605088"/>
          <p14:tracePt t="20990" x="6045200" y="2613025"/>
          <p14:tracePt t="21006" x="6037263" y="2619375"/>
          <p14:tracePt t="21316" x="6037263" y="2613025"/>
          <p14:tracePt t="21328" x="6022975" y="2605088"/>
          <p14:tracePt t="21340" x="6022975" y="2590800"/>
          <p14:tracePt t="21357" x="6016625" y="2590800"/>
          <p14:tracePt t="21374" x="6016625" y="2582863"/>
          <p14:tracePt t="21391" x="6008688" y="2576513"/>
          <p14:tracePt t="21423" x="6008688" y="2562225"/>
          <p14:tracePt t="21446" x="6008688" y="2554288"/>
          <p14:tracePt t="21461" x="6008688" y="2540000"/>
          <p14:tracePt t="21473" x="6008688" y="2532063"/>
          <p14:tracePt t="21491" x="6008688" y="2511425"/>
          <p14:tracePt t="21506" x="6008688" y="2481263"/>
          <p14:tracePt t="21523" x="6037263" y="2460625"/>
          <p14:tracePt t="21540" x="6073775" y="2430463"/>
          <p14:tracePt t="21556" x="6103938" y="2416175"/>
          <p14:tracePt t="21573" x="6146800" y="2401888"/>
          <p14:tracePt t="21590" x="6197600" y="2379663"/>
          <p14:tracePt t="21607" x="6284913" y="2359025"/>
          <p14:tracePt t="21623" x="6342063" y="2344738"/>
          <p14:tracePt t="21627" x="6408738" y="2336800"/>
          <p14:tracePt t="21640" x="6516688" y="2322513"/>
          <p14:tracePt t="21656" x="6632575" y="2308225"/>
          <p14:tracePt t="21673" x="6742113" y="2300288"/>
          <p14:tracePt t="21690" x="6850063" y="2286000"/>
          <p14:tracePt t="21706" x="6951663" y="2263775"/>
          <p14:tracePt t="21723" x="7046913" y="2257425"/>
          <p14:tracePt t="21740" x="7162800" y="2235200"/>
          <p14:tracePt t="21757" x="7250113" y="2227263"/>
          <p14:tracePt t="21773" x="7329488" y="2220913"/>
          <p14:tracePt t="21790" x="7424738" y="2198688"/>
          <p14:tracePt t="21806" x="7481888" y="2192338"/>
          <p14:tracePt t="21823" x="7546975" y="2176463"/>
          <p14:tracePt t="21840" x="7648575" y="2162175"/>
          <p14:tracePt t="21857" x="7729538" y="2147888"/>
          <p14:tracePt t="21873" x="7786688" y="2133600"/>
          <p14:tracePt t="21890" x="7851775" y="2119313"/>
          <p14:tracePt t="21906" x="7896225" y="2111375"/>
          <p14:tracePt t="21923" x="7947025" y="2105025"/>
          <p14:tracePt t="21940" x="7975600" y="2105025"/>
          <p14:tracePt t="21956" x="8018463" y="2105025"/>
          <p14:tracePt t="21973" x="8048625" y="2105025"/>
          <p14:tracePt t="21990" x="8077200" y="2105025"/>
          <p14:tracePt t="22006" x="8099425" y="2105025"/>
          <p14:tracePt t="22024" x="8120063" y="2105025"/>
          <p14:tracePt t="22040" x="8135938" y="2111375"/>
          <p14:tracePt t="22056" x="8156575" y="2125663"/>
          <p14:tracePt t="22073" x="8170863" y="2147888"/>
          <p14:tracePt t="22090" x="8193088" y="2176463"/>
          <p14:tracePt t="22107" x="8193088" y="2184400"/>
          <p14:tracePt t="22123" x="8193088" y="2198688"/>
          <p14:tracePt t="22140" x="8193088" y="2212975"/>
          <p14:tracePt t="22156" x="8193088" y="2243138"/>
          <p14:tracePt t="22173" x="8193088" y="2278063"/>
          <p14:tracePt t="22190" x="8193088" y="2314575"/>
          <p14:tracePt t="22207" x="8170863" y="2336800"/>
          <p14:tracePt t="22224" x="8142288" y="2365375"/>
          <p14:tracePt t="22240" x="8120063" y="2395538"/>
          <p14:tracePt t="22257" x="8077200" y="2424113"/>
          <p14:tracePt t="22273" x="8018463" y="2452688"/>
          <p14:tracePt t="22290" x="7967663" y="2497138"/>
          <p14:tracePt t="22307" x="7932738" y="2517775"/>
          <p14:tracePt t="22323" x="7896225" y="2525713"/>
          <p14:tracePt t="22340" x="7859713" y="2532063"/>
          <p14:tracePt t="22357" x="7837488" y="2532063"/>
          <p14:tracePt t="22373" x="7800975" y="2547938"/>
          <p14:tracePt t="22390" x="7758113" y="2547938"/>
          <p14:tracePt t="22407" x="7707313" y="2547938"/>
          <p14:tracePt t="22424" x="7634288" y="2547938"/>
          <p14:tracePt t="22440" x="7597775" y="2547938"/>
          <p14:tracePt t="22457" x="7577138" y="2547938"/>
          <p14:tracePt t="22474" x="7546975" y="2547938"/>
          <p14:tracePt t="22490" x="7532688" y="2547938"/>
          <p14:tracePt t="22507" x="7504113" y="2547938"/>
          <p14:tracePt t="22523" x="7481888" y="2547938"/>
          <p14:tracePt t="22540" x="7453313" y="2547938"/>
          <p14:tracePt t="22557" x="7424738" y="2547938"/>
          <p14:tracePt t="22573" x="7394575" y="2547938"/>
          <p14:tracePt t="22590" x="7366000" y="2547938"/>
          <p14:tracePt t="22607" x="7337425" y="2547938"/>
          <p14:tracePt t="22624" x="7307263" y="2547938"/>
          <p14:tracePt t="22640" x="7272338" y="2547938"/>
          <p14:tracePt t="22657" x="7235825" y="2547938"/>
          <p14:tracePt t="22673" x="7213600" y="2547938"/>
          <p14:tracePt t="22690" x="7185025" y="2547938"/>
          <p14:tracePt t="22707" x="7162800" y="2547938"/>
          <p14:tracePt t="22724" x="7140575" y="2547938"/>
          <p14:tracePt t="22740" x="7112000" y="2547938"/>
          <p14:tracePt t="22757" x="7097713" y="2540000"/>
          <p14:tracePt t="22773" x="7075488" y="2540000"/>
          <p14:tracePt t="22790" x="7061200" y="2532063"/>
          <p14:tracePt t="22807" x="7038975" y="2532063"/>
          <p14:tracePt t="22824" x="7024688" y="2532063"/>
          <p14:tracePt t="22840" x="7018338" y="2525713"/>
          <p14:tracePt t="22873" x="7010400" y="2525713"/>
          <p14:tracePt t="22890" x="6996113" y="2525713"/>
          <p14:tracePt t="22938" x="6988175" y="2525713"/>
          <p14:tracePt t="24205" x="6988175" y="2540000"/>
          <p14:tracePt t="24217" x="7018338" y="2568575"/>
          <p14:tracePt t="24224" x="7018338" y="2582863"/>
          <p14:tracePt t="24241" x="7053263" y="2641600"/>
          <p14:tracePt t="24257" x="7083425" y="2700338"/>
          <p14:tracePt t="24274" x="7112000" y="2743200"/>
          <p14:tracePt t="24291" x="7140575" y="2794000"/>
          <p14:tracePt t="24308" x="7148513" y="2830513"/>
          <p14:tracePt t="24324" x="7170738" y="2873375"/>
          <p14:tracePt t="24341" x="7185025" y="2932113"/>
          <p14:tracePt t="24358" x="7205663" y="3019425"/>
          <p14:tracePt t="24374" x="7205663" y="3070225"/>
          <p14:tracePt t="24391" x="7213600" y="3141663"/>
          <p14:tracePt t="24408" x="7213600" y="3214688"/>
          <p14:tracePt t="24424" x="7213600" y="3251200"/>
          <p14:tracePt t="24440" x="7213600" y="3302000"/>
          <p14:tracePt t="24457" x="7213600" y="3352800"/>
          <p14:tracePt t="24474" x="7213600" y="3411538"/>
          <p14:tracePt t="24491" x="7199313" y="3454400"/>
          <p14:tracePt t="24508" x="7191375" y="3476625"/>
          <p14:tracePt t="24524" x="7185025" y="3497263"/>
          <p14:tracePt t="24540" x="7177088" y="3513138"/>
          <p14:tracePt t="24557" x="7162800" y="3533775"/>
          <p14:tracePt t="24574" x="7148513" y="3548063"/>
          <p14:tracePt t="24590" x="7126288" y="3578225"/>
          <p14:tracePt t="24607" x="7089775" y="3614738"/>
          <p14:tracePt t="24624" x="7046913" y="3665538"/>
          <p14:tracePt t="24640" x="7018338" y="3679825"/>
          <p14:tracePt t="24657" x="6996113" y="3700463"/>
          <p14:tracePt t="24674" x="6973888" y="3716338"/>
          <p14:tracePt t="24691" x="6951663" y="3730625"/>
          <p14:tracePt t="24707" x="6931025" y="3736975"/>
          <p14:tracePt t="24724" x="6900863" y="3751263"/>
          <p14:tracePt t="24741" x="6880225" y="3767138"/>
          <p14:tracePt t="24758" x="6835775" y="3781425"/>
          <p14:tracePt t="24774" x="6778625" y="3795713"/>
          <p14:tracePt t="24791" x="6742113" y="3810000"/>
          <p14:tracePt t="24808" x="6705600" y="3817938"/>
          <p14:tracePt t="24824" x="6683375" y="3817938"/>
          <p14:tracePt t="24841" x="6662738" y="3817938"/>
          <p14:tracePt t="24857" x="6632575" y="3824288"/>
          <p14:tracePt t="24874" x="6604000" y="3824288"/>
          <p14:tracePt t="24891" x="6567488" y="3824288"/>
          <p14:tracePt t="24907" x="6530975" y="3824288"/>
          <p14:tracePt t="24924" x="6502400" y="3824288"/>
          <p14:tracePt t="24941" x="6465888" y="3824288"/>
          <p14:tracePt t="24958" x="6437313" y="3824288"/>
          <p14:tracePt t="24975" x="6408738" y="3810000"/>
          <p14:tracePt t="24991" x="6386513" y="3802063"/>
          <p14:tracePt t="25008" x="6350000" y="3773488"/>
          <p14:tracePt t="25024" x="6327775" y="3759200"/>
          <p14:tracePt t="25041" x="6313488" y="3744913"/>
          <p14:tracePt t="25057" x="6307138" y="3722688"/>
          <p14:tracePt t="25074" x="6284913" y="3686175"/>
          <p14:tracePt t="25091" x="6276975" y="3665538"/>
          <p14:tracePt t="25107" x="6262688" y="3643313"/>
          <p14:tracePt t="25124" x="6248400" y="3621088"/>
          <p14:tracePt t="25141" x="6240463" y="3606800"/>
          <p14:tracePt t="25157" x="6240463" y="3578225"/>
          <p14:tracePt t="25174" x="6240463" y="3556000"/>
          <p14:tracePt t="25191" x="6240463" y="3513138"/>
          <p14:tracePt t="25208" x="6240463" y="3454400"/>
          <p14:tracePt t="25224" x="6240463" y="3417888"/>
          <p14:tracePt t="25241" x="6240463" y="3403600"/>
          <p14:tracePt t="25258" x="6262688" y="3367088"/>
          <p14:tracePt t="25274" x="6276975" y="3352800"/>
          <p14:tracePt t="25291" x="6299200" y="3324225"/>
          <p14:tracePt t="25308" x="6327775" y="3294063"/>
          <p14:tracePt t="25324" x="6357938" y="3279775"/>
          <p14:tracePt t="25341" x="6378575" y="3259138"/>
          <p14:tracePt t="25358" x="6415088" y="3243263"/>
          <p14:tracePt t="25374" x="6451600" y="3222625"/>
          <p14:tracePt t="25391" x="6530975" y="3186113"/>
          <p14:tracePt t="25407" x="6596063" y="3171825"/>
          <p14:tracePt t="25424" x="6626225" y="3171825"/>
          <p14:tracePt t="25441" x="6654800" y="3171825"/>
          <p14:tracePt t="25458" x="6669088" y="3171825"/>
          <p14:tracePt t="25474" x="6691313" y="3171825"/>
          <p14:tracePt t="25491" x="6719888" y="3171825"/>
          <p14:tracePt t="25508" x="6756400" y="3171825"/>
          <p14:tracePt t="25524" x="6815138" y="3171825"/>
          <p14:tracePt t="25541" x="6850063" y="3192463"/>
          <p14:tracePt t="25558" x="6923088" y="3222625"/>
          <p14:tracePt t="25574" x="6996113" y="3251200"/>
          <p14:tracePt t="25591" x="7069138" y="3265488"/>
          <p14:tracePt t="25608" x="7154863" y="3294063"/>
          <p14:tracePt t="25624" x="7185025" y="3309938"/>
          <p14:tracePt t="25641" x="7199313" y="3324225"/>
          <p14:tracePt t="25658" x="7227888" y="3338513"/>
          <p14:tracePt t="25674" x="7242175" y="3338513"/>
          <p14:tracePt t="25691" x="7264400" y="3352800"/>
          <p14:tracePt t="25708" x="7286625" y="3360738"/>
          <p14:tracePt t="25724" x="7292975" y="3367088"/>
          <p14:tracePt t="25741" x="7315200" y="3381375"/>
          <p14:tracePt t="25758" x="7329488" y="3411538"/>
          <p14:tracePt t="25774" x="7358063" y="3446463"/>
          <p14:tracePt t="25791" x="7380288" y="3497263"/>
          <p14:tracePt t="25808" x="7402513" y="3541713"/>
          <p14:tracePt t="25824" x="7416800" y="3570288"/>
          <p14:tracePt t="25841" x="7416800" y="3584575"/>
          <p14:tracePt t="25858" x="7416800" y="3629025"/>
          <p14:tracePt t="25874" x="7416800" y="3665538"/>
          <p14:tracePt t="25891" x="7394575" y="3694113"/>
          <p14:tracePt t="25908" x="7366000" y="3744913"/>
          <p14:tracePt t="25924" x="7343775" y="3773488"/>
          <p14:tracePt t="25941" x="7323138" y="3795713"/>
          <p14:tracePt t="25959" x="7300913" y="3810000"/>
          <p14:tracePt t="25975" x="7278688" y="3832225"/>
          <p14:tracePt t="25991" x="7242175" y="3852863"/>
          <p14:tracePt t="26008" x="7185025" y="3883025"/>
          <p14:tracePt t="26024" x="7140575" y="3903663"/>
          <p14:tracePt t="26041" x="7112000" y="3911600"/>
          <p14:tracePt t="26058" x="7083425" y="3911600"/>
          <p14:tracePt t="26074" x="7061200" y="3919538"/>
          <p14:tracePt t="26091" x="7032625" y="3925888"/>
          <p14:tracePt t="26108" x="7010400" y="3925888"/>
          <p14:tracePt t="26124" x="6973888" y="3925888"/>
          <p14:tracePt t="26128" x="6967538" y="3925888"/>
          <p14:tracePt t="26141" x="6959600" y="3925888"/>
          <p14:tracePt t="26158" x="6937375" y="3925888"/>
          <p14:tracePt t="26191" x="6923088" y="3925888"/>
          <p14:tracePt t="26226" x="6916738" y="3911600"/>
          <p14:tracePt t="26258" x="6916738" y="3903663"/>
          <p14:tracePt t="26289" x="6916738" y="3889375"/>
          <p14:tracePt t="26297" x="6916738" y="3883025"/>
          <p14:tracePt t="26308" x="6923088" y="3875088"/>
          <p14:tracePt t="26324" x="6937375" y="3868738"/>
          <p14:tracePt t="26341" x="6951663" y="3860800"/>
          <p14:tracePt t="26358" x="6967538" y="3852863"/>
          <p14:tracePt t="26374" x="6981825" y="3852863"/>
          <p14:tracePt t="26391" x="7002463" y="3838575"/>
          <p14:tracePt t="26408" x="7032625" y="3838575"/>
          <p14:tracePt t="26425" x="7061200" y="3832225"/>
          <p14:tracePt t="26441" x="7097713" y="3817938"/>
          <p14:tracePt t="26458" x="7140575" y="3817938"/>
          <p14:tracePt t="26475" x="7177088" y="3817938"/>
          <p14:tracePt t="26491" x="7235825" y="3817938"/>
          <p14:tracePt t="26508" x="7278688" y="3817938"/>
          <p14:tracePt t="26525" x="7315200" y="3817938"/>
          <p14:tracePt t="26541" x="7337425" y="3810000"/>
          <p14:tracePt t="26558" x="7358063" y="3810000"/>
          <p14:tracePt t="26574" x="7380288" y="3802063"/>
          <p14:tracePt t="26591" x="7402513" y="3802063"/>
          <p14:tracePt t="26608" x="7439025" y="3802063"/>
          <p14:tracePt t="26624" x="7496175" y="3787775"/>
          <p14:tracePt t="26641" x="7546975" y="3781425"/>
          <p14:tracePt t="26658" x="7597775" y="3781425"/>
          <p14:tracePt t="26675" x="7678738" y="3781425"/>
          <p14:tracePt t="26691" x="7772400" y="3781425"/>
          <p14:tracePt t="26708" x="7874000" y="3781425"/>
          <p14:tracePt t="26725" x="7961313" y="3781425"/>
          <p14:tracePt t="26741" x="8048625" y="3773488"/>
          <p14:tracePt t="26758" x="8120063" y="3767138"/>
          <p14:tracePt t="26775" x="8201025" y="3736975"/>
          <p14:tracePt t="26791" x="8288338" y="3708400"/>
          <p14:tracePt t="26808" x="8440738" y="3643313"/>
          <p14:tracePt t="26825" x="8534400" y="3621088"/>
          <p14:tracePt t="26841" x="8599488" y="3606800"/>
          <p14:tracePt t="26858" x="8636000" y="3598863"/>
          <p14:tracePt t="26875" x="8650288" y="3584575"/>
          <p14:tracePt t="26891" x="8672513" y="3578225"/>
          <p14:tracePt t="26908" x="8694738" y="3548063"/>
          <p14:tracePt t="26924" x="8715375" y="3519488"/>
          <p14:tracePt t="26941" x="8723313" y="3497263"/>
          <p14:tracePt t="26958" x="8723313" y="3468688"/>
          <p14:tracePt t="26975" x="8723313" y="3425825"/>
          <p14:tracePt t="26992" x="8709025" y="3389313"/>
          <p14:tracePt t="27008" x="8678863" y="3360738"/>
          <p14:tracePt t="27025" x="8607425" y="3324225"/>
          <p14:tracePt t="27041" x="8505825" y="3287713"/>
          <p14:tracePt t="27058" x="8339138" y="3243263"/>
          <p14:tracePt t="27075" x="8186738" y="3208338"/>
          <p14:tracePt t="27091" x="8040688" y="3186113"/>
          <p14:tracePt t="27108" x="7953375" y="3186113"/>
          <p14:tracePt t="27125" x="7859713" y="3186113"/>
          <p14:tracePt t="27141" x="7758113" y="3186113"/>
          <p14:tracePt t="27158" x="7648575" y="3208338"/>
          <p14:tracePt t="27175" x="7569200" y="3243263"/>
          <p14:tracePt t="27192" x="7481888" y="3265488"/>
          <p14:tracePt t="27208" x="7408863" y="3287713"/>
          <p14:tracePt t="27225" x="7358063" y="3302000"/>
          <p14:tracePt t="27241" x="7292975" y="3316288"/>
          <p14:tracePt t="27258" x="7235825" y="3338513"/>
          <p14:tracePt t="27275" x="7199313" y="3352800"/>
          <p14:tracePt t="27291" x="7140575" y="3381375"/>
          <p14:tracePt t="27308" x="7097713" y="3411538"/>
          <p14:tracePt t="27325" x="7075488" y="3440113"/>
          <p14:tracePt t="27341" x="7053263" y="3454400"/>
          <p14:tracePt t="27358" x="7046913" y="3468688"/>
          <p14:tracePt t="27375" x="7038975" y="3490913"/>
          <p14:tracePt t="27392" x="7032625" y="3519488"/>
          <p14:tracePt t="27408" x="7032625" y="3592513"/>
          <p14:tracePt t="27425" x="7032625" y="3614738"/>
          <p14:tracePt t="27441" x="7032625" y="3629025"/>
          <p14:tracePt t="27458" x="7038975" y="3643313"/>
          <p14:tracePt t="27475" x="7061200" y="3665538"/>
          <p14:tracePt t="27492" x="7089775" y="3694113"/>
          <p14:tracePt t="27508" x="7162800" y="3744913"/>
          <p14:tracePt t="27525" x="7235825" y="3787775"/>
          <p14:tracePt t="27542" x="7323138" y="3817938"/>
          <p14:tracePt t="27558" x="7402513" y="3846513"/>
          <p14:tracePt t="27575" x="7496175" y="3875088"/>
          <p14:tracePt t="27592" x="7620000" y="3889375"/>
          <p14:tracePt t="27608" x="7707313" y="3903663"/>
          <p14:tracePt t="27625" x="7808913" y="3903663"/>
          <p14:tracePt t="27641" x="7924800" y="3903663"/>
          <p14:tracePt t="27658" x="8018463" y="3903663"/>
          <p14:tracePt t="27675" x="8099425" y="3903663"/>
          <p14:tracePt t="27692" x="8150225" y="3903663"/>
          <p14:tracePt t="27708" x="8201025" y="3903663"/>
          <p14:tracePt t="27725" x="8251825" y="3903663"/>
          <p14:tracePt t="27742" x="8288338" y="3903663"/>
          <p14:tracePt t="27758" x="8323263" y="3889375"/>
          <p14:tracePt t="27775" x="8367713" y="3883025"/>
          <p14:tracePt t="27791" x="8404225" y="3868738"/>
          <p14:tracePt t="27808" x="8424863" y="3868738"/>
          <p14:tracePt t="27825" x="8455025" y="3852863"/>
          <p14:tracePt t="27842" x="8475663" y="3846513"/>
          <p14:tracePt t="27858" x="8512175" y="3824288"/>
          <p14:tracePt t="27875" x="8526463" y="3817938"/>
          <p14:tracePt t="27892" x="8556625" y="3787775"/>
          <p14:tracePt t="27908" x="8585200" y="3767138"/>
          <p14:tracePt t="27925" x="8607425" y="3744913"/>
          <p14:tracePt t="27942" x="8628063" y="3716338"/>
          <p14:tracePt t="27958" x="8643938" y="3686175"/>
          <p14:tracePt t="27975" x="8678863" y="3606800"/>
          <p14:tracePt t="27992" x="8701088" y="3548063"/>
          <p14:tracePt t="28008" x="8709025" y="3527425"/>
          <p14:tracePt t="28025" x="8709025" y="3513138"/>
          <p14:tracePt t="28042" x="8709025" y="3490913"/>
          <p14:tracePt t="28058" x="8709025" y="3482975"/>
          <p14:tracePt t="28075" x="8709025" y="3468688"/>
          <p14:tracePt t="28092" x="8709025" y="3454400"/>
          <p14:tracePt t="28108" x="8701088" y="3425825"/>
          <p14:tracePt t="28125" x="8686800" y="3411538"/>
          <p14:tracePt t="28129" x="8664575" y="3403600"/>
          <p14:tracePt t="28142" x="8650288" y="3389313"/>
          <p14:tracePt t="28158" x="8613775" y="3381375"/>
          <p14:tracePt t="28175" x="8577263" y="3360738"/>
          <p14:tracePt t="28192" x="8512175" y="3344863"/>
          <p14:tracePt t="28208" x="8475663" y="3338513"/>
          <p14:tracePt t="28226" x="8424863" y="3330575"/>
          <p14:tracePt t="28242" x="8382000" y="3316288"/>
          <p14:tracePt t="28258" x="8331200" y="3316288"/>
          <p14:tracePt t="28275" x="8280400" y="3316288"/>
          <p14:tracePt t="28292" x="8221663" y="3309938"/>
          <p14:tracePt t="28308" x="8186738" y="3309938"/>
          <p14:tracePt t="28325" x="8156575" y="3302000"/>
          <p14:tracePt t="28342" x="8120063" y="3294063"/>
          <p14:tracePt t="28359" x="8085138" y="3294063"/>
          <p14:tracePt t="28375" x="8026400" y="3287713"/>
          <p14:tracePt t="28392" x="7947025" y="3273425"/>
          <p14:tracePt t="28408" x="7866063" y="3273425"/>
          <p14:tracePt t="28425" x="7815263" y="3273425"/>
          <p14:tracePt t="28442" x="7764463" y="3273425"/>
          <p14:tracePt t="28458" x="7699375" y="3273425"/>
          <p14:tracePt t="28476" x="7662863" y="3273425"/>
          <p14:tracePt t="28492" x="7620000" y="3287713"/>
          <p14:tracePt t="28508" x="7605713" y="3287713"/>
          <p14:tracePt t="28525" x="7569200" y="3294063"/>
          <p14:tracePt t="28542" x="7540625" y="3302000"/>
          <p14:tracePt t="28559" x="7481888" y="3316288"/>
          <p14:tracePt t="28575" x="7424738" y="3344863"/>
          <p14:tracePt t="28592" x="7388225" y="3360738"/>
          <p14:tracePt t="28608" x="7358063" y="3381375"/>
          <p14:tracePt t="28625" x="7315200" y="3411538"/>
          <p14:tracePt t="28642" x="7286625" y="3440113"/>
          <p14:tracePt t="28658" x="7250113" y="3454400"/>
          <p14:tracePt t="28675" x="7213600" y="3482975"/>
          <p14:tracePt t="28692" x="7177088" y="3527425"/>
          <p14:tracePt t="28709" x="7148513" y="3570288"/>
          <p14:tracePt t="28725" x="7134225" y="3598863"/>
          <p14:tracePt t="28742" x="7126288" y="3621088"/>
          <p14:tracePt t="28759" x="7112000" y="3657600"/>
          <p14:tracePt t="28776" x="7112000" y="3694113"/>
          <p14:tracePt t="28792" x="7112000" y="3708400"/>
          <p14:tracePt t="28809" x="7112000" y="3730625"/>
          <p14:tracePt t="28825" x="7119938" y="3759200"/>
          <p14:tracePt t="28842" x="7134225" y="3767138"/>
          <p14:tracePt t="28859" x="7154863" y="3781425"/>
          <p14:tracePt t="28875" x="7177088" y="3795713"/>
          <p14:tracePt t="28892" x="7221538" y="3802063"/>
          <p14:tracePt t="28909" x="7278688" y="3824288"/>
          <p14:tracePt t="28925" x="7337425" y="3838575"/>
          <p14:tracePt t="28942" x="7408863" y="3852863"/>
          <p14:tracePt t="28959" x="7489825" y="3868738"/>
          <p14:tracePt t="28975" x="7561263" y="3868738"/>
          <p14:tracePt t="28992" x="7693025" y="3889375"/>
          <p14:tracePt t="29009" x="7764463" y="3903663"/>
          <p14:tracePt t="29025" x="7831138" y="3903663"/>
          <p14:tracePt t="29042" x="7881938" y="3903663"/>
          <p14:tracePt t="29059" x="7932738" y="3903663"/>
          <p14:tracePt t="29075" x="7975600" y="3903663"/>
          <p14:tracePt t="29092" x="8018463" y="3903663"/>
          <p14:tracePt t="29109" x="8054975" y="3903663"/>
          <p14:tracePt t="29125" x="8105775" y="3903663"/>
          <p14:tracePt t="29129" x="8135938" y="3903663"/>
          <p14:tracePt t="29142" x="8164513" y="3903663"/>
          <p14:tracePt t="29159" x="8237538" y="3903663"/>
          <p14:tracePt t="29176" x="8345488" y="3903663"/>
          <p14:tracePt t="29192" x="8418513" y="3897313"/>
          <p14:tracePt t="29209" x="8491538" y="3875088"/>
          <p14:tracePt t="29225" x="8556625" y="3852863"/>
          <p14:tracePt t="29242" x="8621713" y="3832225"/>
          <p14:tracePt t="29259" x="8650288" y="3817938"/>
          <p14:tracePt t="29275" x="8709025" y="3767138"/>
          <p14:tracePt t="29292" x="8751888" y="3730625"/>
          <p14:tracePt t="29309" x="8802688" y="3643313"/>
          <p14:tracePt t="29325" x="8824913" y="3541713"/>
          <p14:tracePt t="29342" x="8839200" y="3490913"/>
          <p14:tracePt t="29359" x="8839200" y="3440113"/>
          <p14:tracePt t="29376" x="8796338" y="3324225"/>
          <p14:tracePt t="29392" x="8729663" y="3251200"/>
          <p14:tracePt t="29409" x="8658225" y="3200400"/>
          <p14:tracePt t="29426" x="8599488" y="3186113"/>
          <p14:tracePt t="29442" x="8526463" y="3157538"/>
          <p14:tracePt t="29459" x="8418513" y="3141663"/>
          <p14:tracePt t="29475" x="8280400" y="3121025"/>
          <p14:tracePt t="29492" x="8150225" y="3106738"/>
          <p14:tracePt t="29509" x="8012113" y="3106738"/>
          <p14:tracePt t="29525" x="7896225" y="3106738"/>
          <p14:tracePt t="29542" x="7780338" y="3106738"/>
          <p14:tracePt t="29559" x="7670800" y="3106738"/>
          <p14:tracePt t="29576" x="7518400" y="3157538"/>
          <p14:tracePt t="29592" x="7445375" y="3192463"/>
          <p14:tracePt t="29609" x="7388225" y="3228975"/>
          <p14:tracePt t="29625" x="7337425" y="3251200"/>
          <p14:tracePt t="29642" x="7300913" y="3279775"/>
          <p14:tracePt t="29659" x="7286625" y="3294063"/>
          <p14:tracePt t="29676" x="7264400" y="3309938"/>
          <p14:tracePt t="29692" x="7235825" y="3324225"/>
          <p14:tracePt t="29709" x="7213600" y="3338513"/>
          <p14:tracePt t="29726" x="7191375" y="3344863"/>
          <p14:tracePt t="29742" x="7154863" y="3367088"/>
          <p14:tracePt t="29760" x="7134225" y="3389313"/>
          <p14:tracePt t="29775" x="7126288" y="3395663"/>
          <p14:tracePt t="29809" x="7097713" y="3403600"/>
          <p14:tracePt t="29826" x="7061200" y="3411538"/>
          <p14:tracePt t="29842" x="7002463" y="3411538"/>
          <p14:tracePt t="29859" x="6931025" y="3411538"/>
          <p14:tracePt t="29876" x="6850063" y="3411538"/>
          <p14:tracePt t="29892" x="6756400" y="3411538"/>
          <p14:tracePt t="29909" x="6646863" y="3411538"/>
          <p14:tracePt t="29926" x="6553200" y="3411538"/>
          <p14:tracePt t="29942" x="6480175" y="3411538"/>
          <p14:tracePt t="29960" x="6378575" y="3395663"/>
          <p14:tracePt t="29976" x="6335713" y="3375025"/>
          <p14:tracePt t="29992" x="6234113" y="3367088"/>
          <p14:tracePt t="30009" x="6161088" y="3352800"/>
          <p14:tracePt t="30026" x="6096000" y="3352800"/>
          <p14:tracePt t="30043" x="6022975" y="3352800"/>
          <p14:tracePt t="30059" x="5935663" y="3367088"/>
          <p14:tracePt t="30076" x="5849938" y="3395663"/>
          <p14:tracePt t="30092" x="5740400" y="3425825"/>
          <p14:tracePt t="30109" x="5638800" y="3440113"/>
          <p14:tracePt t="30126" x="5529263" y="3462338"/>
          <p14:tracePt t="30129" x="5486400" y="3476625"/>
          <p14:tracePt t="30142" x="5413375" y="3505200"/>
          <p14:tracePt t="30159" x="5291138" y="3541713"/>
          <p14:tracePt t="30176" x="5130800" y="3584575"/>
          <p14:tracePt t="30192" x="5021263" y="3621088"/>
          <p14:tracePt t="30209" x="4868863" y="3686175"/>
          <p14:tracePt t="30226" x="4738688" y="3700463"/>
          <p14:tracePt t="30243" x="4586288" y="3730625"/>
          <p14:tracePt t="30259" x="4405313" y="3767138"/>
          <p14:tracePt t="30276" x="4202113" y="3787775"/>
          <p14:tracePt t="30292" x="3998913" y="3824288"/>
          <p14:tracePt t="30309" x="3838575" y="3852863"/>
          <p14:tracePt t="30326" x="3700463" y="3868738"/>
          <p14:tracePt t="30342" x="3592513" y="3889375"/>
          <p14:tracePt t="30359" x="3490913" y="3897313"/>
          <p14:tracePt t="30376" x="3389313" y="3919538"/>
          <p14:tracePt t="30392" x="3316288" y="3925888"/>
          <p14:tracePt t="30409" x="3251200" y="3948113"/>
          <p14:tracePt t="30426" x="3192463" y="3954463"/>
          <p14:tracePt t="30443" x="3127375" y="3970338"/>
          <p14:tracePt t="30459" x="3062288" y="3990975"/>
          <p14:tracePt t="30476" x="3019425" y="3990975"/>
          <p14:tracePt t="30492" x="2982913" y="3998913"/>
          <p14:tracePt t="30509" x="2946400" y="4013200"/>
          <p14:tracePt t="30526" x="2924175" y="4027488"/>
          <p14:tracePt t="30542" x="2859088" y="4071938"/>
          <p14:tracePt t="30560" x="2801938" y="4100513"/>
          <p14:tracePt t="30576" x="2779713" y="4122738"/>
          <p14:tracePt t="30593" x="2765425" y="4151313"/>
          <p14:tracePt t="30609" x="2751138" y="4173538"/>
          <p14:tracePt t="30626" x="2728913" y="4216400"/>
          <p14:tracePt t="30642" x="2678113" y="4303713"/>
          <p14:tracePt t="30659" x="2627313" y="4391025"/>
          <p14:tracePt t="30676" x="2576513" y="4484688"/>
          <p14:tracePt t="30693" x="2517775" y="4579938"/>
          <p14:tracePt t="30709" x="2466975" y="4681538"/>
          <p14:tracePt t="30726" x="2409825" y="4767263"/>
          <p14:tracePt t="30743" x="2351088" y="4826000"/>
          <p14:tracePt t="30760" x="2227263" y="4941888"/>
          <p14:tracePt t="30776" x="2119313" y="5029200"/>
          <p14:tracePt t="30793" x="2003425" y="5094288"/>
          <p14:tracePt t="30809" x="1871663" y="5173663"/>
          <p14:tracePt t="30826" x="1712913" y="5224463"/>
          <p14:tracePt t="30843" x="1531938" y="5268913"/>
          <p14:tracePt t="30859" x="1393825" y="5319713"/>
          <p14:tracePt t="30876" x="1277938" y="5334000"/>
          <p14:tracePt t="30893" x="1139825" y="5356225"/>
          <p14:tracePt t="30909" x="987425" y="5356225"/>
          <p14:tracePt t="30926" x="812800" y="5356225"/>
          <p14:tracePt t="30943" x="674688" y="5356225"/>
          <p14:tracePt t="30960" x="500063" y="5356225"/>
          <p14:tracePt t="30976" x="420688" y="5341938"/>
          <p14:tracePt t="30993" x="341313" y="5305425"/>
          <p14:tracePt t="31009" x="276225" y="5240338"/>
          <p14:tracePt t="31026" x="231775" y="5094288"/>
          <p14:tracePt t="31043" x="195263" y="4949825"/>
          <p14:tracePt t="31059" x="152400" y="4797425"/>
          <p14:tracePt t="31076" x="115888" y="4687888"/>
          <p14:tracePt t="31093" x="109538" y="4645025"/>
          <p14:tracePt t="31109" x="101600" y="4600575"/>
          <p14:tracePt t="31126" x="101600" y="4549775"/>
          <p14:tracePt t="31129" x="101600" y="4521200"/>
          <p14:tracePt t="31143" x="101600" y="4492625"/>
          <p14:tracePt t="31160" x="101600" y="4360863"/>
          <p14:tracePt t="31176" x="101600" y="4267200"/>
          <p14:tracePt t="31193" x="101600" y="4202113"/>
          <p14:tracePt t="31209" x="101600" y="4137025"/>
          <p14:tracePt t="31226" x="101600" y="4056063"/>
          <p14:tracePt t="31243" x="101600" y="3954463"/>
          <p14:tracePt t="31259" x="101600" y="3883025"/>
          <p14:tracePt t="31276" x="101600" y="3810000"/>
          <p14:tracePt t="31293" x="123825" y="3716338"/>
          <p14:tracePt t="31309" x="138113" y="3643313"/>
          <p14:tracePt t="31326" x="180975" y="3563938"/>
          <p14:tracePt t="31343" x="203200" y="3497263"/>
          <p14:tracePt t="31360" x="246063" y="3417888"/>
          <p14:tracePt t="31376" x="276225" y="3360738"/>
          <p14:tracePt t="31393" x="319088" y="3302000"/>
          <p14:tracePt t="31409" x="355600" y="3259138"/>
          <p14:tracePt t="31426" x="392113" y="3222625"/>
          <p14:tracePt t="31443" x="434975" y="3163888"/>
          <p14:tracePt t="31459" x="465138" y="3127375"/>
          <p14:tracePt t="31476" x="522288" y="3076575"/>
          <p14:tracePt t="31493" x="566738" y="3033713"/>
          <p14:tracePt t="31509" x="601663" y="3005138"/>
          <p14:tracePt t="31526" x="638175" y="2974975"/>
          <p14:tracePt t="31544" x="688975" y="2938463"/>
          <p14:tracePt t="31560" x="711200" y="2924175"/>
          <p14:tracePt t="31576" x="784225" y="2881313"/>
          <p14:tracePt t="31593" x="863600" y="2844800"/>
          <p14:tracePt t="31609" x="922338" y="2816225"/>
          <p14:tracePt t="31626" x="957263" y="2816225"/>
          <p14:tracePt t="31643" x="993775" y="2801938"/>
          <p14:tracePt t="31660" x="1044575" y="2786063"/>
          <p14:tracePt t="31676" x="1125538" y="2786063"/>
          <p14:tracePt t="31693" x="1255713" y="2743200"/>
          <p14:tracePt t="31710" x="1400175" y="2706688"/>
          <p14:tracePt t="31726" x="1487488" y="2706688"/>
          <p14:tracePt t="31743" x="1516063" y="2706688"/>
          <p14:tracePt t="31760" x="1538288" y="2706688"/>
          <p14:tracePt t="31776" x="1574800" y="2706688"/>
          <p14:tracePt t="31793" x="1625600" y="2706688"/>
          <p14:tracePt t="31809" x="1778000" y="2706688"/>
          <p14:tracePt t="31826" x="1938338" y="2706688"/>
          <p14:tracePt t="31843" x="2090738" y="2728913"/>
          <p14:tracePt t="31860" x="2206625" y="2765425"/>
          <p14:tracePt t="31876" x="2365375" y="2816225"/>
          <p14:tracePt t="31893" x="2532063" y="2852738"/>
          <p14:tracePt t="31910" x="2714625" y="2895600"/>
          <p14:tracePt t="31926" x="2946400" y="2946400"/>
          <p14:tracePt t="31943" x="3163888" y="3011488"/>
          <p14:tracePt t="31960" x="3360738" y="3070225"/>
          <p14:tracePt t="31976" x="3643313" y="3149600"/>
          <p14:tracePt t="31993" x="3781425" y="3214688"/>
          <p14:tracePt t="32009" x="3897313" y="3265488"/>
          <p14:tracePt t="32026" x="3970338" y="3309938"/>
          <p14:tracePt t="32043" x="4041775" y="3375025"/>
          <p14:tracePt t="32060" x="4086225" y="3440113"/>
          <p14:tracePt t="32076" x="4114800" y="3533775"/>
          <p14:tracePt t="32093" x="4137025" y="3657600"/>
          <p14:tracePt t="32110" x="4179888" y="3817938"/>
          <p14:tracePt t="32127" x="4216400" y="3970338"/>
          <p14:tracePt t="32129" x="4224338" y="4035425"/>
          <p14:tracePt t="32143" x="4224338" y="4086225"/>
          <p14:tracePt t="32160" x="4224338" y="4238625"/>
          <p14:tracePt t="32176" x="4216400" y="4340225"/>
          <p14:tracePt t="32193" x="4165600" y="4492625"/>
          <p14:tracePt t="32210" x="4137025" y="4608513"/>
          <p14:tracePt t="32227" x="4100513" y="4702175"/>
          <p14:tracePt t="32243" x="4049713" y="4797425"/>
          <p14:tracePt t="32260" x="4021138" y="4868863"/>
          <p14:tracePt t="32276" x="3970338" y="4956175"/>
          <p14:tracePt t="32293" x="3883025" y="5051425"/>
          <p14:tracePt t="32310" x="3810000" y="5153025"/>
          <p14:tracePt t="32326" x="3736975" y="5218113"/>
          <p14:tracePt t="32343" x="3679825" y="5275263"/>
          <p14:tracePt t="32360" x="3592513" y="5326063"/>
          <p14:tracePt t="32377" x="3541713" y="5348288"/>
          <p14:tracePt t="32393" x="3476625" y="5370513"/>
          <p14:tracePt t="32410" x="3417888" y="5399088"/>
          <p14:tracePt t="32427" x="3360738" y="5421313"/>
          <p14:tracePt t="32443" x="3279775" y="5443538"/>
          <p14:tracePt t="32460" x="3163888" y="5457825"/>
          <p14:tracePt t="32476" x="3033713" y="5472113"/>
          <p14:tracePt t="32493" x="2924175" y="5486400"/>
          <p14:tracePt t="32510" x="2816225" y="5508625"/>
          <p14:tracePt t="32527" x="2706688" y="5514975"/>
          <p14:tracePt t="32543" x="2633663" y="5514975"/>
          <p14:tracePt t="32560" x="2576513" y="5514975"/>
          <p14:tracePt t="32576" x="2547938" y="5514975"/>
          <p14:tracePt t="32617" x="2540000" y="5514975"/>
          <p14:tracePt t="32634" x="2532063" y="5514975"/>
          <p14:tracePt t="32754" x="2517775" y="5514975"/>
          <p14:tracePt t="33130" x="2511425" y="5514975"/>
          <p14:tracePt t="33137" x="2503488" y="5514975"/>
          <p14:tracePt t="33186" x="2497138" y="5514975"/>
          <p14:tracePt t="33193" x="2497138" y="5500688"/>
          <p14:tracePt t="33201" x="2497138" y="5472113"/>
          <p14:tracePt t="33210" x="2481263" y="5427663"/>
          <p14:tracePt t="33227" x="2446338" y="5297488"/>
          <p14:tracePt t="33243" x="2424113" y="5145088"/>
          <p14:tracePt t="33260" x="2365375" y="4986338"/>
          <p14:tracePt t="33277" x="2293938" y="4811713"/>
          <p14:tracePt t="33293" x="2192338" y="4665663"/>
          <p14:tracePt t="33310" x="2074863" y="4521200"/>
          <p14:tracePt t="33327" x="2003425" y="4397375"/>
          <p14:tracePt t="33344" x="1871663" y="4208463"/>
          <p14:tracePt t="33360" x="1828800" y="4092575"/>
          <p14:tracePt t="33377" x="1770063" y="3954463"/>
          <p14:tracePt t="33393" x="1676400" y="3802063"/>
          <p14:tracePt t="33410" x="1582738" y="3671888"/>
          <p14:tracePt t="33427" x="1495425" y="3563938"/>
          <p14:tracePt t="33444" x="1414463" y="3482975"/>
          <p14:tracePt t="33460" x="1371600" y="3425825"/>
          <p14:tracePt t="33477" x="1335088" y="3389313"/>
          <p14:tracePt t="33494" x="1298575" y="3352800"/>
          <p14:tracePt t="33510" x="1277938" y="3316288"/>
          <p14:tracePt t="33527" x="1241425" y="3279775"/>
          <p14:tracePt t="33544" x="1204913" y="3251200"/>
          <p14:tracePt t="33560" x="1160463" y="3222625"/>
          <p14:tracePt t="33577" x="1146175" y="3208338"/>
          <p14:tracePt t="33593" x="1131888" y="3208338"/>
          <p14:tracePt t="33627" x="1109663" y="3208338"/>
          <p14:tracePt t="33660" x="1103313" y="3208338"/>
          <p14:tracePt t="33714" x="1095375" y="3208338"/>
          <p14:tracePt t="33738" x="1089025" y="3208338"/>
          <p14:tracePt t="33762" x="1081088" y="3208338"/>
          <p14:tracePt t="33850" x="1074738" y="3214688"/>
          <p14:tracePt t="33857" x="1074738" y="3222625"/>
          <p14:tracePt t="33865" x="1074738" y="3228975"/>
          <p14:tracePt t="33877" x="1074738" y="3236913"/>
          <p14:tracePt t="33893" x="1074738" y="3251200"/>
          <p14:tracePt t="33910" x="1074738" y="3265488"/>
          <p14:tracePt t="33927" x="1074738" y="3279775"/>
          <p14:tracePt t="33944" x="1074738" y="3302000"/>
          <p14:tracePt t="33960" x="1074738" y="3316288"/>
          <p14:tracePt t="33977" x="1074738" y="3324225"/>
          <p14:tracePt t="34042" x="1074738" y="3330575"/>
          <p14:tracePt t="34058" x="1074738" y="3338513"/>
          <p14:tracePt t="34073" x="1074738" y="3344863"/>
          <p14:tracePt t="34718" x="1089025" y="3344863"/>
          <p14:tracePt t="34729" x="1109663" y="3352800"/>
          <p14:tracePt t="34744" x="1139825" y="3352800"/>
          <p14:tracePt t="34761" x="1160463" y="3352800"/>
          <p14:tracePt t="34777" x="1190625" y="3360738"/>
          <p14:tracePt t="34794" x="1219200" y="3360738"/>
          <p14:tracePt t="34811" x="1247775" y="3360738"/>
          <p14:tracePt t="34828" x="1284288" y="3360738"/>
          <p14:tracePt t="34844" x="1328738" y="3360738"/>
          <p14:tracePt t="34861" x="1371600" y="3360738"/>
          <p14:tracePt t="34877" x="1414463" y="3360738"/>
          <p14:tracePt t="34894" x="1458913" y="3360738"/>
          <p14:tracePt t="34913" x="1509713" y="3360738"/>
          <p14:tracePt t="34928" x="1538288" y="3360738"/>
          <p14:tracePt t="34945" x="1582738" y="3360738"/>
          <p14:tracePt t="34961" x="1617663" y="3360738"/>
          <p14:tracePt t="34978" x="1654175" y="3360738"/>
          <p14:tracePt t="34994" x="1698625" y="3360738"/>
          <p14:tracePt t="35011" x="1727200" y="3360738"/>
          <p14:tracePt t="35028" x="1755775" y="3360738"/>
          <p14:tracePt t="35044" x="1806575" y="3360738"/>
          <p14:tracePt t="35061" x="1851025" y="3360738"/>
          <p14:tracePt t="35078" x="1893888" y="3360738"/>
          <p14:tracePt t="35094" x="1930400" y="3360738"/>
          <p14:tracePt t="35111" x="1966913" y="3360738"/>
          <p14:tracePt t="35128" x="1995488" y="3360738"/>
          <p14:tracePt t="35145" x="2003425" y="3360738"/>
          <p14:tracePt t="35161" x="2039938" y="3360738"/>
          <p14:tracePt t="35178" x="2060575" y="3360738"/>
          <p14:tracePt t="35195" x="2074863" y="3360738"/>
          <p14:tracePt t="35211" x="2090738" y="3360738"/>
          <p14:tracePt t="35228" x="2111375" y="3360738"/>
          <p14:tracePt t="35246" x="2133600" y="3360738"/>
          <p14:tracePt t="35261" x="2176463" y="3352800"/>
          <p14:tracePt t="35278" x="2206625" y="3352800"/>
          <p14:tracePt t="35294" x="2235200" y="3344863"/>
          <p14:tracePt t="35311" x="2263775" y="3338513"/>
          <p14:tracePt t="35328" x="2286000" y="3330575"/>
          <p14:tracePt t="35344" x="2314575" y="3330575"/>
          <p14:tracePt t="35361" x="2328863" y="3316288"/>
          <p14:tracePt t="35377" x="2351088" y="3316288"/>
          <p14:tracePt t="35394" x="2365375" y="3309938"/>
          <p14:tracePt t="35411" x="2387600" y="3302000"/>
          <p14:tracePt t="35428" x="2416175" y="3294063"/>
          <p14:tracePt t="35444" x="2438400" y="3287713"/>
          <p14:tracePt t="35461" x="2474913" y="3279775"/>
          <p14:tracePt t="35478" x="2525713" y="3265488"/>
          <p14:tracePt t="35495" x="2576513" y="3259138"/>
          <p14:tracePt t="35511" x="2605088" y="3259138"/>
          <p14:tracePt t="35528" x="2670175" y="3259138"/>
          <p14:tracePt t="35545" x="2706688" y="3259138"/>
          <p14:tracePt t="35561" x="2757488" y="3259138"/>
          <p14:tracePt t="35578" x="2808288" y="3259138"/>
          <p14:tracePt t="35594" x="2852738" y="3259138"/>
          <p14:tracePt t="35611" x="2895600" y="3259138"/>
          <p14:tracePt t="35627" x="2938463" y="3259138"/>
          <p14:tracePt t="35644" x="2982913" y="3259138"/>
          <p14:tracePt t="35661" x="3025775" y="3259138"/>
          <p14:tracePt t="35678" x="3055938" y="3259138"/>
          <p14:tracePt t="35694" x="3070225" y="3259138"/>
          <p14:tracePt t="35806" x="3048000" y="3259138"/>
          <p14:tracePt t="35818" x="2946400" y="3265488"/>
          <p14:tracePt t="35828" x="2887663" y="3273425"/>
          <p14:tracePt t="35844" x="2786063" y="3294063"/>
          <p14:tracePt t="35861" x="2700338" y="3309938"/>
          <p14:tracePt t="35878" x="2598738" y="3338513"/>
          <p14:tracePt t="35894" x="2489200" y="3367088"/>
          <p14:tracePt t="35912" x="2344738" y="3403600"/>
          <p14:tracePt t="35928" x="2300288" y="3417888"/>
          <p14:tracePt t="35944" x="2206625" y="3446463"/>
          <p14:tracePt t="35961" x="2155825" y="3454400"/>
          <p14:tracePt t="35978" x="2090738" y="3468688"/>
          <p14:tracePt t="35994" x="2039938" y="3476625"/>
          <p14:tracePt t="36011" x="1989138" y="3482975"/>
          <p14:tracePt t="36028" x="1922463" y="3505200"/>
          <p14:tracePt t="36044" x="1871663" y="3513138"/>
          <p14:tracePt t="36061" x="1820863" y="3519488"/>
          <p14:tracePt t="36078" x="1785938" y="3533775"/>
          <p14:tracePt t="36094" x="1741488" y="3541713"/>
          <p14:tracePt t="36111" x="1704975" y="3548063"/>
          <p14:tracePt t="36128" x="1654175" y="3570288"/>
          <p14:tracePt t="36145" x="1639888" y="3570288"/>
          <p14:tracePt t="36161" x="1617663" y="3578225"/>
          <p14:tracePt t="36178" x="1611313" y="3578225"/>
          <p14:tracePt t="36218" x="1603375" y="3578225"/>
          <p14:tracePt t="36235" x="1597025" y="3584575"/>
          <p14:tracePt t="36339" x="1603375" y="3584575"/>
          <p14:tracePt t="36347" x="1611313" y="3584575"/>
          <p14:tracePt t="36361" x="1654175" y="3584575"/>
          <p14:tracePt t="36378" x="1719263" y="3578225"/>
          <p14:tracePt t="36395" x="1778000" y="3570288"/>
          <p14:tracePt t="36411" x="1820863" y="3570288"/>
          <p14:tracePt t="36428" x="1865313" y="3563938"/>
          <p14:tracePt t="36445" x="1901825" y="3563938"/>
          <p14:tracePt t="36461" x="1930400" y="3563938"/>
          <p14:tracePt t="36478" x="1981200" y="3556000"/>
          <p14:tracePt t="36494" x="2039938" y="3548063"/>
          <p14:tracePt t="36511" x="2090738" y="3541713"/>
          <p14:tracePt t="36528" x="2119313" y="3541713"/>
          <p14:tracePt t="36603" x="2125663" y="3541713"/>
          <p14:tracePt t="36642" x="2125663" y="3533775"/>
          <p14:tracePt t="36658" x="2141538" y="3519488"/>
          <p14:tracePt t="36666" x="2147888" y="3505200"/>
          <p14:tracePt t="36678" x="2155825" y="3476625"/>
          <p14:tracePt t="36695" x="2170113" y="3446463"/>
          <p14:tracePt t="36712" x="2198688" y="3389313"/>
          <p14:tracePt t="36728" x="2235200" y="3352800"/>
          <p14:tracePt t="36745" x="2257425" y="3330575"/>
          <p14:tracePt t="36761" x="2286000" y="3309938"/>
          <p14:tracePt t="36778" x="2308225" y="3294063"/>
          <p14:tracePt t="36795" x="2322513" y="3287713"/>
          <p14:tracePt t="36811" x="2344738" y="3273425"/>
          <p14:tracePt t="36828" x="2359025" y="3265488"/>
          <p14:tracePt t="36845" x="2387600" y="3243263"/>
          <p14:tracePt t="36861" x="2401888" y="3243263"/>
          <p14:tracePt t="36878" x="2446338" y="3236913"/>
          <p14:tracePt t="36895" x="2481263" y="3228975"/>
          <p14:tracePt t="36912" x="2517775" y="3228975"/>
          <p14:tracePt t="36928" x="2547938" y="3228975"/>
          <p14:tracePt t="36945" x="2554288" y="3228975"/>
          <p14:tracePt t="36961" x="2568575" y="3228975"/>
          <p14:tracePt t="36978" x="2576513" y="3228975"/>
          <p14:tracePt t="36995" x="2590800" y="3228975"/>
          <p14:tracePt t="37011" x="2598738" y="3236913"/>
          <p14:tracePt t="37028" x="2613025" y="3243263"/>
          <p14:tracePt t="37045" x="2627313" y="3265488"/>
          <p14:tracePt t="37061" x="2649538" y="3294063"/>
          <p14:tracePt t="37078" x="2678113" y="3330575"/>
          <p14:tracePt t="37095" x="2706688" y="3360738"/>
          <p14:tracePt t="37112" x="2714625" y="3381375"/>
          <p14:tracePt t="37128" x="2720975" y="3389313"/>
          <p14:tracePt t="37145" x="2720975" y="3395663"/>
          <p14:tracePt t="37162" x="2720975" y="3411538"/>
          <p14:tracePt t="37178" x="2720975" y="3425825"/>
          <p14:tracePt t="37195" x="2720975" y="3440113"/>
          <p14:tracePt t="37212" x="2720975" y="3462338"/>
          <p14:tracePt t="37228" x="2714625" y="3482975"/>
          <p14:tracePt t="37245" x="2706688" y="3497263"/>
          <p14:tracePt t="37262" x="2678113" y="3527425"/>
          <p14:tracePt t="37278" x="2670175" y="3533775"/>
          <p14:tracePt t="37295" x="2655888" y="3556000"/>
          <p14:tracePt t="37312" x="2649538" y="3563938"/>
          <p14:tracePt t="37329" x="2633663" y="3563938"/>
          <p14:tracePt t="37345" x="2605088" y="3570288"/>
          <p14:tracePt t="37361" x="2590800" y="3584575"/>
          <p14:tracePt t="37378" x="2576513" y="3584575"/>
          <p14:tracePt t="37395" x="2540000" y="3592513"/>
          <p14:tracePt t="37412" x="2532063" y="3592513"/>
          <p14:tracePt t="37428" x="2489200" y="3592513"/>
          <p14:tracePt t="37445" x="2466975" y="3592513"/>
          <p14:tracePt t="37461" x="2452688" y="3592513"/>
          <p14:tracePt t="37478" x="2438400" y="3592513"/>
          <p14:tracePt t="37495" x="2424113" y="3592513"/>
          <p14:tracePt t="37512" x="2409825" y="3592513"/>
          <p14:tracePt t="37528" x="2395538" y="3592513"/>
          <p14:tracePt t="37545" x="2373313" y="3578225"/>
          <p14:tracePt t="37561" x="2365375" y="3578225"/>
          <p14:tracePt t="37578" x="2351088" y="3570288"/>
          <p14:tracePt t="37595" x="2344738" y="3556000"/>
          <p14:tracePt t="37611" x="2344738" y="3541713"/>
          <p14:tracePt t="37628" x="2336800" y="3519488"/>
          <p14:tracePt t="37645" x="2328863" y="3497263"/>
          <p14:tracePt t="37661" x="2328863" y="3482975"/>
          <p14:tracePt t="37678" x="2328863" y="3462338"/>
          <p14:tracePt t="37695" x="2328863" y="3446463"/>
          <p14:tracePt t="37712" x="2351088" y="3403600"/>
          <p14:tracePt t="37729" x="2379663" y="3389313"/>
          <p14:tracePt t="37745" x="2401888" y="3381375"/>
          <p14:tracePt t="37761" x="2430463" y="3367088"/>
          <p14:tracePt t="37778" x="2452688" y="3367088"/>
          <p14:tracePt t="37795" x="2474913" y="3367088"/>
          <p14:tracePt t="37812" x="2489200" y="3367088"/>
          <p14:tracePt t="37828" x="2503488" y="3367088"/>
          <p14:tracePt t="37845" x="2517775" y="3367088"/>
          <p14:tracePt t="37862" x="2525713" y="3375025"/>
          <p14:tracePt t="37878" x="2532063" y="3375025"/>
          <p14:tracePt t="37895" x="2540000" y="3389313"/>
          <p14:tracePt t="37912" x="2547938" y="3425825"/>
          <p14:tracePt t="37928" x="2547938" y="3462338"/>
          <p14:tracePt t="37945" x="2547938" y="3482975"/>
          <p14:tracePt t="37961" x="2547938" y="3513138"/>
          <p14:tracePt t="37978" x="2511425" y="3541713"/>
          <p14:tracePt t="37995" x="2481263" y="3556000"/>
          <p14:tracePt t="38012" x="2460625" y="3570288"/>
          <p14:tracePt t="38028" x="2446338" y="3578225"/>
          <p14:tracePt t="38045" x="2438400" y="3578225"/>
          <p14:tracePt t="38337" x="2416175" y="3578225"/>
          <p14:tracePt t="38345" x="2379663" y="3592513"/>
          <p14:tracePt t="38353" x="2344738" y="3598863"/>
          <p14:tracePt t="38361" x="2300288" y="3614738"/>
          <p14:tracePt t="38378" x="2184400" y="3671888"/>
          <p14:tracePt t="38395" x="2046288" y="3722688"/>
          <p14:tracePt t="38412" x="1871663" y="3787775"/>
          <p14:tracePt t="38428" x="1755775" y="3810000"/>
          <p14:tracePt t="38445" x="1668463" y="3838575"/>
          <p14:tracePt t="38462" x="1639888" y="3838575"/>
          <p14:tracePt t="38478" x="1617663" y="3838575"/>
          <p14:tracePt t="38495" x="1611313" y="3838575"/>
          <p14:tracePt t="38512" x="1597025" y="3838575"/>
          <p14:tracePt t="38528" x="1589088" y="3832225"/>
          <p14:tracePt t="38545" x="1566863" y="3832225"/>
          <p14:tracePt t="38562" x="1552575" y="3817938"/>
          <p14:tracePt t="38578" x="1538288" y="3810000"/>
          <p14:tracePt t="38595" x="1509713" y="3810000"/>
          <p14:tracePt t="38612" x="1458913" y="3810000"/>
          <p14:tracePt t="38628" x="1400175" y="3810000"/>
          <p14:tracePt t="38645" x="1343025" y="3817938"/>
          <p14:tracePt t="38662" x="1320800" y="3817938"/>
          <p14:tracePt t="38678" x="1306513" y="3824288"/>
          <p14:tracePt t="38722" x="1298575" y="3824288"/>
          <p14:tracePt t="38754" x="1284288" y="3832225"/>
          <p14:tracePt t="38883" x="1298575" y="3832225"/>
          <p14:tracePt t="38892" x="1306513" y="3832225"/>
          <p14:tracePt t="38901" x="1312863" y="3832225"/>
          <p14:tracePt t="38912" x="1343025" y="3832225"/>
          <p14:tracePt t="38929" x="1371600" y="3832225"/>
          <p14:tracePt t="38945" x="1408113" y="3832225"/>
          <p14:tracePt t="38962" x="1450975" y="3832225"/>
          <p14:tracePt t="38978" x="1501775" y="3832225"/>
          <p14:tracePt t="38995" x="1538288" y="3832225"/>
          <p14:tracePt t="39012" x="1597025" y="3824288"/>
          <p14:tracePt t="39029" x="1633538" y="3824288"/>
          <p14:tracePt t="39045" x="1690688" y="3810000"/>
          <p14:tracePt t="39062" x="1749425" y="3802063"/>
          <p14:tracePt t="39078" x="1820863" y="3802063"/>
          <p14:tracePt t="39096" x="1916113" y="3795713"/>
          <p14:tracePt t="39112" x="1952625" y="3795713"/>
          <p14:tracePt t="39129" x="1973263" y="3795713"/>
          <p14:tracePt t="39145" x="2009775" y="3781425"/>
          <p14:tracePt t="39162" x="2060575" y="3781425"/>
          <p14:tracePt t="39178" x="2119313" y="3773488"/>
          <p14:tracePt t="39195" x="2192338" y="3767138"/>
          <p14:tracePt t="39212" x="2278063" y="3751263"/>
          <p14:tracePt t="39229" x="2322513" y="3744913"/>
          <p14:tracePt t="39245" x="2351088" y="3744913"/>
          <p14:tracePt t="39262" x="2379663" y="3736975"/>
          <p14:tracePt t="39279" x="2409825" y="3736975"/>
          <p14:tracePt t="39295" x="2424113" y="3736975"/>
          <p14:tracePt t="39312" x="2481263" y="3736975"/>
          <p14:tracePt t="39329" x="2517775" y="3736975"/>
          <p14:tracePt t="39345" x="2554288" y="3736975"/>
          <p14:tracePt t="39362" x="2590800" y="3736975"/>
          <p14:tracePt t="39379" x="2613025" y="3736975"/>
          <p14:tracePt t="39395" x="2649538" y="3736975"/>
          <p14:tracePt t="39412" x="2678113" y="3736975"/>
          <p14:tracePt t="39429" x="2720975" y="3736975"/>
          <p14:tracePt t="39445" x="2765425" y="3736975"/>
          <p14:tracePt t="39462" x="2808288" y="3736975"/>
          <p14:tracePt t="39479" x="2844800" y="3736975"/>
          <p14:tracePt t="39495" x="2881313" y="3736975"/>
          <p14:tracePt t="39512" x="2954338" y="3736975"/>
          <p14:tracePt t="39528" x="3040063" y="3736975"/>
          <p14:tracePt t="39545" x="3141663" y="3736975"/>
          <p14:tracePt t="39562" x="3222625" y="3736975"/>
          <p14:tracePt t="39579" x="3279775" y="3736975"/>
          <p14:tracePt t="39595" x="3309938" y="3736975"/>
          <p14:tracePt t="39612" x="3330575" y="3736975"/>
          <p14:tracePt t="39629" x="3344863" y="3736975"/>
          <p14:tracePt t="39632" x="3352800" y="3736975"/>
          <p14:tracePt t="39662" x="3389313" y="3736975"/>
          <p14:tracePt t="39679" x="3395663" y="3736975"/>
          <p14:tracePt t="39696" x="3417888" y="3744913"/>
          <p14:tracePt t="39712" x="3417888" y="3751263"/>
          <p14:tracePt t="39745" x="3425825" y="3759200"/>
          <p14:tracePt t="39762" x="3425825" y="3767138"/>
          <p14:tracePt t="39779" x="3425825" y="3781425"/>
          <p14:tracePt t="39812" x="3440113" y="3787775"/>
          <p14:tracePt t="39829" x="3440113" y="3810000"/>
          <p14:tracePt t="39845" x="3432175" y="3810000"/>
          <p14:tracePt t="39865" x="3432175" y="3817938"/>
          <p14:tracePt t="40042" x="3425825" y="3817938"/>
          <p14:tracePt t="40097" x="3417888" y="3817938"/>
          <p14:tracePt t="40105" x="3403600" y="3817938"/>
          <p14:tracePt t="40113" x="3395663" y="3817938"/>
          <p14:tracePt t="40129" x="3367088" y="3824288"/>
          <p14:tracePt t="40146" x="3316288" y="3838575"/>
          <p14:tracePt t="40162" x="3222625" y="3868738"/>
          <p14:tracePt t="40179" x="3090863" y="3903663"/>
          <p14:tracePt t="40196" x="2932113" y="3948113"/>
          <p14:tracePt t="40212" x="2808288" y="3984625"/>
          <p14:tracePt t="40229" x="2706688" y="3998913"/>
          <p14:tracePt t="40245" x="2619375" y="4005263"/>
          <p14:tracePt t="40262" x="2532063" y="4027488"/>
          <p14:tracePt t="40279" x="2438400" y="4035425"/>
          <p14:tracePt t="40296" x="2308225" y="4056063"/>
          <p14:tracePt t="40312" x="2212975" y="4071938"/>
          <p14:tracePt t="40329" x="2125663" y="4078288"/>
          <p14:tracePt t="40346" x="2054225" y="4100513"/>
          <p14:tracePt t="40362" x="1958975" y="4100513"/>
          <p14:tracePt t="40379" x="1887538" y="4100513"/>
          <p14:tracePt t="40396" x="1785938" y="4100513"/>
          <p14:tracePt t="40412" x="1704975" y="4100513"/>
          <p14:tracePt t="40429" x="1654175" y="4100513"/>
          <p14:tracePt t="40446" x="1611313" y="4100513"/>
          <p14:tracePt t="40462" x="1582738" y="4100513"/>
          <p14:tracePt t="40479" x="1546225" y="4106863"/>
          <p14:tracePt t="40496" x="1495425" y="4122738"/>
          <p14:tracePt t="40512" x="1465263" y="4122738"/>
          <p14:tracePt t="40529" x="1436688" y="4122738"/>
          <p14:tracePt t="40546" x="1422400" y="4129088"/>
          <p14:tracePt t="40585" x="1414463" y="4129088"/>
          <p14:tracePt t="40609" x="1408113" y="4129088"/>
          <p14:tracePt t="40617" x="1400175" y="4129088"/>
          <p14:tracePt t="41018" x="1408113" y="4129088"/>
          <p14:tracePt t="41025" x="1430338" y="4129088"/>
          <p14:tracePt t="41033" x="1444625" y="4129088"/>
          <p14:tracePt t="41046" x="1458913" y="4129088"/>
          <p14:tracePt t="41062" x="1481138" y="4129088"/>
          <p14:tracePt t="41079" x="1495425" y="4137025"/>
          <p14:tracePt t="41096" x="1509713" y="4173538"/>
          <p14:tracePt t="41112" x="1524000" y="4194175"/>
          <p14:tracePt t="41129" x="1524000" y="4224338"/>
          <p14:tracePt t="41146" x="1524000" y="4259263"/>
          <p14:tracePt t="41163" x="1501775" y="4303713"/>
          <p14:tracePt t="41179" x="1458913" y="4346575"/>
          <p14:tracePt t="41196" x="1400175" y="4391025"/>
          <p14:tracePt t="41212" x="1363663" y="4411663"/>
          <p14:tracePt t="41229" x="1306513" y="4427538"/>
          <p14:tracePt t="41246" x="1233488" y="4441825"/>
          <p14:tracePt t="41262" x="1176338" y="4448175"/>
          <p14:tracePt t="41279" x="1125538" y="4462463"/>
          <p14:tracePt t="41296" x="1066800" y="4470400"/>
          <p14:tracePt t="41312" x="1023938" y="4478338"/>
          <p14:tracePt t="41329" x="1001713" y="4492625"/>
          <p14:tracePt t="41346" x="987425" y="4492625"/>
          <p14:tracePt t="41466" x="987425" y="4484688"/>
          <p14:tracePt t="41489" x="993775" y="4484688"/>
          <p14:tracePt t="41497" x="1008063" y="4470400"/>
          <p14:tracePt t="41506" x="1016000" y="4470400"/>
          <p14:tracePt t="41513" x="1030288" y="4470400"/>
          <p14:tracePt t="41529" x="1074738" y="4456113"/>
          <p14:tracePt t="41546" x="1139825" y="4441825"/>
          <p14:tracePt t="41563" x="1227138" y="4433888"/>
          <p14:tracePt t="41579" x="1306513" y="4427538"/>
          <p14:tracePt t="41596" x="1385888" y="4419600"/>
          <p14:tracePt t="41613" x="1422400" y="4411663"/>
          <p14:tracePt t="41629" x="1436688" y="4411663"/>
          <p14:tracePt t="41632" x="1444625" y="4411663"/>
          <p14:tracePt t="41649" x="1450975" y="4411663"/>
          <p14:tracePt t="41663" x="1465263" y="4411663"/>
          <p14:tracePt t="41680" x="1487488" y="4411663"/>
          <p14:tracePt t="41696" x="1509713" y="4411663"/>
          <p14:tracePt t="41713" x="1538288" y="4411663"/>
          <p14:tracePt t="41729" x="1566863" y="4433888"/>
          <p14:tracePt t="41746" x="1589088" y="4441825"/>
          <p14:tracePt t="41763" x="1597025" y="4456113"/>
          <p14:tracePt t="41779" x="1611313" y="4462463"/>
          <p14:tracePt t="41796" x="1617663" y="4462463"/>
          <p14:tracePt t="41830" x="1633538" y="4462463"/>
          <p14:tracePt t="41846" x="1639888" y="4462463"/>
          <p14:tracePt t="41863" x="1676400" y="4462463"/>
          <p14:tracePt t="41880" x="1735138" y="4462463"/>
          <p14:tracePt t="41896" x="1785938" y="4462463"/>
          <p14:tracePt t="41913" x="1828800" y="4462463"/>
          <p14:tracePt t="41929" x="1871663" y="4456113"/>
          <p14:tracePt t="41946" x="1901825" y="4456113"/>
          <p14:tracePt t="41963" x="1930400" y="4456113"/>
          <p14:tracePt t="41979" x="1958975" y="4456113"/>
          <p14:tracePt t="41996" x="1989138" y="4456113"/>
          <p14:tracePt t="42013" x="2032000" y="4456113"/>
          <p14:tracePt t="42029" x="2090738" y="4456113"/>
          <p14:tracePt t="42046" x="2162175" y="4456113"/>
          <p14:tracePt t="42063" x="2227263" y="4456113"/>
          <p14:tracePt t="42080" x="2314575" y="4456113"/>
          <p14:tracePt t="42096" x="2359025" y="4456113"/>
          <p14:tracePt t="42113" x="2387600" y="4456113"/>
          <p14:tracePt t="42131" x="2395538" y="4456113"/>
          <p14:tracePt t="42146" x="2416175" y="4456113"/>
          <p14:tracePt t="42179" x="2438400" y="4456113"/>
          <p14:tracePt t="42196" x="2452688" y="4462463"/>
          <p14:tracePt t="42213" x="2481263" y="4478338"/>
          <p14:tracePt t="42229" x="2489200" y="4484688"/>
          <p14:tracePt t="42263" x="2497138" y="4484688"/>
          <p14:tracePt t="42280" x="2503488" y="4492625"/>
          <p14:tracePt t="42296" x="2503488" y="4506913"/>
          <p14:tracePt t="43026" x="2503488" y="4513263"/>
          <p14:tracePt t="43041" x="2497138" y="4529138"/>
          <p14:tracePt t="43049" x="2466975" y="4535488"/>
          <p14:tracePt t="43057" x="2438400" y="4543425"/>
          <p14:tracePt t="43065" x="2401888" y="4549775"/>
          <p14:tracePt t="43080" x="2328863" y="4564063"/>
          <p14:tracePt t="43096" x="2249488" y="4579938"/>
          <p14:tracePt t="43113" x="2184400" y="4586288"/>
          <p14:tracePt t="43130" x="2111375" y="4600575"/>
          <p14:tracePt t="43147" x="2017713" y="4608513"/>
          <p14:tracePt t="43163" x="1922463" y="4614863"/>
          <p14:tracePt t="43180" x="1871663" y="4630738"/>
          <p14:tracePt t="43196" x="1828800" y="4630738"/>
          <p14:tracePt t="43213" x="1806575" y="4637088"/>
          <p14:tracePt t="43230" x="1770063" y="4645025"/>
          <p14:tracePt t="43247" x="1735138" y="4645025"/>
          <p14:tracePt t="43263" x="1690688" y="4645025"/>
          <p14:tracePt t="43280" x="1668463" y="4645025"/>
          <p14:tracePt t="43297" x="1647825" y="4651375"/>
          <p14:tracePt t="43313" x="1633538" y="4651375"/>
          <p14:tracePt t="43330" x="1597025" y="4659313"/>
          <p14:tracePt t="43346" x="1574800" y="4659313"/>
          <p14:tracePt t="43363" x="1552575" y="4665663"/>
          <p14:tracePt t="43585" x="1560513" y="4665663"/>
          <p14:tracePt t="43593" x="1589088" y="4665663"/>
          <p14:tracePt t="43601" x="1617663" y="4665663"/>
          <p14:tracePt t="43613" x="1654175" y="4665663"/>
          <p14:tracePt t="43630" x="1749425" y="4681538"/>
          <p14:tracePt t="43647" x="1865313" y="4681538"/>
          <p14:tracePt t="43663" x="1944688" y="4702175"/>
          <p14:tracePt t="43680" x="2024063" y="4710113"/>
          <p14:tracePt t="43697" x="2060575" y="4710113"/>
          <p14:tracePt t="43713" x="2090738" y="4710113"/>
          <p14:tracePt t="43730" x="2119313" y="4710113"/>
          <p14:tracePt t="43747" x="2147888" y="4710113"/>
          <p14:tracePt t="43763" x="2192338" y="4710113"/>
          <p14:tracePt t="43780" x="2227263" y="4710113"/>
          <p14:tracePt t="43797" x="2278063" y="4710113"/>
          <p14:tracePt t="43814" x="2336800" y="4710113"/>
          <p14:tracePt t="43830" x="2387600" y="4710113"/>
          <p14:tracePt t="43847" x="2424113" y="4710113"/>
          <p14:tracePt t="43864" x="2430463" y="4710113"/>
          <p14:tracePt t="43897" x="2438400" y="4710113"/>
          <p14:tracePt t="43914" x="2446338" y="4710113"/>
          <p14:tracePt t="43930" x="2481263" y="4710113"/>
          <p14:tracePt t="43947" x="2497138" y="4702175"/>
          <p14:tracePt t="43963" x="2517775" y="4695825"/>
          <p14:tracePt t="43980" x="2554288" y="4673600"/>
          <p14:tracePt t="43997" x="2590800" y="4665663"/>
          <p14:tracePt t="44013" x="2633663" y="4651375"/>
          <p14:tracePt t="44030" x="2663825" y="4651375"/>
          <p14:tracePt t="44047" x="2700338" y="4651375"/>
          <p14:tracePt t="44064" x="2720975" y="4651375"/>
          <p14:tracePt t="44080" x="2771775" y="4651375"/>
          <p14:tracePt t="44097" x="2794000" y="4659313"/>
          <p14:tracePt t="44113" x="2830513" y="4681538"/>
          <p14:tracePt t="44130" x="2852738" y="4681538"/>
          <p14:tracePt t="44147" x="2873375" y="4695825"/>
          <p14:tracePt t="44163" x="2887663" y="4710113"/>
          <p14:tracePt t="44197" x="2895600" y="4716463"/>
          <p14:tracePt t="44281" x="2909888" y="4716463"/>
          <p14:tracePt t="44289" x="2917825" y="4716463"/>
          <p14:tracePt t="44297" x="2946400" y="4716463"/>
          <p14:tracePt t="44313" x="2997200" y="4716463"/>
          <p14:tracePt t="44330" x="3070225" y="4702175"/>
          <p14:tracePt t="44347" x="3113088" y="4687888"/>
          <p14:tracePt t="44364" x="3157538" y="4681538"/>
          <p14:tracePt t="44380" x="3192463" y="4681538"/>
          <p14:tracePt t="44397" x="3236913" y="4681538"/>
          <p14:tracePt t="44413" x="3273425" y="4681538"/>
          <p14:tracePt t="44430" x="3316288" y="4681538"/>
          <p14:tracePt t="44447" x="3360738" y="4681538"/>
          <p14:tracePt t="44464" x="3395663" y="4681538"/>
          <p14:tracePt t="44480" x="3425825" y="4681538"/>
          <p14:tracePt t="44497" x="3440113" y="4681538"/>
          <p14:tracePt t="44514" x="3454400" y="4681538"/>
          <p14:tracePt t="44530" x="3468688" y="4681538"/>
          <p14:tracePt t="44547" x="3482975" y="4681538"/>
          <p14:tracePt t="44563" x="3497263" y="4681538"/>
          <p14:tracePt t="44580" x="3505200" y="4681538"/>
          <p14:tracePt t="44597" x="3519488" y="4681538"/>
          <p14:tracePt t="44614" x="3527425" y="4681538"/>
          <p14:tracePt t="44630" x="3533775" y="4681538"/>
          <p14:tracePt t="44647" x="3541713" y="4687888"/>
          <p14:tracePt t="44665" x="3548063" y="4687888"/>
          <p14:tracePt t="44680" x="3563938" y="4687888"/>
          <p14:tracePt t="44697" x="3570288" y="4687888"/>
          <p14:tracePt t="45258" x="3578225" y="4687888"/>
          <p14:tracePt t="45265" x="3578225" y="4702175"/>
          <p14:tracePt t="45272" x="3527425" y="4724400"/>
          <p14:tracePt t="45281" x="3482975" y="4746625"/>
          <p14:tracePt t="45297" x="3287713" y="4803775"/>
          <p14:tracePt t="45314" x="3025775" y="4854575"/>
          <p14:tracePt t="45330" x="2706688" y="4905375"/>
          <p14:tracePt t="45347" x="2466975" y="4941888"/>
          <p14:tracePt t="45364" x="2322513" y="4949825"/>
          <p14:tracePt t="45381" x="2192338" y="4970463"/>
          <p14:tracePt t="45397" x="2119313" y="4992688"/>
          <p14:tracePt t="45414" x="2054225" y="5021263"/>
          <p14:tracePt t="45431" x="2017713" y="5043488"/>
          <p14:tracePt t="45447" x="1973263" y="5065713"/>
          <p14:tracePt t="45464" x="1916113" y="5094288"/>
          <p14:tracePt t="45480" x="1887538" y="5102225"/>
          <p14:tracePt t="45497" x="1820863" y="5122863"/>
          <p14:tracePt t="45514" x="1727200" y="5159375"/>
          <p14:tracePt t="45530" x="1603375" y="5203825"/>
          <p14:tracePt t="45547" x="1458913" y="5246688"/>
          <p14:tracePt t="45564" x="1320800" y="5275263"/>
          <p14:tracePt t="45581" x="1211263" y="5291138"/>
          <p14:tracePt t="45597" x="1139825" y="5305425"/>
          <p14:tracePt t="45614" x="1095375" y="5311775"/>
          <p14:tracePt t="45617" x="1074738" y="5311775"/>
          <p14:tracePt t="45630" x="1052513" y="5319713"/>
          <p14:tracePt t="45648" x="987425" y="5341938"/>
          <p14:tracePt t="45664" x="950913" y="5348288"/>
          <p14:tracePt t="45681" x="928688" y="5348288"/>
          <p14:tracePt t="45697" x="892175" y="5370513"/>
          <p14:tracePt t="45714" x="871538" y="5370513"/>
          <p14:tracePt t="45730" x="841375" y="5370513"/>
          <p14:tracePt t="45747" x="798513" y="5370513"/>
          <p14:tracePt t="45764" x="769938" y="5370513"/>
          <p14:tracePt t="45781" x="747713" y="5370513"/>
          <p14:tracePt t="45797" x="733425" y="5370513"/>
          <p14:tracePt t="45814" x="725488" y="5370513"/>
          <p14:tracePt t="45865" x="719138" y="5370513"/>
          <p14:tracePt t="45873" x="719138" y="5362575"/>
          <p14:tracePt t="45882" x="719138" y="5341938"/>
          <p14:tracePt t="45897" x="733425" y="5311775"/>
          <p14:tracePt t="45914" x="747713" y="5275263"/>
          <p14:tracePt t="45931" x="762000" y="5260975"/>
          <p14:tracePt t="45947" x="776288" y="5254625"/>
          <p14:tracePt t="45964" x="812800" y="5254625"/>
          <p14:tracePt t="45981" x="863600" y="5240338"/>
          <p14:tracePt t="45997" x="936625" y="5232400"/>
          <p14:tracePt t="46014" x="1023938" y="5224463"/>
          <p14:tracePt t="46031" x="1117600" y="5224463"/>
          <p14:tracePt t="46048" x="1241425" y="5224463"/>
          <p14:tracePt t="46064" x="1284288" y="5240338"/>
          <p14:tracePt t="46081" x="1298575" y="5246688"/>
          <p14:tracePt t="46099" x="1306513" y="5246688"/>
          <p14:tracePt t="46114" x="1312863" y="5246688"/>
          <p14:tracePt t="46185" x="1320800" y="5246688"/>
          <p14:tracePt t="46193" x="1335088" y="5246688"/>
          <p14:tracePt t="46201" x="1343025" y="5246688"/>
          <p14:tracePt t="46214" x="1363663" y="5246688"/>
          <p14:tracePt t="46231" x="1430338" y="5240338"/>
          <p14:tracePt t="46248" x="1538288" y="5189538"/>
          <p14:tracePt t="46264" x="1639888" y="5159375"/>
          <p14:tracePt t="46281" x="1727200" y="5130800"/>
          <p14:tracePt t="46297" x="1820863" y="5108575"/>
          <p14:tracePt t="46314" x="1901825" y="5087938"/>
          <p14:tracePt t="46331" x="1995488" y="5072063"/>
          <p14:tracePt t="46347" x="2082800" y="5057775"/>
          <p14:tracePt t="46364" x="2147888" y="5057775"/>
          <p14:tracePt t="46382" x="2220913" y="5051425"/>
          <p14:tracePt t="46397" x="2271713" y="5043488"/>
          <p14:tracePt t="46414" x="2328863" y="5029200"/>
          <p14:tracePt t="46431" x="2395538" y="5029200"/>
          <p14:tracePt t="46448" x="2481263" y="5021263"/>
          <p14:tracePt t="46464" x="2540000" y="5014913"/>
          <p14:tracePt t="46481" x="2576513" y="5006975"/>
          <p14:tracePt t="46497" x="2605088" y="5006975"/>
          <p14:tracePt t="46514" x="2641600" y="5006975"/>
          <p14:tracePt t="46531" x="2670175" y="5006975"/>
          <p14:tracePt t="46547" x="2714625" y="5006975"/>
          <p14:tracePt t="46564" x="2765425" y="5006975"/>
          <p14:tracePt t="46581" x="2822575" y="5006975"/>
          <p14:tracePt t="46598" x="2873375" y="5006975"/>
          <p14:tracePt t="46614" x="2932113" y="5006975"/>
          <p14:tracePt t="46617" x="2954338" y="5006975"/>
          <p14:tracePt t="46631" x="2982913" y="5006975"/>
          <p14:tracePt t="46648" x="3055938" y="5006975"/>
          <p14:tracePt t="46664" x="3106738" y="5006975"/>
          <p14:tracePt t="46681" x="3149600" y="5006975"/>
          <p14:tracePt t="46698" x="3192463" y="5006975"/>
          <p14:tracePt t="46714" x="3236913" y="5006975"/>
          <p14:tracePt t="46731" x="3287713" y="5021263"/>
          <p14:tracePt t="46748" x="3324225" y="5029200"/>
          <p14:tracePt t="46764" x="3360738" y="5029200"/>
          <p14:tracePt t="46781" x="3389313" y="5029200"/>
          <p14:tracePt t="46798" x="3411538" y="5037138"/>
          <p14:tracePt t="46814" x="3440113" y="5037138"/>
          <p14:tracePt t="46831" x="3462338" y="5043488"/>
          <p14:tracePt t="46848" x="3482975" y="5051425"/>
          <p14:tracePt t="46864" x="3527425" y="5065713"/>
          <p14:tracePt t="46881" x="3548063" y="5072063"/>
          <p14:tracePt t="46898" x="3578225" y="5072063"/>
          <p14:tracePt t="46914" x="3614738" y="5080000"/>
          <p14:tracePt t="46931" x="3635375" y="5080000"/>
          <p14:tracePt t="46948" x="3671888" y="5080000"/>
          <p14:tracePt t="46964" x="3694113" y="5087938"/>
          <p14:tracePt t="46981" x="3722688" y="5102225"/>
          <p14:tracePt t="46998" x="3744913" y="5102225"/>
          <p14:tracePt t="47014" x="3767138" y="5108575"/>
          <p14:tracePt t="47031" x="3781425" y="5108575"/>
          <p14:tracePt t="47048" x="3810000" y="5122863"/>
          <p14:tracePt t="47064" x="3832225" y="5138738"/>
          <p14:tracePt t="47081" x="3846513" y="5153025"/>
          <p14:tracePt t="47098" x="3852863" y="5153025"/>
          <p14:tracePt t="47114" x="3860800" y="5181600"/>
          <p14:tracePt t="47132" x="3860800" y="5203825"/>
          <p14:tracePt t="47148" x="3860800" y="5224463"/>
          <p14:tracePt t="47164" x="3860800" y="5240338"/>
          <p14:tracePt t="47181" x="3860800" y="5268913"/>
          <p14:tracePt t="47198" x="3838575" y="5297488"/>
          <p14:tracePt t="47214" x="3817938" y="5305425"/>
          <p14:tracePt t="47231" x="3787775" y="5326063"/>
          <p14:tracePt t="47248" x="3730625" y="5348288"/>
          <p14:tracePt t="47264" x="3700463" y="5362575"/>
          <p14:tracePt t="47281" x="3665538" y="5370513"/>
          <p14:tracePt t="47298" x="3649663" y="5370513"/>
          <p14:tracePt t="47314" x="3629025" y="5370513"/>
          <p14:tracePt t="47331" x="3592513" y="5376863"/>
          <p14:tracePt t="47348" x="3548063" y="5384800"/>
          <p14:tracePt t="47365" x="3513138" y="5384800"/>
          <p14:tracePt t="47381" x="3468688" y="5384800"/>
          <p14:tracePt t="47398" x="3432175" y="5384800"/>
          <p14:tracePt t="47414" x="3389313" y="5384800"/>
          <p14:tracePt t="47431" x="3344863" y="5384800"/>
          <p14:tracePt t="47448" x="3279775" y="5384800"/>
          <p14:tracePt t="47464" x="3243263" y="5384800"/>
          <p14:tracePt t="47481" x="3228975" y="5384800"/>
          <p14:tracePt t="47498" x="3214688" y="5384800"/>
          <p14:tracePt t="47515" x="3208338" y="5384800"/>
          <p14:tracePt t="47532" x="3192463" y="5384800"/>
          <p14:tracePt t="47548" x="3186113" y="5384800"/>
          <p14:tracePt t="47565" x="3178175" y="5384800"/>
          <p14:tracePt t="47582" x="3171825" y="5376863"/>
          <p14:tracePt t="47623" x="3163888" y="5376863"/>
          <p14:tracePt t="47634" x="3163888" y="5370513"/>
          <p14:tracePt t="47648" x="3149600" y="5370513"/>
          <p14:tracePt t="47665" x="3127375" y="5356225"/>
          <p14:tracePt t="47682" x="3121025" y="5356225"/>
          <p14:tracePt t="47698" x="3106738" y="5356225"/>
          <p14:tracePt t="47715" x="3084513" y="5348288"/>
          <p14:tracePt t="47732" x="3076575" y="5348288"/>
          <p14:tracePt t="47748" x="3048000" y="5341938"/>
          <p14:tracePt t="47765" x="3025775" y="5326063"/>
          <p14:tracePt t="47782" x="3005138" y="5326063"/>
          <p14:tracePt t="47799" x="2989263" y="5326063"/>
          <p14:tracePt t="47815" x="2982913" y="5326063"/>
          <p14:tracePt t="47833" x="2968625" y="5319713"/>
          <p14:tracePt t="47865" x="2968625" y="5311775"/>
          <p14:tracePt t="47883" x="2960688" y="5291138"/>
          <p14:tracePt t="47898" x="2960688" y="5260975"/>
          <p14:tracePt t="47915" x="2960688" y="5224463"/>
          <p14:tracePt t="47932" x="2960688" y="5181600"/>
          <p14:tracePt t="47948" x="2960688" y="5145088"/>
          <p14:tracePt t="47965" x="2960688" y="5116513"/>
          <p14:tracePt t="47982" x="2960688" y="5094288"/>
          <p14:tracePt t="47998" x="2968625" y="5080000"/>
          <p14:tracePt t="48015" x="2982913" y="5065713"/>
          <p14:tracePt t="48032" x="2997200" y="5051425"/>
          <p14:tracePt t="48048" x="3019425" y="5029200"/>
          <p14:tracePt t="48065" x="3025775" y="5021263"/>
          <p14:tracePt t="48082" x="3048000" y="5006975"/>
          <p14:tracePt t="48100" x="3055938" y="5000625"/>
          <p14:tracePt t="48115" x="3076575" y="5000625"/>
          <p14:tracePt t="48122" x="3084513" y="4992688"/>
          <p14:tracePt t="48134" x="3106738" y="4986338"/>
          <p14:tracePt t="48149" x="3121025" y="4986338"/>
          <p14:tracePt t="48165" x="3141663" y="4978400"/>
          <p14:tracePt t="48182" x="3178175" y="4970463"/>
          <p14:tracePt t="48198" x="3208338" y="4970463"/>
          <p14:tracePt t="48216" x="3251200" y="4956175"/>
          <p14:tracePt t="48232" x="3273425" y="4956175"/>
          <p14:tracePt t="48248" x="3344863" y="4956175"/>
          <p14:tracePt t="48265" x="3381375" y="4956175"/>
          <p14:tracePt t="48282" x="3417888" y="4956175"/>
          <p14:tracePt t="48299" x="3446463" y="4956175"/>
          <p14:tracePt t="48315" x="3476625" y="4964113"/>
          <p14:tracePt t="48332" x="3513138" y="4978400"/>
          <p14:tracePt t="48348" x="3563938" y="4986338"/>
          <p14:tracePt t="48365" x="3584575" y="4992688"/>
          <p14:tracePt t="48382" x="3621088" y="5000625"/>
          <p14:tracePt t="48399" x="3629025" y="5000625"/>
          <p14:tracePt t="48415" x="3635375" y="5006975"/>
          <p14:tracePt t="48432" x="3649663" y="5006975"/>
          <p14:tracePt t="48451" x="3657600" y="5014913"/>
          <p14:tracePt t="48465" x="3671888" y="5029200"/>
          <p14:tracePt t="48482" x="3679825" y="5029200"/>
          <p14:tracePt t="48499" x="3694113" y="5037138"/>
          <p14:tracePt t="48515" x="3700463" y="5051425"/>
          <p14:tracePt t="48548" x="3708400" y="5072063"/>
          <p14:tracePt t="48565" x="3716338" y="5080000"/>
          <p14:tracePt t="48581" x="3716338" y="5094288"/>
          <p14:tracePt t="48598" x="3716338" y="5108575"/>
          <p14:tracePt t="48615" x="3716338" y="5122863"/>
          <p14:tracePt t="48618" x="3716338" y="5138738"/>
          <p14:tracePt t="48632" x="3716338" y="5145088"/>
          <p14:tracePt t="48648" x="3716338" y="5189538"/>
          <p14:tracePt t="48665" x="3708400" y="5210175"/>
          <p14:tracePt t="48681" x="3686175" y="5240338"/>
          <p14:tracePt t="48698" x="3665538" y="5254625"/>
          <p14:tracePt t="48715" x="3621088" y="5283200"/>
          <p14:tracePt t="48731" x="3578225" y="5305425"/>
          <p14:tracePt t="48748" x="3513138" y="5326063"/>
          <p14:tracePt t="48765" x="3468688" y="5334000"/>
          <p14:tracePt t="48781" x="3389313" y="5356225"/>
          <p14:tracePt t="48798" x="3316288" y="5356225"/>
          <p14:tracePt t="48815" x="3228975" y="5356225"/>
          <p14:tracePt t="48832" x="3062288" y="5356225"/>
          <p14:tracePt t="48848" x="2960688" y="5356225"/>
          <p14:tracePt t="48865" x="2859088" y="5356225"/>
          <p14:tracePt t="48881" x="2779713" y="5356225"/>
          <p14:tracePt t="48898" x="2720975" y="5348288"/>
          <p14:tracePt t="48915" x="2678113" y="5348288"/>
          <p14:tracePt t="48932" x="2633663" y="5348288"/>
          <p14:tracePt t="48948" x="2576513" y="5334000"/>
          <p14:tracePt t="48965" x="2511425" y="5326063"/>
          <p14:tracePt t="48981" x="2446338" y="5319713"/>
          <p14:tracePt t="48998" x="2365375" y="5311775"/>
          <p14:tracePt t="49015" x="2293938" y="5297488"/>
          <p14:tracePt t="49032" x="2220913" y="5297488"/>
          <p14:tracePt t="49048" x="2141538" y="5291138"/>
          <p14:tracePt t="49065" x="2097088" y="5291138"/>
          <p14:tracePt t="49082" x="2054225" y="5291138"/>
          <p14:tracePt t="49098" x="2003425" y="5291138"/>
          <p14:tracePt t="49115" x="1973263" y="5291138"/>
          <p14:tracePt t="49132" x="1938338" y="5291138"/>
          <p14:tracePt t="49148" x="1893888" y="5291138"/>
          <p14:tracePt t="49165" x="1843088" y="5291138"/>
          <p14:tracePt t="49182" x="1814513" y="5291138"/>
          <p14:tracePt t="49198" x="1785938" y="5291138"/>
          <p14:tracePt t="49215" x="1763713" y="5291138"/>
          <p14:tracePt t="49231" x="1719263" y="5291138"/>
          <p14:tracePt t="49248" x="1684338" y="5291138"/>
          <p14:tracePt t="49265" x="1654175" y="5291138"/>
          <p14:tracePt t="49282" x="1633538" y="5291138"/>
          <p14:tracePt t="49298" x="1603375" y="5291138"/>
          <p14:tracePt t="49315" x="1582738" y="5291138"/>
          <p14:tracePt t="49332" x="1560513" y="5291138"/>
          <p14:tracePt t="49348" x="1546225" y="5291138"/>
          <p14:tracePt t="49365" x="1531938" y="5291138"/>
          <p14:tracePt t="49382" x="1509713" y="5291138"/>
          <p14:tracePt t="49399" x="1487488" y="5291138"/>
          <p14:tracePt t="49415" x="1473200" y="5291138"/>
          <p14:tracePt t="49432" x="1444625" y="5291138"/>
          <p14:tracePt t="49448" x="1430338" y="5291138"/>
          <p14:tracePt t="49465" x="1422400" y="5291138"/>
          <p14:tracePt t="49482" x="1400175" y="5291138"/>
          <p14:tracePt t="49498" x="1393825" y="5291138"/>
          <p14:tracePt t="49515" x="1385888" y="5291138"/>
          <p14:tracePt t="49532" x="1379538" y="5291138"/>
          <p14:tracePt t="50321" x="1400175" y="5291138"/>
          <p14:tracePt t="50328" x="1436688" y="5283200"/>
          <p14:tracePt t="50337" x="1487488" y="5260975"/>
          <p14:tracePt t="50348" x="1560513" y="5246688"/>
          <p14:tracePt t="50365" x="1741488" y="5189538"/>
          <p14:tracePt t="50382" x="2017713" y="5159375"/>
          <p14:tracePt t="50399" x="2249488" y="5138738"/>
          <p14:tracePt t="50416" x="2409825" y="5116513"/>
          <p14:tracePt t="50432" x="2511425" y="5087938"/>
          <p14:tracePt t="50449" x="2568575" y="5065713"/>
          <p14:tracePt t="50465" x="2605088" y="5043488"/>
          <p14:tracePt t="50482" x="2655888" y="5021263"/>
          <p14:tracePt t="50499" x="2700338" y="5000625"/>
          <p14:tracePt t="50516" x="2735263" y="5000625"/>
          <p14:tracePt t="50532" x="2751138" y="4992688"/>
          <p14:tracePt t="50549" x="2771775" y="4992688"/>
          <p14:tracePt t="50566" x="2816225" y="4992688"/>
          <p14:tracePt t="50582" x="2873375" y="4986338"/>
          <p14:tracePt t="50599" x="2938463" y="4986338"/>
          <p14:tracePt t="50616" x="3033713" y="4986338"/>
          <p14:tracePt t="50633" x="3076575" y="4986338"/>
          <p14:tracePt t="50649" x="3121025" y="4986338"/>
          <p14:tracePt t="50666" x="3171825" y="4992688"/>
          <p14:tracePt t="50682" x="3236913" y="5021263"/>
          <p14:tracePt t="50699" x="3279775" y="5029200"/>
          <p14:tracePt t="50716" x="3330575" y="5043488"/>
          <p14:tracePt t="50732" x="3411538" y="5051425"/>
          <p14:tracePt t="50749" x="3476625" y="5051425"/>
          <p14:tracePt t="50766" x="3527425" y="5065713"/>
          <p14:tracePt t="50783" x="3592513" y="5080000"/>
          <p14:tracePt t="50799" x="3643313" y="5087938"/>
          <p14:tracePt t="50816" x="3694113" y="5094288"/>
          <p14:tracePt t="50833" x="3700463" y="5094288"/>
          <p14:tracePt t="50850" x="3708400" y="5094288"/>
          <p14:tracePt t="50885" x="3716338" y="5102225"/>
          <p14:tracePt t="50900" x="3722688" y="5102225"/>
          <p14:tracePt t="50916" x="3730625" y="5102225"/>
          <p14:tracePt t="50932" x="3751263" y="5102225"/>
          <p14:tracePt t="50949" x="3759200" y="5108575"/>
          <p14:tracePt t="50967" x="3773488" y="5108575"/>
          <p14:tracePt t="50982" x="3781425" y="5116513"/>
          <p14:tracePt t="51016" x="3795713" y="5116513"/>
          <p14:tracePt t="51033" x="3802063" y="5116513"/>
          <p14:tracePt t="51539" x="3824288" y="5116513"/>
          <p14:tracePt t="51545" x="3846513" y="5087938"/>
          <p14:tracePt t="51554" x="3860800" y="5051425"/>
          <p14:tracePt t="51566" x="3889375" y="5006975"/>
          <p14:tracePt t="51583" x="3984625" y="4862513"/>
          <p14:tracePt t="51599" x="4092575" y="4716463"/>
          <p14:tracePt t="51616" x="4230688" y="4572000"/>
          <p14:tracePt t="51633" x="4332288" y="4498975"/>
          <p14:tracePt t="51649" x="4419600" y="4456113"/>
          <p14:tracePt t="51666" x="4506913" y="4397375"/>
          <p14:tracePt t="51683" x="4579938" y="4325938"/>
          <p14:tracePt t="51699" x="4732338" y="4289425"/>
          <p14:tracePt t="51716" x="4891088" y="4244975"/>
          <p14:tracePt t="51732" x="5065713" y="4202113"/>
          <p14:tracePt t="51749" x="5203825" y="4151313"/>
          <p14:tracePt t="51766" x="5376863" y="4071938"/>
          <p14:tracePt t="51783" x="5638800" y="3976688"/>
          <p14:tracePt t="51800" x="5943600" y="3852863"/>
          <p14:tracePt t="51816" x="6088063" y="3824288"/>
          <p14:tracePt t="51834" x="6138863" y="3817938"/>
          <p14:tracePt t="51849" x="6146800" y="3817938"/>
          <p14:tracePt t="51897" x="6154738" y="3817938"/>
          <p14:tracePt t="51914" x="6169025" y="3817938"/>
          <p14:tracePt t="51921" x="6183313" y="3817938"/>
          <p14:tracePt t="51938" x="6189663" y="3817938"/>
          <p14:tracePt t="51949" x="6197600" y="3817938"/>
          <p14:tracePt t="51966" x="6205538" y="3817938"/>
          <p14:tracePt t="51982" x="6219825" y="3817938"/>
          <p14:tracePt t="52000" x="6262688" y="3817938"/>
          <p14:tracePt t="52016" x="6342063" y="3817938"/>
          <p14:tracePt t="52033" x="6408738" y="3817938"/>
          <p14:tracePt t="52049" x="6465888" y="3817938"/>
          <p14:tracePt t="52066" x="6494463" y="3817938"/>
          <p14:tracePt t="52083" x="6502400" y="3817938"/>
          <p14:tracePt t="52493" x="6488113" y="3817938"/>
          <p14:tracePt t="52507" x="6451600" y="3817938"/>
          <p14:tracePt t="52516" x="6423025" y="3817938"/>
          <p14:tracePt t="52533" x="6378575" y="3824288"/>
          <p14:tracePt t="52549" x="6313488" y="3824288"/>
          <p14:tracePt t="52566" x="6256338" y="3824288"/>
          <p14:tracePt t="52583" x="6197600" y="3824288"/>
          <p14:tracePt t="52600" x="6124575" y="3824288"/>
          <p14:tracePt t="52616" x="6088063" y="3824288"/>
          <p14:tracePt t="52633" x="6059488" y="3824288"/>
          <p14:tracePt t="52650" x="6037263" y="3824288"/>
          <p14:tracePt t="52666" x="6008688" y="3817938"/>
          <p14:tracePt t="52683" x="5980113" y="3810000"/>
          <p14:tracePt t="52699" x="5957888" y="3802063"/>
          <p14:tracePt t="52716" x="5929313" y="3802063"/>
          <p14:tracePt t="52733" x="5907088" y="3787775"/>
          <p14:tracePt t="52749" x="5892800" y="3787775"/>
          <p14:tracePt t="52783" x="5870575" y="3781425"/>
          <p14:tracePt t="52800" x="5864225" y="3767138"/>
          <p14:tracePt t="52816" x="5856288" y="3722688"/>
          <p14:tracePt t="52833" x="5856288" y="3694113"/>
          <p14:tracePt t="52850" x="5856288" y="3665538"/>
          <p14:tracePt t="52866" x="5856288" y="3635375"/>
          <p14:tracePt t="52883" x="5856288" y="3598863"/>
          <p14:tracePt t="52900" x="5856288" y="3578225"/>
          <p14:tracePt t="52916" x="5856288" y="3548063"/>
          <p14:tracePt t="52933" x="5870575" y="3519488"/>
          <p14:tracePt t="52950" x="5892800" y="3497263"/>
          <p14:tracePt t="52966" x="5921375" y="3468688"/>
          <p14:tracePt t="52983" x="5957888" y="3432175"/>
          <p14:tracePt t="53000" x="5986463" y="3403600"/>
          <p14:tracePt t="53016" x="6081713" y="3352800"/>
          <p14:tracePt t="53033" x="6146800" y="3330575"/>
          <p14:tracePt t="53049" x="6234113" y="3302000"/>
          <p14:tracePt t="53066" x="6327775" y="3287713"/>
          <p14:tracePt t="53083" x="6465888" y="3265488"/>
          <p14:tracePt t="53099" x="6589713" y="3259138"/>
          <p14:tracePt t="53116" x="6734175" y="3236913"/>
          <p14:tracePt t="53133" x="6858000" y="3236913"/>
          <p14:tracePt t="53150" x="6996113" y="3236913"/>
          <p14:tracePt t="53166" x="7148513" y="3236913"/>
          <p14:tracePt t="53183" x="7315200" y="3236913"/>
          <p14:tracePt t="53200" x="7467600" y="3236913"/>
          <p14:tracePt t="53216" x="7670800" y="3236913"/>
          <p14:tracePt t="53233" x="7800975" y="3236913"/>
          <p14:tracePt t="53250" x="7947025" y="3236913"/>
          <p14:tracePt t="53266" x="8085138" y="3236913"/>
          <p14:tracePt t="53283" x="8221663" y="3236913"/>
          <p14:tracePt t="53300" x="8345488" y="3236913"/>
          <p14:tracePt t="53316" x="8432800" y="3236913"/>
          <p14:tracePt t="53333" x="8542338" y="3236913"/>
          <p14:tracePt t="53350" x="8613775" y="3236913"/>
          <p14:tracePt t="53366" x="8701088" y="3236913"/>
          <p14:tracePt t="53383" x="8780463" y="3236913"/>
          <p14:tracePt t="53400" x="8904288" y="3259138"/>
          <p14:tracePt t="53416" x="8955088" y="3265488"/>
          <p14:tracePt t="53433" x="8991600" y="3273425"/>
          <p14:tracePt t="53450" x="8999538" y="3279775"/>
          <p14:tracePt t="53466" x="9020175" y="3287713"/>
          <p14:tracePt t="53483" x="9042400" y="3302000"/>
          <p14:tracePt t="53500" x="9064625" y="3324225"/>
          <p14:tracePt t="53516" x="9085263" y="3352800"/>
          <p14:tracePt t="53533" x="9107488" y="3389313"/>
          <p14:tracePt t="53550" x="9121775" y="3417888"/>
          <p14:tracePt t="53567" x="9136063" y="3462338"/>
          <p14:tracePt t="53583" x="9136063" y="3482975"/>
          <p14:tracePt t="53600" x="9151938" y="3556000"/>
          <p14:tracePt t="53616" x="9151938" y="3578225"/>
          <p14:tracePt t="53633" x="9151938" y="3598863"/>
          <p14:tracePt t="53650" x="9151938" y="3606800"/>
          <p14:tracePt t="53666" x="9151938" y="3621088"/>
          <p14:tracePt t="53683" x="9151938" y="3629025"/>
          <p14:tracePt t="53700" x="9144000" y="3643313"/>
          <p14:tracePt t="53716" x="9144000" y="3649663"/>
          <p14:tracePt t="53733" x="9136063" y="3657600"/>
          <p14:tracePt t="53750" x="9121775" y="3679825"/>
          <p14:tracePt t="53783" x="9107488" y="3694113"/>
          <p14:tracePt t="53800" x="9085263" y="3716338"/>
          <p14:tracePt t="53833" x="9056688" y="3744913"/>
          <p14:tracePt t="53850" x="9050338" y="3751263"/>
          <p14:tracePt t="53866" x="9028113" y="3759200"/>
          <p14:tracePt t="53883" x="9005888" y="3781425"/>
          <p14:tracePt t="53900" x="8991600" y="3802063"/>
          <p14:tracePt t="53916" x="8948738" y="3832225"/>
          <p14:tracePt t="53933" x="8897938" y="3852863"/>
          <p14:tracePt t="53950" x="8831263" y="3889375"/>
          <p14:tracePt t="53966" x="8766175" y="3911600"/>
          <p14:tracePt t="53983" x="8672513" y="3933825"/>
          <p14:tracePt t="54000" x="8520113" y="3970338"/>
          <p14:tracePt t="54016" x="8440738" y="3990975"/>
          <p14:tracePt t="54033" x="8339138" y="4005263"/>
          <p14:tracePt t="54050" x="8288338" y="4005263"/>
          <p14:tracePt t="54067" x="8193088" y="4027488"/>
          <p14:tracePt t="54083" x="8077200" y="4027488"/>
          <p14:tracePt t="54101" x="7961313" y="4027488"/>
          <p14:tracePt t="54117" x="7845425" y="4027488"/>
          <p14:tracePt t="54133" x="7743825" y="4027488"/>
          <p14:tracePt t="54150" x="7642225" y="4027488"/>
          <p14:tracePt t="54167" x="7546975" y="4027488"/>
          <p14:tracePt t="54183" x="7459663" y="4027488"/>
          <p14:tracePt t="54200" x="7337425" y="4027488"/>
          <p14:tracePt t="54216" x="7272338" y="4027488"/>
          <p14:tracePt t="54233" x="7213600" y="4027488"/>
          <p14:tracePt t="54250" x="7170738" y="4027488"/>
          <p14:tracePt t="54267" x="7126288" y="4027488"/>
          <p14:tracePt t="54283" x="7083425" y="4027488"/>
          <p14:tracePt t="54300" x="7024688" y="4027488"/>
          <p14:tracePt t="54317" x="6973888" y="4021138"/>
          <p14:tracePt t="54333" x="6908800" y="4005263"/>
          <p14:tracePt t="54350" x="6850063" y="3998913"/>
          <p14:tracePt t="54366" x="6807200" y="3998913"/>
          <p14:tracePt t="54383" x="6748463" y="3984625"/>
          <p14:tracePt t="54400" x="6646863" y="3970338"/>
          <p14:tracePt t="54416" x="6589713" y="3954463"/>
          <p14:tracePt t="54433" x="6538913" y="3940175"/>
          <p14:tracePt t="54450" x="6510338" y="3933825"/>
          <p14:tracePt t="54467" x="6480175" y="3919538"/>
          <p14:tracePt t="54483" x="6465888" y="3911600"/>
          <p14:tracePt t="54500" x="6443663" y="3897313"/>
          <p14:tracePt t="54517" x="6423025" y="3897313"/>
          <p14:tracePt t="54533" x="6392863" y="3875088"/>
          <p14:tracePt t="54550" x="6372225" y="3852863"/>
          <p14:tracePt t="54567" x="6357938" y="3846513"/>
          <p14:tracePt t="54583" x="6350000" y="3832225"/>
          <p14:tracePt t="54600" x="6350000" y="3810000"/>
          <p14:tracePt t="54617" x="6350000" y="3781425"/>
          <p14:tracePt t="54633" x="6350000" y="3730625"/>
          <p14:tracePt t="54650" x="6372225" y="3671888"/>
          <p14:tracePt t="54667" x="6437313" y="3598863"/>
          <p14:tracePt t="54683" x="6510338" y="3541713"/>
          <p14:tracePt t="54700" x="6632575" y="3462338"/>
          <p14:tracePt t="54717" x="6756400" y="3395663"/>
          <p14:tracePt t="54734" x="6886575" y="3344863"/>
          <p14:tracePt t="54750" x="7046913" y="3279775"/>
          <p14:tracePt t="54767" x="7199313" y="3251200"/>
          <p14:tracePt t="54784" x="7402513" y="3228975"/>
          <p14:tracePt t="54800" x="7546975" y="3228975"/>
          <p14:tracePt t="54817" x="7693025" y="3228975"/>
          <p14:tracePt t="54834" x="7823200" y="3228975"/>
          <p14:tracePt t="54850" x="7967663" y="3228975"/>
          <p14:tracePt t="54867" x="8113713" y="3228975"/>
          <p14:tracePt t="54884" x="8229600" y="3228975"/>
          <p14:tracePt t="54900" x="8331200" y="3228975"/>
          <p14:tracePt t="54917" x="8424863" y="3251200"/>
          <p14:tracePt t="54933" x="8475663" y="3273425"/>
          <p14:tracePt t="54950" x="8526463" y="3294063"/>
          <p14:tracePt t="54967" x="8570913" y="3309938"/>
          <p14:tracePt t="54984" x="8621713" y="3344863"/>
          <p14:tracePt t="55000" x="8643938" y="3367088"/>
          <p14:tracePt t="55017" x="8664575" y="3389313"/>
          <p14:tracePt t="55034" x="8672513" y="3425825"/>
          <p14:tracePt t="55050" x="8686800" y="3482975"/>
          <p14:tracePt t="55067" x="8694738" y="3548063"/>
          <p14:tracePt t="55083" x="8694738" y="3598863"/>
          <p14:tracePt t="55100" x="8694738" y="3621088"/>
          <p14:tracePt t="55118" x="8678863" y="3649663"/>
          <p14:tracePt t="55121" x="8664575" y="3665538"/>
          <p14:tracePt t="55133" x="8650288" y="3679825"/>
          <p14:tracePt t="55150" x="8607425" y="3730625"/>
          <p14:tracePt t="55167" x="8562975" y="3787775"/>
          <p14:tracePt t="55184" x="8497888" y="3810000"/>
          <p14:tracePt t="55200" x="8339138" y="3838575"/>
          <p14:tracePt t="55217" x="8229600" y="3852863"/>
          <p14:tracePt t="55234" x="8105775" y="3852863"/>
          <p14:tracePt t="55250" x="7953375" y="3852863"/>
          <p14:tracePt t="55267" x="7808913" y="3852863"/>
          <p14:tracePt t="55284" x="7693025" y="3852863"/>
          <p14:tracePt t="55300" x="7620000" y="3852863"/>
          <p14:tracePt t="55317" x="7597775" y="3852863"/>
          <p14:tracePt t="55734" x="7591425" y="3852863"/>
          <p14:tracePt t="56050" x="7597775" y="3846513"/>
          <p14:tracePt t="56062" x="7627938" y="3846513"/>
          <p14:tracePt t="56070" x="7656513" y="3838575"/>
          <p14:tracePt t="56084" x="7743825" y="3832225"/>
          <p14:tracePt t="56101" x="7866063" y="3810000"/>
          <p14:tracePt t="56117" x="7953375" y="3795713"/>
          <p14:tracePt t="56134" x="8062913" y="3787775"/>
          <p14:tracePt t="56151" x="8164513" y="3773488"/>
          <p14:tracePt t="56168" x="8339138" y="3767138"/>
          <p14:tracePt t="56184" x="8418513" y="3767138"/>
          <p14:tracePt t="56200" x="8505825" y="3759200"/>
          <p14:tracePt t="56217" x="8570913" y="3736975"/>
          <p14:tracePt t="56234" x="8621713" y="3736975"/>
          <p14:tracePt t="56251" x="8678863" y="3730625"/>
          <p14:tracePt t="56267" x="8745538" y="3722688"/>
          <p14:tracePt t="56284" x="8802688" y="3700463"/>
          <p14:tracePt t="56301" x="8853488" y="3700463"/>
          <p14:tracePt t="56317" x="8897938" y="3694113"/>
          <p14:tracePt t="56334" x="8940800" y="3686175"/>
          <p14:tracePt t="56351" x="8991600" y="3679825"/>
          <p14:tracePt t="56368" x="9070975" y="3679825"/>
          <p14:tracePt t="56384" x="9115425" y="3679825"/>
          <p14:tracePt t="56401" x="9136063" y="3679825"/>
          <p14:tracePt t="56417" x="9158288" y="3679825"/>
          <p14:tracePt t="56434" x="9172575" y="3679825"/>
          <p14:tracePt t="56451" x="9202738" y="3679825"/>
          <p14:tracePt t="56467" x="9209088" y="3679825"/>
          <p14:tracePt t="56484" x="9245600" y="3679825"/>
          <p14:tracePt t="56501" x="9274175" y="3679825"/>
          <p14:tracePt t="56517" x="9288463" y="3679825"/>
          <p14:tracePt t="56534" x="9296400" y="3679825"/>
          <p14:tracePt t="56551" x="9304338" y="3679825"/>
          <p14:tracePt t="56567" x="9318625" y="3679825"/>
          <p14:tracePt t="56584" x="9332913" y="3679825"/>
          <p14:tracePt t="56814" x="9324975" y="3679825"/>
          <p14:tracePt t="56822" x="9288463" y="3694113"/>
          <p14:tracePt t="56834" x="9166225" y="3744913"/>
          <p14:tracePt t="56854" x="9085263" y="3759200"/>
          <p14:tracePt t="56868" x="9005888" y="3773488"/>
          <p14:tracePt t="56885" x="8904288" y="3773488"/>
          <p14:tracePt t="56901" x="8802688" y="3781425"/>
          <p14:tracePt t="56918" x="8686800" y="3781425"/>
          <p14:tracePt t="56934" x="8562975" y="3781425"/>
          <p14:tracePt t="56951" x="8424863" y="3781425"/>
          <p14:tracePt t="56968" x="8294688" y="3781425"/>
          <p14:tracePt t="56984" x="8193088" y="3781425"/>
          <p14:tracePt t="57001" x="8091488" y="3787775"/>
          <p14:tracePt t="57017" x="7983538" y="3810000"/>
          <p14:tracePt t="57034" x="7888288" y="3817938"/>
          <p14:tracePt t="57051" x="7794625" y="3824288"/>
          <p14:tracePt t="57068" x="7735888" y="3838575"/>
          <p14:tracePt t="57084" x="7678738" y="3838575"/>
          <p14:tracePt t="57101" x="7605713" y="3838575"/>
          <p14:tracePt t="57118" x="7518400" y="3838575"/>
          <p14:tracePt t="57122" x="7489825" y="3838575"/>
          <p14:tracePt t="57134" x="7475538" y="3838575"/>
          <p14:tracePt t="57151" x="7424738" y="3838575"/>
          <p14:tracePt t="57168" x="7394575" y="3838575"/>
          <p14:tracePt t="57184" x="7380288" y="3838575"/>
          <p14:tracePt t="57201" x="7373938" y="3838575"/>
          <p14:tracePt t="57218" x="7337425" y="3832225"/>
          <p14:tracePt t="57234" x="7307263" y="3817938"/>
          <p14:tracePt t="57251" x="7278688" y="3795713"/>
          <p14:tracePt t="57284" x="7272338" y="3787775"/>
          <p14:tracePt t="57301" x="7264400" y="3751263"/>
          <p14:tracePt t="57318" x="7256463" y="3708400"/>
          <p14:tracePt t="57334" x="7250113" y="3643313"/>
          <p14:tracePt t="57351" x="7250113" y="3606800"/>
          <p14:tracePt t="57368" x="7250113" y="3584575"/>
          <p14:tracePt t="57384" x="7250113" y="3563938"/>
          <p14:tracePt t="57401" x="7278688" y="3527425"/>
          <p14:tracePt t="57418" x="7286625" y="3497263"/>
          <p14:tracePt t="57434" x="7323138" y="3462338"/>
          <p14:tracePt t="57451" x="7358063" y="3432175"/>
          <p14:tracePt t="57468" x="7388225" y="3411538"/>
          <p14:tracePt t="57484" x="7445375" y="3381375"/>
          <p14:tracePt t="57501" x="7489825" y="3375025"/>
          <p14:tracePt t="57518" x="7561263" y="3352800"/>
          <p14:tracePt t="57534" x="7620000" y="3344863"/>
          <p14:tracePt t="57551" x="7670800" y="3338513"/>
          <p14:tracePt t="57568" x="7800975" y="3330575"/>
          <p14:tracePt t="57584" x="7910513" y="3330575"/>
          <p14:tracePt t="57601" x="8026400" y="3330575"/>
          <p14:tracePt t="57618" x="8142288" y="3338513"/>
          <p14:tracePt t="57634" x="8251825" y="3360738"/>
          <p14:tracePt t="57651" x="8323263" y="3381375"/>
          <p14:tracePt t="57668" x="8367713" y="3395663"/>
          <p14:tracePt t="57684" x="8389938" y="3395663"/>
          <p14:tracePt t="57701" x="8418513" y="3411538"/>
          <p14:tracePt t="57718" x="8440738" y="3417888"/>
          <p14:tracePt t="57734" x="8469313" y="3432175"/>
          <p14:tracePt t="57751" x="8483600" y="3446463"/>
          <p14:tracePt t="57768" x="8520113" y="3482975"/>
          <p14:tracePt t="57784" x="8556625" y="3527425"/>
          <p14:tracePt t="57801" x="8577263" y="3541713"/>
          <p14:tracePt t="57818" x="8585200" y="3563938"/>
          <p14:tracePt t="57834" x="8585200" y="3578225"/>
          <p14:tracePt t="57851" x="8585200" y="3592513"/>
          <p14:tracePt t="57868" x="8585200" y="3621088"/>
          <p14:tracePt t="57885" x="8585200" y="3649663"/>
          <p14:tracePt t="57901" x="8585200" y="3679825"/>
          <p14:tracePt t="57918" x="8570913" y="3722688"/>
          <p14:tracePt t="57934" x="8556625" y="3744913"/>
          <p14:tracePt t="57951" x="8526463" y="3773488"/>
          <p14:tracePt t="57968" x="8483600" y="3810000"/>
          <p14:tracePt t="57984" x="8432800" y="3838575"/>
          <p14:tracePt t="58001" x="8374063" y="3875088"/>
          <p14:tracePt t="58018" x="8323263" y="3897313"/>
          <p14:tracePt t="58034" x="8251825" y="3919538"/>
          <p14:tracePt t="58051" x="8170863" y="3940175"/>
          <p14:tracePt t="58068" x="8099425" y="3948113"/>
          <p14:tracePt t="58084" x="8040688" y="3962400"/>
          <p14:tracePt t="58101" x="7975600" y="3962400"/>
          <p14:tracePt t="58118" x="7924800" y="3970338"/>
          <p14:tracePt t="58122" x="7916863" y="3970338"/>
          <p14:tracePt t="58134" x="7902575" y="3970338"/>
          <p14:tracePt t="58151" x="7874000" y="3970338"/>
          <p14:tracePt t="58168" x="7866063" y="3970338"/>
          <p14:tracePt t="58201" x="7859713" y="3970338"/>
          <p14:tracePt t="58414" x="7851775" y="3970338"/>
          <p14:tracePt t="58424" x="7837488" y="3970338"/>
          <p14:tracePt t="58474" x="7831138" y="3970338"/>
          <p14:tracePt t="58497" x="7823200" y="3970338"/>
          <p14:tracePt t="58530" x="7815263" y="3970338"/>
          <p14:tracePt t="58610" x="7808913" y="3970338"/>
          <p14:tracePt t="58666" x="7794625" y="3970338"/>
          <p14:tracePt t="58706" x="7786688" y="3970338"/>
          <p14:tracePt t="58730" x="7780338" y="3962400"/>
          <p14:tracePt t="58754" x="7772400" y="3962400"/>
          <p14:tracePt t="58762" x="7764463" y="3962400"/>
          <p14:tracePt t="58778" x="7758113" y="3962400"/>
          <p14:tracePt t="58787" x="7750175" y="3962400"/>
          <p14:tracePt t="58801" x="7743825" y="3962400"/>
          <p14:tracePt t="58819" x="7735888" y="3962400"/>
          <p14:tracePt t="58835" x="7729538" y="3954463"/>
          <p14:tracePt t="58858" x="7713663" y="3954463"/>
          <p14:tracePt t="58868" x="7707313" y="3948113"/>
          <p14:tracePt t="58885" x="7699375" y="3940175"/>
          <p14:tracePt t="58901" x="7670800" y="3919538"/>
          <p14:tracePt t="58918" x="7662863" y="3903663"/>
          <p14:tracePt t="58935" x="7648575" y="3889375"/>
          <p14:tracePt t="58952" x="7634288" y="3852863"/>
          <p14:tracePt t="58968" x="7627938" y="3824288"/>
          <p14:tracePt t="58985" x="7627938" y="3810000"/>
          <p14:tracePt t="59001" x="7627938" y="3802063"/>
          <p14:tracePt t="59083" x="7620000" y="3802063"/>
          <p14:tracePt t="59102" x="7612063" y="3802063"/>
          <p14:tracePt t="59113" x="7577138" y="3832225"/>
          <p14:tracePt t="59126" x="7540625" y="3846513"/>
          <p14:tracePt t="59136" x="7475538" y="3897313"/>
          <p14:tracePt t="59151" x="7431088" y="3933825"/>
          <p14:tracePt t="59168" x="7221538" y="4013200"/>
          <p14:tracePt t="59185" x="7046913" y="4086225"/>
          <p14:tracePt t="59201" x="6858000" y="4173538"/>
          <p14:tracePt t="59218" x="6697663" y="4230688"/>
          <p14:tracePt t="59235" x="6524625" y="4289425"/>
          <p14:tracePt t="59251" x="6357938" y="4340225"/>
          <p14:tracePt t="59268" x="6146800" y="4433888"/>
          <p14:tracePt t="59285" x="5842000" y="4543425"/>
          <p14:tracePt t="59301" x="5545138" y="4681538"/>
          <p14:tracePt t="59318" x="5232400" y="4811713"/>
          <p14:tracePt t="59335" x="4978400" y="4913313"/>
          <p14:tracePt t="59351" x="4738688" y="5021263"/>
          <p14:tracePt t="59368" x="4484688" y="5145088"/>
          <p14:tracePt t="59385" x="4346575" y="5218113"/>
          <p14:tracePt t="59402" x="4259263" y="5268913"/>
          <p14:tracePt t="59418" x="4224338" y="5297488"/>
          <p14:tracePt t="59435" x="4143375" y="5341938"/>
          <p14:tracePt t="59452" x="4078288" y="5384800"/>
          <p14:tracePt t="59468" x="4021138" y="5413375"/>
          <p14:tracePt t="59485" x="3984625" y="5435600"/>
          <p14:tracePt t="59502" x="3948113" y="5449888"/>
          <p14:tracePt t="59518" x="3919538" y="5457825"/>
          <p14:tracePt t="59535" x="3868738" y="5464175"/>
          <p14:tracePt t="59552" x="3759200" y="5508625"/>
          <p14:tracePt t="59569" x="3700463" y="5522913"/>
          <p14:tracePt t="59585" x="3657600" y="5537200"/>
          <p14:tracePt t="59603" x="3629025" y="5551488"/>
          <p14:tracePt t="59619" x="3598863" y="5565775"/>
          <p14:tracePt t="59635" x="3592513" y="5565775"/>
          <p14:tracePt t="59652" x="3584575" y="5573713"/>
          <p14:tracePt t="59668" x="3578225" y="5573713"/>
          <p14:tracePt t="59854" x="3570288" y="5573713"/>
          <p14:tracePt t="60182" x="3563938" y="5573713"/>
          <p14:tracePt t="60237" x="3563938" y="5565775"/>
          <p14:tracePt t="60244" x="3563938" y="5559425"/>
          <p14:tracePt t="60405" x="3563938" y="5551488"/>
          <p14:tracePt t="60415" x="3556000" y="5551488"/>
          <p14:tracePt t="60420" x="3556000" y="5545138"/>
          <p14:tracePt t="60435" x="3548063" y="5545138"/>
          <p14:tracePt t="60851" x="3541713" y="5537200"/>
          <p14:tracePt t="60858" x="3533775" y="5529263"/>
          <p14:tracePt t="60891" x="3527425" y="5529263"/>
          <p14:tracePt t="60922" x="3505200" y="5529263"/>
          <p14:tracePt t="60930" x="3490913" y="5529263"/>
          <p14:tracePt t="60938" x="3476625" y="5522913"/>
          <p14:tracePt t="60952" x="3432175" y="5508625"/>
          <p14:tracePt t="60969" x="3395663" y="5508625"/>
          <p14:tracePt t="60986" x="3344863" y="5500688"/>
          <p14:tracePt t="61002" x="3265488" y="5478463"/>
          <p14:tracePt t="61019" x="3157538" y="5443538"/>
          <p14:tracePt t="61037" x="3084513" y="5413375"/>
          <p14:tracePt t="61052" x="3005138" y="5376863"/>
          <p14:tracePt t="61069" x="2954338" y="5362575"/>
          <p14:tracePt t="61086" x="2917825" y="5341938"/>
          <p14:tracePt t="61102" x="2895600" y="5319713"/>
          <p14:tracePt t="61120" x="2867025" y="5291138"/>
          <p14:tracePt t="61136" x="2844800" y="5260975"/>
          <p14:tracePt t="61152" x="2844800" y="5232400"/>
          <p14:tracePt t="61169" x="2830513" y="5210175"/>
          <p14:tracePt t="61186" x="2830513" y="5173663"/>
          <p14:tracePt t="61202" x="2830513" y="5138738"/>
          <p14:tracePt t="61219" x="2830513" y="5122863"/>
          <p14:tracePt t="61236" x="2836863" y="5087938"/>
          <p14:tracePt t="61252" x="2859088" y="5051425"/>
          <p14:tracePt t="61269" x="2895600" y="5006975"/>
          <p14:tracePt t="61287" x="2909888" y="4986338"/>
          <p14:tracePt t="61302" x="2932113" y="4970463"/>
          <p14:tracePt t="61319" x="2954338" y="4956175"/>
          <p14:tracePt t="61336" x="2974975" y="4941888"/>
          <p14:tracePt t="61352" x="3011488" y="4927600"/>
          <p14:tracePt t="61369" x="3040063" y="4919663"/>
          <p14:tracePt t="61386" x="3098800" y="4899025"/>
          <p14:tracePt t="61403" x="3141663" y="4891088"/>
          <p14:tracePt t="61419" x="3186113" y="4868863"/>
          <p14:tracePt t="61435" x="3200400" y="4868863"/>
          <p14:tracePt t="61452" x="3228975" y="4868863"/>
          <p14:tracePt t="61469" x="3251200" y="4868863"/>
          <p14:tracePt t="61486" x="3279775" y="4868863"/>
          <p14:tracePt t="61502" x="3330575" y="4868863"/>
          <p14:tracePt t="61519" x="3403600" y="4884738"/>
          <p14:tracePt t="61536" x="3505200" y="4919663"/>
          <p14:tracePt t="61552" x="3578225" y="4941888"/>
          <p14:tracePt t="61569" x="3643313" y="4978400"/>
          <p14:tracePt t="61586" x="3694113" y="5006975"/>
          <p14:tracePt t="61602" x="3744913" y="5043488"/>
          <p14:tracePt t="61619" x="3795713" y="5087938"/>
          <p14:tracePt t="61636" x="3846513" y="5145088"/>
          <p14:tracePt t="61652" x="3903663" y="5232400"/>
          <p14:tracePt t="61669" x="3940175" y="5305425"/>
          <p14:tracePt t="61686" x="3990975" y="5413375"/>
          <p14:tracePt t="61702" x="4021138" y="5478463"/>
          <p14:tracePt t="61719" x="4049713" y="5508625"/>
          <p14:tracePt t="61736" x="4078288" y="5537200"/>
          <p14:tracePt t="61752" x="4086225" y="5545138"/>
          <p14:tracePt t="61769" x="4092575" y="5551488"/>
          <p14:tracePt t="61841" x="4100513" y="5551488"/>
          <p14:tracePt t="61858" x="4114800" y="5551488"/>
          <p14:tracePt t="61866" x="4122738" y="5551488"/>
          <p14:tracePt t="61873" x="4143375" y="5551488"/>
          <p14:tracePt t="61885" x="4157663" y="5529263"/>
          <p14:tracePt t="61902" x="4194175" y="5500688"/>
          <p14:tracePt t="61919" x="4230688" y="5457825"/>
          <p14:tracePt t="61936" x="4303713" y="5370513"/>
          <p14:tracePt t="61952" x="4340225" y="5341938"/>
          <p14:tracePt t="61969" x="4427538" y="5291138"/>
          <p14:tracePt t="61986" x="4513263" y="5260975"/>
          <p14:tracePt t="62002" x="4622800" y="5232400"/>
          <p14:tracePt t="62019" x="4732338" y="5195888"/>
          <p14:tracePt t="62037" x="4884738" y="5145088"/>
          <p14:tracePt t="62052" x="5057775" y="5102225"/>
          <p14:tracePt t="62069" x="5319713" y="5051425"/>
          <p14:tracePt t="62086" x="5580063" y="5014913"/>
          <p14:tracePt t="62102" x="5799138" y="5014913"/>
          <p14:tracePt t="62119" x="5951538" y="5014913"/>
          <p14:tracePt t="62121" x="6002338" y="5014913"/>
          <p14:tracePt t="62136" x="6088063" y="5014913"/>
          <p14:tracePt t="62152" x="6132513" y="5014913"/>
          <p14:tracePt t="62169" x="6175375" y="5014913"/>
          <p14:tracePt t="62186" x="6211888" y="4992688"/>
          <p14:tracePt t="62202" x="6234113" y="4992688"/>
          <p14:tracePt t="62236" x="6256338" y="4986338"/>
          <p14:tracePt t="62252" x="6299200" y="4986338"/>
          <p14:tracePt t="62269" x="6415088" y="4986338"/>
          <p14:tracePt t="62286" x="6561138" y="5014913"/>
          <p14:tracePt t="62302" x="6719888" y="5057775"/>
          <p14:tracePt t="62319" x="6815138" y="5087938"/>
          <p14:tracePt t="62336" x="6850063" y="5094288"/>
          <p14:tracePt t="62417" x="6858000" y="5094288"/>
          <p14:tracePt t="62424" x="6865938" y="5102225"/>
          <p14:tracePt t="62458" x="6872288" y="5102225"/>
          <p14:tracePt t="62465" x="6880225" y="5108575"/>
          <p14:tracePt t="62474" x="6886575" y="5116513"/>
          <p14:tracePt t="62497" x="6894513" y="5116513"/>
          <p14:tracePt t="62673" x="6886575" y="5116513"/>
          <p14:tracePt t="62681" x="6872288" y="5116513"/>
          <p14:tracePt t="62688" x="6850063" y="5116513"/>
          <p14:tracePt t="62703" x="6835775" y="5116513"/>
          <p14:tracePt t="62720" x="6770688" y="5108575"/>
          <p14:tracePt t="62736" x="6742113" y="5102225"/>
          <p14:tracePt t="62753" x="6705600" y="5094288"/>
          <p14:tracePt t="62770" x="6683375" y="5080000"/>
          <p14:tracePt t="62787" x="6646863" y="5057775"/>
          <p14:tracePt t="62803" x="6626225" y="5043488"/>
          <p14:tracePt t="62819" x="6604000" y="5021263"/>
          <p14:tracePt t="62836" x="6596063" y="5006975"/>
          <p14:tracePt t="62853" x="6581775" y="4986338"/>
          <p14:tracePt t="62869" x="6553200" y="4949825"/>
          <p14:tracePt t="62886" x="6545263" y="4935538"/>
          <p14:tracePt t="62903" x="6530975" y="4919663"/>
          <p14:tracePt t="62920" x="6510338" y="4899025"/>
          <p14:tracePt t="62936" x="6510338" y="4884738"/>
          <p14:tracePt t="62953" x="6494463" y="4854575"/>
          <p14:tracePt t="62969" x="6494463" y="4840288"/>
          <p14:tracePt t="62986" x="6494463" y="4803775"/>
          <p14:tracePt t="63003" x="6494463" y="4783138"/>
          <p14:tracePt t="63019" x="6510338" y="4746625"/>
          <p14:tracePt t="63036" x="6538913" y="4702175"/>
          <p14:tracePt t="63053" x="6589713" y="4651375"/>
          <p14:tracePt t="63069" x="6640513" y="4600575"/>
          <p14:tracePt t="63086" x="6705600" y="4549775"/>
          <p14:tracePt t="63103" x="6770688" y="4506913"/>
          <p14:tracePt t="63119" x="6865938" y="4456113"/>
          <p14:tracePt t="63122" x="6923088" y="4448175"/>
          <p14:tracePt t="63136" x="7046913" y="4419600"/>
          <p14:tracePt t="63153" x="7154863" y="4405313"/>
          <p14:tracePt t="63169" x="7264400" y="4383088"/>
          <p14:tracePt t="63186" x="7380288" y="4383088"/>
          <p14:tracePt t="63203" x="7496175" y="4383088"/>
          <p14:tracePt t="63219" x="7612063" y="4383088"/>
          <p14:tracePt t="63236" x="7707313" y="4383088"/>
          <p14:tracePt t="63253" x="7815263" y="4383088"/>
          <p14:tracePt t="63269" x="7924800" y="4383088"/>
          <p14:tracePt t="63286" x="8004175" y="4383088"/>
          <p14:tracePt t="63303" x="8099425" y="4383088"/>
          <p14:tracePt t="63320" x="8237538" y="4383088"/>
          <p14:tracePt t="63336" x="8316913" y="4383088"/>
          <p14:tracePt t="63353" x="8418513" y="4391025"/>
          <p14:tracePt t="63369" x="8505825" y="4397375"/>
          <p14:tracePt t="63386" x="8556625" y="4411663"/>
          <p14:tracePt t="63403" x="8585200" y="4419600"/>
          <p14:tracePt t="63419" x="8613775" y="4427538"/>
          <p14:tracePt t="63436" x="8650288" y="4441825"/>
          <p14:tracePt t="63453" x="8694738" y="4456113"/>
          <p14:tracePt t="63470" x="8715375" y="4478338"/>
          <p14:tracePt t="63486" x="8759825" y="4484688"/>
          <p14:tracePt t="63503" x="8788400" y="4498975"/>
          <p14:tracePt t="63520" x="8796338" y="4506913"/>
          <p14:tracePt t="63536" x="8810625" y="4506913"/>
          <p14:tracePt t="63553" x="8816975" y="4521200"/>
          <p14:tracePt t="63570" x="8839200" y="4535488"/>
          <p14:tracePt t="63586" x="8867775" y="4564063"/>
          <p14:tracePt t="63603" x="8890000" y="4594225"/>
          <p14:tracePt t="63620" x="8897938" y="4600575"/>
          <p14:tracePt t="63636" x="8904288" y="4608513"/>
          <p14:tracePt t="63653" x="8912225" y="4622800"/>
          <p14:tracePt t="63669" x="8918575" y="4622800"/>
          <p14:tracePt t="63686" x="8918575" y="4637088"/>
          <p14:tracePt t="63720" x="8926513" y="4651375"/>
          <p14:tracePt t="63822" x="8926513" y="4659313"/>
          <p14:tracePt t="63925" x="8932863" y="4659313"/>
          <p14:tracePt t="64677" x="8932863" y="4665663"/>
          <p14:tracePt t="64694" x="8948738" y="4673600"/>
          <p14:tracePt t="64712" x="8969375" y="4702175"/>
          <p14:tracePt t="64737" x="8969375" y="4732338"/>
          <p14:tracePt t="64753" x="8969375" y="4767263"/>
          <p14:tracePt t="64770" x="8969375" y="4818063"/>
          <p14:tracePt t="64786" x="8926513" y="4868863"/>
          <p14:tracePt t="64803" x="8904288" y="4899025"/>
          <p14:tracePt t="64820" x="8861425" y="4927600"/>
          <p14:tracePt t="64837" x="8810625" y="4956175"/>
          <p14:tracePt t="64853" x="8737600" y="4992688"/>
          <p14:tracePt t="64870" x="8650288" y="5021263"/>
          <p14:tracePt t="64887" x="8562975" y="5057775"/>
          <p14:tracePt t="64904" x="8432800" y="5102225"/>
          <p14:tracePt t="64920" x="8367713" y="5116513"/>
          <p14:tracePt t="64937" x="8316913" y="5116513"/>
          <p14:tracePt t="64953" x="8272463" y="5116513"/>
          <p14:tracePt t="64970" x="8237538" y="5122863"/>
          <p14:tracePt t="64987" x="8193088" y="5122863"/>
          <p14:tracePt t="65003" x="8156575" y="5130800"/>
          <p14:tracePt t="65020" x="8099425" y="5130800"/>
          <p14:tracePt t="65037" x="8054975" y="5130800"/>
          <p14:tracePt t="65053" x="8018463" y="5130800"/>
          <p14:tracePt t="65070" x="7983538" y="5130800"/>
          <p14:tracePt t="65087" x="7967663" y="5130800"/>
          <p14:tracePt t="65103" x="7947025" y="5130800"/>
          <p14:tracePt t="65120" x="7924800" y="5130800"/>
          <p14:tracePt t="65137" x="7910513" y="5130800"/>
          <p14:tracePt t="65153" x="7902575" y="5122863"/>
          <p14:tracePt t="65170" x="7888288" y="5116513"/>
          <p14:tracePt t="65187" x="7866063" y="5108575"/>
          <p14:tracePt t="65203" x="7837488" y="5102225"/>
          <p14:tracePt t="65220" x="7808913" y="5094288"/>
          <p14:tracePt t="65237" x="7780338" y="5094288"/>
          <p14:tracePt t="65253" x="7758113" y="5094288"/>
          <p14:tracePt t="65270" x="7735888" y="5094288"/>
          <p14:tracePt t="65287" x="7729538" y="5094288"/>
          <p14:tracePt t="65304" x="7699375" y="5094288"/>
          <p14:tracePt t="65320" x="7693025" y="5094288"/>
          <p14:tracePt t="65337" x="7685088" y="5102225"/>
          <p14:tracePt t="65353" x="7656513" y="5122863"/>
          <p14:tracePt t="65370" x="7642225" y="5130800"/>
          <p14:tracePt t="65387" x="7620000" y="5153025"/>
          <p14:tracePt t="65403" x="7612063" y="5153025"/>
          <p14:tracePt t="65420" x="7597775" y="5159375"/>
          <p14:tracePt t="65453" x="7591425" y="5159375"/>
          <p14:tracePt t="65470" x="7583488" y="5167313"/>
          <p14:tracePt t="65487" x="7577138" y="5167313"/>
          <p14:tracePt t="65504" x="7561263" y="5167313"/>
          <p14:tracePt t="65520" x="7546975" y="5167313"/>
          <p14:tracePt t="65545" x="7540625" y="5167313"/>
          <p14:tracePt t="65569" x="7532688" y="5167313"/>
          <p14:tracePt t="65577" x="7532688" y="5173663"/>
          <p14:tracePt t="65619" x="7526338" y="5173663"/>
          <p14:tracePt t="65678" x="7518400" y="5173663"/>
          <p14:tracePt t="65731" x="7510463" y="5173663"/>
          <p14:tracePt t="65779" x="7504113" y="5173663"/>
          <p14:tracePt t="65797" x="7496175" y="5173663"/>
          <p14:tracePt t="65813" x="7489825" y="5173663"/>
          <p14:tracePt t="65831" x="7481888" y="5173663"/>
          <p14:tracePt t="65844" x="7475538" y="5173663"/>
          <p14:tracePt t="65859" x="7467600" y="5173663"/>
          <p14:tracePt t="65870" x="7459663" y="5167313"/>
          <p14:tracePt t="65953" x="7459663" y="5159375"/>
          <p14:tracePt t="65963" x="7467600" y="5145088"/>
          <p14:tracePt t="65971" x="7518400" y="5130800"/>
          <p14:tracePt t="65987" x="7670800" y="5122863"/>
          <p14:tracePt t="66003" x="7851775" y="5122863"/>
          <p14:tracePt t="66020" x="8054975" y="5122863"/>
          <p14:tracePt t="66038" x="8201025" y="5122863"/>
          <p14:tracePt t="66053" x="8266113" y="5122863"/>
          <p14:tracePt t="66070" x="8288338" y="5122863"/>
          <p14:tracePt t="66087" x="8308975" y="5116513"/>
          <p14:tracePt t="66120" x="8316913" y="5108575"/>
          <p14:tracePt t="66137" x="8331200" y="5108575"/>
          <p14:tracePt t="66154" x="8339138" y="5102225"/>
          <p14:tracePt t="66177" x="8353425" y="5102225"/>
          <p14:tracePt t="66193" x="8367713" y="5087938"/>
          <p14:tracePt t="66209" x="8382000" y="5087938"/>
          <p14:tracePt t="66220" x="8389938" y="5080000"/>
          <p14:tracePt t="66237" x="8404225" y="5072063"/>
          <p14:tracePt t="66254" x="8432800" y="5065713"/>
          <p14:tracePt t="66270" x="8455025" y="5057775"/>
          <p14:tracePt t="66287" x="8469313" y="5051425"/>
          <p14:tracePt t="66304" x="8483600" y="5051425"/>
          <p14:tracePt t="66320" x="8491538" y="5043488"/>
          <p14:tracePt t="66337" x="8497888" y="5037138"/>
          <p14:tracePt t="66354" x="8512175" y="5037138"/>
          <p14:tracePt t="66387" x="8520113" y="5037138"/>
          <p14:tracePt t="66417" x="8534400" y="5029200"/>
          <p14:tracePt t="66449" x="8542338" y="5029200"/>
          <p14:tracePt t="66481" x="8548688" y="5029200"/>
          <p14:tracePt t="66489" x="8556625" y="5029200"/>
          <p14:tracePt t="66505" x="8562975" y="5029200"/>
          <p14:tracePt t="66529" x="8570913" y="5029200"/>
          <p14:tracePt t="66537" x="8577263" y="5029200"/>
          <p14:tracePt t="66554" x="8585200" y="5029200"/>
          <p14:tracePt t="66577" x="8593138" y="5029200"/>
          <p14:tracePt t="66593" x="8607425" y="5029200"/>
          <p14:tracePt t="66609" x="8613775" y="5029200"/>
          <p14:tracePt t="66624" x="8628063" y="5029200"/>
          <p14:tracePt t="66657" x="8636000" y="5029200"/>
          <p14:tracePt t="66673" x="8643938" y="5029200"/>
          <p14:tracePt t="66689" x="8650288" y="5029200"/>
          <p14:tracePt t="66705" x="8658225" y="5029200"/>
          <p14:tracePt t="66753" x="8664575" y="5029200"/>
          <p14:tracePt t="66769" x="8672513" y="5029200"/>
          <p14:tracePt t="67121" x="8678863" y="5029200"/>
          <p14:tracePt t="67128" x="8678863" y="5043488"/>
          <p14:tracePt t="67137" x="8664575" y="5051425"/>
          <p14:tracePt t="67154" x="8658225" y="5057775"/>
          <p14:tracePt t="67171" x="8636000" y="5080000"/>
          <p14:tracePt t="67187" x="8607425" y="5094288"/>
          <p14:tracePt t="67204" x="8570913" y="5122863"/>
          <p14:tracePt t="67221" x="8512175" y="5145088"/>
          <p14:tracePt t="67237" x="8440738" y="5173663"/>
          <p14:tracePt t="67254" x="8382000" y="5181600"/>
          <p14:tracePt t="67271" x="8345488" y="5189538"/>
          <p14:tracePt t="67288" x="8280400" y="5203825"/>
          <p14:tracePt t="67304" x="8237538" y="5210175"/>
          <p14:tracePt t="67321" x="8201025" y="5210175"/>
          <p14:tracePt t="67337" x="8164513" y="5218113"/>
          <p14:tracePt t="67354" x="8105775" y="5232400"/>
          <p14:tracePt t="67371" x="8069263" y="5240338"/>
          <p14:tracePt t="67387" x="8034338" y="5240338"/>
          <p14:tracePt t="67404" x="7997825" y="5240338"/>
          <p14:tracePt t="67421" x="7961313" y="5246688"/>
          <p14:tracePt t="67437" x="7932738" y="5254625"/>
          <p14:tracePt t="67454" x="7910513" y="5260975"/>
          <p14:tracePt t="67471" x="7896225" y="5268913"/>
          <p14:tracePt t="67487" x="7859713" y="5291138"/>
          <p14:tracePt t="67504" x="7808913" y="5326063"/>
          <p14:tracePt t="67521" x="7772400" y="5356225"/>
          <p14:tracePt t="67537" x="7729538" y="5376863"/>
          <p14:tracePt t="67554" x="7707313" y="5384800"/>
          <p14:tracePt t="67571" x="7662863" y="5399088"/>
          <p14:tracePt t="67587" x="7642225" y="5407025"/>
          <p14:tracePt t="67604" x="7605713" y="5407025"/>
          <p14:tracePt t="67621" x="7554913" y="5407025"/>
          <p14:tracePt t="67637" x="7504113" y="5407025"/>
          <p14:tracePt t="67654" x="7453313" y="5407025"/>
          <p14:tracePt t="67671" x="7431088" y="5407025"/>
          <p14:tracePt t="67687" x="7402513" y="5407025"/>
          <p14:tracePt t="67704" x="7373938" y="5407025"/>
          <p14:tracePt t="67721" x="7351713" y="5407025"/>
          <p14:tracePt t="67737" x="7329488" y="5407025"/>
          <p14:tracePt t="67754" x="7307263" y="5407025"/>
          <p14:tracePt t="67771" x="7292975" y="5407025"/>
          <p14:tracePt t="67787" x="7278688" y="5407025"/>
          <p14:tracePt t="67804" x="7264400" y="5407025"/>
          <p14:tracePt t="67821" x="7250113" y="5407025"/>
          <p14:tracePt t="67837" x="7235825" y="5407025"/>
          <p14:tracePt t="67854" x="7213600" y="5407025"/>
          <p14:tracePt t="67871" x="7199313" y="5407025"/>
          <p14:tracePt t="67887" x="7191375" y="5407025"/>
          <p14:tracePt t="67904" x="7177088" y="5407025"/>
          <p14:tracePt t="67921" x="7170738" y="5407025"/>
          <p14:tracePt t="67938" x="7154863" y="5407025"/>
          <p14:tracePt t="67993" x="7148513" y="5407025"/>
          <p14:tracePt t="68385" x="7154863" y="5407025"/>
          <p14:tracePt t="68393" x="7177088" y="5399088"/>
          <p14:tracePt t="68404" x="7185025" y="5399088"/>
          <p14:tracePt t="68421" x="7227888" y="5384800"/>
          <p14:tracePt t="68438" x="7256463" y="5376863"/>
          <p14:tracePt t="68454" x="7286625" y="5376863"/>
          <p14:tracePt t="68471" x="7351713" y="5370513"/>
          <p14:tracePt t="68488" x="7439025" y="5356225"/>
          <p14:tracePt t="68504" x="7532688" y="5341938"/>
          <p14:tracePt t="68521" x="7612063" y="5334000"/>
          <p14:tracePt t="68538" x="7721600" y="5326063"/>
          <p14:tracePt t="68554" x="7823200" y="5305425"/>
          <p14:tracePt t="68571" x="7932738" y="5291138"/>
          <p14:tracePt t="68588" x="8040688" y="5275263"/>
          <p14:tracePt t="68604" x="8120063" y="5254625"/>
          <p14:tracePt t="68621" x="8215313" y="5224463"/>
          <p14:tracePt t="68638" x="8316913" y="5218113"/>
          <p14:tracePt t="68654" x="8410575" y="5195888"/>
          <p14:tracePt t="68671" x="8491538" y="5189538"/>
          <p14:tracePt t="68688" x="8636000" y="5173663"/>
          <p14:tracePt t="68704" x="8709025" y="5159375"/>
          <p14:tracePt t="68721" x="8796338" y="5159375"/>
          <p14:tracePt t="68738" x="8847138" y="5159375"/>
          <p14:tracePt t="68754" x="8904288" y="5159375"/>
          <p14:tracePt t="68771" x="8948738" y="5159375"/>
          <p14:tracePt t="68788" x="8991600" y="5159375"/>
          <p14:tracePt t="68804" x="9028113" y="5159375"/>
          <p14:tracePt t="68821" x="9064625" y="5159375"/>
          <p14:tracePt t="68838" x="9101138" y="5159375"/>
          <p14:tracePt t="68854" x="9136063" y="5159375"/>
          <p14:tracePt t="68871" x="9172575" y="5159375"/>
          <p14:tracePt t="68888" x="9223375" y="5159375"/>
          <p14:tracePt t="68904" x="9253538" y="5167313"/>
          <p14:tracePt t="68921" x="9282113" y="5167313"/>
          <p14:tracePt t="68938" x="9310688" y="5173663"/>
          <p14:tracePt t="68954" x="9347200" y="5173663"/>
          <p14:tracePt t="68971" x="9369425" y="5189538"/>
          <p14:tracePt t="68988" x="9398000" y="5189538"/>
          <p14:tracePt t="69005" x="9420225" y="5195888"/>
          <p14:tracePt t="69021" x="9440863" y="5195888"/>
          <p14:tracePt t="69038" x="9471025" y="5195888"/>
          <p14:tracePt t="69055" x="9499600" y="5218113"/>
          <p14:tracePt t="69071" x="9521825" y="5218113"/>
          <p14:tracePt t="69088" x="9542463" y="5224463"/>
          <p14:tracePt t="69105" x="9558338" y="5224463"/>
          <p14:tracePt t="69121" x="9564688" y="5232400"/>
          <p14:tracePt t="69138" x="9564688" y="5240338"/>
          <p14:tracePt t="69155" x="9578975" y="5240338"/>
          <p14:tracePt t="69171" x="9586913" y="5240338"/>
          <p14:tracePt t="69188" x="9593263" y="5246688"/>
          <p14:tracePt t="69208" x="9609138" y="5254625"/>
          <p14:tracePt t="69241" x="9609138" y="5260975"/>
          <p14:tracePt t="69265" x="9615488" y="5260975"/>
          <p14:tracePt t="69305" x="9615488" y="5268913"/>
          <p14:tracePt t="69361" x="9623425" y="5268913"/>
          <p14:tracePt t="69385" x="9629775" y="5275263"/>
          <p14:tracePt t="69473" x="9629775" y="5283200"/>
          <p14:tracePt t="70209" x="9637713" y="5283200"/>
          <p14:tracePt t="70216" x="9644063" y="5283200"/>
          <p14:tracePt t="70225" x="9652000" y="5283200"/>
          <p14:tracePt t="70249" x="9659938" y="5283200"/>
          <p14:tracePt t="70257" x="9666288" y="5283200"/>
          <p14:tracePt t="70281" x="9674225" y="5283200"/>
          <p14:tracePt t="70289" x="9680575" y="5283200"/>
          <p14:tracePt t="70313" x="9688513" y="5283200"/>
          <p14:tracePt t="70353" x="9694863" y="5283200"/>
          <p14:tracePt t="70449" x="9702800" y="5283200"/>
          <p14:tracePt t="70873" x="9717088" y="5291138"/>
          <p14:tracePt t="70880" x="9717088" y="5297488"/>
          <p14:tracePt t="70889" x="9725025" y="5305425"/>
          <p14:tracePt t="70905" x="9745663" y="5334000"/>
          <p14:tracePt t="70922" x="9767888" y="5384800"/>
          <p14:tracePt t="70938" x="9796463" y="5421313"/>
          <p14:tracePt t="70955" x="9832975" y="5457825"/>
          <p14:tracePt t="70972" x="9847263" y="5494338"/>
          <p14:tracePt t="70989" x="9863138" y="5514975"/>
          <p14:tracePt t="71005" x="9863138" y="5545138"/>
          <p14:tracePt t="71022" x="9877425" y="5565775"/>
          <p14:tracePt t="71039" x="9877425" y="5595938"/>
          <p14:tracePt t="71055" x="9877425" y="5638800"/>
          <p14:tracePt t="71072" x="9869488" y="5726113"/>
          <p14:tracePt t="71089" x="9826625" y="5791200"/>
          <p14:tracePt t="71105" x="9796463" y="5827713"/>
          <p14:tracePt t="71122" x="9767888" y="5856288"/>
          <p14:tracePt t="71139" x="9694863" y="5907088"/>
          <p14:tracePt t="71155" x="9623425" y="5943600"/>
          <p14:tracePt t="71172" x="9507538" y="5986463"/>
          <p14:tracePt t="71189" x="9398000" y="6022975"/>
          <p14:tracePt t="71205" x="9245600" y="6081713"/>
          <p14:tracePt t="71222" x="9107488" y="6132513"/>
          <p14:tracePt t="71239" x="8955088" y="6154738"/>
          <p14:tracePt t="71255" x="8816975" y="6175375"/>
          <p14:tracePt t="71272" x="8643938" y="6211888"/>
          <p14:tracePt t="71289" x="8512175" y="6226175"/>
          <p14:tracePt t="71305" x="8396288" y="6248400"/>
          <p14:tracePt t="71322" x="8288338" y="6262688"/>
          <p14:tracePt t="71339" x="8193088" y="6270625"/>
          <p14:tracePt t="71355" x="8113713" y="6284913"/>
          <p14:tracePt t="71372" x="8026400" y="6284913"/>
          <p14:tracePt t="71389" x="7967663" y="6284913"/>
          <p14:tracePt t="71405" x="7924800" y="6284913"/>
          <p14:tracePt t="71422" x="7874000" y="6284913"/>
          <p14:tracePt t="71439" x="7823200" y="6284913"/>
          <p14:tracePt t="71456" x="7764463" y="6284913"/>
          <p14:tracePt t="71472" x="7707313" y="6291263"/>
          <p14:tracePt t="71489" x="7693025" y="6291263"/>
          <p14:tracePt t="71505" x="7662863" y="6291263"/>
          <p14:tracePt t="71522" x="7634288" y="6291263"/>
          <p14:tracePt t="71539" x="7612063" y="6299200"/>
          <p14:tracePt t="71555" x="7569200" y="6299200"/>
          <p14:tracePt t="71572" x="7526338" y="6313488"/>
          <p14:tracePt t="71589" x="7459663" y="6313488"/>
          <p14:tracePt t="71605" x="7416800" y="6321425"/>
          <p14:tracePt t="71622" x="7380288" y="6327775"/>
          <p14:tracePt t="71623" x="7351713" y="6327775"/>
          <p14:tracePt t="71639" x="7315200" y="6342063"/>
          <p14:tracePt t="71655" x="7250113" y="6342063"/>
          <p14:tracePt t="71672" x="7083425" y="6350000"/>
          <p14:tracePt t="71689" x="6973888" y="6350000"/>
          <p14:tracePt t="71705" x="6865938" y="6350000"/>
          <p14:tracePt t="71722" x="6770688" y="6350000"/>
          <p14:tracePt t="71739" x="6654800" y="6350000"/>
          <p14:tracePt t="71755" x="6530975" y="6342063"/>
          <p14:tracePt t="71772" x="6429375" y="6335713"/>
          <p14:tracePt t="71789" x="6335713" y="6327775"/>
          <p14:tracePt t="71805" x="6256338" y="6313488"/>
          <p14:tracePt t="71822" x="6197600" y="6307138"/>
          <p14:tracePt t="71839" x="6132513" y="6291263"/>
          <p14:tracePt t="71855" x="6067425" y="6284913"/>
          <p14:tracePt t="71872" x="6022975" y="6276975"/>
          <p14:tracePt t="71889" x="5994400" y="6276975"/>
          <p14:tracePt t="71905" x="5980113" y="6270625"/>
          <p14:tracePt t="71922" x="5972175" y="6270625"/>
          <p14:tracePt t="71939" x="5965825" y="6270625"/>
          <p14:tracePt t="71955" x="5951538" y="6270625"/>
          <p14:tracePt t="71972" x="5929313" y="6270625"/>
          <p14:tracePt t="71989" x="5907088" y="6256338"/>
          <p14:tracePt t="72005" x="5884863" y="6256338"/>
          <p14:tracePt t="72022" x="5864225" y="6240463"/>
          <p14:tracePt t="72039" x="5849938" y="6240463"/>
          <p14:tracePt t="72056" x="5819775" y="6226175"/>
          <p14:tracePt t="72089" x="5813425" y="6226175"/>
          <p14:tracePt t="72105" x="5799138" y="6219825"/>
          <p14:tracePt t="72122" x="5791200" y="6211888"/>
          <p14:tracePt t="72139" x="5783263" y="6205538"/>
          <p14:tracePt t="72155" x="5776913" y="6205538"/>
          <p14:tracePt t="72297" x="5776913" y="6197600"/>
          <p14:tracePt t="72305" x="5776913" y="6189663"/>
          <p14:tracePt t="72312" x="5776913" y="6183313"/>
          <p14:tracePt t="72329" x="5776913" y="6175375"/>
          <p14:tracePt t="72339" x="5776913" y="6161088"/>
          <p14:tracePt t="72356" x="5776913" y="6138863"/>
          <p14:tracePt t="72372" x="5776913" y="6096000"/>
          <p14:tracePt t="72389" x="5776913" y="6059488"/>
          <p14:tracePt t="72406" x="5776913" y="6016625"/>
          <p14:tracePt t="72422" x="5776913" y="5986463"/>
          <p14:tracePt t="72439" x="5776913" y="5965825"/>
          <p14:tracePt t="72456" x="5799138" y="5915025"/>
          <p14:tracePt t="72472" x="5819775" y="5892800"/>
          <p14:tracePt t="72489" x="5827713" y="5878513"/>
          <p14:tracePt t="72506" x="5842000" y="5856288"/>
          <p14:tracePt t="72522" x="5849938" y="5834063"/>
          <p14:tracePt t="72539" x="5870575" y="5813425"/>
          <p14:tracePt t="72556" x="5892800" y="5799138"/>
          <p14:tracePt t="72572" x="5900738" y="5783263"/>
          <p14:tracePt t="72589" x="5921375" y="5768975"/>
          <p14:tracePt t="72606" x="5929313" y="5762625"/>
          <p14:tracePt t="72622" x="5935663" y="5754688"/>
          <p14:tracePt t="72639" x="5951538" y="5754688"/>
          <p14:tracePt t="72656" x="5957888" y="5748338"/>
          <p14:tracePt t="72672" x="5972175" y="5748338"/>
          <p14:tracePt t="72689" x="5980113" y="5740400"/>
          <p14:tracePt t="72722" x="6002338" y="5740400"/>
          <p14:tracePt t="72739" x="6022975" y="5740400"/>
          <p14:tracePt t="72756" x="6053138" y="5740400"/>
          <p14:tracePt t="72772" x="6067425" y="5740400"/>
          <p14:tracePt t="72789" x="6073775" y="5740400"/>
          <p14:tracePt t="72806" x="6088063" y="5740400"/>
          <p14:tracePt t="72822" x="6096000" y="5740400"/>
          <p14:tracePt t="72839" x="6118225" y="5740400"/>
          <p14:tracePt t="72856" x="6154738" y="5740400"/>
          <p14:tracePt t="72872" x="6189663" y="5740400"/>
          <p14:tracePt t="72889" x="6205538" y="5740400"/>
          <p14:tracePt t="72906" x="6219825" y="5740400"/>
          <p14:tracePt t="72922" x="6240463" y="5740400"/>
          <p14:tracePt t="72939" x="6262688" y="5740400"/>
          <p14:tracePt t="72956" x="6284913" y="5740400"/>
          <p14:tracePt t="72973" x="6313488" y="5740400"/>
          <p14:tracePt t="72989" x="6357938" y="5740400"/>
          <p14:tracePt t="73006" x="6423025" y="5740400"/>
          <p14:tracePt t="73023" x="6488113" y="5748338"/>
          <p14:tracePt t="73039" x="6553200" y="5748338"/>
          <p14:tracePt t="73056" x="6662738" y="5768975"/>
          <p14:tracePt t="73072" x="6742113" y="5768975"/>
          <p14:tracePt t="73089" x="6850063" y="5776913"/>
          <p14:tracePt t="73106" x="6967538" y="5783263"/>
          <p14:tracePt t="73123" x="7075488" y="5805488"/>
          <p14:tracePt t="73139" x="7199313" y="5819775"/>
          <p14:tracePt t="73156" x="7307263" y="5834063"/>
          <p14:tracePt t="73172" x="7445375" y="5842000"/>
          <p14:tracePt t="73189" x="7561263" y="5856288"/>
          <p14:tracePt t="73206" x="7678738" y="5878513"/>
          <p14:tracePt t="73223" x="7780338" y="5892800"/>
          <p14:tracePt t="73239" x="7874000" y="5915025"/>
          <p14:tracePt t="73256" x="7947025" y="5915025"/>
          <p14:tracePt t="73273" x="7983538" y="5929313"/>
          <p14:tracePt t="73289" x="8018463" y="5929313"/>
          <p14:tracePt t="73306" x="8034338" y="5929313"/>
          <p14:tracePt t="73322" x="8062913" y="5943600"/>
          <p14:tracePt t="73339" x="8069263" y="5943600"/>
          <p14:tracePt t="73356" x="8085138" y="5943600"/>
          <p14:tracePt t="73389" x="8091488" y="5943600"/>
          <p14:tracePt t="73441" x="8105775" y="5943600"/>
          <p14:tracePt t="73516" x="8113713" y="5943600"/>
          <p14:tracePt t="73531" x="8128000" y="5943600"/>
          <p14:tracePt t="73547" x="8135938" y="5943600"/>
          <p14:tracePt t="73571" x="8142288" y="5935663"/>
          <p14:tracePt t="73587" x="8150225" y="5935663"/>
          <p14:tracePt t="73594" x="8156575" y="5935663"/>
          <p14:tracePt t="73611" x="8164513" y="5935663"/>
          <p14:tracePt t="73623" x="8186738" y="5929313"/>
          <p14:tracePt t="73640" x="8207375" y="5921375"/>
          <p14:tracePt t="73656" x="8221663" y="5915025"/>
          <p14:tracePt t="73673" x="8237538" y="5915025"/>
          <p14:tracePt t="73690" x="8251825" y="5907088"/>
          <p14:tracePt t="73706" x="8266113" y="5907088"/>
          <p14:tracePt t="73723" x="8280400" y="5907088"/>
          <p14:tracePt t="73740" x="8294688" y="5900738"/>
          <p14:tracePt t="73757" x="8308975" y="5900738"/>
          <p14:tracePt t="73773" x="8316913" y="5900738"/>
          <p14:tracePt t="73790" x="8331200" y="5900738"/>
          <p14:tracePt t="73806" x="8339138" y="5900738"/>
          <p14:tracePt t="73823" x="8353425" y="5900738"/>
          <p14:tracePt t="73840" x="8359775" y="5900738"/>
          <p14:tracePt t="73859" x="8367713" y="5900738"/>
          <p14:tracePt t="73873" x="8382000" y="5900738"/>
          <p14:tracePt t="73890" x="8396288" y="5907088"/>
          <p14:tracePt t="73906" x="8410575" y="5921375"/>
          <p14:tracePt t="73923" x="8424863" y="5943600"/>
          <p14:tracePt t="73940" x="8447088" y="5980113"/>
          <p14:tracePt t="73956" x="8483600" y="6016625"/>
          <p14:tracePt t="73973" x="8491538" y="6053138"/>
          <p14:tracePt t="73990" x="8505825" y="6073775"/>
          <p14:tracePt t="74006" x="8512175" y="6088063"/>
          <p14:tracePt t="74023" x="8520113" y="6103938"/>
          <p14:tracePt t="74040" x="8534400" y="6132513"/>
          <p14:tracePt t="74056" x="8534400" y="6154738"/>
          <p14:tracePt t="74073" x="8534400" y="6183313"/>
          <p14:tracePt t="74089" x="8534400" y="6219825"/>
          <p14:tracePt t="74106" x="8534400" y="6256338"/>
          <p14:tracePt t="74123" x="8534400" y="6276975"/>
          <p14:tracePt t="74140" x="8534400" y="6299200"/>
          <p14:tracePt t="74156" x="8526463" y="6321425"/>
          <p14:tracePt t="74173" x="8512175" y="6342063"/>
          <p14:tracePt t="74190" x="8497888" y="6364288"/>
          <p14:tracePt t="74206" x="8475663" y="6392863"/>
          <p14:tracePt t="74223" x="8455025" y="6408738"/>
          <p14:tracePt t="74240" x="8389938" y="6437313"/>
          <p14:tracePt t="74256" x="8323263" y="6465888"/>
          <p14:tracePt t="74273" x="8280400" y="6480175"/>
          <p14:tracePt t="74290" x="8215313" y="6488113"/>
          <p14:tracePt t="74307" x="8156575" y="6494463"/>
          <p14:tracePt t="74323" x="8091488" y="6494463"/>
          <p14:tracePt t="74340" x="8040688" y="6494463"/>
          <p14:tracePt t="74356" x="8004175" y="6494463"/>
          <p14:tracePt t="74373" x="7975600" y="6494463"/>
          <p14:tracePt t="74390" x="7953375" y="6494463"/>
          <p14:tracePt t="74406" x="7932738" y="6494463"/>
          <p14:tracePt t="74423" x="7916863" y="6494463"/>
          <p14:tracePt t="74440" x="7902575" y="6494463"/>
          <p14:tracePt t="74456" x="7896225" y="6494463"/>
          <p14:tracePt t="74491" x="7888288" y="6494463"/>
          <p14:tracePt t="74507" x="7881938" y="6494463"/>
          <p14:tracePt t="74523" x="7874000" y="6494463"/>
          <p14:tracePt t="74554" x="7866063" y="6494463"/>
          <p14:tracePt t="74561" x="7859713" y="6494463"/>
          <p14:tracePt t="74578" x="7851775" y="6494463"/>
          <p14:tracePt t="74602" x="7845425" y="6494463"/>
          <p14:tracePt t="74661" x="7831138" y="6494463"/>
          <p14:tracePt t="74694" x="7823200" y="6494463"/>
          <p14:tracePt t="74748" x="7815263" y="6488113"/>
          <p14:tracePt t="74756" x="7815263" y="6480175"/>
          <p14:tracePt t="74764" x="7808913" y="6480175"/>
          <p14:tracePt t="74774" x="7800975" y="6473825"/>
          <p14:tracePt t="74790" x="7800975" y="6443663"/>
          <p14:tracePt t="74807" x="7794625" y="6408738"/>
          <p14:tracePt t="74824" x="7780338" y="6342063"/>
          <p14:tracePt t="74840" x="7780338" y="6291263"/>
          <p14:tracePt t="74860" x="7780338" y="6240463"/>
          <p14:tracePt t="74873" x="7780338" y="6197600"/>
          <p14:tracePt t="74890" x="7780338" y="6146800"/>
          <p14:tracePt t="74907" x="7786688" y="6096000"/>
          <p14:tracePt t="74924" x="7808913" y="6053138"/>
          <p14:tracePt t="74941" x="7823200" y="6016625"/>
          <p14:tracePt t="74957" x="7859713" y="5986463"/>
          <p14:tracePt t="74976" x="7874000" y="5972175"/>
          <p14:tracePt t="74990" x="7902575" y="5943600"/>
          <p14:tracePt t="75007" x="7932738" y="5915025"/>
          <p14:tracePt t="75026" x="7967663" y="5884863"/>
          <p14:tracePt t="75040" x="8026400" y="5856288"/>
          <p14:tracePt t="75057" x="8054975" y="5834063"/>
          <p14:tracePt t="75074" x="8105775" y="5813425"/>
          <p14:tracePt t="75091" x="8135938" y="5799138"/>
          <p14:tracePt t="75107" x="8178800" y="5776913"/>
          <p14:tracePt t="75124" x="8201025" y="5768975"/>
          <p14:tracePt t="75131" x="8221663" y="5768975"/>
          <p14:tracePt t="75142" x="8237538" y="5762625"/>
          <p14:tracePt t="75157" x="8251825" y="5762625"/>
          <p14:tracePt t="75174" x="8272463" y="5762625"/>
          <p14:tracePt t="75190" x="8288338" y="5762625"/>
          <p14:tracePt t="75207" x="8308975" y="5762625"/>
          <p14:tracePt t="75223" x="8316913" y="5762625"/>
          <p14:tracePt t="75240" x="8345488" y="5762625"/>
          <p14:tracePt t="75256" x="8359775" y="5762625"/>
          <p14:tracePt t="75273" x="8382000" y="5768975"/>
          <p14:tracePt t="75290" x="8389938" y="5783263"/>
          <p14:tracePt t="75307" x="8404225" y="5791200"/>
          <p14:tracePt t="75323" x="8410575" y="5799138"/>
          <p14:tracePt t="75340" x="8424863" y="5813425"/>
          <p14:tracePt t="75357" x="8440738" y="5842000"/>
          <p14:tracePt t="75373" x="8461375" y="5870575"/>
          <p14:tracePt t="75390" x="8469313" y="5900738"/>
          <p14:tracePt t="75407" x="8483600" y="5929313"/>
          <p14:tracePt t="75424" x="8491538" y="5965825"/>
          <p14:tracePt t="75440" x="8512175" y="6002338"/>
          <p14:tracePt t="75457" x="8512175" y="6030913"/>
          <p14:tracePt t="75473" x="8520113" y="6059488"/>
          <p14:tracePt t="75490" x="8534400" y="6096000"/>
          <p14:tracePt t="75507" x="8534400" y="6103938"/>
          <p14:tracePt t="75523" x="8534400" y="6118225"/>
          <p14:tracePt t="75540" x="8534400" y="6138863"/>
          <p14:tracePt t="75556" x="8534400" y="6146800"/>
          <p14:tracePt t="75573" x="8534400" y="6161088"/>
          <p14:tracePt t="75590" x="8534400" y="6183313"/>
          <p14:tracePt t="75606" x="8526463" y="6205538"/>
          <p14:tracePt t="75623" x="8505825" y="6234113"/>
          <p14:tracePt t="75625" x="8497888" y="6234113"/>
          <p14:tracePt t="75640" x="8483600" y="6256338"/>
          <p14:tracePt t="75656" x="8461375" y="6276975"/>
          <p14:tracePt t="75673" x="8455025" y="6284913"/>
          <p14:tracePt t="75690" x="8447088" y="6284913"/>
          <p14:tracePt t="75707" x="8424863" y="6299200"/>
          <p14:tracePt t="75723" x="8410575" y="6313488"/>
          <p14:tracePt t="75740" x="8374063" y="6327775"/>
          <p14:tracePt t="75756" x="8339138" y="6350000"/>
          <p14:tracePt t="75773" x="8288338" y="6364288"/>
          <p14:tracePt t="75790" x="8251825" y="6386513"/>
          <p14:tracePt t="75807" x="8215313" y="6392863"/>
          <p14:tracePt t="75823" x="8178800" y="6408738"/>
          <p14:tracePt t="75840" x="8120063" y="6415088"/>
          <p14:tracePt t="75857" x="8085138" y="6423025"/>
          <p14:tracePt t="75873" x="8048625" y="6423025"/>
          <p14:tracePt t="75890" x="8012113" y="6437313"/>
          <p14:tracePt t="75907" x="7983538" y="6437313"/>
          <p14:tracePt t="75923" x="7947025" y="6443663"/>
          <p14:tracePt t="75940" x="7910513" y="6443663"/>
          <p14:tracePt t="75957" x="7874000" y="6451600"/>
          <p14:tracePt t="75973" x="7831138" y="6451600"/>
          <p14:tracePt t="75990" x="7794625" y="6451600"/>
          <p14:tracePt t="76007" x="7750175" y="6451600"/>
          <p14:tracePt t="76024" x="7693025" y="6451600"/>
          <p14:tracePt t="76040" x="7627938" y="6451600"/>
          <p14:tracePt t="76057" x="7569200" y="6451600"/>
          <p14:tracePt t="76073" x="7518400" y="6451600"/>
          <p14:tracePt t="76090" x="7489825" y="6451600"/>
          <p14:tracePt t="76107" x="7475538" y="6443663"/>
          <p14:tracePt t="76124" x="7467600" y="6437313"/>
          <p14:tracePt t="76153" x="7459663" y="6437313"/>
          <p14:tracePt t="76201" x="7453313" y="6429375"/>
          <p14:tracePt t="76217" x="7445375" y="6423025"/>
          <p14:tracePt t="76233" x="7439025" y="6415088"/>
          <p14:tracePt t="76265" x="7439025" y="6400800"/>
          <p14:tracePt t="76289" x="7431088" y="6392863"/>
          <p14:tracePt t="76313" x="7424738" y="6386513"/>
          <p14:tracePt t="76337" x="7416800" y="6378575"/>
          <p14:tracePt t="76361" x="7408863" y="6372225"/>
          <p14:tracePt t="76385" x="7402513" y="6364288"/>
          <p14:tracePt t="76401" x="7394575" y="6357938"/>
          <p14:tracePt t="76408" x="7394575" y="6350000"/>
          <p14:tracePt t="76425" x="7388225" y="6350000"/>
          <p14:tracePt t="76441" x="7388225" y="6335713"/>
          <p14:tracePt t="76481" x="7380288" y="6327775"/>
          <p14:tracePt t="76633" x="7373938" y="6327775"/>
          <p14:tracePt t="78011" x="7366000" y="6321425"/>
          <p14:tracePt t="78018" x="7366000" y="6313488"/>
          <p14:tracePt t="78026" x="7358063" y="6307138"/>
          <p14:tracePt t="78041" x="7351713" y="6299200"/>
          <p14:tracePt t="78058" x="7337425" y="6284913"/>
          <p14:tracePt t="78074" x="7329488" y="6276975"/>
          <p14:tracePt t="78091" x="7323138" y="6276975"/>
          <p14:tracePt t="78108" x="7307263" y="6270625"/>
          <p14:tracePt t="78124" x="7307263" y="6262688"/>
          <p14:tracePt t="78129" x="7307263" y="6248400"/>
          <p14:tracePt t="78141" x="7307263" y="6234113"/>
          <p14:tracePt t="78158" x="7307263" y="6175375"/>
          <p14:tracePt t="78174" x="7307263" y="6118225"/>
          <p14:tracePt t="78191" x="7307263" y="6073775"/>
          <p14:tracePt t="78208" x="7315200" y="6016625"/>
          <p14:tracePt t="78225" x="7323138" y="5986463"/>
          <p14:tracePt t="78241" x="7337425" y="5957888"/>
          <p14:tracePt t="78259" x="7343775" y="5935663"/>
          <p14:tracePt t="78274" x="7343775" y="5929313"/>
          <p14:tracePt t="78291" x="7358063" y="5907088"/>
          <p14:tracePt t="78324" x="7366000" y="5900738"/>
          <p14:tracePt t="78341" x="7380288" y="5884863"/>
          <p14:tracePt t="78358" x="7388225" y="5878513"/>
          <p14:tracePt t="78374" x="7402513" y="5864225"/>
          <p14:tracePt t="78391" x="7424738" y="5856288"/>
          <p14:tracePt t="78408" x="7445375" y="5842000"/>
          <p14:tracePt t="78424" x="7459663" y="5834063"/>
          <p14:tracePt t="78441" x="7467600" y="5834063"/>
          <p14:tracePt t="78459" x="7481888" y="5819775"/>
          <p14:tracePt t="78475" x="7489825" y="5819775"/>
          <p14:tracePt t="78508" x="7504113" y="5813425"/>
          <p14:tracePt t="78541" x="7518400" y="5813425"/>
          <p14:tracePt t="78558" x="7526338" y="5813425"/>
          <p14:tracePt t="78575" x="7532688" y="5813425"/>
          <p14:tracePt t="78591" x="7546975" y="5813425"/>
          <p14:tracePt t="78608" x="7583488" y="5799138"/>
          <p14:tracePt t="78624" x="7597775" y="5799138"/>
          <p14:tracePt t="78641" x="7612063" y="5799138"/>
          <p14:tracePt t="78658" x="7620000" y="5799138"/>
          <p14:tracePt t="78691" x="7634288" y="5799138"/>
          <p14:tracePt t="78708" x="7642225" y="5799138"/>
          <p14:tracePt t="78724" x="7656513" y="5799138"/>
          <p14:tracePt t="78741" x="7678738" y="5799138"/>
          <p14:tracePt t="78758" x="7699375" y="5799138"/>
          <p14:tracePt t="78774" x="7729538" y="5799138"/>
          <p14:tracePt t="78791" x="7764463" y="5799138"/>
          <p14:tracePt t="78808" x="7815263" y="5799138"/>
          <p14:tracePt t="78825" x="7845425" y="5799138"/>
          <p14:tracePt t="78841" x="7866063" y="5799138"/>
          <p14:tracePt t="78858" x="7902575" y="5799138"/>
          <p14:tracePt t="78874" x="7916863" y="5799138"/>
          <p14:tracePt t="78891" x="7939088" y="5799138"/>
          <p14:tracePt t="78908" x="7961313" y="5799138"/>
          <p14:tracePt t="78924" x="7967663" y="5805488"/>
          <p14:tracePt t="78941" x="7983538" y="5813425"/>
          <p14:tracePt t="78958" x="7983538" y="5819775"/>
          <p14:tracePt t="78974" x="7997825" y="5819775"/>
          <p14:tracePt t="78991" x="8026400" y="5842000"/>
          <p14:tracePt t="79008" x="8040688" y="5864225"/>
          <p14:tracePt t="79025" x="8048625" y="5870575"/>
          <p14:tracePt t="79041" x="8054975" y="5884863"/>
          <p14:tracePt t="79058" x="8062913" y="5884863"/>
          <p14:tracePt t="79074" x="8069263" y="5892800"/>
          <p14:tracePt t="79115" x="8077200" y="5907088"/>
          <p14:tracePt t="79138" x="8077200" y="5915025"/>
          <p14:tracePt t="79170" x="8091488" y="5921375"/>
          <p14:tracePt t="79971" x="8091488" y="5929313"/>
          <p14:tracePt t="79978" x="8099425" y="5929313"/>
          <p14:tracePt t="79986" x="8099425" y="5935663"/>
          <p14:tracePt t="79994" x="8099425" y="5951538"/>
          <p14:tracePt t="80008" x="8105775" y="6002338"/>
          <p14:tracePt t="80025" x="8120063" y="6045200"/>
          <p14:tracePt t="80041" x="8128000" y="6081713"/>
          <p14:tracePt t="80058" x="8142288" y="6118225"/>
          <p14:tracePt t="80075" x="8150225" y="6132513"/>
          <p14:tracePt t="80092" x="8150225" y="6146800"/>
          <p14:tracePt t="80108" x="8150225" y="6154738"/>
          <p14:tracePt t="80125" x="8150225" y="6161088"/>
          <p14:tracePt t="80128" x="8150225" y="6169025"/>
          <p14:tracePt t="80154" x="8150225" y="6175375"/>
          <p14:tracePt t="80170" x="8150225" y="6189663"/>
          <p14:tracePt t="80186" x="8150225" y="6197600"/>
          <p14:tracePt t="80194" x="8150225" y="6211888"/>
          <p14:tracePt t="80218" x="8150225" y="6219825"/>
          <p14:tracePt t="80226" x="8150225" y="6226175"/>
          <p14:tracePt t="80290" x="8150225" y="6234113"/>
          <p14:tracePt t="80330" x="8150225" y="6240463"/>
          <p14:tracePt t="80346" x="8142288" y="6240463"/>
          <p14:tracePt t="80362" x="8135938" y="6248400"/>
          <p14:tracePt t="80387" x="8128000" y="6256338"/>
          <p14:tracePt t="80394" x="8120063" y="6262688"/>
          <p14:tracePt t="80410" x="8113713" y="6270625"/>
          <p14:tracePt t="80418" x="8105775" y="6270625"/>
          <p14:tracePt t="80426" x="8105775" y="6276975"/>
          <p14:tracePt t="80442" x="8085138" y="6291263"/>
          <p14:tracePt t="80458" x="8077200" y="6299200"/>
          <p14:tracePt t="80475" x="8062913" y="6307138"/>
          <p14:tracePt t="80492" x="8054975" y="6313488"/>
          <p14:tracePt t="80510" x="8048625" y="6313488"/>
          <p14:tracePt t="80542" x="8040688" y="6321425"/>
          <p14:tracePt t="80558" x="8034338" y="6321425"/>
          <p14:tracePt t="80577" x="8018463" y="6327775"/>
          <p14:tracePt t="80591" x="8012113" y="6335713"/>
          <p14:tracePt t="80633" x="8004175" y="6342063"/>
          <p14:tracePt t="80641" x="7997825" y="6342063"/>
          <p14:tracePt t="80657" x="7989888" y="6342063"/>
          <p14:tracePt t="80664" x="7983538" y="6342063"/>
          <p14:tracePt t="80681" x="7967663" y="6350000"/>
          <p14:tracePt t="80692" x="7967663" y="6357938"/>
          <p14:tracePt t="80708" x="7961313" y="6357938"/>
          <p14:tracePt t="80729" x="7947025" y="6364288"/>
          <p14:tracePt t="80753" x="7932738" y="6372225"/>
          <p14:tracePt t="80785" x="7924800" y="6372225"/>
          <p14:tracePt t="80825" x="7910513" y="6378575"/>
          <p14:tracePt t="80953" x="7902575" y="6378575"/>
          <p14:tracePt t="81295" x="7896225" y="6378575"/>
          <p14:tracePt t="81332" x="7888288" y="6378575"/>
        </p14:tracePtLst>
      </p14:laserTraceLst>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6" descr="Abstract Coding&#10;">
            <a:extLst>
              <a:ext uri="{FF2B5EF4-FFF2-40B4-BE49-F238E27FC236}">
                <a16:creationId xmlns:a16="http://schemas.microsoft.com/office/drawing/2014/main" id="{5F76566E-36EF-4E0C-8563-ABC2D25923B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a:off x="0" y="0"/>
            <a:ext cx="6096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6096000 w 6096000"/>
              <a:gd name="connsiteY1" fmla="*/ 0 h 6858000"/>
              <a:gd name="connsiteX2" fmla="*/ 4242487 w 6096000"/>
              <a:gd name="connsiteY2" fmla="*/ 6833286 h 6858000"/>
              <a:gd name="connsiteX3" fmla="*/ 0 w 6096000"/>
              <a:gd name="connsiteY3" fmla="*/ 6858000 h 6858000"/>
              <a:gd name="connsiteX4" fmla="*/ 0 w 60960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6858000">
                <a:moveTo>
                  <a:pt x="0" y="0"/>
                </a:moveTo>
                <a:lnTo>
                  <a:pt x="6096000" y="0"/>
                </a:lnTo>
                <a:lnTo>
                  <a:pt x="4242487" y="6833286"/>
                </a:lnTo>
                <a:lnTo>
                  <a:pt x="0" y="6858000"/>
                </a:lnTo>
                <a:lnTo>
                  <a:pt x="0" y="0"/>
                </a:lnTo>
                <a:close/>
              </a:path>
            </a:pathLst>
          </a:custGeom>
        </p:spPr>
      </p:pic>
      <p:sp>
        <p:nvSpPr>
          <p:cNvPr id="3" name="Rectangle 13" descr="Accent block">
            <a:extLst>
              <a:ext uri="{FF2B5EF4-FFF2-40B4-BE49-F238E27FC236}">
                <a16:creationId xmlns:a16="http://schemas.microsoft.com/office/drawing/2014/main" id="{D687D26E-D67A-4318-AAB1-DCEAA89EEB21}"/>
              </a:ext>
              <a:ext uri="{C183D7F6-B498-43B3-948B-1728B52AA6E4}">
                <adec:decorative xmlns:adec="http://schemas.microsoft.com/office/drawing/2017/decorative" xmlns="" val="1"/>
              </a:ext>
            </a:extLst>
          </p:cNvPr>
          <p:cNvSpPr/>
          <p:nvPr/>
        </p:nvSpPr>
        <p:spPr>
          <a:xfrm>
            <a:off x="0" y="0"/>
            <a:ext cx="6096000" cy="6882714"/>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6096000 w 6096000"/>
              <a:gd name="connsiteY1" fmla="*/ 0 h 6858000"/>
              <a:gd name="connsiteX2" fmla="*/ 2734962 w 6096000"/>
              <a:gd name="connsiteY2" fmla="*/ 6808573 h 6858000"/>
              <a:gd name="connsiteX3" fmla="*/ 0 w 6096000"/>
              <a:gd name="connsiteY3" fmla="*/ 6858000 h 6858000"/>
              <a:gd name="connsiteX4" fmla="*/ 0 w 6096000"/>
              <a:gd name="connsiteY4" fmla="*/ 0 h 6858000"/>
              <a:gd name="connsiteX0" fmla="*/ 0 w 6096000"/>
              <a:gd name="connsiteY0" fmla="*/ 0 h 6882714"/>
              <a:gd name="connsiteX1" fmla="*/ 6096000 w 6096000"/>
              <a:gd name="connsiteY1" fmla="*/ 0 h 6882714"/>
              <a:gd name="connsiteX2" fmla="*/ 4242486 w 6096000"/>
              <a:gd name="connsiteY2" fmla="*/ 6882714 h 6882714"/>
              <a:gd name="connsiteX3" fmla="*/ 0 w 6096000"/>
              <a:gd name="connsiteY3" fmla="*/ 6858000 h 6882714"/>
              <a:gd name="connsiteX4" fmla="*/ 0 w 6096000"/>
              <a:gd name="connsiteY4" fmla="*/ 0 h 68827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6882714">
                <a:moveTo>
                  <a:pt x="0" y="0"/>
                </a:moveTo>
                <a:lnTo>
                  <a:pt x="6096000" y="0"/>
                </a:lnTo>
                <a:lnTo>
                  <a:pt x="4242486" y="6882714"/>
                </a:lnTo>
                <a:lnTo>
                  <a:pt x="0" y="6858000"/>
                </a:lnTo>
                <a:lnTo>
                  <a:pt x="0" y="0"/>
                </a:lnTo>
                <a:close/>
              </a:path>
            </a:pathLst>
          </a:custGeom>
          <a:gradFill flip="none" rotWithShape="1">
            <a:gsLst>
              <a:gs pos="0">
                <a:srgbClr val="01023B">
                  <a:alpha val="70000"/>
                </a:srgbClr>
              </a:gs>
              <a:gs pos="100000">
                <a:srgbClr val="E99757">
                  <a:alpha val="70000"/>
                </a:srgbClr>
              </a:gs>
              <a:gs pos="50000">
                <a:srgbClr val="A53F52">
                  <a:alpha val="70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2">
            <a:extLst>
              <a:ext uri="{FF2B5EF4-FFF2-40B4-BE49-F238E27FC236}">
                <a16:creationId xmlns:a16="http://schemas.microsoft.com/office/drawing/2014/main" id="{1D24B42B-925B-494C-A986-BD85E8117E1E}"/>
              </a:ext>
            </a:extLst>
          </p:cNvPr>
          <p:cNvSpPr txBox="1">
            <a:spLocks/>
          </p:cNvSpPr>
          <p:nvPr/>
        </p:nvSpPr>
        <p:spPr>
          <a:xfrm>
            <a:off x="6705142" y="1440373"/>
            <a:ext cx="5251450" cy="65012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8800" dirty="0"/>
              <a:t>T-TEST</a:t>
            </a:r>
          </a:p>
        </p:txBody>
      </p:sp>
      <p:sp>
        <p:nvSpPr>
          <p:cNvPr id="5" name="Text Placeholder 3">
            <a:extLst>
              <a:ext uri="{FF2B5EF4-FFF2-40B4-BE49-F238E27FC236}">
                <a16:creationId xmlns:a16="http://schemas.microsoft.com/office/drawing/2014/main" id="{A8CA6DEC-302B-49C8-AC11-FD6F37AFA854}"/>
              </a:ext>
            </a:extLst>
          </p:cNvPr>
          <p:cNvSpPr txBox="1">
            <a:spLocks/>
          </p:cNvSpPr>
          <p:nvPr/>
        </p:nvSpPr>
        <p:spPr>
          <a:xfrm>
            <a:off x="6095999" y="2501288"/>
            <a:ext cx="5453269" cy="250101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sp>
        <p:nvSpPr>
          <p:cNvPr id="28" name="Title 2">
            <a:extLst>
              <a:ext uri="{FF2B5EF4-FFF2-40B4-BE49-F238E27FC236}">
                <a16:creationId xmlns:a16="http://schemas.microsoft.com/office/drawing/2014/main" id="{1D24B42B-925B-494C-A986-BD85E8117E1E}"/>
              </a:ext>
            </a:extLst>
          </p:cNvPr>
          <p:cNvSpPr txBox="1">
            <a:spLocks/>
          </p:cNvSpPr>
          <p:nvPr/>
        </p:nvSpPr>
        <p:spPr>
          <a:xfrm>
            <a:off x="6705142" y="2803025"/>
            <a:ext cx="5251450" cy="625404"/>
          </a:xfrm>
          <a:prstGeom prst="rect">
            <a:avLst/>
          </a:prstGeom>
        </p:spPr>
        <p:txBody>
          <a:bodyPr>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EXAMPLE </a:t>
            </a:r>
            <a:r>
              <a:rPr lang="en-US" dirty="0" smtClean="0"/>
              <a:t>1 – FEATURE 1</a:t>
            </a:r>
          </a:p>
        </p:txBody>
      </p:sp>
      <p:cxnSp>
        <p:nvCxnSpPr>
          <p:cNvPr id="7" name="Straight Connector 6"/>
          <p:cNvCxnSpPr/>
          <p:nvPr/>
        </p:nvCxnSpPr>
        <p:spPr>
          <a:xfrm>
            <a:off x="6705142" y="2686683"/>
            <a:ext cx="3289110" cy="13648"/>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402543312"/>
      </p:ext>
    </p:extLst>
  </p:cSld>
  <p:clrMapOvr>
    <a:masterClrMapping/>
  </p:clrMapOvr>
  <p:transition spd="slow" advTm="6834">
    <p:push dir="u"/>
  </p:transition>
  <p:timing>
    <p:tnLst>
      <p:par>
        <p:cTn id="1" dur="indefinite" restart="never" nodeType="tmRoot"/>
      </p:par>
    </p:tnLst>
  </p:timing>
  <p:extLst mod="1">
    <p:ext uri="{3A86A75C-4F4B-4683-9AE1-C65F6400EC91}">
      <p14:laserTraceLst xmlns:p14="http://schemas.microsoft.com/office/powerpoint/2010/main">
        <p14:tracePtLst>
          <p14:tracePt t="103" x="7881938" y="6378575"/>
          <p14:tracePt t="115" x="7837488" y="6378575"/>
          <p14:tracePt t="144" x="6886575" y="6175375"/>
          <p14:tracePt t="166" x="5849938" y="5878513"/>
          <p14:tracePt t="182" x="4949825" y="5653088"/>
          <p14:tracePt t="199" x="3948113" y="5500688"/>
          <p14:tracePt t="215" x="3084513" y="5500688"/>
          <p14:tracePt t="232" x="2300288" y="5508625"/>
          <p14:tracePt t="249" x="1546225" y="5624513"/>
          <p14:tracePt t="265" x="804863" y="5718175"/>
          <p14:tracePt t="282" x="87313" y="5776913"/>
          <p14:tracePt t="1935" x="254000" y="4752975"/>
          <p14:tracePt t="1945" x="609600" y="4752975"/>
          <p14:tracePt t="1952" x="942975" y="4752975"/>
          <p14:tracePt t="1966" x="1538288" y="4724400"/>
          <p14:tracePt t="1983" x="2082800" y="4673600"/>
          <p14:tracePt t="2000" x="2497138" y="4614863"/>
          <p14:tracePt t="2016" x="2757488" y="4579938"/>
          <p14:tracePt t="2033" x="3033713" y="4549775"/>
          <p14:tracePt t="2051" x="3352800" y="4498975"/>
          <p14:tracePt t="2066" x="3671888" y="4441825"/>
          <p14:tracePt t="2083" x="3948113" y="4411663"/>
          <p14:tracePt t="2100" x="4165600" y="4383088"/>
          <p14:tracePt t="2116" x="4332288" y="4368800"/>
          <p14:tracePt t="2133" x="4470400" y="4325938"/>
          <p14:tracePt t="2150" x="4630738" y="4281488"/>
          <p14:tracePt t="2166" x="4884738" y="4224338"/>
          <p14:tracePt t="2183" x="5051425" y="4208463"/>
          <p14:tracePt t="2200" x="5159375" y="4202113"/>
          <p14:tracePt t="2216" x="5195888" y="4202113"/>
          <p14:tracePt t="2255" x="5203825" y="4202113"/>
          <p14:tracePt t="2273" x="5210175" y="4194175"/>
          <p14:tracePt t="2289" x="5218113" y="4187825"/>
          <p14:tracePt t="2300" x="5232400" y="4179888"/>
          <p14:tracePt t="2318" x="5268913" y="4165600"/>
          <p14:tracePt t="2333" x="5275263" y="4157663"/>
          <p14:tracePt t="2349" x="5283200" y="4157663"/>
          <p14:tracePt t="2366" x="5311775" y="4143375"/>
          <p14:tracePt t="2383" x="5334000" y="4129088"/>
          <p14:tracePt t="2400" x="5362575" y="4114800"/>
          <p14:tracePt t="2416" x="5399088" y="4106863"/>
          <p14:tracePt t="2433" x="5457825" y="4086225"/>
          <p14:tracePt t="2450" x="5529263" y="4064000"/>
          <p14:tracePt t="2456" x="5580063" y="4041775"/>
          <p14:tracePt t="2466" x="5646738" y="4027488"/>
          <p14:tracePt t="2483" x="5754688" y="3970338"/>
          <p14:tracePt t="2500" x="5870575" y="3933825"/>
          <p14:tracePt t="2516" x="5986463" y="3903663"/>
          <p14:tracePt t="2533" x="6088063" y="3897313"/>
          <p14:tracePt t="2550" x="6219825" y="3889375"/>
          <p14:tracePt t="2566" x="6284913" y="3889375"/>
          <p14:tracePt t="2583" x="6357938" y="3889375"/>
          <p14:tracePt t="2600" x="6443663" y="3883025"/>
          <p14:tracePt t="2616" x="6524625" y="3883025"/>
          <p14:tracePt t="2633" x="6618288" y="3883025"/>
          <p14:tracePt t="2650" x="6742113" y="3883025"/>
          <p14:tracePt t="2667" x="6880225" y="3883025"/>
          <p14:tracePt t="2683" x="7002463" y="3883025"/>
          <p14:tracePt t="2700" x="7097713" y="3883025"/>
          <p14:tracePt t="2716" x="7205663" y="3883025"/>
          <p14:tracePt t="2734" x="7300913" y="3883025"/>
          <p14:tracePt t="2750" x="7380288" y="3883025"/>
          <p14:tracePt t="2767" x="7518400" y="3883025"/>
          <p14:tracePt t="2783" x="7605713" y="3883025"/>
          <p14:tracePt t="2800" x="7662863" y="3883025"/>
          <p14:tracePt t="2816" x="7729538" y="3883025"/>
          <p14:tracePt t="2833" x="7772400" y="3883025"/>
          <p14:tracePt t="2850" x="7808913" y="3883025"/>
          <p14:tracePt t="2866" x="7845425" y="3883025"/>
          <p14:tracePt t="2883" x="7874000" y="3883025"/>
          <p14:tracePt t="2900" x="7896225" y="3883025"/>
          <p14:tracePt t="2916" x="7924800" y="3883025"/>
          <p14:tracePt t="2933" x="7947025" y="3883025"/>
          <p14:tracePt t="2950" x="7967663" y="3883025"/>
          <p14:tracePt t="2970" x="7975600" y="3883025"/>
          <p14:tracePt t="2983" x="7989888" y="3883025"/>
          <p14:tracePt t="3000" x="8012113" y="3883025"/>
          <p14:tracePt t="3016" x="8026400" y="3883025"/>
          <p14:tracePt t="3033" x="8054975" y="3883025"/>
          <p14:tracePt t="3050" x="8085138" y="3883025"/>
          <p14:tracePt t="3066" x="8105775" y="3883025"/>
          <p14:tracePt t="3083" x="8135938" y="3883025"/>
          <p14:tracePt t="3100" x="8150225" y="3883025"/>
          <p14:tracePt t="3117" x="8186738" y="3883025"/>
          <p14:tracePt t="3133" x="8221663" y="3889375"/>
          <p14:tracePt t="3150" x="8266113" y="3897313"/>
          <p14:tracePt t="3168" x="8280400" y="3903663"/>
          <p14:tracePt t="3183" x="8302625" y="3911600"/>
          <p14:tracePt t="3200" x="8308975" y="3919538"/>
          <p14:tracePt t="3217" x="8323263" y="3925888"/>
          <p14:tracePt t="3233" x="8331200" y="3925888"/>
          <p14:tracePt t="3251" x="8345488" y="3933825"/>
          <p14:tracePt t="3267" x="8353425" y="3940175"/>
          <p14:tracePt t="3283" x="8353425" y="3948113"/>
          <p14:tracePt t="3300" x="8359775" y="3948113"/>
          <p14:tracePt t="3317" x="8359775" y="3954463"/>
          <p14:tracePt t="3350" x="8367713" y="3970338"/>
          <p14:tracePt t="3367" x="8374063" y="3976688"/>
          <p14:tracePt t="3383" x="8374063" y="3990975"/>
          <p14:tracePt t="3417" x="8374063" y="3998913"/>
          <p14:tracePt t="3433" x="8374063" y="4013200"/>
          <p14:tracePt t="3450" x="8374063" y="4021138"/>
          <p14:tracePt t="3455" x="8374063" y="4035425"/>
          <p14:tracePt t="3467" x="8374063" y="4041775"/>
          <p14:tracePt t="3483" x="8374063" y="4064000"/>
          <p14:tracePt t="3500" x="8374063" y="4092575"/>
          <p14:tracePt t="3517" x="8374063" y="4100513"/>
          <p14:tracePt t="3533" x="8374063" y="4114800"/>
          <p14:tracePt t="3567" x="8367713" y="4129088"/>
          <p14:tracePt t="3583" x="8367713" y="4143375"/>
          <p14:tracePt t="3616" x="8353425" y="4157663"/>
          <p14:tracePt t="3657" x="8345488" y="4165600"/>
          <p14:tracePt t="3698" x="8331200" y="4179888"/>
          <p14:tracePt t="4931" x="8331200" y="4173538"/>
          <p14:tracePt t="4939" x="8316913" y="4157663"/>
          <p14:tracePt t="4956" x="8302625" y="4137025"/>
          <p14:tracePt t="4967" x="8294688" y="4114800"/>
          <p14:tracePt t="4984" x="8280400" y="4100513"/>
          <p14:tracePt t="5001" x="8258175" y="4078288"/>
          <p14:tracePt t="5018" x="8251825" y="4064000"/>
          <p14:tracePt t="5034" x="8243888" y="4049713"/>
          <p14:tracePt t="5051" x="8243888" y="4035425"/>
          <p14:tracePt t="5067" x="8237538" y="4005263"/>
          <p14:tracePt t="5084" x="8229600" y="3990975"/>
          <p14:tracePt t="5100" x="8229600" y="3984625"/>
          <p14:tracePt t="5134" x="8229600" y="3976688"/>
          <p14:tracePt t="5264" x="8229600" y="3970338"/>
        </p14:tracePtLst>
      </p14:laserTraceLst>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4EBED-0BF8-C641-9789-2F2D62CA1E8C}"/>
              </a:ext>
            </a:extLst>
          </p:cNvPr>
          <p:cNvSpPr>
            <a:spLocks noGrp="1"/>
          </p:cNvSpPr>
          <p:nvPr>
            <p:ph type="title"/>
          </p:nvPr>
        </p:nvSpPr>
        <p:spPr/>
        <p:txBody>
          <a:bodyPr/>
          <a:lstStyle/>
          <a:p>
            <a:r>
              <a:rPr lang="en-US" dirty="0"/>
              <a:t>Identify population and </a:t>
            </a:r>
            <a:r>
              <a:rPr lang="en-US" dirty="0" smtClean="0"/>
              <a:t>distribution (1/5)</a:t>
            </a:r>
            <a:endParaRPr lang="en-US" dirty="0"/>
          </a:p>
        </p:txBody>
      </p:sp>
      <p:graphicFrame>
        <p:nvGraphicFramePr>
          <p:cNvPr id="6" name="Table 5">
            <a:extLst>
              <a:ext uri="{FF2B5EF4-FFF2-40B4-BE49-F238E27FC236}">
                <a16:creationId xmlns:a16="http://schemas.microsoft.com/office/drawing/2014/main" id="{B33ABD70-6E51-394A-A4A8-16D8CE753830}"/>
              </a:ext>
            </a:extLst>
          </p:cNvPr>
          <p:cNvGraphicFramePr>
            <a:graphicFrameLocks noGrp="1"/>
          </p:cNvGraphicFramePr>
          <p:nvPr>
            <p:extLst>
              <p:ext uri="{D42A27DB-BD31-4B8C-83A1-F6EECF244321}">
                <p14:modId xmlns:p14="http://schemas.microsoft.com/office/powerpoint/2010/main" val="975920048"/>
              </p:ext>
            </p:extLst>
          </p:nvPr>
        </p:nvGraphicFramePr>
        <p:xfrm>
          <a:off x="3293634" y="2293335"/>
          <a:ext cx="4247320" cy="1854200"/>
        </p:xfrm>
        <a:graphic>
          <a:graphicData uri="http://schemas.openxmlformats.org/drawingml/2006/table">
            <a:tbl>
              <a:tblPr firstRow="1" bandRow="1">
                <a:tableStyleId>{93296810-A885-4BE3-A3E7-6D5BEEA58F35}</a:tableStyleId>
              </a:tblPr>
              <a:tblGrid>
                <a:gridCol w="696619">
                  <a:extLst>
                    <a:ext uri="{9D8B030D-6E8A-4147-A177-3AD203B41FA5}">
                      <a16:colId xmlns:a16="http://schemas.microsoft.com/office/drawing/2014/main" val="20000"/>
                    </a:ext>
                  </a:extLst>
                </a:gridCol>
                <a:gridCol w="1704109">
                  <a:extLst>
                    <a:ext uri="{9D8B030D-6E8A-4147-A177-3AD203B41FA5}">
                      <a16:colId xmlns:a16="http://schemas.microsoft.com/office/drawing/2014/main" val="20002"/>
                    </a:ext>
                  </a:extLst>
                </a:gridCol>
                <a:gridCol w="917996">
                  <a:extLst>
                    <a:ext uri="{9D8B030D-6E8A-4147-A177-3AD203B41FA5}">
                      <a16:colId xmlns:a16="http://schemas.microsoft.com/office/drawing/2014/main" val="20003"/>
                    </a:ext>
                  </a:extLst>
                </a:gridCol>
                <a:gridCol w="928596">
                  <a:extLst>
                    <a:ext uri="{9D8B030D-6E8A-4147-A177-3AD203B41FA5}">
                      <a16:colId xmlns:a16="http://schemas.microsoft.com/office/drawing/2014/main" val="20004"/>
                    </a:ext>
                  </a:extLst>
                </a:gridCol>
              </a:tblGrid>
              <a:tr h="370840">
                <a:tc>
                  <a:txBody>
                    <a:bodyPr/>
                    <a:lstStyle/>
                    <a:p>
                      <a:pPr algn="ctr"/>
                      <a:r>
                        <a:rPr lang="en-US" sz="1400" dirty="0">
                          <a:solidFill>
                            <a:schemeClr val="tx1"/>
                          </a:solidFill>
                        </a:rPr>
                        <a:t>Row</a:t>
                      </a:r>
                    </a:p>
                  </a:txBody>
                  <a:tcPr anchor="ctr"/>
                </a:tc>
                <a:tc>
                  <a:txBody>
                    <a:bodyPr/>
                    <a:lstStyle/>
                    <a:p>
                      <a:pPr algn="ctr"/>
                      <a:r>
                        <a:rPr lang="en-US" sz="1400" baseline="0" dirty="0">
                          <a:solidFill>
                            <a:schemeClr val="tx1"/>
                          </a:solidFill>
                        </a:rPr>
                        <a:t>Name</a:t>
                      </a:r>
                      <a:endParaRPr lang="en-US" sz="1400" dirty="0">
                        <a:solidFill>
                          <a:schemeClr val="tx1"/>
                        </a:solidFill>
                      </a:endParaRPr>
                    </a:p>
                  </a:txBody>
                  <a:tcPr anchor="ctr"/>
                </a:tc>
                <a:tc>
                  <a:txBody>
                    <a:bodyPr/>
                    <a:lstStyle/>
                    <a:p>
                      <a:pPr algn="ctr"/>
                      <a:r>
                        <a:rPr lang="en-US" sz="1400" dirty="0" smtClean="0">
                          <a:solidFill>
                            <a:schemeClr val="tx1"/>
                          </a:solidFill>
                        </a:rPr>
                        <a:t>F1-GA</a:t>
                      </a:r>
                      <a:endParaRPr lang="en-US" sz="1400" dirty="0">
                        <a:solidFill>
                          <a:schemeClr val="tx1"/>
                        </a:solidFill>
                        <a:latin typeface="+mj-lt"/>
                      </a:endParaRPr>
                    </a:p>
                  </a:txBody>
                  <a:tcPr anchor="ctr"/>
                </a:tc>
                <a:tc>
                  <a:txBody>
                    <a:bodyPr/>
                    <a:lstStyle/>
                    <a:p>
                      <a:pPr algn="ctr"/>
                      <a:r>
                        <a:rPr lang="en-US" sz="1400" dirty="0" smtClean="0">
                          <a:solidFill>
                            <a:schemeClr val="tx1"/>
                          </a:solidFill>
                        </a:rPr>
                        <a:t>F2-GA</a:t>
                      </a:r>
                      <a:endParaRPr lang="en-US" sz="1400" dirty="0">
                        <a:solidFill>
                          <a:schemeClr val="tx1"/>
                        </a:solidFill>
                        <a:latin typeface="+mj-lt"/>
                      </a:endParaRPr>
                    </a:p>
                  </a:txBody>
                  <a:tcPr anchor="ctr"/>
                </a:tc>
                <a:extLst>
                  <a:ext uri="{0D108BD9-81ED-4DB2-BD59-A6C34878D82A}">
                    <a16:rowId xmlns:a16="http://schemas.microsoft.com/office/drawing/2014/main" val="10000"/>
                  </a:ext>
                </a:extLst>
              </a:tr>
              <a:tr h="370840">
                <a:tc>
                  <a:txBody>
                    <a:bodyPr/>
                    <a:lstStyle/>
                    <a:p>
                      <a:pPr algn="ctr"/>
                      <a:r>
                        <a:rPr lang="en-US" sz="1200" dirty="0"/>
                        <a:t>1</a:t>
                      </a:r>
                    </a:p>
                  </a:txBody>
                  <a:tcPr anchor="ctr"/>
                </a:tc>
                <a:tc>
                  <a:txBody>
                    <a:bodyPr/>
                    <a:lstStyle/>
                    <a:p>
                      <a:pPr algn="ctr"/>
                      <a:r>
                        <a:rPr lang="en-US" sz="1400" dirty="0"/>
                        <a:t>A</a:t>
                      </a:r>
                    </a:p>
                  </a:txBody>
                  <a:tcPr anchor="ctr"/>
                </a:tc>
                <a:tc>
                  <a:txBody>
                    <a:bodyPr/>
                    <a:lstStyle/>
                    <a:p>
                      <a:pPr algn="ctr"/>
                      <a:r>
                        <a:rPr lang="en-US" sz="1400" dirty="0"/>
                        <a:t>0.2</a:t>
                      </a:r>
                      <a:endParaRPr lang="en-US" sz="1400" dirty="0">
                        <a:latin typeface="+mj-lt"/>
                      </a:endParaRPr>
                    </a:p>
                  </a:txBody>
                  <a:tcPr anchor="ctr"/>
                </a:tc>
                <a:tc>
                  <a:txBody>
                    <a:bodyPr/>
                    <a:lstStyle/>
                    <a:p>
                      <a:pPr algn="ctr" fontAlgn="b"/>
                      <a:r>
                        <a:rPr lang="en-US" sz="1400" u="none" strike="noStrike" dirty="0">
                          <a:effectLst/>
                        </a:rPr>
                        <a:t>0.1</a:t>
                      </a:r>
                      <a:endParaRPr lang="en-US" sz="1400" b="0" i="0" u="none" strike="noStrike" dirty="0">
                        <a:solidFill>
                          <a:srgbClr val="000000"/>
                        </a:solidFill>
                        <a:effectLst/>
                        <a:latin typeface="+mj-lt"/>
                      </a:endParaRPr>
                    </a:p>
                  </a:txBody>
                  <a:tcPr marL="9525" marR="9525" marT="9525" marB="0" anchor="ctr"/>
                </a:tc>
                <a:extLst>
                  <a:ext uri="{0D108BD9-81ED-4DB2-BD59-A6C34878D82A}">
                    <a16:rowId xmlns:a16="http://schemas.microsoft.com/office/drawing/2014/main" val="10001"/>
                  </a:ext>
                </a:extLst>
              </a:tr>
              <a:tr h="370840">
                <a:tc>
                  <a:txBody>
                    <a:bodyPr/>
                    <a:lstStyle/>
                    <a:p>
                      <a:pPr algn="ctr"/>
                      <a:r>
                        <a:rPr lang="en-US" sz="1200" dirty="0"/>
                        <a:t>2</a:t>
                      </a:r>
                    </a:p>
                  </a:txBody>
                  <a:tcPr anchor="ctr"/>
                </a:tc>
                <a:tc>
                  <a:txBody>
                    <a:bodyPr/>
                    <a:lstStyle/>
                    <a:p>
                      <a:pPr algn="ctr"/>
                      <a:r>
                        <a:rPr lang="en-US" sz="1400" dirty="0"/>
                        <a:t>B</a:t>
                      </a:r>
                    </a:p>
                  </a:txBody>
                  <a:tcPr anchor="ctr"/>
                </a:tc>
                <a:tc>
                  <a:txBody>
                    <a:bodyPr/>
                    <a:lstStyle/>
                    <a:p>
                      <a:pPr algn="ctr"/>
                      <a:r>
                        <a:rPr lang="en-US" sz="1400" dirty="0"/>
                        <a:t>0.3</a:t>
                      </a:r>
                      <a:endParaRPr lang="en-US" sz="1400" dirty="0">
                        <a:latin typeface="+mj-lt"/>
                      </a:endParaRPr>
                    </a:p>
                  </a:txBody>
                  <a:tcPr anchor="ctr"/>
                </a:tc>
                <a:tc>
                  <a:txBody>
                    <a:bodyPr/>
                    <a:lstStyle/>
                    <a:p>
                      <a:pPr algn="ctr" fontAlgn="b"/>
                      <a:r>
                        <a:rPr lang="en-US" sz="1400" u="none" strike="noStrike" dirty="0">
                          <a:effectLst/>
                        </a:rPr>
                        <a:t>0.6</a:t>
                      </a:r>
                      <a:endParaRPr lang="en-US" sz="1400" b="0" i="0" u="none" strike="noStrike" dirty="0">
                        <a:solidFill>
                          <a:srgbClr val="000000"/>
                        </a:solidFill>
                        <a:effectLst/>
                        <a:latin typeface="+mj-lt"/>
                      </a:endParaRPr>
                    </a:p>
                  </a:txBody>
                  <a:tcPr marL="9525" marR="9525" marT="9525" marB="0" anchor="ctr"/>
                </a:tc>
                <a:extLst>
                  <a:ext uri="{0D108BD9-81ED-4DB2-BD59-A6C34878D82A}">
                    <a16:rowId xmlns:a16="http://schemas.microsoft.com/office/drawing/2014/main" val="10002"/>
                  </a:ext>
                </a:extLst>
              </a:tr>
              <a:tr h="370840">
                <a:tc>
                  <a:txBody>
                    <a:bodyPr/>
                    <a:lstStyle/>
                    <a:p>
                      <a:pPr algn="ctr"/>
                      <a:r>
                        <a:rPr lang="en-US" sz="1200" dirty="0"/>
                        <a:t>3</a:t>
                      </a:r>
                    </a:p>
                  </a:txBody>
                  <a:tcPr anchor="ctr"/>
                </a:tc>
                <a:tc>
                  <a:txBody>
                    <a:bodyPr/>
                    <a:lstStyle/>
                    <a:p>
                      <a:pPr algn="ctr"/>
                      <a:r>
                        <a:rPr lang="en-US" sz="1400" dirty="0"/>
                        <a:t>C</a:t>
                      </a:r>
                    </a:p>
                  </a:txBody>
                  <a:tcPr anchor="ctr"/>
                </a:tc>
                <a:tc>
                  <a:txBody>
                    <a:bodyPr/>
                    <a:lstStyle/>
                    <a:p>
                      <a:pPr algn="ctr"/>
                      <a:r>
                        <a:rPr lang="en-US" sz="1400" dirty="0"/>
                        <a:t>0.1</a:t>
                      </a:r>
                      <a:endParaRPr lang="en-US" sz="1400" dirty="0">
                        <a:latin typeface="+mj-lt"/>
                      </a:endParaRPr>
                    </a:p>
                  </a:txBody>
                  <a:tcPr anchor="ctr"/>
                </a:tc>
                <a:tc>
                  <a:txBody>
                    <a:bodyPr/>
                    <a:lstStyle/>
                    <a:p>
                      <a:pPr algn="ctr" fontAlgn="b"/>
                      <a:r>
                        <a:rPr lang="en-US" sz="1400" u="none" strike="noStrike" dirty="0">
                          <a:effectLst/>
                        </a:rPr>
                        <a:t>0.3</a:t>
                      </a:r>
                      <a:endParaRPr lang="en-US" sz="1400" b="0" i="0" u="none" strike="noStrike" dirty="0">
                        <a:solidFill>
                          <a:srgbClr val="000000"/>
                        </a:solidFill>
                        <a:effectLst/>
                        <a:latin typeface="+mj-lt"/>
                      </a:endParaRPr>
                    </a:p>
                  </a:txBody>
                  <a:tcPr marL="9525" marR="9525" marT="9525" marB="0" anchor="ctr"/>
                </a:tc>
                <a:extLst>
                  <a:ext uri="{0D108BD9-81ED-4DB2-BD59-A6C34878D82A}">
                    <a16:rowId xmlns:a16="http://schemas.microsoft.com/office/drawing/2014/main" val="10003"/>
                  </a:ext>
                </a:extLst>
              </a:tr>
              <a:tr h="370840">
                <a:tc>
                  <a:txBody>
                    <a:bodyPr/>
                    <a:lstStyle/>
                    <a:p>
                      <a:pPr algn="ctr"/>
                      <a:r>
                        <a:rPr lang="en-US" sz="1200" dirty="0"/>
                        <a:t>4</a:t>
                      </a:r>
                      <a:endParaRPr lang="en-US" sz="1200" dirty="0">
                        <a:latin typeface="Tw Cen MT" panose="020B0602020104020603" pitchFamily="34" charset="77"/>
                      </a:endParaRPr>
                    </a:p>
                  </a:txBody>
                  <a:tcPr anchor="ctr"/>
                </a:tc>
                <a:tc>
                  <a:txBody>
                    <a:bodyPr/>
                    <a:lstStyle/>
                    <a:p>
                      <a:pPr algn="ctr"/>
                      <a:r>
                        <a:rPr lang="en-US" sz="1400" dirty="0"/>
                        <a:t>D</a:t>
                      </a:r>
                      <a:endParaRPr lang="en-US" sz="1400" dirty="0">
                        <a:latin typeface="Tw Cen MT" panose="020B0602020104020603" pitchFamily="34" charset="77"/>
                      </a:endParaRPr>
                    </a:p>
                  </a:txBody>
                  <a:tcPr anchor="ctr"/>
                </a:tc>
                <a:tc>
                  <a:txBody>
                    <a:bodyPr/>
                    <a:lstStyle/>
                    <a:p>
                      <a:pPr algn="ctr"/>
                      <a:r>
                        <a:rPr lang="en-US" sz="1400" dirty="0"/>
                        <a:t>0.6</a:t>
                      </a:r>
                      <a:endParaRPr lang="en-US" sz="1400" dirty="0">
                        <a:latin typeface="Tw Cen MT" panose="020B0602020104020603" pitchFamily="34" charset="77"/>
                      </a:endParaRPr>
                    </a:p>
                  </a:txBody>
                  <a:tcPr anchor="ctr"/>
                </a:tc>
                <a:tc>
                  <a:txBody>
                    <a:bodyPr/>
                    <a:lstStyle/>
                    <a:p>
                      <a:pPr algn="ctr" fontAlgn="b"/>
                      <a:r>
                        <a:rPr lang="en-US" sz="1400" u="none" strike="noStrike" dirty="0">
                          <a:effectLst/>
                        </a:rPr>
                        <a:t>0.2</a:t>
                      </a:r>
                      <a:endParaRPr lang="en-US" sz="1400" b="0" i="0" u="none" strike="noStrike" dirty="0">
                        <a:solidFill>
                          <a:srgbClr val="000000"/>
                        </a:solidFill>
                        <a:effectLst/>
                        <a:latin typeface="Tw Cen MT" panose="020B0602020104020603" pitchFamily="34" charset="77"/>
                      </a:endParaRPr>
                    </a:p>
                  </a:txBody>
                  <a:tcPr marL="9525" marR="9525" marT="9525" marB="0" anchor="ctr"/>
                </a:tc>
                <a:extLst>
                  <a:ext uri="{0D108BD9-81ED-4DB2-BD59-A6C34878D82A}">
                    <a16:rowId xmlns:a16="http://schemas.microsoft.com/office/drawing/2014/main" val="2609914945"/>
                  </a:ext>
                </a:extLst>
              </a:tr>
            </a:tbl>
          </a:graphicData>
        </a:graphic>
      </p:graphicFrame>
      <p:graphicFrame>
        <p:nvGraphicFramePr>
          <p:cNvPr id="7" name="Table 6">
            <a:extLst>
              <a:ext uri="{FF2B5EF4-FFF2-40B4-BE49-F238E27FC236}">
                <a16:creationId xmlns:a16="http://schemas.microsoft.com/office/drawing/2014/main" id="{CE624713-AF51-4E4B-8170-EF10263ADE2E}"/>
              </a:ext>
            </a:extLst>
          </p:cNvPr>
          <p:cNvGraphicFramePr>
            <a:graphicFrameLocks noGrp="1"/>
          </p:cNvGraphicFramePr>
          <p:nvPr>
            <p:extLst>
              <p:ext uri="{D42A27DB-BD31-4B8C-83A1-F6EECF244321}">
                <p14:modId xmlns:p14="http://schemas.microsoft.com/office/powerpoint/2010/main" val="1647908385"/>
              </p:ext>
            </p:extLst>
          </p:nvPr>
        </p:nvGraphicFramePr>
        <p:xfrm>
          <a:off x="3293634" y="4147535"/>
          <a:ext cx="4247320" cy="1854200"/>
        </p:xfrm>
        <a:graphic>
          <a:graphicData uri="http://schemas.openxmlformats.org/drawingml/2006/table">
            <a:tbl>
              <a:tblPr firstRow="1" bandRow="1">
                <a:tableStyleId>{21E4AEA4-8DFA-4A89-87EB-49C32662AFE0}</a:tableStyleId>
              </a:tblPr>
              <a:tblGrid>
                <a:gridCol w="696619">
                  <a:extLst>
                    <a:ext uri="{9D8B030D-6E8A-4147-A177-3AD203B41FA5}">
                      <a16:colId xmlns:a16="http://schemas.microsoft.com/office/drawing/2014/main" val="20000"/>
                    </a:ext>
                  </a:extLst>
                </a:gridCol>
                <a:gridCol w="1704109">
                  <a:extLst>
                    <a:ext uri="{9D8B030D-6E8A-4147-A177-3AD203B41FA5}">
                      <a16:colId xmlns:a16="http://schemas.microsoft.com/office/drawing/2014/main" val="20002"/>
                    </a:ext>
                  </a:extLst>
                </a:gridCol>
                <a:gridCol w="917996">
                  <a:extLst>
                    <a:ext uri="{9D8B030D-6E8A-4147-A177-3AD203B41FA5}">
                      <a16:colId xmlns:a16="http://schemas.microsoft.com/office/drawing/2014/main" val="20003"/>
                    </a:ext>
                  </a:extLst>
                </a:gridCol>
                <a:gridCol w="928596">
                  <a:extLst>
                    <a:ext uri="{9D8B030D-6E8A-4147-A177-3AD203B41FA5}">
                      <a16:colId xmlns:a16="http://schemas.microsoft.com/office/drawing/2014/main" val="20004"/>
                    </a:ext>
                  </a:extLst>
                </a:gridCol>
              </a:tblGrid>
              <a:tr h="370840">
                <a:tc>
                  <a:txBody>
                    <a:bodyPr/>
                    <a:lstStyle/>
                    <a:p>
                      <a:pPr algn="ctr"/>
                      <a:r>
                        <a:rPr lang="en-US" sz="1400" dirty="0">
                          <a:solidFill>
                            <a:schemeClr val="tx1"/>
                          </a:solidFill>
                        </a:rPr>
                        <a:t>Row</a:t>
                      </a:r>
                    </a:p>
                  </a:txBody>
                  <a:tcPr anchor="ctr"/>
                </a:tc>
                <a:tc>
                  <a:txBody>
                    <a:bodyPr/>
                    <a:lstStyle/>
                    <a:p>
                      <a:pPr algn="ctr"/>
                      <a:r>
                        <a:rPr lang="en-US" sz="1400" baseline="0" dirty="0">
                          <a:solidFill>
                            <a:schemeClr val="tx1"/>
                          </a:solidFill>
                        </a:rPr>
                        <a:t>Name</a:t>
                      </a:r>
                      <a:endParaRPr lang="en-US" sz="1400" dirty="0">
                        <a:solidFill>
                          <a:schemeClr val="tx1"/>
                        </a:solidFill>
                      </a:endParaRPr>
                    </a:p>
                  </a:txBody>
                  <a:tcPr anchor="ctr"/>
                </a:tc>
                <a:tc>
                  <a:txBody>
                    <a:bodyPr/>
                    <a:lstStyle/>
                    <a:p>
                      <a:pPr algn="ctr"/>
                      <a:r>
                        <a:rPr lang="en-US" sz="1400" dirty="0" smtClean="0">
                          <a:solidFill>
                            <a:schemeClr val="tx1"/>
                          </a:solidFill>
                        </a:rPr>
                        <a:t>F1-GB</a:t>
                      </a:r>
                      <a:endParaRPr lang="en-US" sz="1400" dirty="0">
                        <a:solidFill>
                          <a:schemeClr val="tx1"/>
                        </a:solidFill>
                        <a:latin typeface="+mj-lt"/>
                      </a:endParaRPr>
                    </a:p>
                  </a:txBody>
                  <a:tcPr anchor="ctr"/>
                </a:tc>
                <a:tc>
                  <a:txBody>
                    <a:bodyPr/>
                    <a:lstStyle/>
                    <a:p>
                      <a:pPr algn="ctr"/>
                      <a:r>
                        <a:rPr lang="en-US" sz="1400" dirty="0" smtClean="0">
                          <a:solidFill>
                            <a:schemeClr val="tx1"/>
                          </a:solidFill>
                        </a:rPr>
                        <a:t>F2-GB</a:t>
                      </a:r>
                      <a:endParaRPr lang="en-US" sz="1400" dirty="0">
                        <a:solidFill>
                          <a:schemeClr val="tx1"/>
                        </a:solidFill>
                        <a:latin typeface="+mj-lt"/>
                      </a:endParaRPr>
                    </a:p>
                  </a:txBody>
                  <a:tcPr anchor="ctr"/>
                </a:tc>
                <a:extLst>
                  <a:ext uri="{0D108BD9-81ED-4DB2-BD59-A6C34878D82A}">
                    <a16:rowId xmlns:a16="http://schemas.microsoft.com/office/drawing/2014/main" val="10000"/>
                  </a:ext>
                </a:extLst>
              </a:tr>
              <a:tr h="370840">
                <a:tc>
                  <a:txBody>
                    <a:bodyPr/>
                    <a:lstStyle/>
                    <a:p>
                      <a:pPr algn="ctr"/>
                      <a:r>
                        <a:rPr lang="en-US" sz="1200" dirty="0"/>
                        <a:t>5</a:t>
                      </a:r>
                    </a:p>
                  </a:txBody>
                  <a:tcPr anchor="ctr"/>
                </a:tc>
                <a:tc>
                  <a:txBody>
                    <a:bodyPr/>
                    <a:lstStyle/>
                    <a:p>
                      <a:pPr algn="ctr"/>
                      <a:r>
                        <a:rPr lang="en-US" sz="1400" dirty="0"/>
                        <a:t>E</a:t>
                      </a:r>
                    </a:p>
                  </a:txBody>
                  <a:tcPr anchor="ctr"/>
                </a:tc>
                <a:tc>
                  <a:txBody>
                    <a:bodyPr/>
                    <a:lstStyle/>
                    <a:p>
                      <a:pPr algn="ctr" fontAlgn="b"/>
                      <a:r>
                        <a:rPr lang="en-US" sz="1400" u="none" strike="noStrike" dirty="0">
                          <a:effectLst/>
                        </a:rPr>
                        <a:t>0.2</a:t>
                      </a:r>
                      <a:endParaRPr lang="en-US" sz="1400" b="0" i="0" u="none" strike="noStrike" dirty="0">
                        <a:solidFill>
                          <a:srgbClr val="000000"/>
                        </a:solidFill>
                        <a:effectLst/>
                        <a:latin typeface="+mj-lt"/>
                      </a:endParaRPr>
                    </a:p>
                  </a:txBody>
                  <a:tcPr marL="9525" marR="9525" marT="9525" marB="0" anchor="ctr"/>
                </a:tc>
                <a:tc>
                  <a:txBody>
                    <a:bodyPr/>
                    <a:lstStyle/>
                    <a:p>
                      <a:pPr algn="ctr"/>
                      <a:r>
                        <a:rPr lang="en-US" sz="1400" dirty="0"/>
                        <a:t>3</a:t>
                      </a:r>
                    </a:p>
                  </a:txBody>
                  <a:tcPr marL="9525" marR="9525" marT="9525" marB="0" anchor="ctr"/>
                </a:tc>
                <a:extLst>
                  <a:ext uri="{0D108BD9-81ED-4DB2-BD59-A6C34878D82A}">
                    <a16:rowId xmlns:a16="http://schemas.microsoft.com/office/drawing/2014/main" val="10001"/>
                  </a:ext>
                </a:extLst>
              </a:tr>
              <a:tr h="370840">
                <a:tc>
                  <a:txBody>
                    <a:bodyPr/>
                    <a:lstStyle/>
                    <a:p>
                      <a:pPr algn="ctr"/>
                      <a:r>
                        <a:rPr lang="en-US" sz="1200" dirty="0"/>
                        <a:t>6</a:t>
                      </a:r>
                    </a:p>
                  </a:txBody>
                  <a:tcPr anchor="ctr"/>
                </a:tc>
                <a:tc>
                  <a:txBody>
                    <a:bodyPr/>
                    <a:lstStyle/>
                    <a:p>
                      <a:pPr algn="ctr"/>
                      <a:r>
                        <a:rPr lang="en-US" sz="1400" dirty="0"/>
                        <a:t>F</a:t>
                      </a:r>
                    </a:p>
                  </a:txBody>
                  <a:tcPr anchor="ctr"/>
                </a:tc>
                <a:tc>
                  <a:txBody>
                    <a:bodyPr/>
                    <a:lstStyle/>
                    <a:p>
                      <a:pPr algn="ctr" fontAlgn="b"/>
                      <a:r>
                        <a:rPr lang="en-US" sz="1400" u="none" strike="noStrike" dirty="0">
                          <a:effectLst/>
                        </a:rPr>
                        <a:t>0.4</a:t>
                      </a:r>
                      <a:endParaRPr lang="en-US" sz="1400" b="0" i="0" u="none" strike="noStrike" dirty="0">
                        <a:solidFill>
                          <a:srgbClr val="000000"/>
                        </a:solidFill>
                        <a:effectLst/>
                        <a:latin typeface="+mj-lt"/>
                      </a:endParaRPr>
                    </a:p>
                  </a:txBody>
                  <a:tcPr marL="9525" marR="9525" marT="9525" marB="0" anchor="ctr"/>
                </a:tc>
                <a:tc>
                  <a:txBody>
                    <a:bodyPr/>
                    <a:lstStyle/>
                    <a:p>
                      <a:pPr algn="ctr"/>
                      <a:r>
                        <a:rPr lang="en-US" sz="1400" dirty="0"/>
                        <a:t>2</a:t>
                      </a:r>
                    </a:p>
                  </a:txBody>
                  <a:tcPr marL="9525" marR="9525" marT="9525" marB="0" anchor="ctr"/>
                </a:tc>
                <a:extLst>
                  <a:ext uri="{0D108BD9-81ED-4DB2-BD59-A6C34878D82A}">
                    <a16:rowId xmlns:a16="http://schemas.microsoft.com/office/drawing/2014/main" val="10002"/>
                  </a:ext>
                </a:extLst>
              </a:tr>
              <a:tr h="370840">
                <a:tc>
                  <a:txBody>
                    <a:bodyPr/>
                    <a:lstStyle/>
                    <a:p>
                      <a:pPr algn="ctr"/>
                      <a:r>
                        <a:rPr lang="en-US" sz="1200" dirty="0"/>
                        <a:t>7</a:t>
                      </a:r>
                    </a:p>
                  </a:txBody>
                  <a:tcPr anchor="ctr"/>
                </a:tc>
                <a:tc>
                  <a:txBody>
                    <a:bodyPr/>
                    <a:lstStyle/>
                    <a:p>
                      <a:pPr algn="ctr"/>
                      <a:r>
                        <a:rPr lang="en-US" sz="1400" dirty="0"/>
                        <a:t>G</a:t>
                      </a:r>
                    </a:p>
                  </a:txBody>
                  <a:tcPr anchor="ctr"/>
                </a:tc>
                <a:tc>
                  <a:txBody>
                    <a:bodyPr/>
                    <a:lstStyle/>
                    <a:p>
                      <a:pPr algn="ctr" fontAlgn="b"/>
                      <a:r>
                        <a:rPr lang="en-US" sz="1400" u="none" strike="noStrike" dirty="0">
                          <a:effectLst/>
                        </a:rPr>
                        <a:t>0.5</a:t>
                      </a:r>
                      <a:endParaRPr lang="en-US" sz="1400" b="0" i="0" u="none" strike="noStrike" dirty="0">
                        <a:solidFill>
                          <a:srgbClr val="000000"/>
                        </a:solidFill>
                        <a:effectLst/>
                        <a:latin typeface="+mj-lt"/>
                      </a:endParaRPr>
                    </a:p>
                  </a:txBody>
                  <a:tcPr marL="9525" marR="9525" marT="9525" marB="0" anchor="ctr"/>
                </a:tc>
                <a:tc>
                  <a:txBody>
                    <a:bodyPr/>
                    <a:lstStyle/>
                    <a:p>
                      <a:pPr algn="ctr"/>
                      <a:r>
                        <a:rPr lang="en-US" sz="1400" dirty="0"/>
                        <a:t>4</a:t>
                      </a:r>
                    </a:p>
                  </a:txBody>
                  <a:tcPr marL="9525" marR="9525" marT="9525" marB="0" anchor="ctr"/>
                </a:tc>
                <a:extLst>
                  <a:ext uri="{0D108BD9-81ED-4DB2-BD59-A6C34878D82A}">
                    <a16:rowId xmlns:a16="http://schemas.microsoft.com/office/drawing/2014/main" val="10003"/>
                  </a:ext>
                </a:extLst>
              </a:tr>
              <a:tr h="370840">
                <a:tc>
                  <a:txBody>
                    <a:bodyPr/>
                    <a:lstStyle/>
                    <a:p>
                      <a:pPr algn="ctr"/>
                      <a:r>
                        <a:rPr lang="en-US" sz="1200" dirty="0"/>
                        <a:t>8</a:t>
                      </a:r>
                      <a:endParaRPr lang="en-US" sz="1200" dirty="0">
                        <a:latin typeface="Tw Cen MT" panose="020B0602020104020603" pitchFamily="34" charset="77"/>
                      </a:endParaRPr>
                    </a:p>
                  </a:txBody>
                  <a:tcPr anchor="ctr"/>
                </a:tc>
                <a:tc>
                  <a:txBody>
                    <a:bodyPr/>
                    <a:lstStyle/>
                    <a:p>
                      <a:pPr algn="ctr"/>
                      <a:r>
                        <a:rPr lang="en-US" sz="1400" dirty="0"/>
                        <a:t>H</a:t>
                      </a:r>
                      <a:endParaRPr lang="en-US" sz="1400" dirty="0">
                        <a:latin typeface="Tw Cen MT" panose="020B0602020104020603" pitchFamily="34" charset="77"/>
                      </a:endParaRPr>
                    </a:p>
                  </a:txBody>
                  <a:tcPr anchor="ctr"/>
                </a:tc>
                <a:tc>
                  <a:txBody>
                    <a:bodyPr/>
                    <a:lstStyle/>
                    <a:p>
                      <a:pPr algn="ctr" fontAlgn="b"/>
                      <a:r>
                        <a:rPr lang="en-US" sz="1400" u="none" strike="noStrike" dirty="0">
                          <a:effectLst/>
                        </a:rPr>
                        <a:t>0.4</a:t>
                      </a:r>
                      <a:endParaRPr lang="en-US" sz="1400" b="0" i="0" u="none" strike="noStrike" dirty="0">
                        <a:solidFill>
                          <a:srgbClr val="000000"/>
                        </a:solidFill>
                        <a:effectLst/>
                        <a:latin typeface="Tw Cen MT" panose="020B0602020104020603" pitchFamily="34" charset="77"/>
                      </a:endParaRPr>
                    </a:p>
                  </a:txBody>
                  <a:tcPr marL="9525" marR="9525" marT="9525" marB="0" anchor="ctr"/>
                </a:tc>
                <a:tc>
                  <a:txBody>
                    <a:bodyPr/>
                    <a:lstStyle/>
                    <a:p>
                      <a:pPr algn="ctr"/>
                      <a:r>
                        <a:rPr lang="en-US" sz="1400" dirty="0"/>
                        <a:t>1</a:t>
                      </a:r>
                      <a:endParaRPr lang="en-US" sz="1400" dirty="0">
                        <a:latin typeface="Tw Cen MT" panose="020B0602020104020603" pitchFamily="34" charset="77"/>
                      </a:endParaRPr>
                    </a:p>
                  </a:txBody>
                  <a:tcPr marL="9525" marR="9525" marT="9525" marB="0" anchor="ctr"/>
                </a:tc>
                <a:extLst>
                  <a:ext uri="{0D108BD9-81ED-4DB2-BD59-A6C34878D82A}">
                    <a16:rowId xmlns:a16="http://schemas.microsoft.com/office/drawing/2014/main" val="2314769939"/>
                  </a:ext>
                </a:extLst>
              </a:tr>
            </a:tbl>
          </a:graphicData>
        </a:graphic>
      </p:graphicFrame>
      <p:sp>
        <p:nvSpPr>
          <p:cNvPr id="8" name="Rectangle 7">
            <a:extLst>
              <a:ext uri="{FF2B5EF4-FFF2-40B4-BE49-F238E27FC236}">
                <a16:creationId xmlns:a16="http://schemas.microsoft.com/office/drawing/2014/main" id="{C78BB41E-76B7-9D49-9A08-8FD84A62BB35}"/>
              </a:ext>
            </a:extLst>
          </p:cNvPr>
          <p:cNvSpPr/>
          <p:nvPr/>
        </p:nvSpPr>
        <p:spPr>
          <a:xfrm>
            <a:off x="5580345" y="2192693"/>
            <a:ext cx="1132945" cy="4075491"/>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 name="Left Brace 13">
            <a:extLst>
              <a:ext uri="{FF2B5EF4-FFF2-40B4-BE49-F238E27FC236}">
                <a16:creationId xmlns:a16="http://schemas.microsoft.com/office/drawing/2014/main" id="{62BEE88C-1632-3542-A12D-61B942E7DD83}"/>
              </a:ext>
            </a:extLst>
          </p:cNvPr>
          <p:cNvSpPr/>
          <p:nvPr/>
        </p:nvSpPr>
        <p:spPr>
          <a:xfrm>
            <a:off x="2356458" y="3345054"/>
            <a:ext cx="518502" cy="2025798"/>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
        <p:nvSpPr>
          <p:cNvPr id="15" name="TextBox 14">
            <a:extLst>
              <a:ext uri="{FF2B5EF4-FFF2-40B4-BE49-F238E27FC236}">
                <a16:creationId xmlns:a16="http://schemas.microsoft.com/office/drawing/2014/main" id="{6307389C-A13A-F64F-A202-632CD864BA4C}"/>
              </a:ext>
            </a:extLst>
          </p:cNvPr>
          <p:cNvSpPr txBox="1"/>
          <p:nvPr/>
        </p:nvSpPr>
        <p:spPr>
          <a:xfrm>
            <a:off x="61675" y="3907272"/>
            <a:ext cx="2554034" cy="646331"/>
          </a:xfrm>
          <a:prstGeom prst="rect">
            <a:avLst/>
          </a:prstGeom>
          <a:noFill/>
        </p:spPr>
        <p:txBody>
          <a:bodyPr wrap="none" rtlCol="0">
            <a:spAutoFit/>
          </a:bodyPr>
          <a:lstStyle/>
          <a:p>
            <a:pPr algn="ctr"/>
            <a:r>
              <a:rPr lang="en-US" dirty="0"/>
              <a:t>Two </a:t>
            </a:r>
            <a:r>
              <a:rPr lang="en-US" dirty="0" smtClean="0"/>
              <a:t>Groups (GA and GB)</a:t>
            </a:r>
            <a:endParaRPr lang="en-US" dirty="0"/>
          </a:p>
          <a:p>
            <a:pPr algn="ctr"/>
            <a:r>
              <a:rPr lang="en-US" dirty="0"/>
              <a:t>Dataset</a:t>
            </a:r>
          </a:p>
        </p:txBody>
      </p:sp>
      <p:sp>
        <p:nvSpPr>
          <p:cNvPr id="19" name="TextBox 18">
            <a:extLst>
              <a:ext uri="{FF2B5EF4-FFF2-40B4-BE49-F238E27FC236}">
                <a16:creationId xmlns:a16="http://schemas.microsoft.com/office/drawing/2014/main" id="{7F0B8AAE-016B-A64E-A73A-5098D92EC930}"/>
              </a:ext>
            </a:extLst>
          </p:cNvPr>
          <p:cNvSpPr txBox="1"/>
          <p:nvPr/>
        </p:nvSpPr>
        <p:spPr>
          <a:xfrm>
            <a:off x="5673241" y="1561348"/>
            <a:ext cx="1076577" cy="646331"/>
          </a:xfrm>
          <a:prstGeom prst="rect">
            <a:avLst/>
          </a:prstGeom>
          <a:noFill/>
        </p:spPr>
        <p:txBody>
          <a:bodyPr wrap="none" rtlCol="0">
            <a:spAutoFit/>
          </a:bodyPr>
          <a:lstStyle/>
          <a:p>
            <a:r>
              <a:rPr lang="en-US" dirty="0"/>
              <a:t>Feature </a:t>
            </a:r>
            <a:r>
              <a:rPr lang="en-US" dirty="0" smtClean="0"/>
              <a:t>1</a:t>
            </a:r>
          </a:p>
          <a:p>
            <a:pPr algn="ctr"/>
            <a:r>
              <a:rPr lang="en-US" dirty="0" smtClean="0"/>
              <a:t>(F1)</a:t>
            </a:r>
            <a:endParaRPr lang="en-US" dirty="0"/>
          </a:p>
        </p:txBody>
      </p:sp>
      <p:sp>
        <p:nvSpPr>
          <p:cNvPr id="20" name="TextBox 19">
            <a:extLst>
              <a:ext uri="{FF2B5EF4-FFF2-40B4-BE49-F238E27FC236}">
                <a16:creationId xmlns:a16="http://schemas.microsoft.com/office/drawing/2014/main" id="{E31DC311-00F4-4045-BED5-5BEDC488018A}"/>
              </a:ext>
            </a:extLst>
          </p:cNvPr>
          <p:cNvSpPr txBox="1"/>
          <p:nvPr/>
        </p:nvSpPr>
        <p:spPr>
          <a:xfrm>
            <a:off x="6939911" y="1981950"/>
            <a:ext cx="412292" cy="369332"/>
          </a:xfrm>
          <a:prstGeom prst="rect">
            <a:avLst/>
          </a:prstGeom>
          <a:noFill/>
        </p:spPr>
        <p:txBody>
          <a:bodyPr wrap="none" rtlCol="0">
            <a:spAutoFit/>
          </a:bodyPr>
          <a:lstStyle/>
          <a:p>
            <a:r>
              <a:rPr lang="en-US" dirty="0" smtClean="0"/>
              <a:t>F2</a:t>
            </a:r>
            <a:endParaRPr lang="en-US" dirty="0"/>
          </a:p>
        </p:txBody>
      </p:sp>
      <p:sp>
        <p:nvSpPr>
          <p:cNvPr id="23" name="TextBox 22">
            <a:extLst>
              <a:ext uri="{FF2B5EF4-FFF2-40B4-BE49-F238E27FC236}">
                <a16:creationId xmlns:a16="http://schemas.microsoft.com/office/drawing/2014/main" id="{FDD3F76C-2B82-B84B-8154-7802C08B0A15}"/>
              </a:ext>
            </a:extLst>
          </p:cNvPr>
          <p:cNvSpPr txBox="1"/>
          <p:nvPr/>
        </p:nvSpPr>
        <p:spPr>
          <a:xfrm>
            <a:off x="5066232" y="6349968"/>
            <a:ext cx="2161169" cy="369332"/>
          </a:xfrm>
          <a:prstGeom prst="rect">
            <a:avLst/>
          </a:prstGeom>
          <a:noFill/>
        </p:spPr>
        <p:txBody>
          <a:bodyPr wrap="none" rtlCol="0">
            <a:spAutoFit/>
          </a:bodyPr>
          <a:lstStyle/>
          <a:p>
            <a:r>
              <a:rPr lang="en-US" dirty="0"/>
              <a:t>will be tested feature</a:t>
            </a:r>
          </a:p>
        </p:txBody>
      </p:sp>
      <p:sp>
        <p:nvSpPr>
          <p:cNvPr id="24" name="Slide Number Placeholder 23">
            <a:extLst>
              <a:ext uri="{FF2B5EF4-FFF2-40B4-BE49-F238E27FC236}">
                <a16:creationId xmlns:a16="http://schemas.microsoft.com/office/drawing/2014/main" id="{3F188F47-4095-5646-ABD8-DF16AB0B29A8}"/>
              </a:ext>
            </a:extLst>
          </p:cNvPr>
          <p:cNvSpPr>
            <a:spLocks noGrp="1"/>
          </p:cNvSpPr>
          <p:nvPr>
            <p:ph type="sldNum" sz="quarter" idx="12"/>
          </p:nvPr>
        </p:nvSpPr>
        <p:spPr/>
        <p:txBody>
          <a:bodyPr/>
          <a:lstStyle/>
          <a:p>
            <a:fld id="{5AA13D58-D7BC-8747-9F0A-0DB9E6B3595A}" type="slidenum">
              <a:rPr lang="en-US" sz="1600" smtClean="0"/>
              <a:t>20</a:t>
            </a:fld>
            <a:endParaRPr lang="en-US" sz="1600" dirty="0"/>
          </a:p>
        </p:txBody>
      </p:sp>
    </p:spTree>
    <p:custDataLst>
      <p:tags r:id="rId1"/>
    </p:custDataLst>
    <p:extLst>
      <p:ext uri="{BB962C8B-B14F-4D97-AF65-F5344CB8AC3E}">
        <p14:creationId xmlns:p14="http://schemas.microsoft.com/office/powerpoint/2010/main" val="3055110614"/>
      </p:ext>
    </p:extLst>
  </p:cSld>
  <p:clrMapOvr>
    <a:masterClrMapping/>
  </p:clrMapOvr>
  <p:transition spd="slow" advTm="29828">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extLst mod="1">
    <p:ext uri="{3A86A75C-4F4B-4683-9AE1-C65F6400EC91}">
      <p14:laserTraceLst xmlns:p14="http://schemas.microsoft.com/office/powerpoint/2010/main">
        <p14:tracePtLst>
          <p14:tracePt t="471" x="8221663" y="3970338"/>
          <p14:tracePt t="530" x="8128000" y="4005263"/>
          <p14:tracePt t="549" x="8069263" y="4021138"/>
          <p14:tracePt t="565" x="7961313" y="4027488"/>
          <p14:tracePt t="582" x="7794625" y="4027488"/>
          <p14:tracePt t="599" x="7518400" y="4021138"/>
          <p14:tracePt t="616" x="7069138" y="3925888"/>
          <p14:tracePt t="632" x="6618288" y="3802063"/>
          <p14:tracePt t="649" x="6016625" y="3606800"/>
          <p14:tracePt t="666" x="5754688" y="3556000"/>
          <p14:tracePt t="682" x="5522913" y="3533775"/>
          <p14:tracePt t="699" x="5334000" y="3462338"/>
          <p14:tracePt t="715" x="5145088" y="3417888"/>
          <p14:tracePt t="732" x="4956175" y="3360738"/>
          <p14:tracePt t="749" x="4789488" y="3294063"/>
          <p14:tracePt t="766" x="4614863" y="3243263"/>
          <p14:tracePt t="782" x="4470400" y="3208338"/>
          <p14:tracePt t="799" x="4303713" y="3178175"/>
          <p14:tracePt t="816" x="4137025" y="3127375"/>
          <p14:tracePt t="833" x="3868738" y="3055938"/>
          <p14:tracePt t="849" x="3665538" y="2989263"/>
          <p14:tracePt t="866" x="3505200" y="2938463"/>
          <p14:tracePt t="883" x="3367088" y="2895600"/>
          <p14:tracePt t="899" x="3265488" y="2852738"/>
          <p14:tracePt t="916" x="3157538" y="2794000"/>
          <p14:tracePt t="932" x="3090863" y="2757488"/>
          <p14:tracePt t="949" x="3005138" y="2714625"/>
          <p14:tracePt t="966" x="2895600" y="2641600"/>
          <p14:tracePt t="982" x="2801938" y="2590800"/>
          <p14:tracePt t="999" x="2765425" y="2562225"/>
          <p14:tracePt t="1016" x="2735263" y="2547938"/>
          <p14:tracePt t="1074" x="2735263" y="2540000"/>
          <p14:tracePt t="1082" x="2735263" y="2532063"/>
          <p14:tracePt t="1090" x="2735263" y="2525713"/>
          <p14:tracePt t="1099" x="2735263" y="2517775"/>
          <p14:tracePt t="1116" x="2735263" y="2503488"/>
          <p14:tracePt t="1132" x="2728913" y="2481263"/>
          <p14:tracePt t="1149" x="2720975" y="2474913"/>
          <p14:tracePt t="1166" x="2714625" y="2452688"/>
          <p14:tracePt t="1182" x="2706688" y="2409825"/>
          <p14:tracePt t="1199" x="2692400" y="2387600"/>
          <p14:tracePt t="1216" x="2692400" y="2373313"/>
          <p14:tracePt t="1233" x="2684463" y="2365375"/>
          <p14:tracePt t="1249" x="2684463" y="2351088"/>
          <p14:tracePt t="1266" x="2678113" y="2344738"/>
          <p14:tracePt t="1299" x="2678113" y="2328863"/>
          <p14:tracePt t="1316" x="2678113" y="2322513"/>
          <p14:tracePt t="1333" x="2678113" y="2300288"/>
          <p14:tracePt t="1349" x="2670175" y="2286000"/>
          <p14:tracePt t="1367" x="2649538" y="2263775"/>
          <p14:tracePt t="1383" x="2613025" y="2227263"/>
          <p14:tracePt t="1399" x="2554288" y="2206625"/>
          <p14:tracePt t="1416" x="2503488" y="2176463"/>
          <p14:tracePt t="1433" x="2481263" y="2176463"/>
          <p14:tracePt t="1449" x="2460625" y="2162175"/>
          <p14:tracePt t="1466" x="2452688" y="2162175"/>
          <p14:tracePt t="1483" x="2424113" y="2141538"/>
          <p14:tracePt t="1499" x="2409825" y="2133600"/>
          <p14:tracePt t="1516" x="2401888" y="2125663"/>
          <p14:tracePt t="1532" x="2395538" y="2119313"/>
          <p14:tracePt t="1549" x="2387600" y="2119313"/>
          <p14:tracePt t="1566" x="2379663" y="2119313"/>
          <p14:tracePt t="1834" x="2373313" y="2111375"/>
          <p14:tracePt t="1954" x="2365375" y="2105025"/>
          <p14:tracePt t="5426" x="2373313" y="2090738"/>
          <p14:tracePt t="5436" x="2379663" y="2082800"/>
          <p14:tracePt t="5451" x="2409825" y="2060575"/>
          <p14:tracePt t="5468" x="2424113" y="2054225"/>
          <p14:tracePt t="5484" x="2446338" y="2039938"/>
          <p14:tracePt t="5501" x="2452688" y="2032000"/>
          <p14:tracePt t="5517" x="2474913" y="2032000"/>
          <p14:tracePt t="5534" x="2497138" y="2009775"/>
          <p14:tracePt t="5552" x="2532063" y="1995488"/>
          <p14:tracePt t="5567" x="2554288" y="1989138"/>
          <p14:tracePt t="5571" x="2576513" y="1973263"/>
          <p14:tracePt t="5584" x="2582863" y="1973263"/>
          <p14:tracePt t="5601" x="2598738" y="1973263"/>
          <p14:tracePt t="5617" x="2627313" y="1958975"/>
          <p14:tracePt t="5634" x="2655888" y="1958975"/>
          <p14:tracePt t="5651" x="2670175" y="1944688"/>
          <p14:tracePt t="5668" x="2700338" y="1944688"/>
          <p14:tracePt t="5684" x="2714625" y="1938338"/>
          <p14:tracePt t="5701" x="2720975" y="1930400"/>
          <p14:tracePt t="5717" x="2743200" y="1930400"/>
          <p14:tracePt t="5734" x="2757488" y="1930400"/>
          <p14:tracePt t="5751" x="2771775" y="1922463"/>
          <p14:tracePt t="5768" x="2794000" y="1908175"/>
          <p14:tracePt t="5784" x="2808288" y="1908175"/>
          <p14:tracePt t="5802" x="2836863" y="1901825"/>
          <p14:tracePt t="5818" x="2852738" y="1901825"/>
          <p14:tracePt t="5834" x="2867025" y="1901825"/>
          <p14:tracePt t="5851" x="2887663" y="1893888"/>
          <p14:tracePt t="5868" x="2909888" y="1893888"/>
          <p14:tracePt t="5884" x="2932113" y="1887538"/>
          <p14:tracePt t="5901" x="2968625" y="1887538"/>
          <p14:tracePt t="5917" x="2989263" y="1879600"/>
          <p14:tracePt t="5934" x="3025775" y="1879600"/>
          <p14:tracePt t="5951" x="3062288" y="1879600"/>
          <p14:tracePt t="5968" x="3098800" y="1879600"/>
          <p14:tracePt t="5984" x="3135313" y="1879600"/>
          <p14:tracePt t="6001" x="3171825" y="1879600"/>
          <p14:tracePt t="6017" x="3222625" y="1879600"/>
          <p14:tracePt t="6034" x="3251200" y="1879600"/>
          <p14:tracePt t="6053" x="3294063" y="1879600"/>
          <p14:tracePt t="6068" x="3330575" y="1879600"/>
          <p14:tracePt t="6077" x="3352800" y="1879600"/>
          <p14:tracePt t="6088" x="3360738" y="1879600"/>
          <p14:tracePt t="6101" x="3417888" y="1879600"/>
          <p14:tracePt t="6120" x="3468688" y="1879600"/>
          <p14:tracePt t="6134" x="3513138" y="1879600"/>
          <p14:tracePt t="6151" x="3556000" y="1879600"/>
          <p14:tracePt t="6168" x="3598863" y="1879600"/>
          <p14:tracePt t="6185" x="3629025" y="1879600"/>
          <p14:tracePt t="6201" x="3665538" y="1879600"/>
          <p14:tracePt t="6218" x="3708400" y="1879600"/>
          <p14:tracePt t="6235" x="3736975" y="1879600"/>
          <p14:tracePt t="6252" x="3767138" y="1879600"/>
          <p14:tracePt t="6268" x="3787775" y="1879600"/>
          <p14:tracePt t="6285" x="3810000" y="1879600"/>
          <p14:tracePt t="6301" x="3824288" y="1879600"/>
          <p14:tracePt t="6318" x="3852863" y="1879600"/>
          <p14:tracePt t="6334" x="3860800" y="1879600"/>
          <p14:tracePt t="6352" x="3875088" y="1879600"/>
          <p14:tracePt t="6369" x="3897313" y="1879600"/>
          <p14:tracePt t="6385" x="3903663" y="1879600"/>
          <p14:tracePt t="6401" x="3911600" y="1879600"/>
          <p14:tracePt t="6419" x="3919538" y="1879600"/>
          <p14:tracePt t="6440" x="3925888" y="1879600"/>
          <p14:tracePt t="6475" x="3933825" y="1879600"/>
          <p14:tracePt t="6604" x="3940175" y="1879600"/>
          <p14:tracePt t="7332" x="3954463" y="1879600"/>
          <p14:tracePt t="7348" x="3962400" y="1887538"/>
          <p14:tracePt t="7355" x="3970338" y="1893888"/>
          <p14:tracePt t="7368" x="3970338" y="1901825"/>
          <p14:tracePt t="7385" x="3990975" y="1908175"/>
          <p14:tracePt t="7401" x="3998913" y="1922463"/>
          <p14:tracePt t="7418" x="4041775" y="1944688"/>
          <p14:tracePt t="7435" x="4092575" y="1989138"/>
          <p14:tracePt t="7452" x="4129088" y="2017713"/>
          <p14:tracePt t="7468" x="4165600" y="2039938"/>
          <p14:tracePt t="7484" x="4187825" y="2082800"/>
          <p14:tracePt t="7501" x="4224338" y="2155825"/>
          <p14:tracePt t="7518" x="4259263" y="2271713"/>
          <p14:tracePt t="7535" x="4289425" y="2373313"/>
          <p14:tracePt t="7551" x="4303713" y="2424113"/>
          <p14:tracePt t="7568" x="4303713" y="2460625"/>
          <p14:tracePt t="7570" x="4295775" y="2481263"/>
          <p14:tracePt t="7584" x="4289425" y="2497138"/>
          <p14:tracePt t="7601" x="4224338" y="2562225"/>
          <p14:tracePt t="7618" x="4157663" y="2605088"/>
          <p14:tracePt t="7635" x="4092575" y="2633663"/>
          <p14:tracePt t="7651" x="4005263" y="2670175"/>
          <p14:tracePt t="7668" x="3911600" y="2700338"/>
          <p14:tracePt t="7684" x="3838575" y="2706688"/>
          <p14:tracePt t="7701" x="3767138" y="2706688"/>
          <p14:tracePt t="7718" x="3700463" y="2706688"/>
          <p14:tracePt t="7735" x="3686175" y="2706688"/>
          <p14:tracePt t="7751" x="3671888" y="2706688"/>
          <p14:tracePt t="7785" x="3665538" y="2700338"/>
          <p14:tracePt t="7801" x="3665538" y="2678113"/>
          <p14:tracePt t="7818" x="3665538" y="2641600"/>
          <p14:tracePt t="7835" x="3679825" y="2590800"/>
          <p14:tracePt t="7851" x="3722688" y="2540000"/>
          <p14:tracePt t="7869" x="3795713" y="2497138"/>
          <p14:tracePt t="7885" x="3897313" y="2460625"/>
          <p14:tracePt t="7901" x="4035425" y="2416175"/>
          <p14:tracePt t="7918" x="4194175" y="2387600"/>
          <p14:tracePt t="7935" x="4368800" y="2365375"/>
          <p14:tracePt t="7951" x="4579938" y="2336800"/>
          <p14:tracePt t="7968" x="4775200" y="2322513"/>
          <p14:tracePt t="7985" x="5065713" y="2314575"/>
          <p14:tracePt t="8002" x="5291138" y="2314575"/>
          <p14:tracePt t="8018" x="5514975" y="2314575"/>
          <p14:tracePt t="8035" x="5754688" y="2314575"/>
          <p14:tracePt t="8052" x="5965825" y="2314575"/>
          <p14:tracePt t="8068" x="6169025" y="2314575"/>
          <p14:tracePt t="8085" x="6357938" y="2336800"/>
          <p14:tracePt t="8102" x="6538913" y="2379663"/>
          <p14:tracePt t="8118" x="6691313" y="2409825"/>
          <p14:tracePt t="8135" x="6843713" y="2460625"/>
          <p14:tracePt t="8151" x="6959600" y="2517775"/>
          <p14:tracePt t="8168" x="7069138" y="2562225"/>
          <p14:tracePt t="8185" x="7154863" y="2613025"/>
          <p14:tracePt t="8202" x="7300913" y="2714625"/>
          <p14:tracePt t="8218" x="7402513" y="2786063"/>
          <p14:tracePt t="8235" x="7510463" y="2873375"/>
          <p14:tracePt t="8252" x="7627938" y="2982913"/>
          <p14:tracePt t="8268" x="7729538" y="3090863"/>
          <p14:tracePt t="8285" x="7815263" y="3200400"/>
          <p14:tracePt t="8301" x="7896225" y="3330575"/>
          <p14:tracePt t="8318" x="7975600" y="3476625"/>
          <p14:tracePt t="8335" x="8048625" y="3606800"/>
          <p14:tracePt t="8351" x="8099425" y="3708400"/>
          <p14:tracePt t="8368" x="8120063" y="3787775"/>
          <p14:tracePt t="8385" x="8150225" y="3889375"/>
          <p14:tracePt t="8401" x="8150225" y="3990975"/>
          <p14:tracePt t="8419" x="8150225" y="4114800"/>
          <p14:tracePt t="8435" x="8142288" y="4244975"/>
          <p14:tracePt t="8452" x="8120063" y="4332288"/>
          <p14:tracePt t="8468" x="8099425" y="4405313"/>
          <p14:tracePt t="8485" x="8062913" y="4470400"/>
          <p14:tracePt t="8502" x="8018463" y="4549775"/>
          <p14:tracePt t="8518" x="7947025" y="4659313"/>
          <p14:tracePt t="8535" x="7881938" y="4724400"/>
          <p14:tracePt t="8552" x="7823200" y="4783138"/>
          <p14:tracePt t="8568" x="7764463" y="4826000"/>
          <p14:tracePt t="8572" x="7743825" y="4840288"/>
          <p14:tracePt t="8585" x="7685088" y="4876800"/>
          <p14:tracePt t="8602" x="7597775" y="4913313"/>
          <p14:tracePt t="8619" x="7504113" y="4941888"/>
          <p14:tracePt t="8635" x="7366000" y="4970463"/>
          <p14:tracePt t="8652" x="7221538" y="5000625"/>
          <p14:tracePt t="8668" x="7075488" y="5021263"/>
          <p14:tracePt t="8685" x="6886575" y="5051425"/>
          <p14:tracePt t="8702" x="6734175" y="5051425"/>
          <p14:tracePt t="8718" x="6567488" y="5065713"/>
          <p14:tracePt t="8735" x="6392863" y="5102225"/>
          <p14:tracePt t="8752" x="6226175" y="5122863"/>
          <p14:tracePt t="8769" x="5980113" y="5167313"/>
          <p14:tracePt t="8785" x="5819775" y="5167313"/>
          <p14:tracePt t="8802" x="5630863" y="5167313"/>
          <p14:tracePt t="8818" x="5464175" y="5167313"/>
          <p14:tracePt t="8835" x="5305425" y="5153025"/>
          <p14:tracePt t="8852" x="5173663" y="5116513"/>
          <p14:tracePt t="8868" x="5080000" y="5080000"/>
          <p14:tracePt t="8885" x="4978400" y="5037138"/>
          <p14:tracePt t="8902" x="4913313" y="4992688"/>
          <p14:tracePt t="8918" x="4840288" y="4941888"/>
          <p14:tracePt t="8935" x="4767263" y="4876800"/>
          <p14:tracePt t="8952" x="4732338" y="4818063"/>
          <p14:tracePt t="8969" x="4702175" y="4752975"/>
          <p14:tracePt t="8985" x="4681538" y="4702175"/>
          <p14:tracePt t="9002" x="4673600" y="4630738"/>
          <p14:tracePt t="9019" x="4651375" y="4579938"/>
          <p14:tracePt t="9035" x="4637088" y="4492625"/>
          <p14:tracePt t="9053" x="4630738" y="4427538"/>
          <p14:tracePt t="9068" x="4614863" y="4368800"/>
          <p14:tracePt t="9085" x="4614863" y="4325938"/>
          <p14:tracePt t="9102" x="4614863" y="4289425"/>
          <p14:tracePt t="9118" x="4614863" y="4259263"/>
          <p14:tracePt t="9135" x="4614863" y="4216400"/>
          <p14:tracePt t="9152" x="4614863" y="4187825"/>
          <p14:tracePt t="9169" x="4614863" y="4137025"/>
          <p14:tracePt t="9185" x="4630738" y="4092575"/>
          <p14:tracePt t="9202" x="4645025" y="4049713"/>
          <p14:tracePt t="9219" x="4651375" y="4021138"/>
          <p14:tracePt t="9235" x="4665663" y="3970338"/>
          <p14:tracePt t="9252" x="4681538" y="3933825"/>
          <p14:tracePt t="9269" x="4702175" y="3875088"/>
          <p14:tracePt t="9285" x="4732338" y="3817938"/>
          <p14:tracePt t="9302" x="4760913" y="3759200"/>
          <p14:tracePt t="9319" x="4803775" y="3700463"/>
          <p14:tracePt t="9335" x="4884738" y="3606800"/>
          <p14:tracePt t="9352" x="4941888" y="3541713"/>
          <p14:tracePt t="9369" x="5043488" y="3446463"/>
          <p14:tracePt t="9385" x="5108575" y="3389313"/>
          <p14:tracePt t="9402" x="5173663" y="3352800"/>
          <p14:tracePt t="9419" x="5246688" y="3294063"/>
          <p14:tracePt t="9435" x="5326063" y="3243263"/>
          <p14:tracePt t="9452" x="5421313" y="3200400"/>
          <p14:tracePt t="9470" x="5508625" y="3149600"/>
          <p14:tracePt t="9485" x="5588000" y="3106738"/>
          <p14:tracePt t="9502" x="5697538" y="3062288"/>
          <p14:tracePt t="9519" x="5791200" y="3033713"/>
          <p14:tracePt t="9535" x="5907088" y="3005138"/>
          <p14:tracePt t="9552" x="6016625" y="2997200"/>
          <p14:tracePt t="9569" x="6110288" y="2982913"/>
          <p14:tracePt t="9572" x="6124575" y="2982913"/>
          <p14:tracePt t="9585" x="6169025" y="2982913"/>
          <p14:tracePt t="9602" x="6197600" y="2982913"/>
          <p14:tracePt t="9619" x="6248400" y="2982913"/>
          <p14:tracePt t="9635" x="6276975" y="2982913"/>
          <p14:tracePt t="9652" x="6342063" y="2989263"/>
          <p14:tracePt t="9669" x="6408738" y="2997200"/>
          <p14:tracePt t="9685" x="6465888" y="3011488"/>
          <p14:tracePt t="9702" x="6524625" y="3040063"/>
          <p14:tracePt t="9719" x="6596063" y="3055938"/>
          <p14:tracePt t="9735" x="6646863" y="3076575"/>
          <p14:tracePt t="9752" x="6677025" y="3090863"/>
          <p14:tracePt t="9769" x="6713538" y="3106738"/>
          <p14:tracePt t="9786" x="6727825" y="3121025"/>
          <p14:tracePt t="9802" x="6764338" y="3141663"/>
          <p14:tracePt t="9820" x="6792913" y="3171825"/>
          <p14:tracePt t="9835" x="6850063" y="3228975"/>
          <p14:tracePt t="9852" x="6908800" y="3302000"/>
          <p14:tracePt t="9869" x="6951663" y="3367088"/>
          <p14:tracePt t="9885" x="7002463" y="3440113"/>
          <p14:tracePt t="9902" x="7053263" y="3527425"/>
          <p14:tracePt t="9919" x="7097713" y="3621088"/>
          <p14:tracePt t="9935" x="7134225" y="3722688"/>
          <p14:tracePt t="9952" x="7162800" y="3824288"/>
          <p14:tracePt t="9969" x="7177088" y="3889375"/>
          <p14:tracePt t="9985" x="7199313" y="3962400"/>
          <p14:tracePt t="10003" x="7205663" y="4027488"/>
          <p14:tracePt t="10019" x="7205663" y="4092575"/>
          <p14:tracePt t="10036" x="7205663" y="4187825"/>
          <p14:tracePt t="10052" x="7199313" y="4252913"/>
          <p14:tracePt t="10069" x="7177088" y="4318000"/>
          <p14:tracePt t="10073" x="7154863" y="4354513"/>
          <p14:tracePt t="10086" x="7148513" y="4391025"/>
          <p14:tracePt t="10102" x="7097713" y="4462463"/>
          <p14:tracePt t="10119" x="7038975" y="4535488"/>
          <p14:tracePt t="10135" x="6967538" y="4608513"/>
          <p14:tracePt t="10152" x="6894513" y="4673600"/>
          <p14:tracePt t="10169" x="6770688" y="4746625"/>
          <p14:tracePt t="10186" x="6662738" y="4789488"/>
          <p14:tracePt t="10202" x="6530975" y="4854575"/>
          <p14:tracePt t="10219" x="6392863" y="4899025"/>
          <p14:tracePt t="10235" x="6256338" y="4964113"/>
          <p14:tracePt t="10252" x="6161088" y="4986338"/>
          <p14:tracePt t="10269" x="6067425" y="5000625"/>
          <p14:tracePt t="10286" x="5935663" y="5014913"/>
          <p14:tracePt t="10302" x="5813425" y="5021263"/>
          <p14:tracePt t="10319" x="5711825" y="5021263"/>
          <p14:tracePt t="10336" x="5624513" y="5021263"/>
          <p14:tracePt t="10352" x="5559425" y="5021263"/>
          <p14:tracePt t="10369" x="5500688" y="5021263"/>
          <p14:tracePt t="10385" x="5421313" y="5021263"/>
          <p14:tracePt t="10402" x="5384800" y="5021263"/>
          <p14:tracePt t="10419" x="5370513" y="5021263"/>
          <p14:tracePt t="10436" x="5362575" y="5021263"/>
          <p14:tracePt t="10645" x="5348288" y="5021263"/>
          <p14:tracePt t="10653" x="5305425" y="5021263"/>
          <p14:tracePt t="10661" x="5268913" y="5006975"/>
          <p14:tracePt t="10669" x="5189538" y="5000625"/>
          <p14:tracePt t="10686" x="5014913" y="4970463"/>
          <p14:tracePt t="10703" x="4854575" y="4956175"/>
          <p14:tracePt t="10720" x="4746625" y="4935538"/>
          <p14:tracePt t="10736" x="4681538" y="4919663"/>
          <p14:tracePt t="10753" x="4622800" y="4905375"/>
          <p14:tracePt t="10769" x="4498975" y="4833938"/>
          <p14:tracePt t="10786" x="4433888" y="4789488"/>
          <p14:tracePt t="10802" x="4360863" y="4746625"/>
          <p14:tracePt t="10819" x="4295775" y="4695825"/>
          <p14:tracePt t="10836" x="4216400" y="4651375"/>
          <p14:tracePt t="10852" x="4157663" y="4608513"/>
          <p14:tracePt t="10869" x="4129088" y="4579938"/>
          <p14:tracePt t="10886" x="4122738" y="4543425"/>
          <p14:tracePt t="10902" x="4100513" y="4498975"/>
          <p14:tracePt t="10919" x="4100513" y="4456113"/>
          <p14:tracePt t="10935" x="4100513" y="4427538"/>
          <p14:tracePt t="10953" x="4100513" y="4397375"/>
          <p14:tracePt t="10969" x="4100513" y="4376738"/>
          <p14:tracePt t="10986" x="4100513" y="4354513"/>
          <p14:tracePt t="11002" x="4100513" y="4340225"/>
          <p14:tracePt t="11019" x="4100513" y="4325938"/>
          <p14:tracePt t="11036" x="4100513" y="4310063"/>
          <p14:tracePt t="11069" x="4100513" y="4303713"/>
          <p14:tracePt t="11086" x="4092575" y="4289425"/>
          <p14:tracePt t="11155" x="4086225" y="4275138"/>
          <p14:tracePt t="11187" x="4086225" y="4267200"/>
          <p14:tracePt t="11203" x="4078288" y="4252913"/>
          <p14:tracePt t="11211" x="4078288" y="4244975"/>
          <p14:tracePt t="11219" x="4071938" y="4230688"/>
          <p14:tracePt t="11236" x="4056063" y="4208463"/>
          <p14:tracePt t="11252" x="4027488" y="4165600"/>
          <p14:tracePt t="11269" x="4005263" y="4137025"/>
          <p14:tracePt t="11286" x="3984625" y="4114800"/>
          <p14:tracePt t="11303" x="3948113" y="4086225"/>
          <p14:tracePt t="11319" x="3933825" y="4064000"/>
          <p14:tracePt t="11336" x="3889375" y="4035425"/>
          <p14:tracePt t="11353" x="3846513" y="3998913"/>
          <p14:tracePt t="11369" x="3824288" y="3976688"/>
          <p14:tracePt t="11386" x="3810000" y="3962400"/>
          <p14:tracePt t="11402" x="3802063" y="3954463"/>
          <p14:tracePt t="11419" x="3802063" y="3948113"/>
          <p14:tracePt t="11436" x="3802063" y="3933825"/>
          <p14:tracePt t="11452" x="3802063" y="3925888"/>
          <p14:tracePt t="11469" x="3795713" y="3919538"/>
          <p14:tracePt t="11486" x="3795713" y="3911600"/>
          <p14:tracePt t="11502" x="3795713" y="3897313"/>
          <p14:tracePt t="11519" x="3795713" y="3883025"/>
          <p14:tracePt t="11552" x="3802063" y="3875088"/>
          <p14:tracePt t="11569" x="3810000" y="3868738"/>
          <p14:tracePt t="11586" x="3817938" y="3860800"/>
          <p14:tracePt t="11602" x="3832225" y="3838575"/>
          <p14:tracePt t="11619" x="3846513" y="3832225"/>
          <p14:tracePt t="11652" x="3846513" y="3824288"/>
          <p14:tracePt t="11674" x="3846513" y="3817938"/>
          <p14:tracePt t="11686" x="3846513" y="3810000"/>
          <p14:tracePt t="11702" x="3852863" y="3802063"/>
          <p14:tracePt t="11719" x="3852863" y="3795713"/>
          <p14:tracePt t="11763" x="3852863" y="3787775"/>
          <p14:tracePt t="11771" x="3852863" y="3773488"/>
          <p14:tracePt t="11778" x="3852863" y="3759200"/>
          <p14:tracePt t="11787" x="3852863" y="3744913"/>
          <p14:tracePt t="11803" x="3824288" y="3686175"/>
          <p14:tracePt t="11819" x="3802063" y="3657600"/>
          <p14:tracePt t="11836" x="3781425" y="3606800"/>
          <p14:tracePt t="11852" x="3759200" y="3570288"/>
          <p14:tracePt t="11869" x="3730625" y="3519488"/>
          <p14:tracePt t="11886" x="3700463" y="3446463"/>
          <p14:tracePt t="11903" x="3679825" y="3389313"/>
          <p14:tracePt t="11919" x="3665538" y="3324225"/>
          <p14:tracePt t="11936" x="3649663" y="3259138"/>
          <p14:tracePt t="11953" x="3629025" y="3200400"/>
          <p14:tracePt t="11969" x="3621088" y="3157538"/>
          <p14:tracePt t="11986" x="3621088" y="3121025"/>
          <p14:tracePt t="12003" x="3614738" y="3076575"/>
          <p14:tracePt t="12019" x="3606800" y="3048000"/>
          <p14:tracePt t="12036" x="3606800" y="3019425"/>
          <p14:tracePt t="12053" x="3606800" y="2997200"/>
          <p14:tracePt t="12069" x="3598863" y="2982913"/>
          <p14:tracePt t="12086" x="3592513" y="2960688"/>
          <p14:tracePt t="12103" x="3584575" y="2946400"/>
          <p14:tracePt t="12121" x="3578225" y="2917825"/>
          <p14:tracePt t="12136" x="3578225" y="2909888"/>
          <p14:tracePt t="12153" x="3563938" y="2881313"/>
          <p14:tracePt t="12169" x="3563938" y="2859088"/>
          <p14:tracePt t="12186" x="3548063" y="2836863"/>
          <p14:tracePt t="12203" x="3541713" y="2822575"/>
          <p14:tracePt t="12219" x="3533775" y="2808288"/>
          <p14:tracePt t="12253" x="3527425" y="2801938"/>
          <p14:tracePt t="12270" x="3519488" y="2794000"/>
          <p14:tracePt t="12286" x="3519488" y="2786063"/>
          <p14:tracePt t="12303" x="3513138" y="2779713"/>
          <p14:tracePt t="12320" x="3505200" y="2779713"/>
          <p14:tracePt t="12458" x="3497263" y="2779713"/>
          <p14:tracePt t="12466" x="3482975" y="2779713"/>
          <p14:tracePt t="12474" x="3476625" y="2779713"/>
          <p14:tracePt t="12486" x="3468688" y="2771775"/>
          <p14:tracePt t="12503" x="3446463" y="2771775"/>
          <p14:tracePt t="12519" x="3425825" y="2771775"/>
          <p14:tracePt t="12536" x="3395663" y="2771775"/>
          <p14:tracePt t="12553" x="3316288" y="2771775"/>
          <p14:tracePt t="12569" x="3228975" y="2771775"/>
          <p14:tracePt t="12586" x="3163888" y="2801938"/>
          <p14:tracePt t="12603" x="3106738" y="2816225"/>
          <p14:tracePt t="12619" x="3062288" y="2836863"/>
          <p14:tracePt t="12636" x="2997200" y="2867025"/>
          <p14:tracePt t="12653" x="2895600" y="2946400"/>
          <p14:tracePt t="12669" x="2816225" y="3025775"/>
          <p14:tracePt t="12686" x="2743200" y="3113088"/>
          <p14:tracePt t="12703" x="2700338" y="3171825"/>
          <p14:tracePt t="12719" x="2655888" y="3243263"/>
          <p14:tracePt t="12736" x="2598738" y="3330575"/>
          <p14:tracePt t="12753" x="2547938" y="3468688"/>
          <p14:tracePt t="12769" x="2511425" y="3541713"/>
          <p14:tracePt t="12786" x="2497138" y="3606800"/>
          <p14:tracePt t="12803" x="2497138" y="3649663"/>
          <p14:tracePt t="12820" x="2497138" y="3686175"/>
          <p14:tracePt t="12836" x="2497138" y="3722688"/>
          <p14:tracePt t="12853" x="2497138" y="3759200"/>
          <p14:tracePt t="12869" x="2497138" y="3802063"/>
          <p14:tracePt t="12886" x="2511425" y="3846513"/>
          <p14:tracePt t="12903" x="2532063" y="3897313"/>
          <p14:tracePt t="12919" x="2582863" y="3962400"/>
          <p14:tracePt t="12936" x="2633663" y="3998913"/>
          <p14:tracePt t="12953" x="2714625" y="4035425"/>
          <p14:tracePt t="12969" x="2771775" y="4049713"/>
          <p14:tracePt t="12986" x="2836863" y="4064000"/>
          <p14:tracePt t="13003" x="2909888" y="4092575"/>
          <p14:tracePt t="13019" x="2974975" y="4114800"/>
          <p14:tracePt t="13036" x="3076575" y="4143375"/>
          <p14:tracePt t="13053" x="3171825" y="4179888"/>
          <p14:tracePt t="13069" x="3273425" y="4187825"/>
          <p14:tracePt t="13086" x="3360738" y="4202113"/>
          <p14:tracePt t="13103" x="3425825" y="4202113"/>
          <p14:tracePt t="13119" x="3454400" y="4202113"/>
          <p14:tracePt t="13136" x="3482975" y="4179888"/>
          <p14:tracePt t="13153" x="3541713" y="4100513"/>
          <p14:tracePt t="13170" x="3592513" y="3990975"/>
          <p14:tracePt t="13186" x="3657600" y="3832225"/>
          <p14:tracePt t="13203" x="3694113" y="3665538"/>
          <p14:tracePt t="13220" x="3700463" y="3519488"/>
          <p14:tracePt t="13236" x="3700463" y="3389313"/>
          <p14:tracePt t="13253" x="3700463" y="3324225"/>
          <p14:tracePt t="13270" x="3694113" y="3243263"/>
          <p14:tracePt t="13286" x="3679825" y="3149600"/>
          <p14:tracePt t="13304" x="3643313" y="3090863"/>
          <p14:tracePt t="13320" x="3621088" y="3048000"/>
          <p14:tracePt t="13336" x="3592513" y="2997200"/>
          <p14:tracePt t="13353" x="3541713" y="2932113"/>
          <p14:tracePt t="13369" x="3476625" y="2881313"/>
          <p14:tracePt t="13386" x="3389313" y="2822575"/>
          <p14:tracePt t="13403" x="3302000" y="2771775"/>
          <p14:tracePt t="13420" x="3236913" y="2751138"/>
          <p14:tracePt t="13436" x="3186113" y="2743200"/>
          <p14:tracePt t="13453" x="3141663" y="2728913"/>
          <p14:tracePt t="13469" x="3127375" y="2728913"/>
          <p14:tracePt t="13486" x="3113088" y="2728913"/>
          <p14:tracePt t="13962" x="3157538" y="2728913"/>
          <p14:tracePt t="13970" x="3228975" y="2728913"/>
          <p14:tracePt t="13978" x="3302000" y="2728913"/>
          <p14:tracePt t="13986" x="3360738" y="2728913"/>
          <p14:tracePt t="14003" x="3432175" y="2728913"/>
          <p14:tracePt t="14020" x="3446463" y="2728913"/>
          <p14:tracePt t="14036" x="3454400" y="2728913"/>
          <p14:tracePt t="14090" x="3462338" y="2720975"/>
          <p14:tracePt t="14114" x="3468688" y="2720975"/>
          <p14:tracePt t="14122" x="3476625" y="2720975"/>
          <p14:tracePt t="14234" x="3468688" y="2728913"/>
          <p14:tracePt t="14242" x="3417888" y="2801938"/>
          <p14:tracePt t="14249" x="3360738" y="2873375"/>
          <p14:tracePt t="14258" x="3316288" y="2938463"/>
          <p14:tracePt t="14270" x="3259138" y="3011488"/>
          <p14:tracePt t="14287" x="3157538" y="3121025"/>
          <p14:tracePt t="14303" x="3040063" y="3265488"/>
          <p14:tracePt t="14320" x="2909888" y="3432175"/>
          <p14:tracePt t="14337" x="2714625" y="3694113"/>
          <p14:tracePt t="14353" x="2641600" y="3795713"/>
          <p14:tracePt t="14370" x="2619375" y="3810000"/>
          <p14:tracePt t="14387" x="2605088" y="3824288"/>
          <p14:tracePt t="14420" x="2590800" y="3824288"/>
          <p14:tracePt t="14436" x="2562225" y="3846513"/>
          <p14:tracePt t="14453" x="2517775" y="3868738"/>
          <p14:tracePt t="14470" x="2460625" y="3889375"/>
          <p14:tracePt t="14487" x="2365375" y="3925888"/>
          <p14:tracePt t="14503" x="2278063" y="3948113"/>
          <p14:tracePt t="14520" x="2170113" y="3998913"/>
          <p14:tracePt t="14537" x="2060575" y="4049713"/>
          <p14:tracePt t="14553" x="1865313" y="4151313"/>
          <p14:tracePt t="14570" x="1749425" y="4216400"/>
          <p14:tracePt t="14586" x="1684338" y="4244975"/>
          <p14:tracePt t="14603" x="1654175" y="4252913"/>
          <p14:tracePt t="14620" x="1639888" y="4252913"/>
          <p14:tracePt t="14780" x="1654175" y="4252913"/>
          <p14:tracePt t="14788" x="1704975" y="4252913"/>
          <p14:tracePt t="14795" x="1770063" y="4275138"/>
          <p14:tracePt t="14804" x="1843088" y="4281488"/>
          <p14:tracePt t="14820" x="1973263" y="4318000"/>
          <p14:tracePt t="14837" x="2119313" y="4368800"/>
          <p14:tracePt t="14854" x="2308225" y="4470400"/>
          <p14:tracePt t="14870" x="2481263" y="4608513"/>
          <p14:tracePt t="14887" x="2649538" y="4738688"/>
          <p14:tracePt t="14903" x="2867025" y="4884738"/>
          <p14:tracePt t="14920" x="3113088" y="4970463"/>
          <p14:tracePt t="14937" x="3454400" y="5057775"/>
          <p14:tracePt t="14953" x="3592513" y="5072063"/>
          <p14:tracePt t="14971" x="3649663" y="5072063"/>
          <p14:tracePt t="14987" x="3665538" y="5072063"/>
          <p14:tracePt t="15004" x="3679825" y="5072063"/>
          <p14:tracePt t="15037" x="3679825" y="5065713"/>
          <p14:tracePt t="15068" x="3686175" y="5065713"/>
          <p14:tracePt t="15123" x="3716338" y="5065713"/>
          <p14:tracePt t="15131" x="3767138" y="5065713"/>
          <p14:tracePt t="15139" x="3832225" y="5065713"/>
          <p14:tracePt t="15154" x="3976688" y="5065713"/>
          <p14:tracePt t="15170" x="4078288" y="5065713"/>
          <p14:tracePt t="15187" x="4129088" y="5029200"/>
          <p14:tracePt t="15204" x="4157663" y="4941888"/>
          <p14:tracePt t="15221" x="4187825" y="4797425"/>
          <p14:tracePt t="15237" x="4187825" y="4637088"/>
          <p14:tracePt t="15255" x="4187825" y="4521200"/>
          <p14:tracePt t="15270" x="4187825" y="4462463"/>
          <p14:tracePt t="15287" x="4179888" y="4441825"/>
          <p14:tracePt t="15304" x="4157663" y="4427538"/>
          <p14:tracePt t="15321" x="4122738" y="4427538"/>
          <p14:tracePt t="15338" x="4086225" y="4411663"/>
          <p14:tracePt t="15354" x="4035425" y="4411663"/>
          <p14:tracePt t="15370" x="3970338" y="4411663"/>
          <p14:tracePt t="15387" x="3868738" y="4397375"/>
          <p14:tracePt t="15404" x="3759200" y="4376738"/>
          <p14:tracePt t="15421" x="3649663" y="4368800"/>
          <p14:tracePt t="15437" x="3570288" y="4368800"/>
          <p14:tracePt t="15454" x="3476625" y="4368800"/>
          <p14:tracePt t="15471" x="3403600" y="4383088"/>
          <p14:tracePt t="15487" x="3294063" y="4433888"/>
          <p14:tracePt t="15504" x="3192463" y="4498975"/>
          <p14:tracePt t="15522" x="3040063" y="4614863"/>
          <p14:tracePt t="15537" x="2938463" y="4710113"/>
          <p14:tracePt t="15554" x="2873375" y="4775200"/>
          <p14:tracePt t="15570" x="2808288" y="4862513"/>
          <p14:tracePt t="15587" x="2765425" y="4964113"/>
          <p14:tracePt t="15604" x="2728913" y="5072063"/>
          <p14:tracePt t="15621" x="2692400" y="5181600"/>
          <p14:tracePt t="15637" x="2663825" y="5297488"/>
          <p14:tracePt t="15654" x="2649538" y="5421313"/>
          <p14:tracePt t="15671" x="2649538" y="5565775"/>
          <p14:tracePt t="15687" x="2649538" y="5732463"/>
          <p14:tracePt t="15704" x="2663825" y="5900738"/>
          <p14:tracePt t="15721" x="2714625" y="6059488"/>
          <p14:tracePt t="15737" x="2751138" y="6124575"/>
          <p14:tracePt t="15754" x="2801938" y="6183313"/>
          <p14:tracePt t="15772" x="2867025" y="6234113"/>
          <p14:tracePt t="15787" x="2938463" y="6276975"/>
          <p14:tracePt t="15804" x="3033713" y="6313488"/>
          <p14:tracePt t="15821" x="3141663" y="6342063"/>
          <p14:tracePt t="15837" x="3279775" y="6357938"/>
          <p14:tracePt t="15854" x="3440113" y="6386513"/>
          <p14:tracePt t="15871" x="3592513" y="6415088"/>
          <p14:tracePt t="15887" x="3722688" y="6415088"/>
          <p14:tracePt t="15904" x="3787775" y="6415088"/>
          <p14:tracePt t="15921" x="3860800" y="6372225"/>
          <p14:tracePt t="15937" x="3948113" y="6284913"/>
          <p14:tracePt t="15954" x="4049713" y="6124575"/>
          <p14:tracePt t="15971" x="4143375" y="5943600"/>
          <p14:tracePt t="15987" x="4208463" y="5768975"/>
          <p14:tracePt t="16004" x="4244975" y="5638800"/>
          <p14:tracePt t="16021" x="4259263" y="5559425"/>
          <p14:tracePt t="16038" x="4267200" y="5472113"/>
          <p14:tracePt t="16054" x="4281488" y="5392738"/>
          <p14:tracePt t="16071" x="4281488" y="5291138"/>
          <p14:tracePt t="16075" x="4281488" y="5232400"/>
          <p14:tracePt t="16087" x="4281488" y="5181600"/>
          <p14:tracePt t="16104" x="4281488" y="5094288"/>
          <p14:tracePt t="16121" x="4238625" y="4964113"/>
          <p14:tracePt t="16137" x="4194175" y="4884738"/>
          <p14:tracePt t="16154" x="4151313" y="4783138"/>
          <p14:tracePt t="16171" x="4086225" y="4695825"/>
          <p14:tracePt t="16187" x="4021138" y="4637088"/>
          <p14:tracePt t="16204" x="3984625" y="4608513"/>
          <p14:tracePt t="16221" x="3948113" y="4608513"/>
          <p14:tracePt t="16237" x="3925888" y="4594225"/>
          <p14:tracePt t="16254" x="3919538" y="4586288"/>
          <p14:tracePt t="16271" x="3889375" y="4572000"/>
          <p14:tracePt t="16288" x="3868738" y="4543425"/>
          <p14:tracePt t="16304" x="3817938" y="4492625"/>
          <p14:tracePt t="16321" x="3759200" y="4448175"/>
          <p14:tracePt t="16338" x="3730625" y="4419600"/>
          <p14:tracePt t="16354" x="3700463" y="4419600"/>
          <p14:tracePt t="16371" x="3686175" y="4405313"/>
          <p14:tracePt t="16387" x="3671888" y="4405313"/>
          <p14:tracePt t="16404" x="3657600" y="4397375"/>
          <p14:tracePt t="16421" x="3649663" y="4397375"/>
          <p14:tracePt t="16437" x="3643313" y="4397375"/>
          <p14:tracePt t="16454" x="3635375" y="4391025"/>
          <p14:tracePt t="16471" x="3621088" y="4391025"/>
          <p14:tracePt t="16487" x="3606800" y="4391025"/>
          <p14:tracePt t="16504" x="3598863" y="4391025"/>
          <p14:tracePt t="16521" x="3556000" y="4397375"/>
          <p14:tracePt t="16537" x="3519488" y="4427538"/>
          <p14:tracePt t="16554" x="3490913" y="4448175"/>
          <p14:tracePt t="16571" x="3462338" y="4478338"/>
          <p14:tracePt t="16587" x="3432175" y="4506913"/>
          <p14:tracePt t="16604" x="3417888" y="4529138"/>
          <p14:tracePt t="16621" x="3395663" y="4557713"/>
          <p14:tracePt t="16637" x="3389313" y="4572000"/>
          <p14:tracePt t="16654" x="3375025" y="4600575"/>
          <p14:tracePt t="16671" x="3367088" y="4614863"/>
          <p14:tracePt t="16687" x="3360738" y="4651375"/>
          <p14:tracePt t="16704" x="3344863" y="4681538"/>
          <p14:tracePt t="16721" x="3330575" y="4738688"/>
          <p14:tracePt t="16737" x="3316288" y="4775200"/>
          <p14:tracePt t="16754" x="3309938" y="4803775"/>
          <p14:tracePt t="16771" x="3309938" y="4826000"/>
          <p14:tracePt t="16788" x="3302000" y="4848225"/>
          <p14:tracePt t="16804" x="3302000" y="4862513"/>
          <p14:tracePt t="16821" x="3302000" y="4868863"/>
          <p14:tracePt t="16838" x="3302000" y="4899025"/>
          <p14:tracePt t="16854" x="3302000" y="4913313"/>
          <p14:tracePt t="16871" x="3302000" y="4935538"/>
          <p14:tracePt t="16888" x="3302000" y="4949825"/>
          <p14:tracePt t="16904" x="3302000" y="4978400"/>
          <p14:tracePt t="16921" x="3302000" y="4986338"/>
          <p14:tracePt t="16938" x="3302000" y="5000625"/>
          <p14:tracePt t="16954" x="3302000" y="5006975"/>
          <p14:tracePt t="16971" x="3302000" y="5021263"/>
          <p14:tracePt t="17035" x="3302000" y="5029200"/>
          <p14:tracePt t="17395" x="3302000" y="5037138"/>
          <p14:tracePt t="17828" x="3316288" y="5043488"/>
          <p14:tracePt t="17835" x="3389313" y="5057775"/>
          <p14:tracePt t="17843" x="3468688" y="5057775"/>
          <p14:tracePt t="17854" x="3563938" y="5057775"/>
          <p14:tracePt t="17871" x="3802063" y="5057775"/>
          <p14:tracePt t="17888" x="4100513" y="5057775"/>
          <p14:tracePt t="17905" x="4513263" y="5051425"/>
          <p14:tracePt t="17921" x="5065713" y="4964113"/>
          <p14:tracePt t="17938" x="5421313" y="4848225"/>
          <p14:tracePt t="17955" x="5646738" y="4767263"/>
          <p14:tracePt t="17971" x="5892800" y="4673600"/>
          <p14:tracePt t="17988" x="6132513" y="4600575"/>
          <p14:tracePt t="18005" x="6459538" y="4478338"/>
          <p14:tracePt t="18022" x="6713538" y="4411663"/>
          <p14:tracePt t="18038" x="6900863" y="4340225"/>
          <p14:tracePt t="18055" x="7069138" y="4244975"/>
          <p14:tracePt t="18071" x="7191375" y="4165600"/>
          <p14:tracePt t="18075" x="7264400" y="4106863"/>
          <p14:tracePt t="18088" x="7323138" y="4064000"/>
          <p14:tracePt t="18105" x="7445375" y="3948113"/>
          <p14:tracePt t="18121" x="7605713" y="3781425"/>
          <p14:tracePt t="18138" x="7662863" y="3694113"/>
          <p14:tracePt t="18155" x="7699375" y="3621088"/>
          <p14:tracePt t="18171" x="7721600" y="3570288"/>
          <p14:tracePt t="18188" x="7721600" y="3548063"/>
          <p14:tracePt t="18205" x="7721600" y="3527425"/>
          <p14:tracePt t="18221" x="7721600" y="3497263"/>
          <p14:tracePt t="18238" x="7721600" y="3482975"/>
          <p14:tracePt t="18255" x="7721600" y="3462338"/>
          <p14:tracePt t="18271" x="7721600" y="3440113"/>
          <p14:tracePt t="18288" x="7721600" y="3403600"/>
          <p14:tracePt t="18305" x="7678738" y="3338513"/>
          <p14:tracePt t="18321" x="7591425" y="3273425"/>
          <p14:tracePt t="18338" x="7561263" y="3251200"/>
          <p14:tracePt t="18355" x="7540625" y="3243263"/>
          <p14:tracePt t="18372" x="7489825" y="3214688"/>
          <p14:tracePt t="18388" x="7351713" y="3171825"/>
          <p14:tracePt t="18404" x="7083425" y="3090863"/>
          <p14:tracePt t="18421" x="6764338" y="3055938"/>
          <p14:tracePt t="18438" x="6545263" y="3025775"/>
          <p14:tracePt t="18454" x="6400800" y="3025775"/>
          <p14:tracePt t="18471" x="6350000" y="3019425"/>
          <p14:tracePt t="18488" x="6335713" y="3019425"/>
          <p14:tracePt t="18505" x="6327775" y="3019425"/>
          <p14:tracePt t="18525" x="6327775" y="3011488"/>
          <p14:tracePt t="18540" x="6327775" y="3005138"/>
          <p14:tracePt t="18556" x="6327775" y="2989263"/>
          <p14:tracePt t="18571" x="6327775" y="2968625"/>
          <p14:tracePt t="18589" x="6327775" y="2938463"/>
          <p14:tracePt t="18605" x="6327775" y="2909888"/>
          <p14:tracePt t="18621" x="6327775" y="2881313"/>
          <p14:tracePt t="18638" x="6327775" y="2836863"/>
          <p14:tracePt t="18655" x="6327775" y="2808288"/>
          <p14:tracePt t="18672" x="6327775" y="2765425"/>
          <p14:tracePt t="18688" x="6327775" y="2728913"/>
          <p14:tracePt t="18705" x="6327775" y="2670175"/>
          <p14:tracePt t="18721" x="6342063" y="2627313"/>
          <p14:tracePt t="18739" x="6350000" y="2590800"/>
          <p14:tracePt t="18755" x="6364288" y="2540000"/>
          <p14:tracePt t="18772" x="6372225" y="2497138"/>
          <p14:tracePt t="18788" x="6378575" y="2460625"/>
          <p14:tracePt t="18805" x="6386513" y="2430463"/>
          <p14:tracePt t="18821" x="6386513" y="2401888"/>
          <p14:tracePt t="18838" x="6386513" y="2379663"/>
          <p14:tracePt t="18855" x="6386513" y="2351088"/>
          <p14:tracePt t="18872" x="6386513" y="2322513"/>
          <p14:tracePt t="18888" x="6357938" y="2286000"/>
          <p14:tracePt t="18905" x="6284913" y="2235200"/>
          <p14:tracePt t="18921" x="6226175" y="2198688"/>
          <p14:tracePt t="18938" x="6183313" y="2192338"/>
          <p14:tracePt t="18955" x="6161088" y="2176463"/>
          <p14:tracePt t="18972" x="6138863" y="2176463"/>
          <p14:tracePt t="18989" x="6118225" y="2176463"/>
          <p14:tracePt t="19005" x="6081713" y="2176463"/>
          <p14:tracePt t="19022" x="6053138" y="2176463"/>
          <p14:tracePt t="19038" x="5980113" y="2206625"/>
          <p14:tracePt t="19055" x="5929313" y="2206625"/>
          <p14:tracePt t="19072" x="5856288" y="2227263"/>
          <p14:tracePt t="19076" x="5834063" y="2243138"/>
          <p14:tracePt t="19088" x="5799138" y="2249488"/>
          <p14:tracePt t="19105" x="5754688" y="2271713"/>
          <p14:tracePt t="19122" x="5726113" y="2300288"/>
          <p14:tracePt t="19138" x="5681663" y="2336800"/>
          <p14:tracePt t="19155" x="5661025" y="2365375"/>
          <p14:tracePt t="19172" x="5638800" y="2409825"/>
          <p14:tracePt t="19188" x="5630863" y="2446338"/>
          <p14:tracePt t="19205" x="5610225" y="2503488"/>
          <p14:tracePt t="19222" x="5602288" y="2582863"/>
          <p14:tracePt t="19239" x="5595938" y="2655888"/>
          <p14:tracePt t="19255" x="5595938" y="2714625"/>
          <p14:tracePt t="19272" x="5588000" y="2794000"/>
          <p14:tracePt t="19289" x="5573713" y="2932113"/>
          <p14:tracePt t="19305" x="5573713" y="3048000"/>
          <p14:tracePt t="19322" x="5573713" y="3186113"/>
          <p14:tracePt t="19338" x="5573713" y="3338513"/>
          <p14:tracePt t="19355" x="5573713" y="3497263"/>
          <p14:tracePt t="19372" x="5580063" y="3649663"/>
          <p14:tracePt t="19388" x="5610225" y="3817938"/>
          <p14:tracePt t="19405" x="5624513" y="3954463"/>
          <p14:tracePt t="19422" x="5646738" y="4056063"/>
          <p14:tracePt t="19439" x="5653088" y="4137025"/>
          <p14:tracePt t="19455" x="5661025" y="4230688"/>
          <p14:tracePt t="19472" x="5681663" y="4325938"/>
          <p14:tracePt t="19488" x="5681663" y="4411663"/>
          <p14:tracePt t="19505" x="5697538" y="4557713"/>
          <p14:tracePt t="19522" x="5703888" y="4637088"/>
          <p14:tracePt t="19539" x="5711825" y="4710113"/>
          <p14:tracePt t="19555" x="5726113" y="4775200"/>
          <p14:tracePt t="19572" x="5748338" y="4840288"/>
          <p14:tracePt t="19588" x="5762625" y="4891088"/>
          <p14:tracePt t="19605" x="5768975" y="4935538"/>
          <p14:tracePt t="19622" x="5783263" y="4949825"/>
          <p14:tracePt t="19638" x="5791200" y="4964113"/>
          <p14:tracePt t="19655" x="5813425" y="4986338"/>
          <p14:tracePt t="19672" x="5827713" y="5006975"/>
          <p14:tracePt t="19689" x="5864225" y="5029200"/>
          <p14:tracePt t="19705" x="5900738" y="5037138"/>
          <p14:tracePt t="19722" x="5965825" y="5043488"/>
          <p14:tracePt t="19739" x="6037263" y="5072063"/>
          <p14:tracePt t="19756" x="6110288" y="5087938"/>
          <p14:tracePt t="19772" x="6169025" y="5094288"/>
          <p14:tracePt t="19789" x="6211888" y="5094288"/>
          <p14:tracePt t="19805" x="6240463" y="5094288"/>
          <p14:tracePt t="19823" x="6262688" y="5094288"/>
          <p14:tracePt t="19838" x="6307138" y="5094288"/>
          <p14:tracePt t="19855" x="6342063" y="5094288"/>
          <p14:tracePt t="19872" x="6372225" y="5094288"/>
          <p14:tracePt t="19889" x="6415088" y="5094288"/>
          <p14:tracePt t="19905" x="6443663" y="5087938"/>
          <p14:tracePt t="19922" x="6480175" y="5072063"/>
          <p14:tracePt t="19939" x="6510338" y="5057775"/>
          <p14:tracePt t="19955" x="6553200" y="5043488"/>
          <p14:tracePt t="19972" x="6589713" y="5029200"/>
          <p14:tracePt t="19988" x="6618288" y="5006975"/>
          <p14:tracePt t="20005" x="6654800" y="4978400"/>
          <p14:tracePt t="20022" x="6705600" y="4927600"/>
          <p14:tracePt t="20039" x="6742113" y="4876800"/>
          <p14:tracePt t="20055" x="6784975" y="4818063"/>
          <p14:tracePt t="20073" x="6835775" y="4760913"/>
          <p14:tracePt t="20089" x="6858000" y="4724400"/>
          <p14:tracePt t="20105" x="6894513" y="4665663"/>
          <p14:tracePt t="20122" x="6916738" y="4630738"/>
          <p14:tracePt t="20138" x="6951663" y="4557713"/>
          <p14:tracePt t="20155" x="6959600" y="4498975"/>
          <p14:tracePt t="20172" x="6981825" y="4427538"/>
          <p14:tracePt t="20189" x="7002463" y="4354513"/>
          <p14:tracePt t="20205" x="7024688" y="4281488"/>
          <p14:tracePt t="20222" x="7032625" y="4202113"/>
          <p14:tracePt t="20240" x="7053263" y="4137025"/>
          <p14:tracePt t="20255" x="7061200" y="4064000"/>
          <p14:tracePt t="20272" x="7069138" y="3984625"/>
          <p14:tracePt t="20289" x="7069138" y="3903663"/>
          <p14:tracePt t="20305" x="7069138" y="3795713"/>
          <p14:tracePt t="20322" x="7069138" y="3730625"/>
          <p14:tracePt t="20338" x="7069138" y="3649663"/>
          <p14:tracePt t="20355" x="7069138" y="3578225"/>
          <p14:tracePt t="20372" x="7069138" y="3497263"/>
          <p14:tracePt t="20388" x="7069138" y="3411538"/>
          <p14:tracePt t="20405" x="7069138" y="3352800"/>
          <p14:tracePt t="20422" x="7069138" y="3302000"/>
          <p14:tracePt t="20438" x="7069138" y="3243263"/>
          <p14:tracePt t="20455" x="7069138" y="3178175"/>
          <p14:tracePt t="20472" x="7053263" y="3106738"/>
          <p14:tracePt t="20489" x="7046913" y="3048000"/>
          <p14:tracePt t="20505" x="7024688" y="2982913"/>
          <p14:tracePt t="20522" x="7024688" y="2938463"/>
          <p14:tracePt t="20538" x="7018338" y="2917825"/>
          <p14:tracePt t="20556" x="7010400" y="2881313"/>
          <p14:tracePt t="20572" x="6981825" y="2786063"/>
          <p14:tracePt t="20588" x="6959600" y="2735263"/>
          <p14:tracePt t="20605" x="6931025" y="2670175"/>
          <p14:tracePt t="20622" x="6923088" y="2641600"/>
          <p14:tracePt t="20638" x="6908800" y="2613025"/>
          <p14:tracePt t="20655" x="6900863" y="2605088"/>
          <p14:tracePt t="20672" x="6900863" y="2598738"/>
          <p14:tracePt t="20689" x="6880225" y="2576513"/>
          <p14:tracePt t="20705" x="6872288" y="2554288"/>
          <p14:tracePt t="20722" x="6858000" y="2532063"/>
          <p14:tracePt t="20739" x="6850063" y="2525713"/>
          <p14:tracePt t="20755" x="6843713" y="2525713"/>
          <p14:tracePt t="20789" x="6835775" y="2517775"/>
          <p14:tracePt t="20806" x="6835775" y="2503488"/>
          <p14:tracePt t="20822" x="6829425" y="2503488"/>
          <p14:tracePt t="20839" x="6829425" y="2497138"/>
          <p14:tracePt t="20873" x="6821488" y="2497138"/>
          <p14:tracePt t="20938" x="6815138" y="2497138"/>
          <p14:tracePt t="20954" x="6815138" y="2489200"/>
          <p14:tracePt t="20970" x="6807200" y="2481263"/>
          <p14:tracePt t="20978" x="6807200" y="2474913"/>
          <p14:tracePt t="20988" x="6792913" y="2466975"/>
          <p14:tracePt t="21005" x="6770688" y="2460625"/>
          <p14:tracePt t="21022" x="6756400" y="2452688"/>
          <p14:tracePt t="21039" x="6742113" y="2438400"/>
          <p14:tracePt t="21055" x="6713538" y="2438400"/>
          <p14:tracePt t="21072" x="6697663" y="2424113"/>
          <p14:tracePt t="21073" x="6691313" y="2416175"/>
          <p14:tracePt t="21090" x="6683375" y="2416175"/>
          <p14:tracePt t="21106" x="6677025" y="2409825"/>
          <p14:tracePt t="21122" x="6669088" y="2401888"/>
          <p14:tracePt t="21139" x="6662738" y="2401888"/>
          <p14:tracePt t="21155" x="6654800" y="2395538"/>
          <p14:tracePt t="21172" x="6640513" y="2395538"/>
          <p14:tracePt t="21205" x="6626225" y="2387600"/>
          <p14:tracePt t="21222" x="6604000" y="2379663"/>
          <p14:tracePt t="21239" x="6581775" y="2373313"/>
          <p14:tracePt t="21255" x="6530975" y="2359025"/>
          <p14:tracePt t="21272" x="6502400" y="2359025"/>
          <p14:tracePt t="21289" x="6451600" y="2359025"/>
          <p14:tracePt t="21305" x="6400800" y="2359025"/>
          <p14:tracePt t="21322" x="6327775" y="2373313"/>
          <p14:tracePt t="21339" x="6284913" y="2387600"/>
          <p14:tracePt t="21355" x="6219825" y="2401888"/>
          <p14:tracePt t="21372" x="6146800" y="2409825"/>
          <p14:tracePt t="21389" x="6088063" y="2416175"/>
          <p14:tracePt t="21405" x="6045200" y="2424113"/>
          <p14:tracePt t="21422" x="6008688" y="2430463"/>
          <p14:tracePt t="21439" x="5994400" y="2446338"/>
          <p14:tracePt t="21455" x="5972175" y="2452688"/>
          <p14:tracePt t="21472" x="5951538" y="2466975"/>
          <p14:tracePt t="21489" x="5921375" y="2481263"/>
          <p14:tracePt t="21505" x="5900738" y="2489200"/>
          <p14:tracePt t="21539" x="5892800" y="2497138"/>
          <p14:tracePt t="21555" x="5884863" y="2497138"/>
          <p14:tracePt t="21578" x="5878513" y="2503488"/>
          <p14:tracePt t="21589" x="5870575" y="2503488"/>
          <p14:tracePt t="21605" x="5856288" y="2517775"/>
          <p14:tracePt t="21622" x="5842000" y="2532063"/>
          <p14:tracePt t="21639" x="5827713" y="2547938"/>
          <p14:tracePt t="21656" x="5813425" y="2562225"/>
          <p14:tracePt t="21689" x="5805488" y="2568575"/>
          <p14:tracePt t="21706" x="5805488" y="2576513"/>
          <p14:tracePt t="21722" x="5805488" y="2582863"/>
          <p14:tracePt t="21739" x="5805488" y="2605088"/>
          <p14:tracePt t="21756" x="5805488" y="2613025"/>
          <p14:tracePt t="21772" x="5805488" y="2627313"/>
          <p14:tracePt t="21789" x="5805488" y="2633663"/>
          <p14:tracePt t="21826" x="5805488" y="2649538"/>
          <p14:tracePt t="21842" x="5813425" y="2649538"/>
          <p14:tracePt t="21858" x="5827713" y="2649538"/>
          <p14:tracePt t="21872" x="5834063" y="2649538"/>
          <p14:tracePt t="21889" x="5856288" y="2649538"/>
          <p14:tracePt t="21906" x="5907088" y="2627313"/>
          <p14:tracePt t="21922" x="5957888" y="2562225"/>
          <p14:tracePt t="21939" x="6022975" y="2474913"/>
          <p14:tracePt t="21956" x="6067425" y="2395538"/>
          <p14:tracePt t="21972" x="6103938" y="2328863"/>
          <p14:tracePt t="21989" x="6132513" y="2263775"/>
          <p14:tracePt t="22006" x="6138863" y="2206625"/>
          <p14:tracePt t="22022" x="6161088" y="2170113"/>
          <p14:tracePt t="22039" x="6161088" y="2147888"/>
          <p14:tracePt t="22056" x="6169025" y="2133600"/>
          <p14:tracePt t="22073" x="6183313" y="2111375"/>
          <p14:tracePt t="22089" x="6183313" y="2105025"/>
          <p14:tracePt t="22106" x="6189663" y="2105025"/>
          <p14:tracePt t="22122" x="6189663" y="2090738"/>
          <p14:tracePt t="22139" x="6189663" y="2082800"/>
          <p14:tracePt t="22156" x="6205538" y="2060575"/>
          <p14:tracePt t="22172" x="6205538" y="2054225"/>
          <p14:tracePt t="22218" x="6211888" y="2046288"/>
          <p14:tracePt t="22410" x="6211888" y="2039938"/>
          <p14:tracePt t="22417" x="6211888" y="2032000"/>
          <p14:tracePt t="22434" x="6211888" y="2024063"/>
          <p14:tracePt t="22442" x="6219825" y="2024063"/>
          <p14:tracePt t="26931" x="6219825" y="2032000"/>
          <p14:tracePt t="26938" x="6219825" y="2039938"/>
          <p14:tracePt t="26945" x="6219825" y="2054225"/>
          <p14:tracePt t="26957" x="6219825" y="2060575"/>
          <p14:tracePt t="26974" x="6219825" y="2074863"/>
          <p14:tracePt t="26991" x="6219825" y="2082800"/>
          <p14:tracePt t="27007" x="6219825" y="2097088"/>
          <p14:tracePt t="27050" x="6219825" y="2105025"/>
          <p14:tracePt t="27082" x="6219825" y="2119313"/>
          <p14:tracePt t="27098" x="6219825" y="2125663"/>
          <p14:tracePt t="27122" x="6219825" y="2133600"/>
          <p14:tracePt t="27138" x="6219825" y="2141538"/>
          <p14:tracePt t="27146" x="6219825" y="2147888"/>
          <p14:tracePt t="27162" x="6219825" y="2155825"/>
          <p14:tracePt t="27174" x="6219825" y="2162175"/>
          <p14:tracePt t="27191" x="6219825" y="2176463"/>
          <p14:tracePt t="27207" x="6219825" y="2192338"/>
          <p14:tracePt t="27241" x="6219825" y="2198688"/>
          <p14:tracePt t="27257" x="6219825" y="2206625"/>
          <p14:tracePt t="27274" x="6219825" y="2212975"/>
          <p14:tracePt t="27626" x="6219825" y="2227263"/>
          <p14:tracePt t="27634" x="6197600" y="2243138"/>
          <p14:tracePt t="27642" x="6183313" y="2243138"/>
          <p14:tracePt t="27657" x="6146800" y="2271713"/>
          <p14:tracePt t="27674" x="6110288" y="2293938"/>
          <p14:tracePt t="27691" x="6073775" y="2328863"/>
          <p14:tracePt t="27707" x="6037263" y="2373313"/>
          <p14:tracePt t="27724" x="6016625" y="2401888"/>
          <p14:tracePt t="27741" x="5994400" y="2438400"/>
          <p14:tracePt t="27757" x="5994400" y="2481263"/>
          <p14:tracePt t="27774" x="5980113" y="2525713"/>
          <p14:tracePt t="27791" x="5980113" y="2568575"/>
          <p14:tracePt t="27807" x="5980113" y="2619375"/>
          <p14:tracePt t="27824" x="5994400" y="2678113"/>
          <p14:tracePt t="27841" x="6016625" y="2757488"/>
          <p14:tracePt t="27857" x="6037263" y="2844800"/>
          <p14:tracePt t="27874" x="6059488" y="2924175"/>
          <p14:tracePt t="27891" x="6088063" y="3011488"/>
          <p14:tracePt t="27908" x="6096000" y="3076575"/>
          <p14:tracePt t="27924" x="6103938" y="3163888"/>
          <p14:tracePt t="27941" x="6103938" y="3259138"/>
          <p14:tracePt t="27957" x="6103938" y="3367088"/>
          <p14:tracePt t="27974" x="6096000" y="3454400"/>
          <p14:tracePt t="27991" x="6096000" y="3513138"/>
          <p14:tracePt t="28008" x="6081713" y="3548063"/>
          <p14:tracePt t="28024" x="6073775" y="3592513"/>
          <p14:tracePt t="28041" x="6067425" y="3665538"/>
          <p14:tracePt t="28058" x="6045200" y="3730625"/>
          <p14:tracePt t="28074" x="6037263" y="3773488"/>
          <p14:tracePt t="28091" x="6030913" y="3810000"/>
          <p14:tracePt t="28108" x="6030913" y="3832225"/>
          <p14:tracePt t="28124" x="6008688" y="3897313"/>
          <p14:tracePt t="28141" x="6002338" y="3925888"/>
          <p14:tracePt t="28158" x="5994400" y="3962400"/>
          <p14:tracePt t="28174" x="5980113" y="4021138"/>
          <p14:tracePt t="28191" x="5957888" y="4086225"/>
          <p14:tracePt t="28208" x="5957888" y="4129088"/>
          <p14:tracePt t="28224" x="5951538" y="4143375"/>
          <p14:tracePt t="28241" x="5943600" y="4165600"/>
          <p14:tracePt t="28258" x="5935663" y="4187825"/>
          <p14:tracePt t="28274" x="5935663" y="4194175"/>
          <p14:tracePt t="28308" x="5935663" y="4202113"/>
        </p14:tracePtLst>
      </p14:laserTraceLst>
    </p:ext>
  </p:extLs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F051A2-88B7-0A4A-9520-8A433EE58495}"/>
              </a:ext>
            </a:extLst>
          </p:cNvPr>
          <p:cNvSpPr>
            <a:spLocks noGrp="1"/>
          </p:cNvSpPr>
          <p:nvPr>
            <p:ph type="title"/>
          </p:nvPr>
        </p:nvSpPr>
        <p:spPr>
          <a:xfrm>
            <a:off x="1024128" y="585216"/>
            <a:ext cx="10405872" cy="1499616"/>
          </a:xfrm>
        </p:spPr>
        <p:txBody>
          <a:bodyPr>
            <a:normAutofit fontScale="90000"/>
          </a:bodyPr>
          <a:lstStyle/>
          <a:p>
            <a:r>
              <a:rPr lang="en-US" dirty="0">
                <a:solidFill>
                  <a:schemeClr val="tx1"/>
                </a:solidFill>
              </a:rPr>
              <a:t>Assign each population to one of two </a:t>
            </a:r>
            <a:r>
              <a:rPr lang="en-US" dirty="0" smtClean="0">
                <a:solidFill>
                  <a:schemeClr val="tx1"/>
                </a:solidFill>
              </a:rPr>
              <a:t>groups </a:t>
            </a:r>
            <a:r>
              <a:rPr lang="en-US" dirty="0" smtClean="0"/>
              <a:t>(2/5</a:t>
            </a:r>
            <a:r>
              <a:rPr lang="en-US" dirty="0"/>
              <a:t>)</a:t>
            </a:r>
            <a:r>
              <a:rPr lang="en-US" dirty="0">
                <a:solidFill>
                  <a:schemeClr val="tx1"/>
                </a:solidFill>
              </a:rPr>
              <a:t/>
            </a:r>
            <a:br>
              <a:rPr lang="en-US" dirty="0">
                <a:solidFill>
                  <a:schemeClr val="tx1"/>
                </a:solidFill>
              </a:rPr>
            </a:br>
            <a:endParaRPr lang="en-US" dirty="0"/>
          </a:p>
        </p:txBody>
      </p:sp>
      <p:graphicFrame>
        <p:nvGraphicFramePr>
          <p:cNvPr id="4" name="Table 3">
            <a:extLst>
              <a:ext uri="{FF2B5EF4-FFF2-40B4-BE49-F238E27FC236}">
                <a16:creationId xmlns:a16="http://schemas.microsoft.com/office/drawing/2014/main" id="{FEFF5B46-13F9-4C41-B3D9-03D38E4AFBE7}"/>
              </a:ext>
            </a:extLst>
          </p:cNvPr>
          <p:cNvGraphicFramePr>
            <a:graphicFrameLocks noGrp="1"/>
          </p:cNvGraphicFramePr>
          <p:nvPr>
            <p:extLst>
              <p:ext uri="{D42A27DB-BD31-4B8C-83A1-F6EECF244321}">
                <p14:modId xmlns:p14="http://schemas.microsoft.com/office/powerpoint/2010/main" val="2417165788"/>
              </p:ext>
            </p:extLst>
          </p:nvPr>
        </p:nvGraphicFramePr>
        <p:xfrm>
          <a:off x="7717519" y="2825488"/>
          <a:ext cx="1899248" cy="1854200"/>
        </p:xfrm>
        <a:graphic>
          <a:graphicData uri="http://schemas.openxmlformats.org/drawingml/2006/table">
            <a:tbl>
              <a:tblPr firstRow="1" bandRow="1">
                <a:tableStyleId>{93296810-A885-4BE3-A3E7-6D5BEEA58F35}</a:tableStyleId>
              </a:tblPr>
              <a:tblGrid>
                <a:gridCol w="1899248">
                  <a:extLst>
                    <a:ext uri="{9D8B030D-6E8A-4147-A177-3AD203B41FA5}">
                      <a16:colId xmlns:a16="http://schemas.microsoft.com/office/drawing/2014/main" val="522177979"/>
                    </a:ext>
                  </a:extLst>
                </a:gridCol>
              </a:tblGrid>
              <a:tr h="370840">
                <a:tc>
                  <a:txBody>
                    <a:bodyPr/>
                    <a:lstStyle/>
                    <a:p>
                      <a:pPr algn="ctr"/>
                      <a:r>
                        <a:rPr lang="en-US" sz="1400" dirty="0" smtClean="0">
                          <a:solidFill>
                            <a:schemeClr val="tx1"/>
                          </a:solidFill>
                        </a:rPr>
                        <a:t>F1-GA</a:t>
                      </a:r>
                      <a:endParaRPr lang="en-US" sz="1400" b="1" kern="1200" dirty="0">
                        <a:solidFill>
                          <a:schemeClr val="tx1"/>
                        </a:solidFill>
                        <a:latin typeface="+mn-lt"/>
                        <a:ea typeface="+mn-ea"/>
                        <a:cs typeface="+mn-cs"/>
                      </a:endParaRPr>
                    </a:p>
                  </a:txBody>
                  <a:tcPr/>
                </a:tc>
                <a:extLst>
                  <a:ext uri="{0D108BD9-81ED-4DB2-BD59-A6C34878D82A}">
                    <a16:rowId xmlns:a16="http://schemas.microsoft.com/office/drawing/2014/main" val="1161456333"/>
                  </a:ext>
                </a:extLst>
              </a:tr>
              <a:tr h="370840">
                <a:tc>
                  <a:txBody>
                    <a:bodyPr/>
                    <a:lstStyle/>
                    <a:p>
                      <a:pPr algn="ctr"/>
                      <a:r>
                        <a:rPr lang="en-US" sz="1400" dirty="0"/>
                        <a:t>0.2</a:t>
                      </a:r>
                    </a:p>
                  </a:txBody>
                  <a:tcPr/>
                </a:tc>
                <a:extLst>
                  <a:ext uri="{0D108BD9-81ED-4DB2-BD59-A6C34878D82A}">
                    <a16:rowId xmlns:a16="http://schemas.microsoft.com/office/drawing/2014/main" val="4209527493"/>
                  </a:ext>
                </a:extLst>
              </a:tr>
              <a:tr h="370840">
                <a:tc>
                  <a:txBody>
                    <a:bodyPr/>
                    <a:lstStyle/>
                    <a:p>
                      <a:pPr algn="ctr"/>
                      <a:r>
                        <a:rPr lang="en-US" sz="1400" dirty="0"/>
                        <a:t>0.3</a:t>
                      </a:r>
                    </a:p>
                  </a:txBody>
                  <a:tcPr/>
                </a:tc>
                <a:extLst>
                  <a:ext uri="{0D108BD9-81ED-4DB2-BD59-A6C34878D82A}">
                    <a16:rowId xmlns:a16="http://schemas.microsoft.com/office/drawing/2014/main" val="3189708125"/>
                  </a:ext>
                </a:extLst>
              </a:tr>
              <a:tr h="370840">
                <a:tc>
                  <a:txBody>
                    <a:bodyPr/>
                    <a:lstStyle/>
                    <a:p>
                      <a:pPr algn="ctr"/>
                      <a:r>
                        <a:rPr lang="en-US" sz="1400" dirty="0"/>
                        <a:t>0.1</a:t>
                      </a:r>
                    </a:p>
                  </a:txBody>
                  <a:tcPr/>
                </a:tc>
                <a:extLst>
                  <a:ext uri="{0D108BD9-81ED-4DB2-BD59-A6C34878D82A}">
                    <a16:rowId xmlns:a16="http://schemas.microsoft.com/office/drawing/2014/main" val="3494497803"/>
                  </a:ext>
                </a:extLst>
              </a:tr>
              <a:tr h="370840">
                <a:tc>
                  <a:txBody>
                    <a:bodyPr/>
                    <a:lstStyle/>
                    <a:p>
                      <a:pPr algn="ctr"/>
                      <a:r>
                        <a:rPr lang="en-US" sz="1400" dirty="0"/>
                        <a:t>0.6</a:t>
                      </a:r>
                    </a:p>
                  </a:txBody>
                  <a:tcPr/>
                </a:tc>
                <a:extLst>
                  <a:ext uri="{0D108BD9-81ED-4DB2-BD59-A6C34878D82A}">
                    <a16:rowId xmlns:a16="http://schemas.microsoft.com/office/drawing/2014/main" val="2700627175"/>
                  </a:ext>
                </a:extLst>
              </a:tr>
            </a:tbl>
          </a:graphicData>
        </a:graphic>
      </p:graphicFrame>
      <p:graphicFrame>
        <p:nvGraphicFramePr>
          <p:cNvPr id="5" name="Table 4">
            <a:extLst>
              <a:ext uri="{FF2B5EF4-FFF2-40B4-BE49-F238E27FC236}">
                <a16:creationId xmlns:a16="http://schemas.microsoft.com/office/drawing/2014/main" id="{1DEE22A6-5017-0940-9EC1-C3EA9B0DCC52}"/>
              </a:ext>
            </a:extLst>
          </p:cNvPr>
          <p:cNvGraphicFramePr>
            <a:graphicFrameLocks noGrp="1"/>
          </p:cNvGraphicFramePr>
          <p:nvPr>
            <p:extLst>
              <p:ext uri="{D42A27DB-BD31-4B8C-83A1-F6EECF244321}">
                <p14:modId xmlns:p14="http://schemas.microsoft.com/office/powerpoint/2010/main" val="3884073314"/>
              </p:ext>
            </p:extLst>
          </p:nvPr>
        </p:nvGraphicFramePr>
        <p:xfrm>
          <a:off x="9616767" y="2825488"/>
          <a:ext cx="1956209" cy="1854200"/>
        </p:xfrm>
        <a:graphic>
          <a:graphicData uri="http://schemas.openxmlformats.org/drawingml/2006/table">
            <a:tbl>
              <a:tblPr firstRow="1" bandRow="1">
                <a:tableStyleId>{21E4AEA4-8DFA-4A89-87EB-49C32662AFE0}</a:tableStyleId>
              </a:tblPr>
              <a:tblGrid>
                <a:gridCol w="1956209">
                  <a:extLst>
                    <a:ext uri="{9D8B030D-6E8A-4147-A177-3AD203B41FA5}">
                      <a16:colId xmlns:a16="http://schemas.microsoft.com/office/drawing/2014/main" val="619288654"/>
                    </a:ext>
                  </a:extLst>
                </a:gridCol>
              </a:tblGrid>
              <a:tr h="370840">
                <a:tc>
                  <a:txBody>
                    <a:bodyPr/>
                    <a:lstStyle/>
                    <a:p>
                      <a:pPr algn="ctr"/>
                      <a:r>
                        <a:rPr lang="en-US" sz="1400" dirty="0" smtClean="0">
                          <a:solidFill>
                            <a:schemeClr val="tx1"/>
                          </a:solidFill>
                        </a:rPr>
                        <a:t>F1-GB</a:t>
                      </a:r>
                      <a:endParaRPr lang="en-US" sz="1400" b="1" kern="1200" dirty="0">
                        <a:solidFill>
                          <a:schemeClr val="tx1"/>
                        </a:solidFill>
                        <a:latin typeface="+mn-lt"/>
                        <a:ea typeface="+mn-ea"/>
                        <a:cs typeface="+mn-cs"/>
                      </a:endParaRPr>
                    </a:p>
                  </a:txBody>
                  <a:tcPr/>
                </a:tc>
                <a:extLst>
                  <a:ext uri="{0D108BD9-81ED-4DB2-BD59-A6C34878D82A}">
                    <a16:rowId xmlns:a16="http://schemas.microsoft.com/office/drawing/2014/main" val="2280859014"/>
                  </a:ext>
                </a:extLst>
              </a:tr>
              <a:tr h="370840">
                <a:tc>
                  <a:txBody>
                    <a:bodyPr/>
                    <a:lstStyle/>
                    <a:p>
                      <a:pPr algn="ctr"/>
                      <a:r>
                        <a:rPr lang="en-US" sz="1400" dirty="0"/>
                        <a:t>0.2</a:t>
                      </a:r>
                    </a:p>
                  </a:txBody>
                  <a:tcPr/>
                </a:tc>
                <a:extLst>
                  <a:ext uri="{0D108BD9-81ED-4DB2-BD59-A6C34878D82A}">
                    <a16:rowId xmlns:a16="http://schemas.microsoft.com/office/drawing/2014/main" val="3122994943"/>
                  </a:ext>
                </a:extLst>
              </a:tr>
              <a:tr h="370840">
                <a:tc>
                  <a:txBody>
                    <a:bodyPr/>
                    <a:lstStyle/>
                    <a:p>
                      <a:pPr algn="ctr"/>
                      <a:r>
                        <a:rPr lang="en-US" sz="1400" dirty="0"/>
                        <a:t>0.4</a:t>
                      </a:r>
                    </a:p>
                  </a:txBody>
                  <a:tcPr/>
                </a:tc>
                <a:extLst>
                  <a:ext uri="{0D108BD9-81ED-4DB2-BD59-A6C34878D82A}">
                    <a16:rowId xmlns:a16="http://schemas.microsoft.com/office/drawing/2014/main" val="3345521160"/>
                  </a:ext>
                </a:extLst>
              </a:tr>
              <a:tr h="370840">
                <a:tc>
                  <a:txBody>
                    <a:bodyPr/>
                    <a:lstStyle/>
                    <a:p>
                      <a:pPr algn="ctr"/>
                      <a:r>
                        <a:rPr lang="en-US" sz="1400" dirty="0"/>
                        <a:t>0.5</a:t>
                      </a:r>
                    </a:p>
                  </a:txBody>
                  <a:tcPr/>
                </a:tc>
                <a:extLst>
                  <a:ext uri="{0D108BD9-81ED-4DB2-BD59-A6C34878D82A}">
                    <a16:rowId xmlns:a16="http://schemas.microsoft.com/office/drawing/2014/main" val="2400711326"/>
                  </a:ext>
                </a:extLst>
              </a:tr>
              <a:tr h="370840">
                <a:tc>
                  <a:txBody>
                    <a:bodyPr/>
                    <a:lstStyle/>
                    <a:p>
                      <a:pPr algn="ctr"/>
                      <a:r>
                        <a:rPr lang="en-US" sz="1400" dirty="0"/>
                        <a:t>0.4</a:t>
                      </a:r>
                    </a:p>
                  </a:txBody>
                  <a:tcPr/>
                </a:tc>
                <a:extLst>
                  <a:ext uri="{0D108BD9-81ED-4DB2-BD59-A6C34878D82A}">
                    <a16:rowId xmlns:a16="http://schemas.microsoft.com/office/drawing/2014/main" val="3018803206"/>
                  </a:ext>
                </a:extLst>
              </a:tr>
            </a:tbl>
          </a:graphicData>
        </a:graphic>
      </p:graphicFrame>
      <p:sp>
        <p:nvSpPr>
          <p:cNvPr id="6" name="TextBox 5">
            <a:extLst>
              <a:ext uri="{FF2B5EF4-FFF2-40B4-BE49-F238E27FC236}">
                <a16:creationId xmlns:a16="http://schemas.microsoft.com/office/drawing/2014/main" id="{242D3A1A-882A-8947-A9F1-0E9527FA237F}"/>
              </a:ext>
            </a:extLst>
          </p:cNvPr>
          <p:cNvSpPr txBox="1"/>
          <p:nvPr/>
        </p:nvSpPr>
        <p:spPr>
          <a:xfrm>
            <a:off x="1054653" y="1206438"/>
            <a:ext cx="8023157" cy="369332"/>
          </a:xfrm>
          <a:prstGeom prst="rect">
            <a:avLst/>
          </a:prstGeom>
          <a:noFill/>
        </p:spPr>
        <p:txBody>
          <a:bodyPr wrap="square" rtlCol="0">
            <a:spAutoFit/>
          </a:bodyPr>
          <a:lstStyle/>
          <a:p>
            <a:pPr algn="just"/>
            <a:r>
              <a:rPr lang="en-US" dirty="0"/>
              <a:t>Example of t-test to test the difference between feature 1 in group </a:t>
            </a:r>
            <a:r>
              <a:rPr lang="en-US" dirty="0" smtClean="0"/>
              <a:t>A </a:t>
            </a:r>
            <a:r>
              <a:rPr lang="en-US" dirty="0"/>
              <a:t>and group </a:t>
            </a:r>
            <a:r>
              <a:rPr lang="en-US" dirty="0" smtClean="0"/>
              <a:t>B</a:t>
            </a:r>
            <a:endParaRPr lang="en-US" dirty="0"/>
          </a:p>
        </p:txBody>
      </p:sp>
      <p:sp>
        <p:nvSpPr>
          <p:cNvPr id="10" name="TextBox 9">
            <a:extLst>
              <a:ext uri="{FF2B5EF4-FFF2-40B4-BE49-F238E27FC236}">
                <a16:creationId xmlns:a16="http://schemas.microsoft.com/office/drawing/2014/main" id="{FA1F0DBB-287E-9F43-BDFC-10491289116F}"/>
              </a:ext>
            </a:extLst>
          </p:cNvPr>
          <p:cNvSpPr txBox="1"/>
          <p:nvPr/>
        </p:nvSpPr>
        <p:spPr>
          <a:xfrm>
            <a:off x="9116353" y="2166396"/>
            <a:ext cx="1076577" cy="369332"/>
          </a:xfrm>
          <a:prstGeom prst="rect">
            <a:avLst/>
          </a:prstGeom>
          <a:noFill/>
        </p:spPr>
        <p:txBody>
          <a:bodyPr wrap="none" rtlCol="0">
            <a:spAutoFit/>
          </a:bodyPr>
          <a:lstStyle/>
          <a:p>
            <a:r>
              <a:rPr lang="en-US" dirty="0"/>
              <a:t>Feature 1</a:t>
            </a:r>
          </a:p>
        </p:txBody>
      </p:sp>
      <p:sp>
        <p:nvSpPr>
          <p:cNvPr id="11" name="Slide Number Placeholder 10">
            <a:extLst>
              <a:ext uri="{FF2B5EF4-FFF2-40B4-BE49-F238E27FC236}">
                <a16:creationId xmlns:a16="http://schemas.microsoft.com/office/drawing/2014/main" id="{3F7AD258-C37C-ED43-B880-DE7C94A46BE0}"/>
              </a:ext>
            </a:extLst>
          </p:cNvPr>
          <p:cNvSpPr>
            <a:spLocks noGrp="1"/>
          </p:cNvSpPr>
          <p:nvPr>
            <p:ph type="sldNum" sz="quarter" idx="12"/>
          </p:nvPr>
        </p:nvSpPr>
        <p:spPr/>
        <p:txBody>
          <a:bodyPr/>
          <a:lstStyle/>
          <a:p>
            <a:fld id="{5AA13D58-D7BC-8747-9F0A-0DB9E6B3595A}" type="slidenum">
              <a:rPr lang="en-US" sz="1600" smtClean="0"/>
              <a:t>21</a:t>
            </a:fld>
            <a:endParaRPr lang="en-US" sz="1600" dirty="0"/>
          </a:p>
        </p:txBody>
      </p:sp>
      <p:graphicFrame>
        <p:nvGraphicFramePr>
          <p:cNvPr id="12" name="Table 11">
            <a:extLst>
              <a:ext uri="{FF2B5EF4-FFF2-40B4-BE49-F238E27FC236}">
                <a16:creationId xmlns:a16="http://schemas.microsoft.com/office/drawing/2014/main" id="{B33ABD70-6E51-394A-A4A8-16D8CE753830}"/>
              </a:ext>
            </a:extLst>
          </p:cNvPr>
          <p:cNvGraphicFramePr>
            <a:graphicFrameLocks noGrp="1"/>
          </p:cNvGraphicFramePr>
          <p:nvPr>
            <p:extLst>
              <p:ext uri="{D42A27DB-BD31-4B8C-83A1-F6EECF244321}">
                <p14:modId xmlns:p14="http://schemas.microsoft.com/office/powerpoint/2010/main" val="400966697"/>
              </p:ext>
            </p:extLst>
          </p:nvPr>
        </p:nvGraphicFramePr>
        <p:xfrm>
          <a:off x="2217057" y="2192144"/>
          <a:ext cx="4247320" cy="1854200"/>
        </p:xfrm>
        <a:graphic>
          <a:graphicData uri="http://schemas.openxmlformats.org/drawingml/2006/table">
            <a:tbl>
              <a:tblPr firstRow="1" bandRow="1">
                <a:tableStyleId>{93296810-A885-4BE3-A3E7-6D5BEEA58F35}</a:tableStyleId>
              </a:tblPr>
              <a:tblGrid>
                <a:gridCol w="696619">
                  <a:extLst>
                    <a:ext uri="{9D8B030D-6E8A-4147-A177-3AD203B41FA5}">
                      <a16:colId xmlns:a16="http://schemas.microsoft.com/office/drawing/2014/main" val="20000"/>
                    </a:ext>
                  </a:extLst>
                </a:gridCol>
                <a:gridCol w="1704109">
                  <a:extLst>
                    <a:ext uri="{9D8B030D-6E8A-4147-A177-3AD203B41FA5}">
                      <a16:colId xmlns:a16="http://schemas.microsoft.com/office/drawing/2014/main" val="20002"/>
                    </a:ext>
                  </a:extLst>
                </a:gridCol>
                <a:gridCol w="917996">
                  <a:extLst>
                    <a:ext uri="{9D8B030D-6E8A-4147-A177-3AD203B41FA5}">
                      <a16:colId xmlns:a16="http://schemas.microsoft.com/office/drawing/2014/main" val="20003"/>
                    </a:ext>
                  </a:extLst>
                </a:gridCol>
                <a:gridCol w="928596">
                  <a:extLst>
                    <a:ext uri="{9D8B030D-6E8A-4147-A177-3AD203B41FA5}">
                      <a16:colId xmlns:a16="http://schemas.microsoft.com/office/drawing/2014/main" val="20004"/>
                    </a:ext>
                  </a:extLst>
                </a:gridCol>
              </a:tblGrid>
              <a:tr h="370840">
                <a:tc>
                  <a:txBody>
                    <a:bodyPr/>
                    <a:lstStyle/>
                    <a:p>
                      <a:pPr algn="ctr"/>
                      <a:r>
                        <a:rPr lang="en-US" sz="1400" dirty="0">
                          <a:solidFill>
                            <a:schemeClr val="tx1"/>
                          </a:solidFill>
                        </a:rPr>
                        <a:t>Row</a:t>
                      </a:r>
                    </a:p>
                  </a:txBody>
                  <a:tcPr anchor="ctr"/>
                </a:tc>
                <a:tc>
                  <a:txBody>
                    <a:bodyPr/>
                    <a:lstStyle/>
                    <a:p>
                      <a:pPr algn="ctr"/>
                      <a:r>
                        <a:rPr lang="en-US" sz="1400" baseline="0" dirty="0">
                          <a:solidFill>
                            <a:schemeClr val="tx1"/>
                          </a:solidFill>
                        </a:rPr>
                        <a:t>Name</a:t>
                      </a:r>
                      <a:endParaRPr lang="en-US" sz="1400" dirty="0">
                        <a:solidFill>
                          <a:schemeClr val="tx1"/>
                        </a:solidFill>
                      </a:endParaRPr>
                    </a:p>
                  </a:txBody>
                  <a:tcPr anchor="ctr"/>
                </a:tc>
                <a:tc>
                  <a:txBody>
                    <a:bodyPr/>
                    <a:lstStyle/>
                    <a:p>
                      <a:pPr algn="ctr"/>
                      <a:r>
                        <a:rPr lang="en-US" sz="1400" dirty="0" smtClean="0">
                          <a:solidFill>
                            <a:schemeClr val="tx1"/>
                          </a:solidFill>
                        </a:rPr>
                        <a:t>F1-GA</a:t>
                      </a:r>
                      <a:endParaRPr lang="en-US" sz="1400" dirty="0">
                        <a:solidFill>
                          <a:schemeClr val="tx1"/>
                        </a:solidFill>
                        <a:latin typeface="+mj-lt"/>
                      </a:endParaRPr>
                    </a:p>
                  </a:txBody>
                  <a:tcPr anchor="ctr"/>
                </a:tc>
                <a:tc>
                  <a:txBody>
                    <a:bodyPr/>
                    <a:lstStyle/>
                    <a:p>
                      <a:pPr algn="ctr"/>
                      <a:r>
                        <a:rPr lang="en-US" sz="1400" dirty="0" smtClean="0">
                          <a:solidFill>
                            <a:schemeClr val="tx1"/>
                          </a:solidFill>
                        </a:rPr>
                        <a:t>F2-GA</a:t>
                      </a:r>
                      <a:endParaRPr lang="en-US" sz="1400" dirty="0">
                        <a:solidFill>
                          <a:schemeClr val="tx1"/>
                        </a:solidFill>
                        <a:latin typeface="+mj-lt"/>
                      </a:endParaRPr>
                    </a:p>
                  </a:txBody>
                  <a:tcPr anchor="ctr"/>
                </a:tc>
                <a:extLst>
                  <a:ext uri="{0D108BD9-81ED-4DB2-BD59-A6C34878D82A}">
                    <a16:rowId xmlns:a16="http://schemas.microsoft.com/office/drawing/2014/main" val="10000"/>
                  </a:ext>
                </a:extLst>
              </a:tr>
              <a:tr h="370840">
                <a:tc>
                  <a:txBody>
                    <a:bodyPr/>
                    <a:lstStyle/>
                    <a:p>
                      <a:pPr algn="ctr"/>
                      <a:r>
                        <a:rPr lang="en-US" sz="1200" dirty="0"/>
                        <a:t>1</a:t>
                      </a:r>
                    </a:p>
                  </a:txBody>
                  <a:tcPr anchor="ctr"/>
                </a:tc>
                <a:tc>
                  <a:txBody>
                    <a:bodyPr/>
                    <a:lstStyle/>
                    <a:p>
                      <a:pPr algn="ctr"/>
                      <a:r>
                        <a:rPr lang="en-US" sz="1400" dirty="0"/>
                        <a:t>A</a:t>
                      </a:r>
                    </a:p>
                  </a:txBody>
                  <a:tcPr anchor="ctr"/>
                </a:tc>
                <a:tc>
                  <a:txBody>
                    <a:bodyPr/>
                    <a:lstStyle/>
                    <a:p>
                      <a:pPr algn="ctr"/>
                      <a:r>
                        <a:rPr lang="en-US" sz="1400" dirty="0"/>
                        <a:t>0.2</a:t>
                      </a:r>
                      <a:endParaRPr lang="en-US" sz="1400" dirty="0">
                        <a:latin typeface="+mj-lt"/>
                      </a:endParaRPr>
                    </a:p>
                  </a:txBody>
                  <a:tcPr anchor="ctr"/>
                </a:tc>
                <a:tc>
                  <a:txBody>
                    <a:bodyPr/>
                    <a:lstStyle/>
                    <a:p>
                      <a:pPr algn="ctr" fontAlgn="b"/>
                      <a:r>
                        <a:rPr lang="en-US" sz="1400" u="none" strike="noStrike" dirty="0">
                          <a:effectLst/>
                        </a:rPr>
                        <a:t>0.1</a:t>
                      </a:r>
                      <a:endParaRPr lang="en-US" sz="1400" b="0" i="0" u="none" strike="noStrike" dirty="0">
                        <a:solidFill>
                          <a:srgbClr val="000000"/>
                        </a:solidFill>
                        <a:effectLst/>
                        <a:latin typeface="+mj-lt"/>
                      </a:endParaRPr>
                    </a:p>
                  </a:txBody>
                  <a:tcPr marL="9525" marR="9525" marT="9525" marB="0" anchor="ctr"/>
                </a:tc>
                <a:extLst>
                  <a:ext uri="{0D108BD9-81ED-4DB2-BD59-A6C34878D82A}">
                    <a16:rowId xmlns:a16="http://schemas.microsoft.com/office/drawing/2014/main" val="10001"/>
                  </a:ext>
                </a:extLst>
              </a:tr>
              <a:tr h="370840">
                <a:tc>
                  <a:txBody>
                    <a:bodyPr/>
                    <a:lstStyle/>
                    <a:p>
                      <a:pPr algn="ctr"/>
                      <a:r>
                        <a:rPr lang="en-US" sz="1200" dirty="0"/>
                        <a:t>2</a:t>
                      </a:r>
                    </a:p>
                  </a:txBody>
                  <a:tcPr anchor="ctr"/>
                </a:tc>
                <a:tc>
                  <a:txBody>
                    <a:bodyPr/>
                    <a:lstStyle/>
                    <a:p>
                      <a:pPr algn="ctr"/>
                      <a:r>
                        <a:rPr lang="en-US" sz="1400" dirty="0"/>
                        <a:t>B</a:t>
                      </a:r>
                    </a:p>
                  </a:txBody>
                  <a:tcPr anchor="ctr"/>
                </a:tc>
                <a:tc>
                  <a:txBody>
                    <a:bodyPr/>
                    <a:lstStyle/>
                    <a:p>
                      <a:pPr algn="ctr"/>
                      <a:r>
                        <a:rPr lang="en-US" sz="1400" dirty="0"/>
                        <a:t>0.3</a:t>
                      </a:r>
                      <a:endParaRPr lang="en-US" sz="1400" dirty="0">
                        <a:latin typeface="+mj-lt"/>
                      </a:endParaRPr>
                    </a:p>
                  </a:txBody>
                  <a:tcPr anchor="ctr"/>
                </a:tc>
                <a:tc>
                  <a:txBody>
                    <a:bodyPr/>
                    <a:lstStyle/>
                    <a:p>
                      <a:pPr algn="ctr" fontAlgn="b"/>
                      <a:r>
                        <a:rPr lang="en-US" sz="1400" u="none" strike="noStrike" dirty="0">
                          <a:effectLst/>
                        </a:rPr>
                        <a:t>0.6</a:t>
                      </a:r>
                      <a:endParaRPr lang="en-US" sz="1400" b="0" i="0" u="none" strike="noStrike" dirty="0">
                        <a:solidFill>
                          <a:srgbClr val="000000"/>
                        </a:solidFill>
                        <a:effectLst/>
                        <a:latin typeface="+mj-lt"/>
                      </a:endParaRPr>
                    </a:p>
                  </a:txBody>
                  <a:tcPr marL="9525" marR="9525" marT="9525" marB="0" anchor="ctr"/>
                </a:tc>
                <a:extLst>
                  <a:ext uri="{0D108BD9-81ED-4DB2-BD59-A6C34878D82A}">
                    <a16:rowId xmlns:a16="http://schemas.microsoft.com/office/drawing/2014/main" val="10002"/>
                  </a:ext>
                </a:extLst>
              </a:tr>
              <a:tr h="370840">
                <a:tc>
                  <a:txBody>
                    <a:bodyPr/>
                    <a:lstStyle/>
                    <a:p>
                      <a:pPr algn="ctr"/>
                      <a:r>
                        <a:rPr lang="en-US" sz="1200" dirty="0"/>
                        <a:t>3</a:t>
                      </a:r>
                    </a:p>
                  </a:txBody>
                  <a:tcPr anchor="ctr"/>
                </a:tc>
                <a:tc>
                  <a:txBody>
                    <a:bodyPr/>
                    <a:lstStyle/>
                    <a:p>
                      <a:pPr algn="ctr"/>
                      <a:r>
                        <a:rPr lang="en-US" sz="1400" dirty="0"/>
                        <a:t>C</a:t>
                      </a:r>
                    </a:p>
                  </a:txBody>
                  <a:tcPr anchor="ctr"/>
                </a:tc>
                <a:tc>
                  <a:txBody>
                    <a:bodyPr/>
                    <a:lstStyle/>
                    <a:p>
                      <a:pPr algn="ctr"/>
                      <a:r>
                        <a:rPr lang="en-US" sz="1400" dirty="0"/>
                        <a:t>0.1</a:t>
                      </a:r>
                      <a:endParaRPr lang="en-US" sz="1400" dirty="0">
                        <a:latin typeface="+mj-lt"/>
                      </a:endParaRPr>
                    </a:p>
                  </a:txBody>
                  <a:tcPr anchor="ctr"/>
                </a:tc>
                <a:tc>
                  <a:txBody>
                    <a:bodyPr/>
                    <a:lstStyle/>
                    <a:p>
                      <a:pPr algn="ctr" fontAlgn="b"/>
                      <a:r>
                        <a:rPr lang="en-US" sz="1400" u="none" strike="noStrike" dirty="0">
                          <a:effectLst/>
                        </a:rPr>
                        <a:t>0.3</a:t>
                      </a:r>
                      <a:endParaRPr lang="en-US" sz="1400" b="0" i="0" u="none" strike="noStrike" dirty="0">
                        <a:solidFill>
                          <a:srgbClr val="000000"/>
                        </a:solidFill>
                        <a:effectLst/>
                        <a:latin typeface="+mj-lt"/>
                      </a:endParaRPr>
                    </a:p>
                  </a:txBody>
                  <a:tcPr marL="9525" marR="9525" marT="9525" marB="0" anchor="ctr"/>
                </a:tc>
                <a:extLst>
                  <a:ext uri="{0D108BD9-81ED-4DB2-BD59-A6C34878D82A}">
                    <a16:rowId xmlns:a16="http://schemas.microsoft.com/office/drawing/2014/main" val="10003"/>
                  </a:ext>
                </a:extLst>
              </a:tr>
              <a:tr h="370840">
                <a:tc>
                  <a:txBody>
                    <a:bodyPr/>
                    <a:lstStyle/>
                    <a:p>
                      <a:pPr algn="ctr"/>
                      <a:r>
                        <a:rPr lang="en-US" sz="1200" dirty="0"/>
                        <a:t>4</a:t>
                      </a:r>
                      <a:endParaRPr lang="en-US" sz="1200" dirty="0">
                        <a:latin typeface="Tw Cen MT" panose="020B0602020104020603" pitchFamily="34" charset="77"/>
                      </a:endParaRPr>
                    </a:p>
                  </a:txBody>
                  <a:tcPr anchor="ctr"/>
                </a:tc>
                <a:tc>
                  <a:txBody>
                    <a:bodyPr/>
                    <a:lstStyle/>
                    <a:p>
                      <a:pPr algn="ctr"/>
                      <a:r>
                        <a:rPr lang="en-US" sz="1400" dirty="0"/>
                        <a:t>D</a:t>
                      </a:r>
                      <a:endParaRPr lang="en-US" sz="1400" dirty="0">
                        <a:latin typeface="Tw Cen MT" panose="020B0602020104020603" pitchFamily="34" charset="77"/>
                      </a:endParaRPr>
                    </a:p>
                  </a:txBody>
                  <a:tcPr anchor="ctr"/>
                </a:tc>
                <a:tc>
                  <a:txBody>
                    <a:bodyPr/>
                    <a:lstStyle/>
                    <a:p>
                      <a:pPr algn="ctr"/>
                      <a:r>
                        <a:rPr lang="en-US" sz="1400" dirty="0"/>
                        <a:t>0.6</a:t>
                      </a:r>
                      <a:endParaRPr lang="en-US" sz="1400" dirty="0">
                        <a:latin typeface="Tw Cen MT" panose="020B0602020104020603" pitchFamily="34" charset="77"/>
                      </a:endParaRPr>
                    </a:p>
                  </a:txBody>
                  <a:tcPr anchor="ctr"/>
                </a:tc>
                <a:tc>
                  <a:txBody>
                    <a:bodyPr/>
                    <a:lstStyle/>
                    <a:p>
                      <a:pPr algn="ctr" fontAlgn="b"/>
                      <a:r>
                        <a:rPr lang="en-US" sz="1400" u="none" strike="noStrike" dirty="0">
                          <a:effectLst/>
                        </a:rPr>
                        <a:t>0.2</a:t>
                      </a:r>
                      <a:endParaRPr lang="en-US" sz="1400" b="0" i="0" u="none" strike="noStrike" dirty="0">
                        <a:solidFill>
                          <a:srgbClr val="000000"/>
                        </a:solidFill>
                        <a:effectLst/>
                        <a:latin typeface="Tw Cen MT" panose="020B0602020104020603" pitchFamily="34" charset="77"/>
                      </a:endParaRPr>
                    </a:p>
                  </a:txBody>
                  <a:tcPr marL="9525" marR="9525" marT="9525" marB="0" anchor="ctr"/>
                </a:tc>
                <a:extLst>
                  <a:ext uri="{0D108BD9-81ED-4DB2-BD59-A6C34878D82A}">
                    <a16:rowId xmlns:a16="http://schemas.microsoft.com/office/drawing/2014/main" val="2609914945"/>
                  </a:ext>
                </a:extLst>
              </a:tr>
            </a:tbl>
          </a:graphicData>
        </a:graphic>
      </p:graphicFrame>
      <p:graphicFrame>
        <p:nvGraphicFramePr>
          <p:cNvPr id="13" name="Table 12">
            <a:extLst>
              <a:ext uri="{FF2B5EF4-FFF2-40B4-BE49-F238E27FC236}">
                <a16:creationId xmlns:a16="http://schemas.microsoft.com/office/drawing/2014/main" id="{CE624713-AF51-4E4B-8170-EF10263ADE2E}"/>
              </a:ext>
            </a:extLst>
          </p:cNvPr>
          <p:cNvGraphicFramePr>
            <a:graphicFrameLocks noGrp="1"/>
          </p:cNvGraphicFramePr>
          <p:nvPr>
            <p:extLst>
              <p:ext uri="{D42A27DB-BD31-4B8C-83A1-F6EECF244321}">
                <p14:modId xmlns:p14="http://schemas.microsoft.com/office/powerpoint/2010/main" val="3265078785"/>
              </p:ext>
            </p:extLst>
          </p:nvPr>
        </p:nvGraphicFramePr>
        <p:xfrm>
          <a:off x="2217057" y="4046344"/>
          <a:ext cx="4247320" cy="1854200"/>
        </p:xfrm>
        <a:graphic>
          <a:graphicData uri="http://schemas.openxmlformats.org/drawingml/2006/table">
            <a:tbl>
              <a:tblPr firstRow="1" bandRow="1">
                <a:tableStyleId>{21E4AEA4-8DFA-4A89-87EB-49C32662AFE0}</a:tableStyleId>
              </a:tblPr>
              <a:tblGrid>
                <a:gridCol w="696619">
                  <a:extLst>
                    <a:ext uri="{9D8B030D-6E8A-4147-A177-3AD203B41FA5}">
                      <a16:colId xmlns:a16="http://schemas.microsoft.com/office/drawing/2014/main" val="20000"/>
                    </a:ext>
                  </a:extLst>
                </a:gridCol>
                <a:gridCol w="1704109">
                  <a:extLst>
                    <a:ext uri="{9D8B030D-6E8A-4147-A177-3AD203B41FA5}">
                      <a16:colId xmlns:a16="http://schemas.microsoft.com/office/drawing/2014/main" val="20002"/>
                    </a:ext>
                  </a:extLst>
                </a:gridCol>
                <a:gridCol w="917996">
                  <a:extLst>
                    <a:ext uri="{9D8B030D-6E8A-4147-A177-3AD203B41FA5}">
                      <a16:colId xmlns:a16="http://schemas.microsoft.com/office/drawing/2014/main" val="20003"/>
                    </a:ext>
                  </a:extLst>
                </a:gridCol>
                <a:gridCol w="928596">
                  <a:extLst>
                    <a:ext uri="{9D8B030D-6E8A-4147-A177-3AD203B41FA5}">
                      <a16:colId xmlns:a16="http://schemas.microsoft.com/office/drawing/2014/main" val="20004"/>
                    </a:ext>
                  </a:extLst>
                </a:gridCol>
              </a:tblGrid>
              <a:tr h="370840">
                <a:tc>
                  <a:txBody>
                    <a:bodyPr/>
                    <a:lstStyle/>
                    <a:p>
                      <a:pPr algn="ctr"/>
                      <a:r>
                        <a:rPr lang="en-US" sz="1400" dirty="0">
                          <a:solidFill>
                            <a:schemeClr val="tx1"/>
                          </a:solidFill>
                        </a:rPr>
                        <a:t>Row</a:t>
                      </a:r>
                    </a:p>
                  </a:txBody>
                  <a:tcPr anchor="ctr"/>
                </a:tc>
                <a:tc>
                  <a:txBody>
                    <a:bodyPr/>
                    <a:lstStyle/>
                    <a:p>
                      <a:pPr algn="ctr"/>
                      <a:r>
                        <a:rPr lang="en-US" sz="1400" baseline="0" dirty="0">
                          <a:solidFill>
                            <a:schemeClr val="tx1"/>
                          </a:solidFill>
                        </a:rPr>
                        <a:t>Name</a:t>
                      </a:r>
                      <a:endParaRPr lang="en-US" sz="1400" dirty="0">
                        <a:solidFill>
                          <a:schemeClr val="tx1"/>
                        </a:solidFill>
                      </a:endParaRPr>
                    </a:p>
                  </a:txBody>
                  <a:tcPr anchor="ctr"/>
                </a:tc>
                <a:tc>
                  <a:txBody>
                    <a:bodyPr/>
                    <a:lstStyle/>
                    <a:p>
                      <a:pPr algn="ctr"/>
                      <a:r>
                        <a:rPr lang="en-US" sz="1400" dirty="0" smtClean="0">
                          <a:solidFill>
                            <a:schemeClr val="tx1"/>
                          </a:solidFill>
                        </a:rPr>
                        <a:t>F1-GB</a:t>
                      </a:r>
                      <a:endParaRPr lang="en-US" sz="1400" dirty="0">
                        <a:solidFill>
                          <a:schemeClr val="tx1"/>
                        </a:solidFill>
                        <a:latin typeface="+mj-lt"/>
                      </a:endParaRPr>
                    </a:p>
                  </a:txBody>
                  <a:tcPr anchor="ctr"/>
                </a:tc>
                <a:tc>
                  <a:txBody>
                    <a:bodyPr/>
                    <a:lstStyle/>
                    <a:p>
                      <a:pPr algn="ctr"/>
                      <a:r>
                        <a:rPr lang="en-US" sz="1400" dirty="0" smtClean="0">
                          <a:solidFill>
                            <a:schemeClr val="tx1"/>
                          </a:solidFill>
                        </a:rPr>
                        <a:t>F2-GB</a:t>
                      </a:r>
                      <a:endParaRPr lang="en-US" sz="1400" dirty="0">
                        <a:solidFill>
                          <a:schemeClr val="tx1"/>
                        </a:solidFill>
                        <a:latin typeface="+mj-lt"/>
                      </a:endParaRPr>
                    </a:p>
                  </a:txBody>
                  <a:tcPr anchor="ctr"/>
                </a:tc>
                <a:extLst>
                  <a:ext uri="{0D108BD9-81ED-4DB2-BD59-A6C34878D82A}">
                    <a16:rowId xmlns:a16="http://schemas.microsoft.com/office/drawing/2014/main" val="10000"/>
                  </a:ext>
                </a:extLst>
              </a:tr>
              <a:tr h="370840">
                <a:tc>
                  <a:txBody>
                    <a:bodyPr/>
                    <a:lstStyle/>
                    <a:p>
                      <a:pPr algn="ctr"/>
                      <a:r>
                        <a:rPr lang="en-US" sz="1200" dirty="0"/>
                        <a:t>5</a:t>
                      </a:r>
                    </a:p>
                  </a:txBody>
                  <a:tcPr anchor="ctr"/>
                </a:tc>
                <a:tc>
                  <a:txBody>
                    <a:bodyPr/>
                    <a:lstStyle/>
                    <a:p>
                      <a:pPr algn="ctr"/>
                      <a:r>
                        <a:rPr lang="en-US" sz="1400" dirty="0"/>
                        <a:t>E</a:t>
                      </a:r>
                    </a:p>
                  </a:txBody>
                  <a:tcPr anchor="ctr"/>
                </a:tc>
                <a:tc>
                  <a:txBody>
                    <a:bodyPr/>
                    <a:lstStyle/>
                    <a:p>
                      <a:pPr algn="ctr" fontAlgn="b"/>
                      <a:r>
                        <a:rPr lang="en-US" sz="1400" u="none" strike="noStrike" dirty="0">
                          <a:effectLst/>
                        </a:rPr>
                        <a:t>0.2</a:t>
                      </a:r>
                      <a:endParaRPr lang="en-US" sz="1400" b="0" i="0" u="none" strike="noStrike" dirty="0">
                        <a:solidFill>
                          <a:srgbClr val="000000"/>
                        </a:solidFill>
                        <a:effectLst/>
                        <a:latin typeface="+mj-lt"/>
                      </a:endParaRPr>
                    </a:p>
                  </a:txBody>
                  <a:tcPr marL="9525" marR="9525" marT="9525" marB="0" anchor="ctr"/>
                </a:tc>
                <a:tc>
                  <a:txBody>
                    <a:bodyPr/>
                    <a:lstStyle/>
                    <a:p>
                      <a:pPr algn="ctr"/>
                      <a:r>
                        <a:rPr lang="en-US" sz="1400" dirty="0"/>
                        <a:t>3</a:t>
                      </a:r>
                    </a:p>
                  </a:txBody>
                  <a:tcPr marL="9525" marR="9525" marT="9525" marB="0" anchor="ctr"/>
                </a:tc>
                <a:extLst>
                  <a:ext uri="{0D108BD9-81ED-4DB2-BD59-A6C34878D82A}">
                    <a16:rowId xmlns:a16="http://schemas.microsoft.com/office/drawing/2014/main" val="10001"/>
                  </a:ext>
                </a:extLst>
              </a:tr>
              <a:tr h="370840">
                <a:tc>
                  <a:txBody>
                    <a:bodyPr/>
                    <a:lstStyle/>
                    <a:p>
                      <a:pPr algn="ctr"/>
                      <a:r>
                        <a:rPr lang="en-US" sz="1200" dirty="0"/>
                        <a:t>6</a:t>
                      </a:r>
                    </a:p>
                  </a:txBody>
                  <a:tcPr anchor="ctr"/>
                </a:tc>
                <a:tc>
                  <a:txBody>
                    <a:bodyPr/>
                    <a:lstStyle/>
                    <a:p>
                      <a:pPr algn="ctr"/>
                      <a:r>
                        <a:rPr lang="en-US" sz="1400" dirty="0"/>
                        <a:t>F</a:t>
                      </a:r>
                    </a:p>
                  </a:txBody>
                  <a:tcPr anchor="ctr"/>
                </a:tc>
                <a:tc>
                  <a:txBody>
                    <a:bodyPr/>
                    <a:lstStyle/>
                    <a:p>
                      <a:pPr algn="ctr" fontAlgn="b"/>
                      <a:r>
                        <a:rPr lang="en-US" sz="1400" u="none" strike="noStrike" dirty="0">
                          <a:effectLst/>
                        </a:rPr>
                        <a:t>0.4</a:t>
                      </a:r>
                      <a:endParaRPr lang="en-US" sz="1400" b="0" i="0" u="none" strike="noStrike" dirty="0">
                        <a:solidFill>
                          <a:srgbClr val="000000"/>
                        </a:solidFill>
                        <a:effectLst/>
                        <a:latin typeface="+mj-lt"/>
                      </a:endParaRPr>
                    </a:p>
                  </a:txBody>
                  <a:tcPr marL="9525" marR="9525" marT="9525" marB="0" anchor="ctr"/>
                </a:tc>
                <a:tc>
                  <a:txBody>
                    <a:bodyPr/>
                    <a:lstStyle/>
                    <a:p>
                      <a:pPr algn="ctr"/>
                      <a:r>
                        <a:rPr lang="en-US" sz="1400" dirty="0"/>
                        <a:t>2</a:t>
                      </a:r>
                    </a:p>
                  </a:txBody>
                  <a:tcPr marL="9525" marR="9525" marT="9525" marB="0" anchor="ctr"/>
                </a:tc>
                <a:extLst>
                  <a:ext uri="{0D108BD9-81ED-4DB2-BD59-A6C34878D82A}">
                    <a16:rowId xmlns:a16="http://schemas.microsoft.com/office/drawing/2014/main" val="10002"/>
                  </a:ext>
                </a:extLst>
              </a:tr>
              <a:tr h="370840">
                <a:tc>
                  <a:txBody>
                    <a:bodyPr/>
                    <a:lstStyle/>
                    <a:p>
                      <a:pPr algn="ctr"/>
                      <a:r>
                        <a:rPr lang="en-US" sz="1200" dirty="0"/>
                        <a:t>7</a:t>
                      </a:r>
                    </a:p>
                  </a:txBody>
                  <a:tcPr anchor="ctr"/>
                </a:tc>
                <a:tc>
                  <a:txBody>
                    <a:bodyPr/>
                    <a:lstStyle/>
                    <a:p>
                      <a:pPr algn="ctr"/>
                      <a:r>
                        <a:rPr lang="en-US" sz="1400" dirty="0"/>
                        <a:t>G</a:t>
                      </a:r>
                    </a:p>
                  </a:txBody>
                  <a:tcPr anchor="ctr"/>
                </a:tc>
                <a:tc>
                  <a:txBody>
                    <a:bodyPr/>
                    <a:lstStyle/>
                    <a:p>
                      <a:pPr algn="ctr" fontAlgn="b"/>
                      <a:r>
                        <a:rPr lang="en-US" sz="1400" u="none" strike="noStrike" dirty="0">
                          <a:effectLst/>
                        </a:rPr>
                        <a:t>0.5</a:t>
                      </a:r>
                      <a:endParaRPr lang="en-US" sz="1400" b="0" i="0" u="none" strike="noStrike" dirty="0">
                        <a:solidFill>
                          <a:srgbClr val="000000"/>
                        </a:solidFill>
                        <a:effectLst/>
                        <a:latin typeface="+mj-lt"/>
                      </a:endParaRPr>
                    </a:p>
                  </a:txBody>
                  <a:tcPr marL="9525" marR="9525" marT="9525" marB="0" anchor="ctr"/>
                </a:tc>
                <a:tc>
                  <a:txBody>
                    <a:bodyPr/>
                    <a:lstStyle/>
                    <a:p>
                      <a:pPr algn="ctr"/>
                      <a:r>
                        <a:rPr lang="en-US" sz="1400" dirty="0"/>
                        <a:t>4</a:t>
                      </a:r>
                    </a:p>
                  </a:txBody>
                  <a:tcPr marL="9525" marR="9525" marT="9525" marB="0" anchor="ctr"/>
                </a:tc>
                <a:extLst>
                  <a:ext uri="{0D108BD9-81ED-4DB2-BD59-A6C34878D82A}">
                    <a16:rowId xmlns:a16="http://schemas.microsoft.com/office/drawing/2014/main" val="10003"/>
                  </a:ext>
                </a:extLst>
              </a:tr>
              <a:tr h="370840">
                <a:tc>
                  <a:txBody>
                    <a:bodyPr/>
                    <a:lstStyle/>
                    <a:p>
                      <a:pPr algn="ctr"/>
                      <a:r>
                        <a:rPr lang="en-US" sz="1200" dirty="0"/>
                        <a:t>8</a:t>
                      </a:r>
                      <a:endParaRPr lang="en-US" sz="1200" dirty="0">
                        <a:latin typeface="Tw Cen MT" panose="020B0602020104020603" pitchFamily="34" charset="77"/>
                      </a:endParaRPr>
                    </a:p>
                  </a:txBody>
                  <a:tcPr anchor="ctr"/>
                </a:tc>
                <a:tc>
                  <a:txBody>
                    <a:bodyPr/>
                    <a:lstStyle/>
                    <a:p>
                      <a:pPr algn="ctr"/>
                      <a:r>
                        <a:rPr lang="en-US" sz="1400" dirty="0"/>
                        <a:t>H</a:t>
                      </a:r>
                      <a:endParaRPr lang="en-US" sz="1400" dirty="0">
                        <a:latin typeface="Tw Cen MT" panose="020B0602020104020603" pitchFamily="34" charset="77"/>
                      </a:endParaRPr>
                    </a:p>
                  </a:txBody>
                  <a:tcPr anchor="ctr"/>
                </a:tc>
                <a:tc>
                  <a:txBody>
                    <a:bodyPr/>
                    <a:lstStyle/>
                    <a:p>
                      <a:pPr algn="ctr" fontAlgn="b"/>
                      <a:r>
                        <a:rPr lang="en-US" sz="1400" u="none" strike="noStrike" dirty="0">
                          <a:effectLst/>
                        </a:rPr>
                        <a:t>0.4</a:t>
                      </a:r>
                      <a:endParaRPr lang="en-US" sz="1400" b="0" i="0" u="none" strike="noStrike" dirty="0">
                        <a:solidFill>
                          <a:srgbClr val="000000"/>
                        </a:solidFill>
                        <a:effectLst/>
                        <a:latin typeface="Tw Cen MT" panose="020B0602020104020603" pitchFamily="34" charset="77"/>
                      </a:endParaRPr>
                    </a:p>
                  </a:txBody>
                  <a:tcPr marL="9525" marR="9525" marT="9525" marB="0" anchor="ctr"/>
                </a:tc>
                <a:tc>
                  <a:txBody>
                    <a:bodyPr/>
                    <a:lstStyle/>
                    <a:p>
                      <a:pPr algn="ctr"/>
                      <a:r>
                        <a:rPr lang="en-US" sz="1400" dirty="0"/>
                        <a:t>1</a:t>
                      </a:r>
                      <a:endParaRPr lang="en-US" sz="1400" dirty="0">
                        <a:latin typeface="Tw Cen MT" panose="020B0602020104020603" pitchFamily="34" charset="77"/>
                      </a:endParaRPr>
                    </a:p>
                  </a:txBody>
                  <a:tcPr marL="9525" marR="9525" marT="9525" marB="0" anchor="ctr"/>
                </a:tc>
                <a:extLst>
                  <a:ext uri="{0D108BD9-81ED-4DB2-BD59-A6C34878D82A}">
                    <a16:rowId xmlns:a16="http://schemas.microsoft.com/office/drawing/2014/main" val="2314769939"/>
                  </a:ext>
                </a:extLst>
              </a:tr>
            </a:tbl>
          </a:graphicData>
        </a:graphic>
      </p:graphicFrame>
      <p:sp>
        <p:nvSpPr>
          <p:cNvPr id="14" name="Rectangle 13">
            <a:extLst>
              <a:ext uri="{FF2B5EF4-FFF2-40B4-BE49-F238E27FC236}">
                <a16:creationId xmlns:a16="http://schemas.microsoft.com/office/drawing/2014/main" id="{C78BB41E-76B7-9D49-9A08-8FD84A62BB35}"/>
              </a:ext>
            </a:extLst>
          </p:cNvPr>
          <p:cNvSpPr/>
          <p:nvPr/>
        </p:nvSpPr>
        <p:spPr>
          <a:xfrm>
            <a:off x="4503768" y="1854486"/>
            <a:ext cx="1132945" cy="4312508"/>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 name="Left Brace 14">
            <a:extLst>
              <a:ext uri="{FF2B5EF4-FFF2-40B4-BE49-F238E27FC236}">
                <a16:creationId xmlns:a16="http://schemas.microsoft.com/office/drawing/2014/main" id="{62BEE88C-1632-3542-A12D-61B942E7DD83}"/>
              </a:ext>
            </a:extLst>
          </p:cNvPr>
          <p:cNvSpPr/>
          <p:nvPr/>
        </p:nvSpPr>
        <p:spPr>
          <a:xfrm>
            <a:off x="1279881" y="3243863"/>
            <a:ext cx="518502" cy="2025798"/>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
        <p:nvSpPr>
          <p:cNvPr id="16" name="TextBox 15">
            <a:extLst>
              <a:ext uri="{FF2B5EF4-FFF2-40B4-BE49-F238E27FC236}">
                <a16:creationId xmlns:a16="http://schemas.microsoft.com/office/drawing/2014/main" id="{6307389C-A13A-F64F-A202-632CD864BA4C}"/>
              </a:ext>
            </a:extLst>
          </p:cNvPr>
          <p:cNvSpPr txBox="1"/>
          <p:nvPr/>
        </p:nvSpPr>
        <p:spPr>
          <a:xfrm>
            <a:off x="-52449" y="3945153"/>
            <a:ext cx="1273234" cy="646331"/>
          </a:xfrm>
          <a:prstGeom prst="rect">
            <a:avLst/>
          </a:prstGeom>
          <a:noFill/>
        </p:spPr>
        <p:txBody>
          <a:bodyPr wrap="none" rtlCol="0">
            <a:spAutoFit/>
          </a:bodyPr>
          <a:lstStyle/>
          <a:p>
            <a:pPr algn="ctr"/>
            <a:r>
              <a:rPr lang="en-US" dirty="0"/>
              <a:t>Two Groups</a:t>
            </a:r>
          </a:p>
          <a:p>
            <a:pPr algn="ctr"/>
            <a:r>
              <a:rPr lang="en-US" dirty="0"/>
              <a:t>Dataset</a:t>
            </a:r>
          </a:p>
        </p:txBody>
      </p:sp>
      <p:sp>
        <p:nvSpPr>
          <p:cNvPr id="17" name="TextBox 16">
            <a:extLst>
              <a:ext uri="{FF2B5EF4-FFF2-40B4-BE49-F238E27FC236}">
                <a16:creationId xmlns:a16="http://schemas.microsoft.com/office/drawing/2014/main" id="{7F0B8AAE-016B-A64E-A73A-5098D92EC930}"/>
              </a:ext>
            </a:extLst>
          </p:cNvPr>
          <p:cNvSpPr txBox="1"/>
          <p:nvPr/>
        </p:nvSpPr>
        <p:spPr>
          <a:xfrm>
            <a:off x="4911388" y="1854486"/>
            <a:ext cx="412292" cy="369332"/>
          </a:xfrm>
          <a:prstGeom prst="rect">
            <a:avLst/>
          </a:prstGeom>
          <a:noFill/>
        </p:spPr>
        <p:txBody>
          <a:bodyPr wrap="none" rtlCol="0">
            <a:spAutoFit/>
          </a:bodyPr>
          <a:lstStyle/>
          <a:p>
            <a:r>
              <a:rPr lang="en-US" dirty="0" smtClean="0"/>
              <a:t>F1</a:t>
            </a:r>
            <a:endParaRPr lang="en-US" dirty="0"/>
          </a:p>
        </p:txBody>
      </p:sp>
      <p:sp>
        <p:nvSpPr>
          <p:cNvPr id="18" name="TextBox 17">
            <a:extLst>
              <a:ext uri="{FF2B5EF4-FFF2-40B4-BE49-F238E27FC236}">
                <a16:creationId xmlns:a16="http://schemas.microsoft.com/office/drawing/2014/main" id="{E31DC311-00F4-4045-BED5-5BEDC488018A}"/>
              </a:ext>
            </a:extLst>
          </p:cNvPr>
          <p:cNvSpPr txBox="1"/>
          <p:nvPr/>
        </p:nvSpPr>
        <p:spPr>
          <a:xfrm>
            <a:off x="5842858" y="1854486"/>
            <a:ext cx="412292" cy="369332"/>
          </a:xfrm>
          <a:prstGeom prst="rect">
            <a:avLst/>
          </a:prstGeom>
          <a:noFill/>
        </p:spPr>
        <p:txBody>
          <a:bodyPr wrap="none" rtlCol="0">
            <a:spAutoFit/>
          </a:bodyPr>
          <a:lstStyle/>
          <a:p>
            <a:r>
              <a:rPr lang="en-US" dirty="0" smtClean="0"/>
              <a:t>F2</a:t>
            </a:r>
            <a:endParaRPr lang="en-US" dirty="0"/>
          </a:p>
        </p:txBody>
      </p:sp>
      <p:sp>
        <p:nvSpPr>
          <p:cNvPr id="19" name="TextBox 18">
            <a:extLst>
              <a:ext uri="{FF2B5EF4-FFF2-40B4-BE49-F238E27FC236}">
                <a16:creationId xmlns:a16="http://schemas.microsoft.com/office/drawing/2014/main" id="{FDD3F76C-2B82-B84B-8154-7802C08B0A15}"/>
              </a:ext>
            </a:extLst>
          </p:cNvPr>
          <p:cNvSpPr txBox="1"/>
          <p:nvPr/>
        </p:nvSpPr>
        <p:spPr>
          <a:xfrm>
            <a:off x="3989655" y="6248777"/>
            <a:ext cx="2161169" cy="369332"/>
          </a:xfrm>
          <a:prstGeom prst="rect">
            <a:avLst/>
          </a:prstGeom>
          <a:noFill/>
        </p:spPr>
        <p:txBody>
          <a:bodyPr wrap="none" rtlCol="0">
            <a:spAutoFit/>
          </a:bodyPr>
          <a:lstStyle/>
          <a:p>
            <a:r>
              <a:rPr lang="en-US" dirty="0"/>
              <a:t>will be tested feature</a:t>
            </a:r>
          </a:p>
        </p:txBody>
      </p:sp>
      <p:cxnSp>
        <p:nvCxnSpPr>
          <p:cNvPr id="20" name="Elbow Connector 19"/>
          <p:cNvCxnSpPr>
            <a:stCxn id="17" idx="2"/>
            <a:endCxn id="4" idx="0"/>
          </p:cNvCxnSpPr>
          <p:nvPr/>
        </p:nvCxnSpPr>
        <p:spPr>
          <a:xfrm rot="16200000" flipH="1">
            <a:off x="6591503" y="749848"/>
            <a:ext cx="601670" cy="3549609"/>
          </a:xfrm>
          <a:prstGeom prst="bentConnector3">
            <a:avLst>
              <a:gd name="adj1" fmla="val -13484"/>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Elbow Connector 21"/>
          <p:cNvCxnSpPr>
            <a:endCxn id="5" idx="0"/>
          </p:cNvCxnSpPr>
          <p:nvPr/>
        </p:nvCxnSpPr>
        <p:spPr>
          <a:xfrm flipV="1">
            <a:off x="5217277" y="2825488"/>
            <a:ext cx="5377594" cy="1404304"/>
          </a:xfrm>
          <a:prstGeom prst="bentConnector4">
            <a:avLst>
              <a:gd name="adj1" fmla="val 40906"/>
              <a:gd name="adj2" fmla="val 116279"/>
            </a:avLst>
          </a:prstGeom>
          <a:ln>
            <a:tailEnd type="triangle"/>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102587041"/>
      </p:ext>
    </p:extLst>
  </p:cSld>
  <p:clrMapOvr>
    <a:masterClrMapping/>
  </p:clrMapOvr>
  <p:transition spd="slow" advTm="29074">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500"/>
                                        <p:tgtEl>
                                          <p:spTgt spid="22"/>
                                        </p:tgtEl>
                                      </p:cBhvr>
                                    </p:animEffect>
                                  </p:childTnLst>
                                </p:cTn>
                              </p:par>
                              <p:par>
                                <p:cTn id="16" presetID="10" presetClass="entr" presetSubtype="0" fill="hold"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extLst mod="1">
    <p:ext uri="{3A86A75C-4F4B-4683-9AE1-C65F6400EC91}">
      <p14:laserTraceLst xmlns:p14="http://schemas.microsoft.com/office/powerpoint/2010/main">
        <p14:tracePtLst>
          <p14:tracePt t="1724" x="5921375" y="4202113"/>
          <p14:tracePt t="1738" x="5915025" y="4202113"/>
          <p14:tracePt t="1753" x="5864225" y="4202113"/>
          <p14:tracePt t="1768" x="5813425" y="4202113"/>
          <p14:tracePt t="1784" x="5754688" y="4202113"/>
          <p14:tracePt t="1801" x="5689600" y="4187825"/>
          <p14:tracePt t="1818" x="5588000" y="4151313"/>
          <p14:tracePt t="1834" x="5457825" y="4122738"/>
          <p14:tracePt t="1851" x="5305425" y="4071938"/>
          <p14:tracePt t="1868" x="5130800" y="4027488"/>
          <p14:tracePt t="1884" x="5029200" y="3990975"/>
          <p14:tracePt t="1901" x="4964113" y="3970338"/>
          <p14:tracePt t="1918" x="4884738" y="3933825"/>
          <p14:tracePt t="1934" x="4826000" y="3925888"/>
          <p14:tracePt t="1951" x="4732338" y="3897313"/>
          <p14:tracePt t="1968" x="4665663" y="3868738"/>
          <p14:tracePt t="1984" x="4614863" y="3846513"/>
          <p14:tracePt t="2001" x="4579938" y="3832225"/>
          <p14:tracePt t="2018" x="4549775" y="3810000"/>
          <p14:tracePt t="2035" x="4506913" y="3787775"/>
          <p14:tracePt t="2051" x="4478338" y="3781425"/>
          <p14:tracePt t="2068" x="4411663" y="3751263"/>
          <p14:tracePt t="2084" x="4354513" y="3722688"/>
          <p14:tracePt t="2101" x="4289425" y="3686175"/>
          <p14:tracePt t="2118" x="4224338" y="3649663"/>
          <p14:tracePt t="2134" x="4165600" y="3621088"/>
          <p14:tracePt t="2151" x="4092575" y="3578225"/>
          <p14:tracePt t="2168" x="4027488" y="3513138"/>
          <p14:tracePt t="2184" x="3954463" y="3395663"/>
          <p14:tracePt t="2201" x="3868738" y="3228975"/>
          <p14:tracePt t="2218" x="3767138" y="3062288"/>
          <p14:tracePt t="2234" x="3671888" y="2932113"/>
          <p14:tracePt t="2251" x="3578225" y="2794000"/>
          <p14:tracePt t="2269" x="3432175" y="2598738"/>
          <p14:tracePt t="2285" x="3330575" y="2466975"/>
          <p14:tracePt t="2301" x="3273425" y="2373313"/>
          <p14:tracePt t="2318" x="3200400" y="2293938"/>
          <p14:tracePt t="2334" x="3141663" y="2249488"/>
          <p14:tracePt t="2351" x="3070225" y="2206625"/>
          <p14:tracePt t="2368" x="2997200" y="2155825"/>
          <p14:tracePt t="2385" x="2924175" y="2119313"/>
          <p14:tracePt t="2401" x="2830513" y="2082800"/>
          <p14:tracePt t="2418" x="2743200" y="2046288"/>
          <p14:tracePt t="2434" x="2655888" y="2024063"/>
          <p14:tracePt t="2451" x="2547938" y="2017713"/>
          <p14:tracePt t="2468" x="2373313" y="1989138"/>
          <p14:tracePt t="2485" x="2271713" y="1981200"/>
          <p14:tracePt t="2501" x="2162175" y="1958975"/>
          <p14:tracePt t="2518" x="2090738" y="1952625"/>
          <p14:tracePt t="2535" x="2039938" y="1952625"/>
          <p14:tracePt t="2551" x="2017713" y="1952625"/>
          <p14:tracePt t="2568" x="2003425" y="1944688"/>
          <p14:tracePt t="2585" x="1989138" y="1944688"/>
          <p14:tracePt t="2601" x="1966913" y="1944688"/>
          <p14:tracePt t="2618" x="1958975" y="1944688"/>
          <p14:tracePt t="2635" x="1944688" y="1944688"/>
          <p14:tracePt t="2652" x="1922463" y="1944688"/>
          <p14:tracePt t="2668" x="1901825" y="1944688"/>
          <p14:tracePt t="2684" x="1893888" y="1944688"/>
          <p14:tracePt t="2701" x="1871663" y="1944688"/>
          <p14:tracePt t="2718" x="1865313" y="1944688"/>
          <p14:tracePt t="2735" x="1857375" y="1944688"/>
          <p14:tracePt t="3198" x="1871663" y="1930400"/>
          <p14:tracePt t="3207" x="1908175" y="1916113"/>
          <p14:tracePt t="3218" x="1930400" y="1908175"/>
          <p14:tracePt t="3235" x="1995488" y="1887538"/>
          <p14:tracePt t="3253" x="2133600" y="1851025"/>
          <p14:tracePt t="3269" x="2212975" y="1836738"/>
          <p14:tracePt t="3285" x="2328863" y="1814513"/>
          <p14:tracePt t="3301" x="2446338" y="1800225"/>
          <p14:tracePt t="3318" x="2605088" y="1749425"/>
          <p14:tracePt t="3335" x="2743200" y="1727200"/>
          <p14:tracePt t="3351" x="2887663" y="1704975"/>
          <p14:tracePt t="3368" x="3019425" y="1698625"/>
          <p14:tracePt t="3385" x="3149600" y="1698625"/>
          <p14:tracePt t="3401" x="3259138" y="1698625"/>
          <p14:tracePt t="3418" x="3395663" y="1684338"/>
          <p14:tracePt t="3435" x="3533775" y="1662113"/>
          <p14:tracePt t="3451" x="3686175" y="1647825"/>
          <p14:tracePt t="3468" x="3925888" y="1611313"/>
          <p14:tracePt t="3485" x="4100513" y="1574800"/>
          <p14:tracePt t="3502" x="4244975" y="1538288"/>
          <p14:tracePt t="3518" x="4354513" y="1524000"/>
          <p14:tracePt t="3534" x="4456113" y="1501775"/>
          <p14:tracePt t="3551" x="4543425" y="1481138"/>
          <p14:tracePt t="3568" x="4659313" y="1458913"/>
          <p14:tracePt t="3585" x="4783138" y="1444625"/>
          <p14:tracePt t="3601" x="4899025" y="1422400"/>
          <p14:tracePt t="3618" x="4964113" y="1422400"/>
          <p14:tracePt t="3634" x="5021263" y="1422400"/>
          <p14:tracePt t="3652" x="5057775" y="1408113"/>
          <p14:tracePt t="3654" x="5065713" y="1408113"/>
          <p14:tracePt t="3668" x="5102225" y="1400175"/>
          <p14:tracePt t="3685" x="5159375" y="1400175"/>
          <p14:tracePt t="3701" x="5240338" y="1385888"/>
          <p14:tracePt t="3718" x="5370513" y="1371600"/>
          <p14:tracePt t="3735" x="5486400" y="1371600"/>
          <p14:tracePt t="3751" x="5610225" y="1371600"/>
          <p14:tracePt t="3768" x="5697538" y="1371600"/>
          <p14:tracePt t="3785" x="5776913" y="1371600"/>
          <p14:tracePt t="3801" x="5819775" y="1371600"/>
          <p14:tracePt t="3818" x="5856288" y="1371600"/>
          <p14:tracePt t="3835" x="5878513" y="1371600"/>
          <p14:tracePt t="3852" x="5907088" y="1371600"/>
          <p14:tracePt t="3868" x="5921375" y="1371600"/>
          <p14:tracePt t="3901" x="5929313" y="1371600"/>
          <p14:tracePt t="3918" x="5943600" y="1371600"/>
          <p14:tracePt t="3935" x="5965825" y="1371600"/>
          <p14:tracePt t="3951" x="5980113" y="1371600"/>
          <p14:tracePt t="3968" x="5986463" y="1379538"/>
          <p14:tracePt t="3985" x="6002338" y="1379538"/>
          <p14:tracePt t="4018" x="6016625" y="1393825"/>
          <p14:tracePt t="4035" x="6022975" y="1393825"/>
          <p14:tracePt t="4052" x="6045200" y="1400175"/>
          <p14:tracePt t="4068" x="6059488" y="1400175"/>
          <p14:tracePt t="4085" x="6067425" y="1400175"/>
          <p14:tracePt t="4101" x="6081713" y="1408113"/>
          <p14:tracePt t="4118" x="6096000" y="1408113"/>
          <p14:tracePt t="4135" x="6110288" y="1408113"/>
          <p14:tracePt t="4152" x="6132513" y="1414463"/>
          <p14:tracePt t="4168" x="6154738" y="1414463"/>
          <p14:tracePt t="4185" x="6175375" y="1414463"/>
          <p14:tracePt t="4202" x="6197600" y="1422400"/>
          <p14:tracePt t="4218" x="6226175" y="1422400"/>
          <p14:tracePt t="4235" x="6248400" y="1422400"/>
          <p14:tracePt t="4252" x="6256338" y="1422400"/>
          <p14:tracePt t="4268" x="6262688" y="1422400"/>
          <p14:tracePt t="4317" x="6270625" y="1422400"/>
          <p14:tracePt t="4333" x="6276975" y="1422400"/>
          <p14:tracePt t="4341" x="6291263" y="1422400"/>
          <p14:tracePt t="4351" x="6299200" y="1422400"/>
          <p14:tracePt t="4368" x="6327775" y="1422400"/>
          <p14:tracePt t="4385" x="6378575" y="1422400"/>
          <p14:tracePt t="4402" x="6437313" y="1422400"/>
          <p14:tracePt t="4418" x="6502400" y="1422400"/>
          <p14:tracePt t="4435" x="6567488" y="1422400"/>
          <p14:tracePt t="4452" x="6589713" y="1422400"/>
          <p14:tracePt t="4468" x="6596063" y="1422400"/>
          <p14:tracePt t="4846" x="6604000" y="1436688"/>
          <p14:tracePt t="4861" x="6604000" y="1450975"/>
          <p14:tracePt t="4877" x="6596063" y="1458913"/>
          <p14:tracePt t="4885" x="6589713" y="1473200"/>
          <p14:tracePt t="4893" x="6581775" y="1473200"/>
          <p14:tracePt t="4901" x="6581775" y="1481138"/>
          <p14:tracePt t="4918" x="6567488" y="1495425"/>
          <p14:tracePt t="4935" x="6553200" y="1516063"/>
          <p14:tracePt t="4952" x="6538913" y="1524000"/>
          <p14:tracePt t="4968" x="6530975" y="1531938"/>
          <p14:tracePt t="4985" x="6530975" y="1538288"/>
          <p14:tracePt t="5002" x="6524625" y="1546225"/>
          <p14:tracePt t="5037" x="6516688" y="1552575"/>
          <p14:tracePt t="5382" x="6510338" y="1560513"/>
          <p14:tracePt t="5437" x="6510338" y="1566863"/>
          <p14:tracePt t="5445" x="6502400" y="1574800"/>
          <p14:tracePt t="5470" x="6494463" y="1582738"/>
          <p14:tracePt t="5518" x="6488113" y="1589088"/>
          <p14:tracePt t="5549" x="6488113" y="1597025"/>
          <p14:tracePt t="5565" x="6488113" y="1603375"/>
          <p14:tracePt t="5581" x="6480175" y="1611313"/>
          <p14:tracePt t="5605" x="6473825" y="1611313"/>
          <p14:tracePt t="5621" x="6473825" y="1617663"/>
          <p14:tracePt t="5629" x="6465888" y="1625600"/>
          <p14:tracePt t="5669" x="6459538" y="1639888"/>
          <p14:tracePt t="5677" x="6459538" y="1647825"/>
          <p14:tracePt t="5693" x="6451600" y="1647825"/>
          <p14:tracePt t="5733" x="6443663" y="1654175"/>
          <p14:tracePt t="5829" x="6443663" y="1662113"/>
          <p14:tracePt t="7214" x="6437313" y="1662113"/>
          <p14:tracePt t="7221" x="6408738" y="1662113"/>
          <p14:tracePt t="7229" x="6372225" y="1662113"/>
          <p14:tracePt t="7237" x="6321425" y="1647825"/>
          <p14:tracePt t="7253" x="6211888" y="1617663"/>
          <p14:tracePt t="7269" x="6059488" y="1582738"/>
          <p14:tracePt t="7286" x="5892800" y="1538288"/>
          <p14:tracePt t="7302" x="5703888" y="1509713"/>
          <p14:tracePt t="7319" x="5508625" y="1487488"/>
          <p14:tracePt t="7336" x="5341938" y="1458913"/>
          <p14:tracePt t="7352" x="5159375" y="1450975"/>
          <p14:tracePt t="7369" x="5000625" y="1450975"/>
          <p14:tracePt t="7386" x="4840288" y="1450975"/>
          <p14:tracePt t="7403" x="4687888" y="1450975"/>
          <p14:tracePt t="7419" x="4529138" y="1450975"/>
          <p14:tracePt t="7436" x="4325938" y="1450975"/>
          <p14:tracePt t="7452" x="4187825" y="1481138"/>
          <p14:tracePt t="7469" x="4041775" y="1531938"/>
          <p14:tracePt t="7486" x="3897313" y="1566863"/>
          <p14:tracePt t="7503" x="3759200" y="1603375"/>
          <p14:tracePt t="7519" x="3598863" y="1662113"/>
          <p14:tracePt t="7536" x="3468688" y="1704975"/>
          <p14:tracePt t="7553" x="3367088" y="1755775"/>
          <p14:tracePt t="7569" x="3265488" y="1800225"/>
          <p14:tracePt t="7586" x="3178175" y="1851025"/>
          <p14:tracePt t="7603" x="3106738" y="1887538"/>
          <p14:tracePt t="7619" x="3011488" y="1930400"/>
          <p14:tracePt t="7636" x="2859088" y="2017713"/>
          <p14:tracePt t="7652" x="2765425" y="2054225"/>
          <p14:tracePt t="7669" x="2655888" y="2105025"/>
          <p14:tracePt t="7686" x="2605088" y="2119313"/>
          <p14:tracePt t="7703" x="2517775" y="2155825"/>
          <p14:tracePt t="7719" x="2452688" y="2192338"/>
          <p14:tracePt t="7736" x="2365375" y="2249488"/>
          <p14:tracePt t="7753" x="2249488" y="2322513"/>
          <p14:tracePt t="7769" x="2155825" y="2395538"/>
          <p14:tracePt t="7786" x="2082800" y="2430463"/>
          <p14:tracePt t="7802" x="2046288" y="2460625"/>
          <p14:tracePt t="7820" x="2017713" y="2474913"/>
          <p14:tracePt t="7836" x="1981200" y="2511425"/>
          <p14:tracePt t="7853" x="1922463" y="2562225"/>
          <p14:tracePt t="7869" x="1851025" y="2627313"/>
          <p14:tracePt t="7886" x="1800225" y="2684463"/>
          <p14:tracePt t="7903" x="1755775" y="2735263"/>
          <p14:tracePt t="7919" x="1719263" y="2771775"/>
          <p14:tracePt t="7936" x="1704975" y="2794000"/>
          <p14:tracePt t="7953" x="1684338" y="2830513"/>
          <p14:tracePt t="7969" x="1639888" y="2895600"/>
          <p14:tracePt t="7986" x="1611313" y="2960688"/>
          <p14:tracePt t="8003" x="1574800" y="3025775"/>
          <p14:tracePt t="8020" x="1552575" y="3121025"/>
          <p14:tracePt t="8036" x="1552575" y="3149600"/>
          <p14:tracePt t="8053" x="1552575" y="3192463"/>
          <p14:tracePt t="8069" x="1552575" y="3236913"/>
          <p14:tracePt t="8086" x="1597025" y="3294063"/>
          <p14:tracePt t="8103" x="1662113" y="3381375"/>
          <p14:tracePt t="8120" x="1704975" y="3476625"/>
          <p14:tracePt t="8136" x="1763713" y="3598863"/>
          <p14:tracePt t="8153" x="1828800" y="3716338"/>
          <p14:tracePt t="8169" x="1908175" y="3838575"/>
          <p14:tracePt t="8186" x="2039938" y="3984625"/>
          <p14:tracePt t="8203" x="2293938" y="4202113"/>
          <p14:tracePt t="8220" x="2605088" y="4492625"/>
          <p14:tracePt t="8236" x="2714625" y="4637088"/>
          <p14:tracePt t="8253" x="2816225" y="4775200"/>
          <p14:tracePt t="8269" x="2924175" y="4899025"/>
          <p14:tracePt t="8286" x="3062288" y="5037138"/>
          <p14:tracePt t="8303" x="3251200" y="5203825"/>
          <p14:tracePt t="8319" x="3395663" y="5348288"/>
          <p14:tracePt t="8336" x="3527425" y="5486400"/>
          <p14:tracePt t="8353" x="3621088" y="5565775"/>
          <p14:tracePt t="8369" x="3744913" y="5646738"/>
          <p14:tracePt t="8386" x="3883025" y="5703888"/>
          <p14:tracePt t="8403" x="4013200" y="5768975"/>
          <p14:tracePt t="8420" x="4179888" y="5842000"/>
          <p14:tracePt t="8436" x="4332288" y="5929313"/>
          <p14:tracePt t="8453" x="4419600" y="5980113"/>
          <p14:tracePt t="8469" x="4513263" y="6037263"/>
          <p14:tracePt t="8486" x="4665663" y="6118225"/>
          <p14:tracePt t="8503" x="4789488" y="6189663"/>
          <p14:tracePt t="8519" x="4905375" y="6256338"/>
          <p14:tracePt t="8536" x="4964113" y="6299200"/>
          <p14:tracePt t="8553" x="5029200" y="6342063"/>
          <p14:tracePt t="8569" x="5072063" y="6392863"/>
          <p14:tracePt t="8586" x="5094288" y="6423025"/>
          <p14:tracePt t="8603" x="5138738" y="6437313"/>
          <p14:tracePt t="8620" x="5195888" y="6443663"/>
          <p14:tracePt t="8636" x="5246688" y="6443663"/>
          <p14:tracePt t="8653" x="5305425" y="6443663"/>
          <p14:tracePt t="8669" x="5341938" y="6443663"/>
          <p14:tracePt t="8686" x="5370513" y="6443663"/>
          <p14:tracePt t="8703" x="5427663" y="6400800"/>
          <p14:tracePt t="8720" x="5522913" y="6284913"/>
          <p14:tracePt t="8736" x="5646738" y="6081713"/>
          <p14:tracePt t="8753" x="5732463" y="5884863"/>
          <p14:tracePt t="8770" x="5799138" y="5653088"/>
          <p14:tracePt t="8786" x="5834063" y="5478463"/>
          <p14:tracePt t="8803" x="5878513" y="5362575"/>
          <p14:tracePt t="8820" x="5915025" y="5218113"/>
          <p14:tracePt t="8836" x="5951538" y="4964113"/>
          <p14:tracePt t="8853" x="5980113" y="4789488"/>
          <p14:tracePt t="8870" x="5986463" y="4586288"/>
          <p14:tracePt t="8886" x="5994400" y="4397375"/>
          <p14:tracePt t="8903" x="5994400" y="4230688"/>
          <p14:tracePt t="8920" x="5994400" y="4041775"/>
          <p14:tracePt t="8936" x="5994400" y="3846513"/>
          <p14:tracePt t="8953" x="5994400" y="3679825"/>
          <p14:tracePt t="8970" x="5994400" y="3533775"/>
          <p14:tracePt t="8987" x="5994400" y="3440113"/>
          <p14:tracePt t="9003" x="5994400" y="3352800"/>
          <p14:tracePt t="9020" x="5994400" y="3222625"/>
          <p14:tracePt t="9037" x="5994400" y="3019425"/>
          <p14:tracePt t="9053" x="5994400" y="2909888"/>
          <p14:tracePt t="9070" x="5980113" y="2836863"/>
          <p14:tracePt t="9086" x="5972175" y="2771775"/>
          <p14:tracePt t="9103" x="5965825" y="2714625"/>
          <p14:tracePt t="9120" x="5943600" y="2613025"/>
          <p14:tracePt t="9136" x="5915025" y="2511425"/>
          <p14:tracePt t="9153" x="5892800" y="2430463"/>
          <p14:tracePt t="9170" x="5864225" y="2344738"/>
          <p14:tracePt t="9186" x="5827713" y="2271713"/>
          <p14:tracePt t="9203" x="5799138" y="2220913"/>
          <p14:tracePt t="9220" x="5762625" y="2162175"/>
          <p14:tracePt t="9236" x="5703888" y="2074863"/>
          <p14:tracePt t="9253" x="5661025" y="2024063"/>
          <p14:tracePt t="9270" x="5638800" y="1995488"/>
          <p14:tracePt t="9286" x="5616575" y="1981200"/>
          <p14:tracePt t="9303" x="5595938" y="1944688"/>
          <p14:tracePt t="9320" x="5565775" y="1922463"/>
          <p14:tracePt t="9336" x="5522913" y="1887538"/>
          <p14:tracePt t="9353" x="5500688" y="1871663"/>
          <p14:tracePt t="9370" x="5486400" y="1871663"/>
          <p14:tracePt t="9386" x="5478463" y="1871663"/>
          <p14:tracePt t="9403" x="5457825" y="1871663"/>
          <p14:tracePt t="9420" x="5413375" y="1871663"/>
          <p14:tracePt t="9436" x="5334000" y="1871663"/>
          <p14:tracePt t="9453" x="5297488" y="1871663"/>
          <p14:tracePt t="9470" x="5254625" y="1871663"/>
          <p14:tracePt t="9486" x="5218113" y="1871663"/>
          <p14:tracePt t="9503" x="5195888" y="1871663"/>
          <p14:tracePt t="9520" x="5167313" y="1871663"/>
          <p14:tracePt t="9536" x="5130800" y="1871663"/>
          <p14:tracePt t="9553" x="5108575" y="1879600"/>
          <p14:tracePt t="9570" x="5087938" y="1887538"/>
          <p14:tracePt t="9586" x="5051425" y="1893888"/>
          <p14:tracePt t="9603" x="5037138" y="1901825"/>
          <p14:tracePt t="9620" x="5006975" y="1908175"/>
          <p14:tracePt t="9636" x="4970463" y="1922463"/>
          <p14:tracePt t="9653" x="4935538" y="1930400"/>
          <p14:tracePt t="9670" x="4905375" y="1944688"/>
          <p14:tracePt t="9686" x="4876800" y="1966913"/>
          <p14:tracePt t="9703" x="4840288" y="1981200"/>
          <p14:tracePt t="9720" x="4811713" y="1995488"/>
          <p14:tracePt t="9736" x="4783138" y="2009775"/>
          <p14:tracePt t="9753" x="4746625" y="2039938"/>
          <p14:tracePt t="9770" x="4724400" y="2068513"/>
          <p14:tracePt t="9787" x="4681538" y="2105025"/>
          <p14:tracePt t="9803" x="4651375" y="2141538"/>
          <p14:tracePt t="9820" x="4594225" y="2198688"/>
          <p14:tracePt t="9837" x="4564063" y="2243138"/>
          <p14:tracePt t="9853" x="4535488" y="2286000"/>
          <p14:tracePt t="9870" x="4498975" y="2365375"/>
          <p14:tracePt t="9887" x="4427538" y="2489200"/>
          <p14:tracePt t="9903" x="4383088" y="2605088"/>
          <p14:tracePt t="9920" x="4332288" y="2714625"/>
          <p14:tracePt t="9937" x="4289425" y="2786063"/>
          <p14:tracePt t="9953" x="4252913" y="2873375"/>
          <p14:tracePt t="9970" x="4216400" y="2974975"/>
          <p14:tracePt t="9986" x="4165600" y="3135313"/>
          <p14:tracePt t="10003" x="4106863" y="3352800"/>
          <p14:tracePt t="10020" x="3998913" y="3686175"/>
          <p14:tracePt t="10037" x="3948113" y="3868738"/>
          <p14:tracePt t="10053" x="3919538" y="4013200"/>
          <p14:tracePt t="10070" x="3897313" y="4151313"/>
          <p14:tracePt t="10087" x="3875088" y="4281488"/>
          <p14:tracePt t="10103" x="3860800" y="4427538"/>
          <p14:tracePt t="10120" x="3824288" y="4594225"/>
          <p14:tracePt t="10137" x="3817938" y="4732338"/>
          <p14:tracePt t="10153" x="3817938" y="4848225"/>
          <p14:tracePt t="10156" x="3802063" y="4899025"/>
          <p14:tracePt t="10170" x="3802063" y="4964113"/>
          <p14:tracePt t="10187" x="3802063" y="5072063"/>
          <p14:tracePt t="10203" x="3802063" y="5189538"/>
          <p14:tracePt t="10220" x="3802063" y="5376863"/>
          <p14:tracePt t="10237" x="3802063" y="5508625"/>
          <p14:tracePt t="10254" x="3802063" y="5630863"/>
          <p14:tracePt t="10270" x="3832225" y="5754688"/>
          <p14:tracePt t="10287" x="3883025" y="5884863"/>
          <p14:tracePt t="10303" x="3911600" y="5994400"/>
          <p14:tracePt t="10320" x="3933825" y="6067425"/>
          <p14:tracePt t="10337" x="3948113" y="6132513"/>
          <p14:tracePt t="10353" x="3990975" y="6205538"/>
          <p14:tracePt t="10370" x="4056063" y="6291263"/>
          <p14:tracePt t="10387" x="4106863" y="6364288"/>
          <p14:tracePt t="10404" x="4173538" y="6473825"/>
          <p14:tracePt t="10420" x="4216400" y="6510338"/>
          <p14:tracePt t="10437" x="4259263" y="6561138"/>
          <p14:tracePt t="10454" x="4310063" y="6589713"/>
          <p14:tracePt t="10471" x="4411663" y="6640513"/>
          <p14:tracePt t="10487" x="4521200" y="6662738"/>
          <p14:tracePt t="10504" x="4608513" y="6691313"/>
          <p14:tracePt t="10520" x="4665663" y="6705600"/>
          <p14:tracePt t="10537" x="4724400" y="6727825"/>
          <p14:tracePt t="10554" x="4775200" y="6734175"/>
          <p14:tracePt t="10570" x="4826000" y="6742113"/>
          <p14:tracePt t="10587" x="4876800" y="6748463"/>
          <p14:tracePt t="10604" x="4978400" y="6756400"/>
          <p14:tracePt t="10620" x="5021263" y="6756400"/>
          <p14:tracePt t="10638" x="5051425" y="6756400"/>
          <p14:tracePt t="10654" x="5065713" y="6756400"/>
          <p14:tracePt t="10670" x="5072063" y="6756400"/>
          <p14:tracePt t="10687" x="5116513" y="6727825"/>
          <p14:tracePt t="10704" x="5181600" y="6677025"/>
          <p14:tracePt t="10720" x="5268913" y="6589713"/>
          <p14:tracePt t="10737" x="5362575" y="6480175"/>
          <p14:tracePt t="10754" x="5435600" y="6378575"/>
          <p14:tracePt t="10770" x="5514975" y="6270625"/>
          <p14:tracePt t="10787" x="5559425" y="6154738"/>
          <p14:tracePt t="10804" x="5667375" y="5892800"/>
          <p14:tracePt t="10820" x="5762625" y="5573713"/>
          <p14:tracePt t="10837" x="5827713" y="5297488"/>
          <p14:tracePt t="10854" x="5870575" y="5072063"/>
          <p14:tracePt t="10870" x="5900738" y="4919663"/>
          <p14:tracePt t="10887" x="5915025" y="4760913"/>
          <p14:tracePt t="10904" x="5935663" y="4579938"/>
          <p14:tracePt t="10921" x="5951538" y="4376738"/>
          <p14:tracePt t="10937" x="5951538" y="4165600"/>
          <p14:tracePt t="10954" x="5957888" y="3954463"/>
          <p14:tracePt t="10970" x="5957888" y="3781425"/>
          <p14:tracePt t="10987" x="5957888" y="3629025"/>
          <p14:tracePt t="11004" x="5957888" y="3462338"/>
          <p14:tracePt t="11020" x="5957888" y="3222625"/>
          <p14:tracePt t="11037" x="5957888" y="3084513"/>
          <p14:tracePt t="11054" x="5957888" y="2938463"/>
          <p14:tracePt t="11071" x="5957888" y="2808288"/>
          <p14:tracePt t="11089" x="5929313" y="2684463"/>
          <p14:tracePt t="11104" x="5907088" y="2613025"/>
          <p14:tracePt t="11120" x="5900738" y="2540000"/>
          <p14:tracePt t="11137" x="5878513" y="2446338"/>
          <p14:tracePt t="11154" x="5856288" y="2359025"/>
          <p14:tracePt t="11157" x="5842000" y="2314575"/>
          <p14:tracePt t="11170" x="5827713" y="2271713"/>
          <p14:tracePt t="11187" x="5791200" y="2198688"/>
          <p14:tracePt t="11204" x="5768975" y="2147888"/>
          <p14:tracePt t="11220" x="5748338" y="2111375"/>
          <p14:tracePt t="11237" x="5732463" y="2068513"/>
          <p14:tracePt t="11254" x="5689600" y="2009775"/>
          <p14:tracePt t="11271" x="5646738" y="1952625"/>
          <p14:tracePt t="11287" x="5610225" y="1908175"/>
          <p14:tracePt t="11304" x="5559425" y="1879600"/>
          <p14:tracePt t="11320" x="5529263" y="1857375"/>
          <p14:tracePt t="11337" x="5472113" y="1828800"/>
          <p14:tracePt t="11354" x="5421313" y="1800225"/>
          <p14:tracePt t="11371" x="5362575" y="1778000"/>
          <p14:tracePt t="11387" x="5326063" y="1763713"/>
          <p14:tracePt t="11404" x="5311775" y="1763713"/>
          <p14:tracePt t="11421" x="5291138" y="1763713"/>
          <p14:tracePt t="11437" x="5260975" y="1763713"/>
          <p14:tracePt t="11454" x="5232400" y="1770063"/>
          <p14:tracePt t="11470" x="5218113" y="1785938"/>
          <p14:tracePt t="11487" x="5181600" y="1800225"/>
          <p14:tracePt t="11504" x="5130800" y="1828800"/>
          <p14:tracePt t="11521" x="5080000" y="1871663"/>
          <p14:tracePt t="11537" x="5021263" y="1944688"/>
          <p14:tracePt t="11554" x="4935538" y="2024063"/>
          <p14:tracePt t="11570" x="4876800" y="2097088"/>
          <p14:tracePt t="11587" x="4818063" y="2147888"/>
          <p14:tracePt t="11604" x="4760913" y="2227263"/>
          <p14:tracePt t="11621" x="4695825" y="2308225"/>
          <p14:tracePt t="11637" x="4614863" y="2401888"/>
          <p14:tracePt t="11654" x="4564063" y="2517775"/>
          <p14:tracePt t="11671" x="4498975" y="2619375"/>
          <p14:tracePt t="11687" x="4433888" y="2728913"/>
          <p14:tracePt t="11704" x="4427538" y="2751138"/>
          <p14:tracePt t="11721" x="4405313" y="2786063"/>
          <p14:tracePt t="11737" x="4376738" y="2844800"/>
          <p14:tracePt t="11754" x="4332288" y="2954338"/>
          <p14:tracePt t="11771" x="4281488" y="3149600"/>
          <p14:tracePt t="11787" x="4194175" y="3497263"/>
          <p14:tracePt t="11804" x="4137025" y="3984625"/>
          <p14:tracePt t="11821" x="4100513" y="4194175"/>
          <p14:tracePt t="11837" x="4086225" y="4368800"/>
          <p14:tracePt t="11854" x="4078288" y="4521200"/>
          <p14:tracePt t="11871" x="4056063" y="4702175"/>
          <p14:tracePt t="11888" x="4056063" y="4964113"/>
          <p14:tracePt t="11904" x="4056063" y="5189538"/>
          <p14:tracePt t="11921" x="4056063" y="5370513"/>
          <p14:tracePt t="11937" x="4071938" y="5529263"/>
          <p14:tracePt t="11954" x="4100513" y="5697538"/>
          <p14:tracePt t="11971" x="4157663" y="5878513"/>
          <p14:tracePt t="11989" x="4224338" y="6132513"/>
          <p14:tracePt t="12005" x="4275138" y="6291263"/>
          <p14:tracePt t="12021" x="4310063" y="6386513"/>
          <p14:tracePt t="12037" x="4368800" y="6459538"/>
          <p14:tracePt t="12054" x="4397375" y="6494463"/>
          <p14:tracePt t="12071" x="4441825" y="6538913"/>
          <p14:tracePt t="12087" x="4498975" y="6581775"/>
          <p14:tracePt t="12104" x="4543425" y="6596063"/>
          <p14:tracePt t="12121" x="4630738" y="6618288"/>
          <p14:tracePt t="12137" x="4746625" y="6626225"/>
          <p14:tracePt t="12154" x="4854575" y="6646863"/>
          <p14:tracePt t="12157" x="4905375" y="6646863"/>
          <p14:tracePt t="12170" x="4927600" y="6646863"/>
          <p14:tracePt t="12188" x="5000625" y="6646863"/>
          <p14:tracePt t="12204" x="5021263" y="6646863"/>
          <p14:tracePt t="12221" x="5043488" y="6646863"/>
          <p14:tracePt t="12237" x="5072063" y="6618288"/>
          <p14:tracePt t="12254" x="5153025" y="6553200"/>
          <p14:tracePt t="12271" x="5232400" y="6473825"/>
          <p14:tracePt t="12287" x="5311775" y="6400800"/>
          <p14:tracePt t="12304" x="5356225" y="6372225"/>
          <p14:tracePt t="12321" x="5362575" y="6372225"/>
          <p14:tracePt t="12390" x="5370513" y="6372225"/>
          <p14:tracePt t="12414" x="5376863" y="6364288"/>
          <p14:tracePt t="12430" x="5384800" y="6364288"/>
          <p14:tracePt t="12462" x="5399088" y="6357938"/>
          <p14:tracePt t="12494" x="5407025" y="6350000"/>
          <p14:tracePt t="12503" x="5413375" y="6350000"/>
          <p14:tracePt t="12510" x="5421313" y="6342063"/>
          <p14:tracePt t="12521" x="5443538" y="6321425"/>
          <p14:tracePt t="12537" x="5486400" y="6270625"/>
          <p14:tracePt t="14511" x="5494338" y="6262688"/>
          <p14:tracePt t="14541" x="5494338" y="6248400"/>
          <p14:tracePt t="14549" x="5494338" y="6211888"/>
          <p14:tracePt t="14557" x="5494338" y="6175375"/>
          <p14:tracePt t="14571" x="5494338" y="6103938"/>
          <p14:tracePt t="14588" x="5494338" y="5827713"/>
          <p14:tracePt t="14605" x="5494338" y="5588000"/>
          <p14:tracePt t="14621" x="5494338" y="5362575"/>
          <p14:tracePt t="14638" x="5494338" y="5153025"/>
          <p14:tracePt t="14655" x="5449888" y="4927600"/>
          <p14:tracePt t="14671" x="5421313" y="4752975"/>
          <p14:tracePt t="14689" x="5413375" y="4622800"/>
          <p14:tracePt t="14705" x="5413375" y="4564063"/>
          <p14:tracePt t="14721" x="5421313" y="4529138"/>
          <p14:tracePt t="14738" x="5435600" y="4492625"/>
          <p14:tracePt t="14755" x="5449888" y="4462463"/>
          <p14:tracePt t="14773" x="5494338" y="4376738"/>
          <p14:tracePt t="14788" x="5508625" y="4303713"/>
          <p14:tracePt t="14805" x="5514975" y="4216400"/>
          <p14:tracePt t="14821" x="5522913" y="4143375"/>
          <p14:tracePt t="14838" x="5522913" y="4114800"/>
          <p14:tracePt t="14855" x="5522913" y="4106863"/>
          <p14:tracePt t="14871" x="5522913" y="4100513"/>
          <p14:tracePt t="14888" x="5522913" y="4092575"/>
          <p14:tracePt t="14905" x="5522913" y="4064000"/>
          <p14:tracePt t="14921" x="5522913" y="4041775"/>
          <p14:tracePt t="14938" x="5514975" y="4027488"/>
          <p14:tracePt t="14955" x="5508625" y="4013200"/>
          <p14:tracePt t="14971" x="5494338" y="3998913"/>
          <p14:tracePt t="15405" x="5494338" y="3984625"/>
          <p14:tracePt t="15973" x="5522913" y="3984625"/>
          <p14:tracePt t="15981" x="5595938" y="3984625"/>
          <p14:tracePt t="15989" x="5661025" y="3984625"/>
          <p14:tracePt t="16005" x="5819775" y="3984625"/>
          <p14:tracePt t="16022" x="5972175" y="3990975"/>
          <p14:tracePt t="16038" x="6118225" y="3990975"/>
          <p14:tracePt t="16055" x="6313488" y="3990975"/>
          <p14:tracePt t="16072" x="6654800" y="3990975"/>
          <p14:tracePt t="16088" x="7170738" y="3990975"/>
          <p14:tracePt t="16105" x="7605713" y="4005263"/>
          <p14:tracePt t="16122" x="7902575" y="4041775"/>
          <p14:tracePt t="16138" x="8085138" y="4049713"/>
          <p14:tracePt t="16155" x="8201025" y="4049713"/>
          <p14:tracePt t="16157" x="8258175" y="4056063"/>
          <p14:tracePt t="16172" x="8353425" y="4056063"/>
          <p14:tracePt t="16189" x="8404225" y="4056063"/>
          <p14:tracePt t="16205" x="8424863" y="4056063"/>
          <p14:tracePt t="16238" x="8432800" y="4056063"/>
          <p14:tracePt t="16255" x="8455025" y="4064000"/>
          <p14:tracePt t="16272" x="8520113" y="4086225"/>
          <p14:tracePt t="16289" x="8621713" y="4092575"/>
          <p14:tracePt t="16305" x="8701088" y="4114800"/>
          <p14:tracePt t="16322" x="8729663" y="4114800"/>
          <p14:tracePt t="16339" x="8737600" y="4114800"/>
          <p14:tracePt t="16421" x="8745538" y="4114800"/>
          <p14:tracePt t="16469" x="8745538" y="4100513"/>
          <p14:tracePt t="16477" x="8745538" y="4092575"/>
          <p14:tracePt t="16485" x="8745538" y="4078288"/>
          <p14:tracePt t="16492" x="8737600" y="4064000"/>
          <p14:tracePt t="16505" x="8729663" y="4049713"/>
          <p14:tracePt t="16522" x="8715375" y="4027488"/>
          <p14:tracePt t="16538" x="8709025" y="3998913"/>
          <p14:tracePt t="16555" x="8709025" y="3954463"/>
          <p14:tracePt t="16572" x="8686800" y="3832225"/>
          <p14:tracePt t="16589" x="8686800" y="3751263"/>
          <p14:tracePt t="16605" x="8686800" y="3671888"/>
          <p14:tracePt t="16622" x="8686800" y="3629025"/>
          <p14:tracePt t="16639" x="8686800" y="3578225"/>
          <p14:tracePt t="16655" x="8686800" y="3527425"/>
          <p14:tracePt t="16672" x="8678863" y="3482975"/>
          <p14:tracePt t="16689" x="8672513" y="3440113"/>
          <p14:tracePt t="16705" x="8672513" y="3389313"/>
          <p14:tracePt t="16722" x="8672513" y="3352800"/>
          <p14:tracePt t="16739" x="8658225" y="3338513"/>
          <p14:tracePt t="16755" x="8658225" y="3330575"/>
          <p14:tracePt t="17029" x="8658225" y="3316288"/>
          <p14:tracePt t="17045" x="8658225" y="3309938"/>
          <p14:tracePt t="17053" x="8658225" y="3294063"/>
          <p14:tracePt t="17060" x="8658225" y="3279775"/>
          <p14:tracePt t="17072" x="8658225" y="3265488"/>
          <p14:tracePt t="17089" x="8658225" y="3236913"/>
          <p14:tracePt t="17105" x="8650288" y="3208338"/>
          <p14:tracePt t="17122" x="8650288" y="3192463"/>
          <p14:tracePt t="17139" x="8650288" y="3178175"/>
          <p14:tracePt t="17156" x="8650288" y="3163888"/>
          <p14:tracePt t="17197" x="8650288" y="3157538"/>
          <p14:tracePt t="17205" x="8643938" y="3157538"/>
          <p14:tracePt t="17221" x="8643938" y="3149600"/>
          <p14:tracePt t="17316" x="8643938" y="3141663"/>
          <p14:tracePt t="17357" x="8643938" y="3135313"/>
          <p14:tracePt t="17365" x="8636000" y="3127375"/>
          <p14:tracePt t="17389" x="8628063" y="3121025"/>
          <p14:tracePt t="17405" x="8621713" y="3121025"/>
          <p14:tracePt t="17413" x="8613775" y="3121025"/>
          <p14:tracePt t="17429" x="8599488" y="3121025"/>
          <p14:tracePt t="17439" x="8593138" y="3121025"/>
          <p14:tracePt t="17455" x="8577263" y="3121025"/>
          <p14:tracePt t="17472" x="8562975" y="3121025"/>
          <p14:tracePt t="17489" x="8556625" y="3121025"/>
          <p14:tracePt t="17506" x="8548688" y="3121025"/>
          <p14:tracePt t="17605" x="8542338" y="3113088"/>
          <p14:tracePt t="17637" x="8542338" y="3106738"/>
          <p14:tracePt t="17660" x="8548688" y="3098800"/>
          <p14:tracePt t="17669" x="8556625" y="3098800"/>
          <p14:tracePt t="17677" x="8562975" y="3098800"/>
          <p14:tracePt t="17689" x="8577263" y="3098800"/>
          <p14:tracePt t="17706" x="8621713" y="3098800"/>
          <p14:tracePt t="17722" x="8658225" y="3098800"/>
          <p14:tracePt t="17739" x="8701088" y="3090863"/>
          <p14:tracePt t="17756" x="8737600" y="3090863"/>
          <p14:tracePt t="17772" x="8759825" y="3090863"/>
          <p14:tracePt t="17789" x="8774113" y="3076575"/>
          <p14:tracePt t="17806" x="8796338" y="3076575"/>
          <p14:tracePt t="17822" x="8816975" y="3070225"/>
          <p14:tracePt t="17839" x="8847138" y="3070225"/>
          <p14:tracePt t="17856" x="8853488" y="3070225"/>
          <p14:tracePt t="17872" x="8875713" y="3070225"/>
          <p14:tracePt t="17889" x="8897938" y="3070225"/>
          <p14:tracePt t="17906" x="8918575" y="3084513"/>
          <p14:tracePt t="17922" x="8955088" y="3121025"/>
          <p14:tracePt t="17940" x="9013825" y="3222625"/>
          <p14:tracePt t="17956" x="9050338" y="3287713"/>
          <p14:tracePt t="17972" x="9078913" y="3344863"/>
          <p14:tracePt t="17989" x="9093200" y="3389313"/>
          <p14:tracePt t="18006" x="9121775" y="3432175"/>
          <p14:tracePt t="18022" x="9129713" y="3505200"/>
          <p14:tracePt t="18039" x="9129713" y="3578225"/>
          <p14:tracePt t="18056" x="9129713" y="3671888"/>
          <p14:tracePt t="18072" x="9129713" y="3781425"/>
          <p14:tracePt t="18089" x="9151938" y="3883025"/>
          <p14:tracePt t="18106" x="9151938" y="3976688"/>
          <p14:tracePt t="18122" x="9158288" y="4064000"/>
          <p14:tracePt t="18139" x="9158288" y="4137025"/>
          <p14:tracePt t="18156" x="9158288" y="4252913"/>
          <p14:tracePt t="18172" x="9158288" y="4325938"/>
          <p14:tracePt t="18189" x="9158288" y="4383088"/>
          <p14:tracePt t="18206" x="9144000" y="4448175"/>
          <p14:tracePt t="18222" x="9129713" y="4470400"/>
          <p14:tracePt t="18239" x="9101138" y="4513263"/>
          <p14:tracePt t="18256" x="9042400" y="4579938"/>
          <p14:tracePt t="18272" x="8969375" y="4637088"/>
          <p14:tracePt t="18289" x="8912225" y="4681538"/>
          <p14:tracePt t="18306" x="8847138" y="4716463"/>
          <p14:tracePt t="18322" x="8816975" y="4732338"/>
          <p14:tracePt t="18339" x="8766175" y="4738688"/>
          <p14:tracePt t="18356" x="8686800" y="4752975"/>
          <p14:tracePt t="18373" x="8643938" y="4760913"/>
          <p14:tracePt t="18389" x="8613775" y="4767263"/>
          <p14:tracePt t="18406" x="8577263" y="4767263"/>
          <p14:tracePt t="18422" x="8548688" y="4767263"/>
          <p14:tracePt t="18439" x="8512175" y="4732338"/>
          <p14:tracePt t="18456" x="8475663" y="4687888"/>
          <p14:tracePt t="18472" x="8440738" y="4637088"/>
          <p14:tracePt t="18489" x="8389938" y="4557713"/>
          <p14:tracePt t="18506" x="8345488" y="4470400"/>
          <p14:tracePt t="18522" x="8302625" y="4376738"/>
          <p14:tracePt t="18539" x="8266113" y="4281488"/>
          <p14:tracePt t="18556" x="8237538" y="4179888"/>
          <p14:tracePt t="18573" x="8229600" y="4100513"/>
          <p14:tracePt t="18589" x="8215313" y="4049713"/>
          <p14:tracePt t="18606" x="8207375" y="3998913"/>
          <p14:tracePt t="18622" x="8193088" y="3925888"/>
          <p14:tracePt t="18639" x="8186738" y="3875088"/>
          <p14:tracePt t="18656" x="8178800" y="3824288"/>
          <p14:tracePt t="18672" x="8170863" y="3759200"/>
          <p14:tracePt t="18689" x="8170863" y="3700463"/>
          <p14:tracePt t="18706" x="8170863" y="3635375"/>
          <p14:tracePt t="18723" x="8170863" y="3578225"/>
          <p14:tracePt t="18739" x="8170863" y="3505200"/>
          <p14:tracePt t="18756" x="8170863" y="3417888"/>
          <p14:tracePt t="18773" x="8170863" y="3367088"/>
          <p14:tracePt t="18789" x="8186738" y="3316288"/>
          <p14:tracePt t="18806" x="8207375" y="3259138"/>
          <p14:tracePt t="18822" x="8221663" y="3222625"/>
          <p14:tracePt t="18839" x="8251825" y="3186113"/>
          <p14:tracePt t="18856" x="8272463" y="3163888"/>
          <p14:tracePt t="18873" x="8294688" y="3149600"/>
          <p14:tracePt t="18890" x="8308975" y="3135313"/>
          <p14:tracePt t="18906" x="8323263" y="3121025"/>
          <p14:tracePt t="18923" x="8345488" y="3106738"/>
          <p14:tracePt t="18940" x="8389938" y="3084513"/>
          <p14:tracePt t="18956" x="8418513" y="3070225"/>
          <p14:tracePt t="18973" x="8455025" y="3062288"/>
          <p14:tracePt t="18989" x="8497888" y="3055938"/>
          <p14:tracePt t="19006" x="8542338" y="3055938"/>
          <p14:tracePt t="19023" x="8585200" y="3055938"/>
          <p14:tracePt t="19039" x="8636000" y="3040063"/>
          <p14:tracePt t="19056" x="8658225" y="3040063"/>
          <p14:tracePt t="19073" x="8694738" y="3040063"/>
          <p14:tracePt t="19089" x="8709025" y="3040063"/>
          <p14:tracePt t="19106" x="8745538" y="3040063"/>
          <p14:tracePt t="19123" x="8788400" y="3040063"/>
          <p14:tracePt t="19139" x="8847138" y="3048000"/>
          <p14:tracePt t="19156" x="8867775" y="3062288"/>
          <p14:tracePt t="19173" x="8890000" y="3070225"/>
          <p14:tracePt t="19189" x="8912225" y="3076575"/>
          <p14:tracePt t="19206" x="8926513" y="3090863"/>
          <p14:tracePt t="19223" x="8932863" y="3098800"/>
          <p14:tracePt t="19239" x="8955088" y="3121025"/>
          <p14:tracePt t="19256" x="8969375" y="3135313"/>
          <p14:tracePt t="19273" x="8983663" y="3157538"/>
          <p14:tracePt t="19289" x="8999538" y="3186113"/>
          <p14:tracePt t="19306" x="9020175" y="3222625"/>
          <p14:tracePt t="19323" x="9034463" y="3273425"/>
          <p14:tracePt t="19339" x="9064625" y="3338513"/>
          <p14:tracePt t="19356" x="9101138" y="3425825"/>
          <p14:tracePt t="19373" x="9121775" y="3482975"/>
          <p14:tracePt t="19389" x="9129713" y="3527425"/>
          <p14:tracePt t="19406" x="9129713" y="3578225"/>
          <p14:tracePt t="19423" x="9129713" y="3635375"/>
          <p14:tracePt t="19440" x="9129713" y="3708400"/>
          <p14:tracePt t="19456" x="9129713" y="3802063"/>
          <p14:tracePt t="19473" x="9129713" y="3911600"/>
          <p14:tracePt t="19489" x="9129713" y="4013200"/>
          <p14:tracePt t="19506" x="9129713" y="4100513"/>
          <p14:tracePt t="19523" x="9121775" y="4187825"/>
          <p14:tracePt t="19540" x="9070975" y="4310063"/>
          <p14:tracePt t="19556" x="9034463" y="4397375"/>
          <p14:tracePt t="19573" x="8991600" y="4478338"/>
          <p14:tracePt t="19589" x="8963025" y="4543425"/>
          <p14:tracePt t="19606" x="8918575" y="4594225"/>
          <p14:tracePt t="19623" x="8861425" y="4651375"/>
          <p14:tracePt t="19640" x="8766175" y="4710113"/>
          <p14:tracePt t="19656" x="8701088" y="4752975"/>
          <p14:tracePt t="19673" x="8628063" y="4797425"/>
          <p14:tracePt t="19690" x="8562975" y="4826000"/>
          <p14:tracePt t="19706" x="8542338" y="4826000"/>
          <p14:tracePt t="19723" x="8520113" y="4826000"/>
          <p14:tracePt t="19740" x="8505825" y="4826000"/>
          <p14:tracePt t="19756" x="8447088" y="4789488"/>
          <p14:tracePt t="19773" x="8396288" y="4716463"/>
          <p14:tracePt t="19790" x="8308975" y="4600575"/>
          <p14:tracePt t="19806" x="8221663" y="4448175"/>
          <p14:tracePt t="19823" x="8142288" y="4318000"/>
          <p14:tracePt t="19840" x="8077200" y="4194175"/>
          <p14:tracePt t="19856" x="8048625" y="4092575"/>
          <p14:tracePt t="19873" x="8048625" y="3998913"/>
          <p14:tracePt t="19890" x="8040688" y="3919538"/>
          <p14:tracePt t="19906" x="8040688" y="3824288"/>
          <p14:tracePt t="19923" x="8040688" y="3708400"/>
          <p14:tracePt t="19940" x="8040688" y="3606800"/>
          <p14:tracePt t="19956" x="8054975" y="3497263"/>
          <p14:tracePt t="19973" x="8077200" y="3411538"/>
          <p14:tracePt t="19990" x="8099425" y="3344863"/>
          <p14:tracePt t="20006" x="8128000" y="3273425"/>
          <p14:tracePt t="20023" x="8150225" y="3200400"/>
          <p14:tracePt t="20040" x="8164513" y="3163888"/>
          <p14:tracePt t="20056" x="8186738" y="3127375"/>
          <p14:tracePt t="20073" x="8207375" y="3098800"/>
          <p14:tracePt t="20090" x="8221663" y="3062288"/>
          <p14:tracePt t="20106" x="8237538" y="3040063"/>
          <p14:tracePt t="20123" x="8243888" y="3019425"/>
          <p14:tracePt t="20140" x="8266113" y="2989263"/>
          <p14:tracePt t="20173" x="8272463" y="2982913"/>
          <p14:tracePt t="20437" x="8280400" y="2974975"/>
          <p14:tracePt t="20444" x="8302625" y="2960688"/>
          <p14:tracePt t="20453" x="8316913" y="2954338"/>
          <p14:tracePt t="20460" x="8339138" y="2954338"/>
          <p14:tracePt t="20473" x="8359775" y="2938463"/>
          <p14:tracePt t="20490" x="8382000" y="2924175"/>
          <p14:tracePt t="20507" x="8404225" y="2924175"/>
          <p14:tracePt t="20523" x="8410575" y="2924175"/>
          <p14:tracePt t="20541" x="8432800" y="2917825"/>
          <p14:tracePt t="20557" x="8440738" y="2917825"/>
          <p14:tracePt t="20574" x="8469313" y="2917825"/>
          <p14:tracePt t="20590" x="8491538" y="2917825"/>
          <p14:tracePt t="20607" x="8520113" y="2917825"/>
          <p14:tracePt t="20624" x="8534400" y="2917825"/>
          <p14:tracePt t="20641" x="8542338" y="2917825"/>
          <p14:tracePt t="20658" x="8548688" y="2917825"/>
          <p14:tracePt t="20674" x="8562975" y="2917825"/>
          <p14:tracePt t="20690" x="8570913" y="2917825"/>
          <p14:tracePt t="20707" x="8577263" y="2924175"/>
          <p14:tracePt t="20725" x="8585200" y="2946400"/>
          <p14:tracePt t="20740" x="8599488" y="2968625"/>
          <p14:tracePt t="20757" x="8607425" y="2974975"/>
          <p14:tracePt t="20790" x="8607425" y="2982913"/>
          <p14:tracePt t="20807" x="8607425" y="2989263"/>
          <p14:tracePt t="20824" x="8607425" y="2997200"/>
          <p14:tracePt t="20842" x="8621713" y="3011488"/>
          <p14:tracePt t="20865" x="8621713" y="3019425"/>
          <p14:tracePt t="20888" x="8628063" y="3019425"/>
          <p14:tracePt t="20913" x="8628063" y="3025775"/>
          <p14:tracePt t="20920" x="8636000" y="3025775"/>
          <p14:tracePt t="20949" x="8650288" y="3033713"/>
          <p14:tracePt t="20967" x="8650288" y="3040063"/>
          <p14:tracePt t="20976" x="8658225" y="3040063"/>
          <p14:tracePt t="21000" x="8664575" y="3048000"/>
          <p14:tracePt t="21016" x="8672513" y="3048000"/>
          <p14:tracePt t="21033" x="8678863" y="3048000"/>
          <p14:tracePt t="21057" x="8694738" y="3062288"/>
          <p14:tracePt t="21079" x="8701088" y="3062288"/>
          <p14:tracePt t="21103" x="8709025" y="3062288"/>
          <p14:tracePt t="21160" x="8715375" y="3062288"/>
          <p14:tracePt t="21223" x="8729663" y="3062288"/>
          <p14:tracePt t="21279" x="8737600" y="3062288"/>
          <p14:tracePt t="21295" x="8745538" y="3062288"/>
          <p14:tracePt t="21311" x="8751888" y="3055938"/>
          <p14:tracePt t="21351" x="8759825" y="3048000"/>
          <p14:tracePt t="21358" x="8766175" y="3048000"/>
          <p14:tracePt t="21375" x="8774113" y="3048000"/>
          <p14:tracePt t="21399" x="8780463" y="3040063"/>
          <p14:tracePt t="21415" x="8788400" y="3040063"/>
          <p14:tracePt t="21431" x="8796338" y="3040063"/>
          <p14:tracePt t="21440" x="8810625" y="3033713"/>
          <p14:tracePt t="21455" x="8816975" y="3033713"/>
          <p14:tracePt t="21479" x="8824913" y="3033713"/>
          <p14:tracePt t="21486" x="8831263" y="3033713"/>
          <p14:tracePt t="21511" x="8847138" y="3025775"/>
          <p14:tracePt t="21527" x="8853488" y="3025775"/>
          <p14:tracePt t="21541" x="8867775" y="3019425"/>
          <p14:tracePt t="21573" x="8875713" y="3019425"/>
          <p14:tracePt t="21589" x="8882063" y="3019425"/>
          <p14:tracePt t="21621" x="8897938" y="3019425"/>
          <p14:tracePt t="21637" x="8904288" y="3019425"/>
          <p14:tracePt t="21663" x="8912225" y="3019425"/>
          <p14:tracePt t="21719" x="8918575" y="3019425"/>
          <p14:tracePt t="21752" x="8932863" y="3019425"/>
          <p14:tracePt t="21767" x="8940800" y="3025775"/>
          <p14:tracePt t="21774" x="8940800" y="3033713"/>
          <p14:tracePt t="21782" x="8940800" y="3040063"/>
          <p14:tracePt t="21798" x="8948738" y="3048000"/>
          <p14:tracePt t="21831" x="8955088" y="3048000"/>
          <p14:tracePt t="21838" x="8955088" y="3055938"/>
          <p14:tracePt t="21863" x="8963025" y="3062288"/>
          <p14:tracePt t="21976" x="8969375" y="3062288"/>
          <p14:tracePt t="21998" x="8977313" y="3062288"/>
          <p14:tracePt t="22024" x="8983663" y="3070225"/>
          <p14:tracePt t="22030" x="8991600" y="3070225"/>
          <p14:tracePt t="22079" x="8991600" y="3076575"/>
          <p14:tracePt t="23761" x="9005888" y="3076575"/>
          <p14:tracePt t="23805" x="9129713" y="2982913"/>
          <p14:tracePt t="23879" x="9144000" y="2968625"/>
          <p14:tracePt t="23886" x="9166225" y="2968625"/>
          <p14:tracePt t="23894" x="9180513" y="2960688"/>
          <p14:tracePt t="23908" x="9186863" y="2954338"/>
          <p14:tracePt t="24094" x="9194800" y="2954338"/>
          <p14:tracePt t="24102" x="9237663" y="2924175"/>
          <p14:tracePt t="24110" x="9318625" y="2881313"/>
          <p14:tracePt t="24124" x="9398000" y="2830513"/>
          <p14:tracePt t="24141" x="9412288" y="2816225"/>
          <p14:tracePt t="24158" x="9440863" y="2794000"/>
          <p14:tracePt t="24174" x="9448800" y="2794000"/>
          <p14:tracePt t="24191" x="9463088" y="2794000"/>
          <p14:tracePt t="24208" x="9499600" y="2779713"/>
          <p14:tracePt t="24225" x="9586913" y="2771775"/>
          <p14:tracePt t="24241" x="9688513" y="2757488"/>
          <p14:tracePt t="24258" x="9790113" y="2743200"/>
          <p14:tracePt t="24275" x="9877425" y="2720975"/>
          <p14:tracePt t="24291" x="9942513" y="2706688"/>
          <p14:tracePt t="24308" x="10015538" y="2678113"/>
          <p14:tracePt t="24325" x="10036175" y="2670175"/>
          <p14:tracePt t="24341" x="10072688" y="2663825"/>
          <p14:tracePt t="24358" x="10109200" y="2655888"/>
          <p14:tracePt t="24375" x="10131425" y="2655888"/>
          <p14:tracePt t="24391" x="10160000" y="2649538"/>
          <p14:tracePt t="24409" x="10202863" y="2649538"/>
          <p14:tracePt t="24425" x="10275888" y="2633663"/>
          <p14:tracePt t="24441" x="10334625" y="2633663"/>
          <p14:tracePt t="24458" x="10371138" y="2633663"/>
          <p14:tracePt t="24475" x="10421938" y="2633663"/>
          <p14:tracePt t="24491" x="10450513" y="2633663"/>
          <p14:tracePt t="24508" x="10479088" y="2633663"/>
          <p14:tracePt t="24525" x="10501313" y="2633663"/>
          <p14:tracePt t="24541" x="10544175" y="2633663"/>
          <p14:tracePt t="24558" x="10580688" y="2649538"/>
          <p14:tracePt t="24575" x="10602913" y="2655888"/>
          <p14:tracePt t="24591" x="10617200" y="2663825"/>
          <p14:tracePt t="24608" x="10639425" y="2678113"/>
          <p14:tracePt t="24625" x="10668000" y="2706688"/>
          <p14:tracePt t="24641" x="10682288" y="2743200"/>
          <p14:tracePt t="24645" x="10690225" y="2757488"/>
          <p14:tracePt t="24658" x="10710863" y="2779713"/>
          <p14:tracePt t="24675" x="10726738" y="2801938"/>
          <p14:tracePt t="24692" x="10747375" y="2830513"/>
          <p14:tracePt t="24709" x="10791825" y="2895600"/>
          <p14:tracePt t="24725" x="10806113" y="2924175"/>
          <p14:tracePt t="24741" x="10812463" y="2938463"/>
          <p14:tracePt t="24783" x="10812463" y="2946400"/>
          <p14:tracePt t="24791" x="10812463" y="2960688"/>
          <p14:tracePt t="24808" x="10820400" y="2974975"/>
          <p14:tracePt t="24825" x="10820400" y="2989263"/>
          <p14:tracePt t="24841" x="10820400" y="3005138"/>
          <p14:tracePt t="24858" x="10820400" y="3011488"/>
          <p14:tracePt t="24875" x="10820400" y="3025775"/>
          <p14:tracePt t="24892" x="10820400" y="3048000"/>
          <p14:tracePt t="24909" x="10820400" y="3062288"/>
          <p14:tracePt t="24925" x="10820400" y="3076575"/>
          <p14:tracePt t="24942" x="10820400" y="3084513"/>
          <p14:tracePt t="24958" x="10820400" y="3098800"/>
          <p14:tracePt t="24975" x="10820400" y="3113088"/>
          <p14:tracePt t="24991" x="10820400" y="3127375"/>
          <p14:tracePt t="25008" x="10820400" y="3141663"/>
          <p14:tracePt t="25025" x="10820400" y="3171825"/>
          <p14:tracePt t="25041" x="10820400" y="3186113"/>
          <p14:tracePt t="25058" x="10820400" y="3192463"/>
          <p14:tracePt t="25075" x="10820400" y="3208338"/>
          <p14:tracePt t="25091" x="10820400" y="3228975"/>
          <p14:tracePt t="25108" x="10820400" y="3243263"/>
          <p14:tracePt t="25125" x="10820400" y="3259138"/>
          <p14:tracePt t="25142" x="10820400" y="3273425"/>
          <p14:tracePt t="25163" x="10812463" y="3287713"/>
          <p14:tracePt t="25178" x="10812463" y="3294063"/>
          <p14:tracePt t="25193" x="10812463" y="3309938"/>
          <p14:tracePt t="25209" x="10798175" y="3330575"/>
          <p14:tracePt t="25225" x="10783888" y="3367088"/>
          <p14:tracePt t="25242" x="10777538" y="3403600"/>
          <p14:tracePt t="25259" x="10761663" y="3425825"/>
          <p14:tracePt t="25276" x="10761663" y="3446463"/>
          <p14:tracePt t="25292" x="10761663" y="3482975"/>
          <p14:tracePt t="25308" x="10741025" y="3584575"/>
          <p14:tracePt t="25325" x="10741025" y="3665538"/>
          <p14:tracePt t="25342" x="10741025" y="3730625"/>
          <p14:tracePt t="25359" x="10741025" y="3795713"/>
          <p14:tracePt t="25375" x="10741025" y="3846513"/>
          <p14:tracePt t="25394" x="10741025" y="3883025"/>
          <p14:tracePt t="25409" x="10741025" y="3940175"/>
          <p14:tracePt t="25425" x="10741025" y="4005263"/>
          <p14:tracePt t="25442" x="10741025" y="4086225"/>
          <p14:tracePt t="25459" x="10741025" y="4165600"/>
          <p14:tracePt t="25477" x="10726738" y="4259263"/>
          <p14:tracePt t="25492" x="10726738" y="4281488"/>
          <p14:tracePt t="25509" x="10704513" y="4368800"/>
          <p14:tracePt t="25525" x="10690225" y="4411663"/>
          <p14:tracePt t="25542" x="10660063" y="4470400"/>
          <p14:tracePt t="25558" x="10639425" y="4492625"/>
          <p14:tracePt t="25575" x="10617200" y="4506913"/>
          <p14:tracePt t="25592" x="10588625" y="4529138"/>
          <p14:tracePt t="25608" x="10537825" y="4543425"/>
          <p14:tracePt t="25625" x="10507663" y="4557713"/>
          <p14:tracePt t="25642" x="10456863" y="4579938"/>
          <p14:tracePt t="25646" x="10428288" y="4579938"/>
          <p14:tracePt t="25658" x="10414000" y="4586288"/>
          <p14:tracePt t="25675" x="10371138" y="4586288"/>
          <p14:tracePt t="25692" x="10326688" y="4586288"/>
          <p14:tracePt t="25708" x="10312400" y="4586288"/>
          <p14:tracePt t="25725" x="10290175" y="4572000"/>
          <p14:tracePt t="25742" x="10269538" y="4535488"/>
          <p14:tracePt t="25759" x="10233025" y="4456113"/>
          <p14:tracePt t="25775" x="10196513" y="4340225"/>
          <p14:tracePt t="25792" x="10174288" y="4187825"/>
          <p14:tracePt t="25809" x="10152063" y="4035425"/>
          <p14:tracePt t="25825" x="10137775" y="3911600"/>
          <p14:tracePt t="25842" x="10123488" y="3846513"/>
          <p14:tracePt t="25858" x="10123488" y="3787775"/>
          <p14:tracePt t="25875" x="10123488" y="3716338"/>
          <p14:tracePt t="25892" x="10123488" y="3657600"/>
          <p14:tracePt t="25910" x="10123488" y="3541713"/>
          <p14:tracePt t="25925" x="10123488" y="3476625"/>
          <p14:tracePt t="25943" x="10123488" y="3417888"/>
          <p14:tracePt t="25958" x="10123488" y="3360738"/>
          <p14:tracePt t="25975" x="10123488" y="3302000"/>
          <p14:tracePt t="25992" x="10131425" y="3228975"/>
          <p14:tracePt t="26009" x="10145713" y="3171825"/>
          <p14:tracePt t="26025" x="10145713" y="3149600"/>
          <p14:tracePt t="26042" x="10152063" y="3121025"/>
          <p14:tracePt t="26059" x="10160000" y="3090863"/>
          <p14:tracePt t="26075" x="10167938" y="3019425"/>
          <p14:tracePt t="26093" x="10174288" y="2946400"/>
          <p14:tracePt t="26109" x="10182225" y="2938463"/>
          <p14:tracePt t="26125" x="10188575" y="2924175"/>
          <p14:tracePt t="26142" x="10202863" y="2903538"/>
          <p14:tracePt t="26159" x="10210800" y="2887663"/>
          <p14:tracePt t="26175" x="10233025" y="2859088"/>
          <p14:tracePt t="26192" x="10261600" y="2836863"/>
          <p14:tracePt t="26209" x="10290175" y="2816225"/>
          <p14:tracePt t="26225" x="10334625" y="2801938"/>
          <p14:tracePt t="26242" x="10355263" y="2794000"/>
          <p14:tracePt t="26259" x="10385425" y="2786063"/>
          <p14:tracePt t="26275" x="10428288" y="2786063"/>
          <p14:tracePt t="26292" x="10472738" y="2779713"/>
          <p14:tracePt t="26309" x="10537825" y="2765425"/>
          <p14:tracePt t="26325" x="10580688" y="2765425"/>
          <p14:tracePt t="26342" x="10625138" y="2757488"/>
          <p14:tracePt t="26359" x="10668000" y="2757488"/>
          <p14:tracePt t="26376" x="10690225" y="2757488"/>
          <p14:tracePt t="26392" x="10718800" y="2757488"/>
          <p14:tracePt t="26409" x="10741025" y="2757488"/>
          <p14:tracePt t="26425" x="10755313" y="2757488"/>
          <p14:tracePt t="26442" x="10769600" y="2757488"/>
          <p14:tracePt t="26459" x="10791825" y="2757488"/>
          <p14:tracePt t="26475" x="10806113" y="2757488"/>
          <p14:tracePt t="26492" x="10828338" y="2757488"/>
          <p14:tracePt t="26509" x="10856913" y="2765425"/>
          <p14:tracePt t="26526" x="10879138" y="2771775"/>
          <p14:tracePt t="26542" x="10907713" y="2794000"/>
          <p14:tracePt t="26558" x="10914063" y="2808288"/>
          <p14:tracePt t="26575" x="10929938" y="2830513"/>
          <p14:tracePt t="26592" x="10936288" y="2859088"/>
          <p14:tracePt t="26609" x="10950575" y="2917825"/>
          <p14:tracePt t="26625" x="10972800" y="2997200"/>
          <p14:tracePt t="26642" x="10987088" y="3098800"/>
          <p14:tracePt t="26645" x="11001375" y="3149600"/>
          <p14:tracePt t="26658" x="11001375" y="3192463"/>
          <p14:tracePt t="26675" x="11009313" y="3251200"/>
          <p14:tracePt t="26692" x="11023600" y="3287713"/>
          <p14:tracePt t="26709" x="11023600" y="3302000"/>
          <p14:tracePt t="26725" x="11023600" y="3309938"/>
          <p14:tracePt t="26742" x="11023600" y="3352800"/>
          <p14:tracePt t="26758" x="11023600" y="3381375"/>
          <p14:tracePt t="26775" x="11023600" y="3403600"/>
          <p14:tracePt t="26792" x="11023600" y="3417888"/>
          <p14:tracePt t="26825" x="11023600" y="3425825"/>
          <p14:tracePt t="26894" x="11023600" y="3432175"/>
        </p14:tracePtLst>
      </p14:laserTraceLst>
    </p:ext>
  </p:extLs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7" y="585216"/>
            <a:ext cx="10327495" cy="1499616"/>
          </a:xfrm>
        </p:spPr>
        <p:txBody>
          <a:bodyPr/>
          <a:lstStyle/>
          <a:p>
            <a:r>
              <a:rPr lang="en-US" dirty="0" smtClean="0"/>
              <a:t>T-statistic: Values </a:t>
            </a:r>
            <a:r>
              <a:rPr lang="en-US" dirty="0"/>
              <a:t>need to be </a:t>
            </a:r>
            <a:r>
              <a:rPr lang="en-US" dirty="0" smtClean="0"/>
              <a:t>calculated (3/5) </a:t>
            </a:r>
            <a:endParaRPr lang="en-US" dirty="0"/>
          </a:p>
        </p:txBody>
      </p:sp>
      <p:sp>
        <p:nvSpPr>
          <p:cNvPr id="4" name="Slide Number Placeholder 3"/>
          <p:cNvSpPr>
            <a:spLocks noGrp="1"/>
          </p:cNvSpPr>
          <p:nvPr>
            <p:ph type="sldNum" sz="quarter" idx="12"/>
          </p:nvPr>
        </p:nvSpPr>
        <p:spPr/>
        <p:txBody>
          <a:bodyPr/>
          <a:lstStyle/>
          <a:p>
            <a:fld id="{5AA13D58-D7BC-8747-9F0A-0DB9E6B3595A}" type="slidenum">
              <a:rPr lang="en-US" smtClean="0"/>
              <a:t>22</a:t>
            </a:fld>
            <a:endParaRPr lang="en-US"/>
          </a:p>
        </p:txBody>
      </p:sp>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8EAC6538-401E-CC4E-B7BD-779EC5F11EBA}"/>
                  </a:ext>
                </a:extLst>
              </p:cNvPr>
              <p:cNvGraphicFramePr>
                <a:graphicFrameLocks noGrp="1"/>
              </p:cNvGraphicFramePr>
              <p:nvPr>
                <p:extLst/>
              </p:nvPr>
            </p:nvGraphicFramePr>
            <p:xfrm>
              <a:off x="1024120" y="2104059"/>
              <a:ext cx="9813214" cy="3246378"/>
            </p:xfrm>
            <a:graphic>
              <a:graphicData uri="http://schemas.openxmlformats.org/drawingml/2006/table">
                <a:tbl>
                  <a:tblPr firstRow="1" bandRow="1">
                    <a:tableStyleId>{21E4AEA4-8DFA-4A89-87EB-49C32662AFE0}</a:tableStyleId>
                  </a:tblPr>
                  <a:tblGrid>
                    <a:gridCol w="3763435">
                      <a:extLst>
                        <a:ext uri="{9D8B030D-6E8A-4147-A177-3AD203B41FA5}">
                          <a16:colId xmlns:a16="http://schemas.microsoft.com/office/drawing/2014/main" val="957805353"/>
                        </a:ext>
                      </a:extLst>
                    </a:gridCol>
                    <a:gridCol w="6049779">
                      <a:extLst>
                        <a:ext uri="{9D8B030D-6E8A-4147-A177-3AD203B41FA5}">
                          <a16:colId xmlns:a16="http://schemas.microsoft.com/office/drawing/2014/main" val="237567179"/>
                        </a:ext>
                      </a:extLst>
                    </a:gridCol>
                  </a:tblGrid>
                  <a:tr h="470631">
                    <a:tc>
                      <a:txBody>
                        <a:bodyPr/>
                        <a:lstStyle/>
                        <a:p>
                          <a:pPr algn="ctr"/>
                          <a:r>
                            <a:rPr lang="en-US" sz="1600" dirty="0"/>
                            <a:t>Notation</a:t>
                          </a:r>
                        </a:p>
                      </a:txBody>
                      <a:tcPr/>
                    </a:tc>
                    <a:tc>
                      <a:txBody>
                        <a:bodyPr/>
                        <a:lstStyle/>
                        <a:p>
                          <a:pPr algn="l"/>
                          <a:r>
                            <a:rPr lang="en-US" sz="1600" dirty="0"/>
                            <a:t>Meaning</a:t>
                          </a:r>
                        </a:p>
                      </a:txBody>
                      <a:tcPr/>
                    </a:tc>
                    <a:extLst>
                      <a:ext uri="{0D108BD9-81ED-4DB2-BD59-A6C34878D82A}">
                        <a16:rowId xmlns:a16="http://schemas.microsoft.com/office/drawing/2014/main" val="4215532942"/>
                      </a:ext>
                    </a:extLst>
                  </a:tr>
                  <a:tr h="470631">
                    <a:tc>
                      <a:txBody>
                        <a:bodyPr/>
                        <a:lstStyle/>
                        <a:p>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𝐷</m:t>
                                </m:r>
                              </m:oMath>
                            </m:oMathPara>
                          </a14:m>
                          <a:endParaRPr lang="en-US" dirty="0"/>
                        </a:p>
                      </a:txBody>
                      <a:tcPr/>
                    </a:tc>
                    <a:tc>
                      <a:txBody>
                        <a:bodyPr/>
                        <a:lstStyle/>
                        <a:p>
                          <a:r>
                            <a:rPr lang="en-US" dirty="0"/>
                            <a:t>The</a:t>
                          </a:r>
                          <a:r>
                            <a:rPr lang="en-US" baseline="0" dirty="0"/>
                            <a:t> distance between two distribution</a:t>
                          </a:r>
                          <a:endParaRPr lang="en-US" dirty="0"/>
                        </a:p>
                      </a:txBody>
                      <a:tcPr/>
                    </a:tc>
                    <a:extLst>
                      <a:ext uri="{0D108BD9-81ED-4DB2-BD59-A6C34878D82A}">
                        <a16:rowId xmlns:a16="http://schemas.microsoft.com/office/drawing/2014/main" val="410001886"/>
                      </a:ext>
                    </a:extLst>
                  </a:tr>
                  <a:tr h="470631">
                    <a:tc>
                      <a:txBody>
                        <a:bodyPr/>
                        <a:lstStyle/>
                        <a:p>
                          <a:pPr/>
                          <a14:m>
                            <m:oMathPara xmlns:m="http://schemas.openxmlformats.org/officeDocument/2006/math">
                              <m:oMathParaPr>
                                <m:jc m:val="centerGroup"/>
                              </m:oMathParaPr>
                              <m:oMath xmlns:m="http://schemas.openxmlformats.org/officeDocument/2006/math">
                                <m:sSup>
                                  <m:sSupPr>
                                    <m:ctrlPr>
                                      <a:rPr lang="en-US" sz="1800" i="1" smtClean="0">
                                        <a:latin typeface="Cambria Math" panose="02040503050406030204" pitchFamily="18" charset="0"/>
                                      </a:rPr>
                                    </m:ctrlPr>
                                  </m:sSupPr>
                                  <m:e>
                                    <m:r>
                                      <a:rPr lang="en-US" sz="1800" b="0" i="1" smtClean="0">
                                        <a:latin typeface="Cambria Math" panose="02040503050406030204" pitchFamily="18" charset="0"/>
                                      </a:rPr>
                                      <m:t>𝐷</m:t>
                                    </m:r>
                                  </m:e>
                                  <m:sup>
                                    <m:r>
                                      <a:rPr lang="en-US" sz="1800" b="0" i="1" smtClean="0">
                                        <a:latin typeface="Cambria Math" panose="02040503050406030204" pitchFamily="18" charset="0"/>
                                      </a:rPr>
                                      <m:t>2</m:t>
                                    </m:r>
                                  </m:sup>
                                </m:sSup>
                              </m:oMath>
                            </m:oMathPara>
                          </a14:m>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The Square</a:t>
                          </a:r>
                          <a:r>
                            <a:rPr lang="en-US" baseline="0" dirty="0"/>
                            <a:t> of distance between two distribution</a:t>
                          </a:r>
                          <a:endParaRPr lang="en-US" dirty="0"/>
                        </a:p>
                      </a:txBody>
                      <a:tcPr/>
                    </a:tc>
                    <a:extLst>
                      <a:ext uri="{0D108BD9-81ED-4DB2-BD59-A6C34878D82A}">
                        <a16:rowId xmlns:a16="http://schemas.microsoft.com/office/drawing/2014/main" val="1924584556"/>
                      </a:ext>
                    </a:extLst>
                  </a:tr>
                  <a:tr h="470631">
                    <a:tc>
                      <a:txBody>
                        <a:bodyPr/>
                        <a:lstStyle/>
                        <a:p>
                          <a:pPr algn="ctr"/>
                          <a14:m>
                            <m:oMathPara xmlns:m="http://schemas.openxmlformats.org/officeDocument/2006/math">
                              <m:oMathParaPr>
                                <m:jc m:val="centerGroup"/>
                              </m:oMathParaPr>
                              <m:oMath xmlns:m="http://schemas.openxmlformats.org/officeDocument/2006/math">
                                <m:nary>
                                  <m:naryPr>
                                    <m:chr m:val="∑"/>
                                    <m:subHide m:val="on"/>
                                    <m:supHide m:val="on"/>
                                    <m:ctrlPr>
                                      <a:rPr lang="en-US" sz="1600" i="1" smtClean="0">
                                        <a:latin typeface="Cambria Math" panose="02040503050406030204" pitchFamily="18" charset="0"/>
                                      </a:rPr>
                                    </m:ctrlPr>
                                  </m:naryPr>
                                  <m:sub/>
                                  <m:sup/>
                                  <m:e>
                                    <m:r>
                                      <a:rPr lang="en-US" sz="1600" b="0" i="1" smtClean="0">
                                        <a:latin typeface="Cambria Math" panose="02040503050406030204" pitchFamily="18" charset="0"/>
                                      </a:rPr>
                                      <m:t>𝐷</m:t>
                                    </m:r>
                                  </m:e>
                                </m:nary>
                              </m:oMath>
                            </m:oMathPara>
                          </a14:m>
                          <a:endParaRPr 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The sum of the </a:t>
                          </a:r>
                          <a:r>
                            <a:rPr lang="en-US" baseline="0" dirty="0"/>
                            <a:t>distance between two distribution</a:t>
                          </a:r>
                          <a:endParaRPr lang="en-US" dirty="0"/>
                        </a:p>
                      </a:txBody>
                      <a:tcPr/>
                    </a:tc>
                    <a:extLst>
                      <a:ext uri="{0D108BD9-81ED-4DB2-BD59-A6C34878D82A}">
                        <a16:rowId xmlns:a16="http://schemas.microsoft.com/office/drawing/2014/main" val="1751633084"/>
                      </a:ext>
                    </a:extLst>
                  </a:tr>
                  <a:tr h="470631">
                    <a:tc>
                      <a:txBody>
                        <a:bodyPr/>
                        <a:lstStyle/>
                        <a:p>
                          <a:pPr algn="ctr"/>
                          <a14:m>
                            <m:oMathPara xmlns:m="http://schemas.openxmlformats.org/officeDocument/2006/math">
                              <m:oMathParaPr>
                                <m:jc m:val="centerGroup"/>
                              </m:oMathParaPr>
                              <m:oMath xmlns:m="http://schemas.openxmlformats.org/officeDocument/2006/math">
                                <m:nary>
                                  <m:naryPr>
                                    <m:chr m:val="∑"/>
                                    <m:subHide m:val="on"/>
                                    <m:supHide m:val="on"/>
                                    <m:ctrlPr>
                                      <a:rPr lang="en-US" sz="1600" i="1" smtClean="0">
                                        <a:latin typeface="Cambria Math" panose="02040503050406030204" pitchFamily="18" charset="0"/>
                                      </a:rPr>
                                    </m:ctrlPr>
                                  </m:naryPr>
                                  <m:sub/>
                                  <m:sup/>
                                  <m:e>
                                    <m:sSup>
                                      <m:sSupPr>
                                        <m:ctrlPr>
                                          <a:rPr lang="en-US" sz="1600" i="1" smtClean="0">
                                            <a:latin typeface="Cambria Math" panose="02040503050406030204" pitchFamily="18" charset="0"/>
                                          </a:rPr>
                                        </m:ctrlPr>
                                      </m:sSupPr>
                                      <m:e>
                                        <m:r>
                                          <a:rPr lang="en-US" sz="1600" b="0" i="1" smtClean="0">
                                            <a:latin typeface="Cambria Math" panose="02040503050406030204" pitchFamily="18" charset="0"/>
                                          </a:rPr>
                                          <m:t>𝐷</m:t>
                                        </m:r>
                                      </m:e>
                                      <m:sup>
                                        <m:r>
                                          <a:rPr lang="en-US" sz="1600" b="0" i="1" smtClean="0">
                                            <a:latin typeface="Cambria Math" panose="02040503050406030204" pitchFamily="18" charset="0"/>
                                          </a:rPr>
                                          <m:t>2</m:t>
                                        </m:r>
                                      </m:sup>
                                    </m:sSup>
                                  </m:e>
                                </m:nary>
                              </m:oMath>
                            </m:oMathPara>
                          </a14:m>
                          <a:endParaRPr 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The</a:t>
                          </a:r>
                          <a:r>
                            <a:rPr lang="en-US" baseline="0" dirty="0"/>
                            <a:t> sum of the s</a:t>
                          </a:r>
                          <a:r>
                            <a:rPr lang="en-US" dirty="0"/>
                            <a:t>quare</a:t>
                          </a:r>
                          <a:r>
                            <a:rPr lang="en-US" baseline="0" dirty="0"/>
                            <a:t> of distance between two distribution</a:t>
                          </a:r>
                          <a:endParaRPr lang="en-US" dirty="0"/>
                        </a:p>
                      </a:txBody>
                      <a:tcPr/>
                    </a:tc>
                    <a:extLst>
                      <a:ext uri="{0D108BD9-81ED-4DB2-BD59-A6C34878D82A}">
                        <a16:rowId xmlns:a16="http://schemas.microsoft.com/office/drawing/2014/main" val="584181566"/>
                      </a:ext>
                    </a:extLst>
                  </a:tr>
                  <a:tr h="470631">
                    <a:tc>
                      <a:txBody>
                        <a:bodyPr/>
                        <a:lstStyle/>
                        <a:p>
                          <a:pPr algn="ctr"/>
                          <a14:m>
                            <m:oMathPara xmlns:m="http://schemas.openxmlformats.org/officeDocument/2006/math">
                              <m:oMathParaPr>
                                <m:jc m:val="centerGroup"/>
                              </m:oMathParaPr>
                              <m:oMath xmlns:m="http://schemas.openxmlformats.org/officeDocument/2006/math">
                                <m:r>
                                  <a:rPr lang="en-US" sz="1600" i="1" smtClean="0">
                                    <a:latin typeface="Cambria Math" panose="02040503050406030204" pitchFamily="18" charset="0"/>
                                  </a:rPr>
                                  <m:t>𝑁</m:t>
                                </m:r>
                              </m:oMath>
                            </m:oMathPara>
                          </a14:m>
                          <a:endParaRPr lang="en-US" sz="1600" dirty="0"/>
                        </a:p>
                      </a:txBody>
                      <a:tcPr/>
                    </a:tc>
                    <a:tc>
                      <a:txBody>
                        <a:bodyPr/>
                        <a:lstStyle/>
                        <a:p>
                          <a:r>
                            <a:rPr lang="en-US" dirty="0"/>
                            <a:t>Sample size of each group</a:t>
                          </a:r>
                        </a:p>
                      </a:txBody>
                      <a:tcPr/>
                    </a:tc>
                    <a:extLst>
                      <a:ext uri="{0D108BD9-81ED-4DB2-BD59-A6C34878D82A}">
                        <a16:rowId xmlns:a16="http://schemas.microsoft.com/office/drawing/2014/main" val="1726155317"/>
                      </a:ext>
                    </a:extLst>
                  </a:tr>
                </a:tbl>
              </a:graphicData>
            </a:graphic>
          </p:graphicFrame>
        </mc:Choice>
        <mc:Fallback xmlns="">
          <p:graphicFrame>
            <p:nvGraphicFramePr>
              <p:cNvPr id="5" name="Table 4">
                <a:extLst>
                  <a:ext uri="{FF2B5EF4-FFF2-40B4-BE49-F238E27FC236}">
                    <a16:creationId xmlns:a16="http://schemas.microsoft.com/office/drawing/2014/main" id="{8EAC6538-401E-CC4E-B7BD-779EC5F11EBA}"/>
                  </a:ext>
                </a:extLst>
              </p:cNvPr>
              <p:cNvGraphicFramePr>
                <a:graphicFrameLocks noGrp="1"/>
              </p:cNvGraphicFramePr>
              <p:nvPr>
                <p:extLst>
                  <p:ext uri="{D42A27DB-BD31-4B8C-83A1-F6EECF244321}">
                    <p14:modId xmlns:p14="http://schemas.microsoft.com/office/powerpoint/2010/main" val="2722017598"/>
                  </p:ext>
                </p:extLst>
              </p:nvPr>
            </p:nvGraphicFramePr>
            <p:xfrm>
              <a:off x="1024120" y="2104059"/>
              <a:ext cx="9813214" cy="3246378"/>
            </p:xfrm>
            <a:graphic>
              <a:graphicData uri="http://schemas.openxmlformats.org/drawingml/2006/table">
                <a:tbl>
                  <a:tblPr firstRow="1" bandRow="1">
                    <a:tableStyleId>{21E4AEA4-8DFA-4A89-87EB-49C32662AFE0}</a:tableStyleId>
                  </a:tblPr>
                  <a:tblGrid>
                    <a:gridCol w="3763435">
                      <a:extLst>
                        <a:ext uri="{9D8B030D-6E8A-4147-A177-3AD203B41FA5}">
                          <a16:colId xmlns:a16="http://schemas.microsoft.com/office/drawing/2014/main" val="957805353"/>
                        </a:ext>
                      </a:extLst>
                    </a:gridCol>
                    <a:gridCol w="6049779">
                      <a:extLst>
                        <a:ext uri="{9D8B030D-6E8A-4147-A177-3AD203B41FA5}">
                          <a16:colId xmlns:a16="http://schemas.microsoft.com/office/drawing/2014/main" val="237567179"/>
                        </a:ext>
                      </a:extLst>
                    </a:gridCol>
                  </a:tblGrid>
                  <a:tr h="470631">
                    <a:tc>
                      <a:txBody>
                        <a:bodyPr/>
                        <a:lstStyle/>
                        <a:p>
                          <a:pPr algn="ctr"/>
                          <a:r>
                            <a:rPr lang="en-US" sz="1600" dirty="0"/>
                            <a:t>Notation</a:t>
                          </a:r>
                        </a:p>
                      </a:txBody>
                      <a:tcPr/>
                    </a:tc>
                    <a:tc>
                      <a:txBody>
                        <a:bodyPr/>
                        <a:lstStyle/>
                        <a:p>
                          <a:pPr algn="l"/>
                          <a:r>
                            <a:rPr lang="en-US" sz="1600" dirty="0" smtClean="0"/>
                            <a:t>Meaning</a:t>
                          </a:r>
                          <a:endParaRPr lang="en-US" sz="1600" dirty="0"/>
                        </a:p>
                      </a:txBody>
                      <a:tcPr/>
                    </a:tc>
                    <a:extLst>
                      <a:ext uri="{0D108BD9-81ED-4DB2-BD59-A6C34878D82A}">
                        <a16:rowId xmlns:a16="http://schemas.microsoft.com/office/drawing/2014/main" val="4215532942"/>
                      </a:ext>
                    </a:extLst>
                  </a:tr>
                  <a:tr h="470631">
                    <a:tc>
                      <a:txBody>
                        <a:bodyPr/>
                        <a:lstStyle/>
                        <a:p>
                          <a:endParaRPr lang="en-US"/>
                        </a:p>
                      </a:txBody>
                      <a:tcPr>
                        <a:blipFill>
                          <a:blip r:embed="rId4"/>
                          <a:stretch>
                            <a:fillRect l="-162" t="-102564" r="-161327" b="-487179"/>
                          </a:stretch>
                        </a:blipFill>
                      </a:tcPr>
                    </a:tc>
                    <a:tc>
                      <a:txBody>
                        <a:bodyPr/>
                        <a:lstStyle/>
                        <a:p>
                          <a:r>
                            <a:rPr lang="en-US" dirty="0" smtClean="0"/>
                            <a:t>The</a:t>
                          </a:r>
                          <a:r>
                            <a:rPr lang="en-US" baseline="0" dirty="0" smtClean="0"/>
                            <a:t> distance between two distribution</a:t>
                          </a:r>
                          <a:endParaRPr lang="en-US" dirty="0"/>
                        </a:p>
                      </a:txBody>
                      <a:tcPr/>
                    </a:tc>
                    <a:extLst>
                      <a:ext uri="{0D108BD9-81ED-4DB2-BD59-A6C34878D82A}">
                        <a16:rowId xmlns:a16="http://schemas.microsoft.com/office/drawing/2014/main" val="410001886"/>
                      </a:ext>
                    </a:extLst>
                  </a:tr>
                  <a:tr h="470631">
                    <a:tc>
                      <a:txBody>
                        <a:bodyPr/>
                        <a:lstStyle/>
                        <a:p>
                          <a:endParaRPr lang="en-US"/>
                        </a:p>
                      </a:txBody>
                      <a:tcPr>
                        <a:blipFill>
                          <a:blip r:embed="rId4"/>
                          <a:stretch>
                            <a:fillRect l="-162" t="-205195" r="-161327" b="-393506"/>
                          </a:stretch>
                        </a:blip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The Square</a:t>
                          </a:r>
                          <a:r>
                            <a:rPr lang="en-US" baseline="0" dirty="0" smtClean="0"/>
                            <a:t> of distance between two distribution</a:t>
                          </a:r>
                          <a:endParaRPr lang="en-US" dirty="0" smtClean="0"/>
                        </a:p>
                      </a:txBody>
                      <a:tcPr/>
                    </a:tc>
                    <a:extLst>
                      <a:ext uri="{0D108BD9-81ED-4DB2-BD59-A6C34878D82A}">
                        <a16:rowId xmlns:a16="http://schemas.microsoft.com/office/drawing/2014/main" val="1924584556"/>
                      </a:ext>
                    </a:extLst>
                  </a:tr>
                  <a:tr h="681927">
                    <a:tc>
                      <a:txBody>
                        <a:bodyPr/>
                        <a:lstStyle/>
                        <a:p>
                          <a:endParaRPr lang="en-US"/>
                        </a:p>
                      </a:txBody>
                      <a:tcPr>
                        <a:blipFill>
                          <a:blip r:embed="rId4"/>
                          <a:stretch>
                            <a:fillRect l="-162" t="-209821" r="-161327" b="-170536"/>
                          </a:stretch>
                        </a:blip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The sum of the </a:t>
                          </a:r>
                          <a:r>
                            <a:rPr lang="en-US" baseline="0" dirty="0" smtClean="0"/>
                            <a:t>distance between two distribution</a:t>
                          </a:r>
                          <a:endParaRPr lang="en-US" dirty="0" smtClean="0"/>
                        </a:p>
                      </a:txBody>
                      <a:tcPr/>
                    </a:tc>
                    <a:extLst>
                      <a:ext uri="{0D108BD9-81ED-4DB2-BD59-A6C34878D82A}">
                        <a16:rowId xmlns:a16="http://schemas.microsoft.com/office/drawing/2014/main" val="1751633084"/>
                      </a:ext>
                    </a:extLst>
                  </a:tr>
                  <a:tr h="681927">
                    <a:tc>
                      <a:txBody>
                        <a:bodyPr/>
                        <a:lstStyle/>
                        <a:p>
                          <a:endParaRPr lang="en-US"/>
                        </a:p>
                      </a:txBody>
                      <a:tcPr>
                        <a:blipFill>
                          <a:blip r:embed="rId4"/>
                          <a:stretch>
                            <a:fillRect l="-162" t="-309821" r="-161327" b="-70536"/>
                          </a:stretch>
                        </a:blip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The</a:t>
                          </a:r>
                          <a:r>
                            <a:rPr lang="en-US" baseline="0" dirty="0" smtClean="0"/>
                            <a:t> sum of the s</a:t>
                          </a:r>
                          <a:r>
                            <a:rPr lang="en-US" dirty="0" smtClean="0"/>
                            <a:t>quare</a:t>
                          </a:r>
                          <a:r>
                            <a:rPr lang="en-US" baseline="0" dirty="0" smtClean="0"/>
                            <a:t> of distance between two distribution</a:t>
                          </a:r>
                          <a:endParaRPr lang="en-US" dirty="0" smtClean="0"/>
                        </a:p>
                      </a:txBody>
                      <a:tcPr/>
                    </a:tc>
                    <a:extLst>
                      <a:ext uri="{0D108BD9-81ED-4DB2-BD59-A6C34878D82A}">
                        <a16:rowId xmlns:a16="http://schemas.microsoft.com/office/drawing/2014/main" val="584181566"/>
                      </a:ext>
                    </a:extLst>
                  </a:tr>
                  <a:tr h="470631">
                    <a:tc>
                      <a:txBody>
                        <a:bodyPr/>
                        <a:lstStyle/>
                        <a:p>
                          <a:endParaRPr lang="en-US"/>
                        </a:p>
                      </a:txBody>
                      <a:tcPr>
                        <a:blipFill>
                          <a:blip r:embed="rId4"/>
                          <a:stretch>
                            <a:fillRect l="-162" t="-596104" r="-161327" b="-2597"/>
                          </a:stretch>
                        </a:blipFill>
                      </a:tcPr>
                    </a:tc>
                    <a:tc>
                      <a:txBody>
                        <a:bodyPr/>
                        <a:lstStyle/>
                        <a:p>
                          <a:r>
                            <a:rPr lang="en-US" dirty="0" smtClean="0"/>
                            <a:t>Sample size of each group</a:t>
                          </a:r>
                          <a:endParaRPr lang="en-US" dirty="0"/>
                        </a:p>
                      </a:txBody>
                      <a:tcPr/>
                    </a:tc>
                    <a:extLst>
                      <a:ext uri="{0D108BD9-81ED-4DB2-BD59-A6C34878D82A}">
                        <a16:rowId xmlns:a16="http://schemas.microsoft.com/office/drawing/2014/main" val="1726155317"/>
                      </a:ext>
                    </a:extLst>
                  </a:tr>
                </a:tbl>
              </a:graphicData>
            </a:graphic>
          </p:graphicFrame>
        </mc:Fallback>
      </mc:AlternateContent>
    </p:spTree>
    <p:extLst>
      <p:ext uri="{BB962C8B-B14F-4D97-AF65-F5344CB8AC3E}">
        <p14:creationId xmlns:p14="http://schemas.microsoft.com/office/powerpoint/2010/main" val="38276123"/>
      </p:ext>
    </p:extLst>
  </p:cSld>
  <p:clrMapOvr>
    <a:masterClrMapping/>
  </p:clrMapOvr>
  <p:transition spd="slow" advTm="13940">
    <p:push dir="u"/>
  </p:transition>
  <p:timing>
    <p:tnLst>
      <p:par>
        <p:cTn id="1" dur="indefinite" restart="never" nodeType="tmRoot"/>
      </p:par>
    </p:tnLst>
  </p:timing>
  <p:extLst mod="1">
    <p:ext uri="{3A86A75C-4F4B-4683-9AE1-C65F6400EC91}">
      <p14:laserTraceLst xmlns:p14="http://schemas.microsoft.com/office/powerpoint/2010/main">
        <p14:tracePtLst>
          <p14:tracePt t="347" x="11015663" y="3432175"/>
          <p14:tracePt t="380" x="11009313" y="3432175"/>
          <p14:tracePt t="388" x="11001375" y="3432175"/>
          <p14:tracePt t="395" x="11001375" y="3425825"/>
          <p14:tracePt t="404" x="10995025" y="3417888"/>
          <p14:tracePt t="417" x="10987088" y="3411538"/>
          <p14:tracePt t="433" x="10964863" y="3381375"/>
          <p14:tracePt t="450" x="10950575" y="3344863"/>
          <p14:tracePt t="451" x="10936288" y="3324225"/>
          <p14:tracePt t="467" x="10893425" y="3265488"/>
          <p14:tracePt t="483" x="10871200" y="3214688"/>
          <p14:tracePt t="500" x="10834688" y="3141663"/>
          <p14:tracePt t="517" x="10828338" y="3025775"/>
          <p14:tracePt t="533" x="10828338" y="2859088"/>
          <p14:tracePt t="550" x="10828338" y="2692400"/>
          <p14:tracePt t="567" x="10798175" y="2554288"/>
          <p14:tracePt t="583" x="10783888" y="2466975"/>
          <p14:tracePt t="600" x="10777538" y="2365375"/>
          <p14:tracePt t="617" x="10777538" y="2278063"/>
          <p14:tracePt t="633" x="10777538" y="2220913"/>
          <p14:tracePt t="650" x="10777538" y="2184400"/>
          <p14:tracePt t="667" x="10769600" y="2133600"/>
          <p14:tracePt t="683" x="10761663" y="2090738"/>
          <p14:tracePt t="700" x="10741025" y="2046288"/>
          <p14:tracePt t="717" x="10690225" y="1958975"/>
          <p14:tracePt t="733" x="10609263" y="1865313"/>
          <p14:tracePt t="750" x="10580688" y="1828800"/>
          <p14:tracePt t="767" x="10566400" y="1814513"/>
          <p14:tracePt t="783" x="10558463" y="1806575"/>
          <p14:tracePt t="800" x="10544175" y="1806575"/>
          <p14:tracePt t="817" x="10537825" y="1806575"/>
          <p14:tracePt t="833" x="10507663" y="1792288"/>
          <p14:tracePt t="850" x="10487025" y="1785938"/>
          <p14:tracePt t="867" x="10464800" y="1785938"/>
          <p14:tracePt t="883" x="10450513" y="1778000"/>
          <p14:tracePt t="900" x="10442575" y="1778000"/>
          <p14:tracePt t="917" x="10436225" y="1778000"/>
          <p14:tracePt t="933" x="10421938" y="1770063"/>
          <p14:tracePt t="1012" x="10414000" y="1770063"/>
          <p14:tracePt t="1020" x="10399713" y="1770063"/>
          <p14:tracePt t="1036" x="10391775" y="1770063"/>
          <p14:tracePt t="1044" x="10377488" y="1763713"/>
          <p14:tracePt t="1060" x="10363200" y="1763713"/>
          <p14:tracePt t="1068" x="10355263" y="1763713"/>
          <p14:tracePt t="1092" x="10348913" y="1763713"/>
          <p14:tracePt t="1345" x="10340975" y="1763713"/>
          <p14:tracePt t="1354" x="10334625" y="1763713"/>
          <p14:tracePt t="1367" x="10275888" y="1763713"/>
          <p14:tracePt t="1384" x="10160000" y="1763713"/>
          <p14:tracePt t="1401" x="9971088" y="1763713"/>
          <p14:tracePt t="1418" x="9609138" y="1763713"/>
          <p14:tracePt t="1434" x="9209088" y="1763713"/>
          <p14:tracePt t="1451" x="8613775" y="1704975"/>
          <p14:tracePt t="1468" x="8316913" y="1668463"/>
          <p14:tracePt t="1485" x="8085138" y="1654175"/>
          <p14:tracePt t="1501" x="7866063" y="1654175"/>
          <p14:tracePt t="1518" x="7662863" y="1654175"/>
          <p14:tracePt t="1534" x="7481888" y="1654175"/>
          <p14:tracePt t="1551" x="7307263" y="1668463"/>
          <p14:tracePt t="1571" x="7104063" y="1676400"/>
          <p14:tracePt t="1584" x="7032625" y="1676400"/>
          <p14:tracePt t="1601" x="6886575" y="1676400"/>
          <p14:tracePt t="1617" x="6697663" y="1676400"/>
          <p14:tracePt t="1634" x="6459538" y="1676400"/>
          <p14:tracePt t="1653" x="6132513" y="1676400"/>
          <p14:tracePt t="1668" x="5972175" y="1690688"/>
          <p14:tracePt t="1684" x="5819775" y="1719263"/>
          <p14:tracePt t="1701" x="5653088" y="1741488"/>
          <p14:tracePt t="1718" x="5494338" y="1749425"/>
          <p14:tracePt t="1734" x="5341938" y="1749425"/>
          <p14:tracePt t="1754" x="5195888" y="1749425"/>
          <p14:tracePt t="1768" x="5043488" y="1749425"/>
          <p14:tracePt t="1785" x="4868863" y="1785938"/>
          <p14:tracePt t="1805" x="4645025" y="1865313"/>
          <p14:tracePt t="1817" x="4586288" y="1879600"/>
          <p14:tracePt t="1834" x="4456113" y="1922463"/>
          <p14:tracePt t="1852" x="4238625" y="1981200"/>
          <p14:tracePt t="1868" x="4122738" y="1995488"/>
          <p14:tracePt t="1885" x="4021138" y="2003425"/>
          <p14:tracePt t="1902" x="3919538" y="2017713"/>
          <p14:tracePt t="1918" x="3832225" y="2017713"/>
          <p14:tracePt t="1934" x="3759200" y="2017713"/>
          <p14:tracePt t="1952" x="3671888" y="2017713"/>
          <p14:tracePt t="1959" x="3621088" y="2009775"/>
          <p14:tracePt t="1969" x="3563938" y="2009775"/>
          <p14:tracePt t="1984" x="3482975" y="1989138"/>
          <p14:tracePt t="2004" x="3352800" y="1966913"/>
          <p14:tracePt t="2018" x="3316288" y="1952625"/>
          <p14:tracePt t="2035" x="3273425" y="1944688"/>
          <p14:tracePt t="2052" x="3222625" y="1938338"/>
          <p14:tracePt t="2068" x="3192463" y="1922463"/>
          <p14:tracePt t="2084" x="3178175" y="1916113"/>
          <p14:tracePt t="2101" x="3171825" y="1916113"/>
          <p14:tracePt t="2118" x="3157538" y="1916113"/>
          <p14:tracePt t="2134" x="3141663" y="1916113"/>
          <p14:tracePt t="2151" x="3121025" y="1916113"/>
          <p14:tracePt t="2168" x="3113088" y="1916113"/>
          <p14:tracePt t="2185" x="3090863" y="1916113"/>
          <p14:tracePt t="2201" x="3076575" y="1916113"/>
          <p14:tracePt t="2218" x="3062288" y="1916113"/>
          <p14:tracePt t="2236" x="3048000" y="1916113"/>
          <p14:tracePt t="2251" x="3040063" y="1916113"/>
          <p14:tracePt t="2268" x="3033713" y="1916113"/>
          <p14:tracePt t="2284" x="3019425" y="1916113"/>
          <p14:tracePt t="2301" x="3011488" y="1916113"/>
          <p14:tracePt t="2318" x="3005138" y="1916113"/>
          <p14:tracePt t="2335" x="2997200" y="1916113"/>
          <p14:tracePt t="2351" x="2989263" y="1916113"/>
          <p14:tracePt t="2368" x="2974975" y="1916113"/>
          <p14:tracePt t="2384" x="2968625" y="1916113"/>
          <p14:tracePt t="2401" x="2954338" y="1916113"/>
          <p14:tracePt t="2418" x="2932113" y="1922463"/>
          <p14:tracePt t="2434" x="2924175" y="1922463"/>
          <p14:tracePt t="2451" x="2909888" y="1922463"/>
          <p14:tracePt t="2471" x="2903538" y="1922463"/>
          <p14:tracePt t="2526" x="2895600" y="1922463"/>
          <p14:tracePt t="2549" x="2887663" y="1922463"/>
          <p14:tracePt t="3273" x="2881313" y="1922463"/>
          <p14:tracePt t="3288" x="2873375" y="1922463"/>
          <p14:tracePt t="3311" x="2867025" y="1922463"/>
          <p14:tracePt t="3356" x="2859088" y="1922463"/>
          <p14:tracePt t="3374" x="2844800" y="1922463"/>
          <p14:tracePt t="3390" x="2836863" y="1922463"/>
          <p14:tracePt t="3397" x="2830513" y="1922463"/>
          <p14:tracePt t="3405" x="2822575" y="1922463"/>
          <p14:tracePt t="3418" x="2816225" y="1922463"/>
          <p14:tracePt t="3435" x="2794000" y="1922463"/>
          <p14:tracePt t="3452" x="2765425" y="1922463"/>
          <p14:tracePt t="3468" x="2728913" y="1922463"/>
          <p14:tracePt t="3485" x="2692400" y="1922463"/>
          <p14:tracePt t="3501" x="2627313" y="1922463"/>
          <p14:tracePt t="3518" x="2582863" y="1930400"/>
          <p14:tracePt t="3534" x="2554288" y="1930400"/>
          <p14:tracePt t="3551" x="2532063" y="1930400"/>
          <p14:tracePt t="3568" x="2503488" y="1930400"/>
          <p14:tracePt t="3584" x="2481263" y="1930400"/>
          <p14:tracePt t="3601" x="2466975" y="1930400"/>
          <p14:tracePt t="3618" x="2438400" y="1930400"/>
          <p14:tracePt t="3635" x="2401888" y="1930400"/>
          <p14:tracePt t="3651" x="2359025" y="1938338"/>
          <p14:tracePt t="3668" x="2328863" y="1938338"/>
          <p14:tracePt t="3685" x="2278063" y="1944688"/>
          <p14:tracePt t="3701" x="2227263" y="1952625"/>
          <p14:tracePt t="3718" x="2155825" y="1966913"/>
          <p14:tracePt t="3735" x="2090738" y="1973263"/>
          <p14:tracePt t="3751" x="2017713" y="1981200"/>
          <p14:tracePt t="3768" x="1958975" y="1989138"/>
          <p14:tracePt t="3784" x="1908175" y="1989138"/>
          <p14:tracePt t="3801" x="1865313" y="1989138"/>
          <p14:tracePt t="3818" x="1820863" y="1989138"/>
          <p14:tracePt t="3835" x="1684338" y="1989138"/>
          <p14:tracePt t="3851" x="1589088" y="1989138"/>
          <p14:tracePt t="3868" x="1509713" y="1989138"/>
          <p14:tracePt t="3885" x="1414463" y="1981200"/>
          <p14:tracePt t="3901" x="1371600" y="1973263"/>
          <p14:tracePt t="3918" x="1343025" y="1966913"/>
          <p14:tracePt t="3935" x="1320800" y="1958975"/>
          <p14:tracePt t="3952" x="1306513" y="1952625"/>
          <p14:tracePt t="3955" x="1298575" y="1952625"/>
          <p14:tracePt t="3968" x="1298575" y="1944688"/>
          <p14:tracePt t="4001" x="1292225" y="1944688"/>
          <p14:tracePt t="4018" x="1284288" y="1938338"/>
          <p14:tracePt t="4035" x="1277938" y="1930400"/>
          <p14:tracePt t="4051" x="1270000" y="1930400"/>
          <p14:tracePt t="4068" x="1270000" y="1916113"/>
          <p14:tracePt t="4109" x="1270000" y="1908175"/>
          <p14:tracePt t="4125" x="1270000" y="1893888"/>
          <p14:tracePt t="4141" x="1277938" y="1887538"/>
          <p14:tracePt t="4151" x="1277938" y="1879600"/>
          <p14:tracePt t="4168" x="1298575" y="1865313"/>
          <p14:tracePt t="4185" x="1312863" y="1857375"/>
          <p14:tracePt t="4201" x="1328738" y="1843088"/>
          <p14:tracePt t="4218" x="1343025" y="1843088"/>
          <p14:tracePt t="4235" x="1357313" y="1843088"/>
          <p14:tracePt t="4251" x="1371600" y="1843088"/>
          <p14:tracePt t="4268" x="1385888" y="1843088"/>
          <p14:tracePt t="4285" x="1400175" y="1836738"/>
          <p14:tracePt t="4302" x="1408113" y="1836738"/>
          <p14:tracePt t="4318" x="1422400" y="1836738"/>
          <p14:tracePt t="4335" x="1436688" y="1836738"/>
          <p14:tracePt t="4351" x="1444625" y="1836738"/>
          <p14:tracePt t="4368" x="1458913" y="1836738"/>
          <p14:tracePt t="4385" x="1465263" y="1836738"/>
          <p14:tracePt t="4401" x="1487488" y="1836738"/>
          <p14:tracePt t="4418" x="1509713" y="1836738"/>
          <p14:tracePt t="4435" x="1546225" y="1836738"/>
          <p14:tracePt t="4452" x="1574800" y="1843088"/>
          <p14:tracePt t="4468" x="1603375" y="1843088"/>
          <p14:tracePt t="4485" x="1633538" y="1851025"/>
          <p14:tracePt t="4502" x="1647825" y="1851025"/>
          <p14:tracePt t="4518" x="1676400" y="1857375"/>
          <p14:tracePt t="4535" x="1698625" y="1857375"/>
          <p14:tracePt t="4551" x="1727200" y="1871663"/>
          <p14:tracePt t="4569" x="1763713" y="1887538"/>
          <p14:tracePt t="4585" x="1800225" y="1901825"/>
          <p14:tracePt t="4601" x="1836738" y="1916113"/>
          <p14:tracePt t="4618" x="1871663" y="1922463"/>
          <p14:tracePt t="4635" x="1908175" y="1938338"/>
          <p14:tracePt t="4652" x="1944688" y="1938338"/>
          <p14:tracePt t="4669" x="1952625" y="1938338"/>
          <p14:tracePt t="4685" x="1973263" y="1952625"/>
          <p14:tracePt t="4718" x="2003425" y="1952625"/>
          <p14:tracePt t="4735" x="2054225" y="1944688"/>
          <p14:tracePt t="4752" x="2125663" y="1908175"/>
          <p14:tracePt t="4768" x="2227263" y="1871663"/>
          <p14:tracePt t="4785" x="2344738" y="1836738"/>
          <p14:tracePt t="4802" x="2452688" y="1806575"/>
          <p14:tracePt t="4818" x="2554288" y="1792288"/>
          <p14:tracePt t="4835" x="2692400" y="1763713"/>
          <p14:tracePt t="4852" x="2794000" y="1735138"/>
          <p14:tracePt t="4868" x="2873375" y="1727200"/>
          <p14:tracePt t="4885" x="2974975" y="1719263"/>
          <p14:tracePt t="4902" x="3048000" y="1704975"/>
          <p14:tracePt t="4919" x="3106738" y="1704975"/>
          <p14:tracePt t="4935" x="3208338" y="1704975"/>
          <p14:tracePt t="4952" x="3324225" y="1704975"/>
          <p14:tracePt t="4956" x="3381375" y="1704975"/>
          <p14:tracePt t="4968" x="3425825" y="1704975"/>
          <p14:tracePt t="4985" x="3527425" y="1704975"/>
          <p14:tracePt t="5002" x="3598863" y="1704975"/>
          <p14:tracePt t="5019" x="3643313" y="1704975"/>
          <p14:tracePt t="5261" x="3649663" y="1704975"/>
          <p14:tracePt t="5270" x="3657600" y="1727200"/>
          <p14:tracePt t="5277" x="3657600" y="1749425"/>
          <p14:tracePt t="5285" x="3665538" y="1763713"/>
          <p14:tracePt t="5302" x="3665538" y="1778000"/>
          <p14:tracePt t="5318" x="3671888" y="1806575"/>
          <p14:tracePt t="5336" x="3679825" y="1828800"/>
          <p14:tracePt t="5352" x="3694113" y="1843088"/>
          <p14:tracePt t="5368" x="3694113" y="1857375"/>
          <p14:tracePt t="5385" x="3694113" y="1879600"/>
          <p14:tracePt t="5402" x="3700463" y="1887538"/>
          <p14:tracePt t="5419" x="3716338" y="1908175"/>
          <p14:tracePt t="5435" x="3722688" y="1930400"/>
          <p14:tracePt t="5452" x="3730625" y="1952625"/>
          <p14:tracePt t="5469" x="3736975" y="1973263"/>
          <p14:tracePt t="5485" x="3744913" y="1989138"/>
          <p14:tracePt t="5502" x="3759200" y="2024063"/>
          <p14:tracePt t="5519" x="3781425" y="2054225"/>
          <p14:tracePt t="5535" x="3795713" y="2082800"/>
          <p14:tracePt t="5552" x="3810000" y="2105025"/>
          <p14:tracePt t="5568" x="3824288" y="2147888"/>
          <p14:tracePt t="5585" x="3852863" y="2220913"/>
          <p14:tracePt t="5602" x="3868738" y="2328863"/>
          <p14:tracePt t="5619" x="3889375" y="2525713"/>
          <p14:tracePt t="5635" x="3889375" y="2641600"/>
          <p14:tracePt t="5652" x="3889375" y="2728913"/>
          <p14:tracePt t="5669" x="3889375" y="2771775"/>
          <p14:tracePt t="5685" x="3868738" y="2852738"/>
          <p14:tracePt t="5702" x="3795713" y="2946400"/>
          <p14:tracePt t="5719" x="3708400" y="3048000"/>
          <p14:tracePt t="5735" x="3598863" y="3135313"/>
          <p14:tracePt t="5752" x="3476625" y="3222625"/>
          <p14:tracePt t="5769" x="3360738" y="3287713"/>
          <p14:tracePt t="5785" x="3228975" y="3375025"/>
          <p14:tracePt t="5802" x="3019425" y="3519488"/>
          <p14:tracePt t="5819" x="2771775" y="3716338"/>
          <p14:tracePt t="5835" x="2627313" y="3795713"/>
          <p14:tracePt t="5852" x="2503488" y="3838575"/>
          <p14:tracePt t="5868" x="2401888" y="3883025"/>
          <p14:tracePt t="5885" x="2278063" y="3940175"/>
          <p14:tracePt t="5902" x="2162175" y="3990975"/>
          <p14:tracePt t="5919" x="2009775" y="4035425"/>
          <p14:tracePt t="5935" x="1843088" y="4056063"/>
          <p14:tracePt t="5952" x="1698625" y="4056063"/>
          <p14:tracePt t="5956" x="1625600" y="4056063"/>
          <p14:tracePt t="5968" x="1560513" y="4056063"/>
          <p14:tracePt t="5985" x="1444625" y="4056063"/>
          <p14:tracePt t="6002" x="1335088" y="4041775"/>
          <p14:tracePt t="6019" x="1233488" y="3998913"/>
          <p14:tracePt t="6035" x="1182688" y="3962400"/>
          <p14:tracePt t="6052" x="1176338" y="3903663"/>
          <p14:tracePt t="6069" x="1168400" y="3751263"/>
          <p14:tracePt t="6085" x="1168400" y="3513138"/>
          <p14:tracePt t="6102" x="1146175" y="3279775"/>
          <p14:tracePt t="6119" x="1146175" y="3178175"/>
          <p14:tracePt t="6136" x="1146175" y="3121025"/>
          <p14:tracePt t="6152" x="1146175" y="3084513"/>
          <p14:tracePt t="6169" x="1154113" y="3062288"/>
          <p14:tracePt t="6186" x="1190625" y="3011488"/>
          <p14:tracePt t="6202" x="1262063" y="2932113"/>
          <p14:tracePt t="6221" x="1400175" y="2816225"/>
          <p14:tracePt t="6235" x="1538288" y="2743200"/>
          <p14:tracePt t="6252" x="1639888" y="2700338"/>
          <p14:tracePt t="6269" x="1770063" y="2663825"/>
          <p14:tracePt t="6286" x="1901825" y="2613025"/>
          <p14:tracePt t="6302" x="2032000" y="2582863"/>
          <p14:tracePt t="6319" x="2176463" y="2532063"/>
          <p14:tracePt t="6335" x="2300288" y="2503488"/>
          <p14:tracePt t="6352" x="2409825" y="2474913"/>
          <p14:tracePt t="6368" x="2503488" y="2460625"/>
          <p14:tracePt t="6385" x="2582863" y="2452688"/>
          <p14:tracePt t="6402" x="2655888" y="2438400"/>
          <p14:tracePt t="6419" x="2794000" y="2430463"/>
          <p14:tracePt t="6435" x="2895600" y="2424113"/>
          <p14:tracePt t="6452" x="2960688" y="2409825"/>
          <p14:tracePt t="6468" x="3025775" y="2409825"/>
          <p14:tracePt t="6485" x="3062288" y="2409825"/>
          <p14:tracePt t="6502" x="3084513" y="2409825"/>
          <p14:tracePt t="6519" x="3113088" y="2409825"/>
          <p14:tracePt t="6535" x="3141663" y="2416175"/>
          <p14:tracePt t="6552" x="3192463" y="2438400"/>
          <p14:tracePt t="6569" x="3222625" y="2460625"/>
          <p14:tracePt t="6585" x="3279775" y="2503488"/>
          <p14:tracePt t="6602" x="3344863" y="2562225"/>
          <p14:tracePt t="6619" x="3425825" y="2641600"/>
          <p14:tracePt t="6635" x="3490913" y="2728913"/>
          <p14:tracePt t="6652" x="3541713" y="2794000"/>
          <p14:tracePt t="6669" x="3592513" y="2895600"/>
          <p14:tracePt t="6685" x="3621088" y="2989263"/>
          <p14:tracePt t="6702" x="3635375" y="3076575"/>
          <p14:tracePt t="6719" x="3671888" y="3208338"/>
          <p14:tracePt t="6735" x="3686175" y="3360738"/>
          <p14:tracePt t="6752" x="3716338" y="3519488"/>
          <p14:tracePt t="6769" x="3716338" y="3657600"/>
          <p14:tracePt t="6785" x="3716338" y="3759200"/>
          <p14:tracePt t="6802" x="3716338" y="3838575"/>
          <p14:tracePt t="6819" x="3716338" y="4013200"/>
          <p14:tracePt t="6835" x="3700463" y="4114800"/>
          <p14:tracePt t="6852" x="3686175" y="4165600"/>
          <p14:tracePt t="6869" x="3686175" y="4208463"/>
          <p14:tracePt t="6885" x="3679825" y="4244975"/>
          <p14:tracePt t="6902" x="3679825" y="4267200"/>
          <p14:tracePt t="6920" x="3679825" y="4275138"/>
          <p14:tracePt t="6936" x="3679825" y="4303713"/>
          <p14:tracePt t="6952" x="3679825" y="4433888"/>
          <p14:tracePt t="6957" x="3679825" y="4470400"/>
          <p14:tracePt t="6969" x="3679825" y="4492625"/>
          <p14:tracePt t="6985" x="3665538" y="4521200"/>
          <p14:tracePt t="7002" x="3665538" y="4543425"/>
          <p14:tracePt t="7019" x="3649663" y="4572000"/>
          <p14:tracePt t="7036" x="3635375" y="4630738"/>
          <p14:tracePt t="7053" x="3614738" y="4659313"/>
          <p14:tracePt t="7069" x="3592513" y="4695825"/>
          <p14:tracePt t="7086" x="3570288" y="4732338"/>
          <p14:tracePt t="7102" x="3548063" y="4760913"/>
          <p14:tracePt t="7119" x="3519488" y="4803775"/>
          <p14:tracePt t="7136" x="3468688" y="4862513"/>
          <p14:tracePt t="7153" x="3432175" y="4905375"/>
          <p14:tracePt t="7169" x="3367088" y="4949825"/>
          <p14:tracePt t="7186" x="3309938" y="4986338"/>
          <p14:tracePt t="7203" x="3259138" y="5021263"/>
          <p14:tracePt t="7219" x="3135313" y="5094288"/>
          <p14:tracePt t="7236" x="3025775" y="5130800"/>
          <p14:tracePt t="7252" x="2938463" y="5159375"/>
          <p14:tracePt t="7269" x="2830513" y="5173663"/>
          <p14:tracePt t="7286" x="2728913" y="5173663"/>
          <p14:tracePt t="7302" x="2605088" y="5173663"/>
          <p14:tracePt t="7319" x="2474913" y="5173663"/>
          <p14:tracePt t="7336" x="2359025" y="5145088"/>
          <p14:tracePt t="7352" x="2243138" y="5108575"/>
          <p14:tracePt t="7369" x="2141538" y="5065713"/>
          <p14:tracePt t="7386" x="2046288" y="5000625"/>
          <p14:tracePt t="7402" x="1989138" y="4927600"/>
          <p14:tracePt t="7419" x="1893888" y="4716463"/>
          <p14:tracePt t="7436" x="1851025" y="4572000"/>
          <p14:tracePt t="7452" x="1800225" y="4456113"/>
          <p14:tracePt t="7469" x="1763713" y="4354513"/>
          <p14:tracePt t="7486" x="1741488" y="4252913"/>
          <p14:tracePt t="7502" x="1741488" y="4137025"/>
          <p14:tracePt t="7519" x="1741488" y="4013200"/>
          <p14:tracePt t="7536" x="1741488" y="3883025"/>
          <p14:tracePt t="7552" x="1749425" y="3767138"/>
          <p14:tracePt t="7569" x="1770063" y="3665538"/>
          <p14:tracePt t="7586" x="1792288" y="3548063"/>
          <p14:tracePt t="7602" x="1836738" y="3395663"/>
          <p14:tracePt t="7620" x="1944688" y="3163888"/>
          <p14:tracePt t="7636" x="2032000" y="3019425"/>
          <p14:tracePt t="7652" x="2141538" y="2903538"/>
          <p14:tracePt t="7669" x="2212975" y="2822575"/>
          <p14:tracePt t="7686" x="2293938" y="2757488"/>
          <p14:tracePt t="7702" x="2351088" y="2720975"/>
          <p14:tracePt t="7719" x="2438400" y="2670175"/>
          <p14:tracePt t="7736" x="2481263" y="2655888"/>
          <p14:tracePt t="7753" x="2554288" y="2633663"/>
          <p14:tracePt t="7769" x="2613025" y="2627313"/>
          <p14:tracePt t="7786" x="2692400" y="2619375"/>
          <p14:tracePt t="7802" x="2743200" y="2619375"/>
          <p14:tracePt t="7819" x="2830513" y="2619375"/>
          <p14:tracePt t="7836" x="2909888" y="2619375"/>
          <p14:tracePt t="7852" x="2968625" y="2619375"/>
          <p14:tracePt t="7869" x="3040063" y="2619375"/>
          <p14:tracePt t="7886" x="3121025" y="2641600"/>
          <p14:tracePt t="7903" x="3208338" y="2663825"/>
          <p14:tracePt t="7920" x="3287713" y="2700338"/>
          <p14:tracePt t="7936" x="3367088" y="2743200"/>
          <p14:tracePt t="7952" x="3432175" y="2786063"/>
          <p14:tracePt t="7955" x="3468688" y="2816225"/>
          <p14:tracePt t="7969" x="3505200" y="2830513"/>
          <p14:tracePt t="7986" x="3578225" y="2903538"/>
          <p14:tracePt t="8003" x="3679825" y="3062288"/>
          <p14:tracePt t="8019" x="3751263" y="3208338"/>
          <p14:tracePt t="8036" x="3832225" y="3375025"/>
          <p14:tracePt t="8053" x="3889375" y="3541713"/>
          <p14:tracePt t="8069" x="3925888" y="3686175"/>
          <p14:tracePt t="8086" x="3970338" y="3817938"/>
          <p14:tracePt t="8102" x="3990975" y="3962400"/>
          <p14:tracePt t="8119" x="3990975" y="4114800"/>
          <p14:tracePt t="8136" x="3990975" y="4275138"/>
          <p14:tracePt t="8152" x="3940175" y="4427538"/>
          <p14:tracePt t="8169" x="3875088" y="4572000"/>
          <p14:tracePt t="8186" x="3832225" y="4702175"/>
          <p14:tracePt t="8203" x="3759200" y="4826000"/>
          <p14:tracePt t="8219" x="3708400" y="4891088"/>
          <p14:tracePt t="8236" x="3635375" y="4956175"/>
          <p14:tracePt t="8253" x="3592513" y="4992688"/>
          <p14:tracePt t="8269" x="3548063" y="5029200"/>
          <p14:tracePt t="8286" x="3533775" y="5037138"/>
          <p14:tracePt t="8303" x="3527425" y="5037138"/>
          <p14:tracePt t="8340" x="3519488" y="5043488"/>
          <p14:tracePt t="8356" x="3513138" y="5043488"/>
          <p14:tracePt t="8369" x="3505200" y="5051425"/>
          <p14:tracePt t="8386" x="3497263" y="5051425"/>
          <p14:tracePt t="8404" x="3490913" y="5051425"/>
          <p14:tracePt t="8428" x="3476625" y="5051425"/>
          <p14:tracePt t="8436" x="3462338" y="5051425"/>
          <p14:tracePt t="8453" x="3432175" y="5065713"/>
          <p14:tracePt t="8469" x="3360738" y="5087938"/>
          <p14:tracePt t="8486" x="3287713" y="5102225"/>
          <p14:tracePt t="8502" x="3208338" y="5122863"/>
          <p14:tracePt t="8519" x="3141663" y="5153025"/>
          <p14:tracePt t="8536" x="3113088" y="5153025"/>
          <p14:tracePt t="8552" x="3098800" y="5153025"/>
          <p14:tracePt t="8569" x="3090863" y="5167313"/>
          <p14:tracePt t="9335" x="3048000" y="5167313"/>
          <p14:tracePt t="9343" x="2968625" y="5181600"/>
          <p14:tracePt t="9353" x="2859088" y="5189538"/>
          <p14:tracePt t="9370" x="2452688" y="5240338"/>
          <p14:tracePt t="9387" x="1814513" y="5348288"/>
          <p14:tracePt t="9404" x="682625" y="5435600"/>
          <p14:tracePt t="11541" x="101600" y="4543425"/>
          <p14:tracePt t="11548" x="268288" y="4506913"/>
          <p14:tracePt t="11556" x="414338" y="4506913"/>
          <p14:tracePt t="11570" x="536575" y="4498975"/>
          <p14:tracePt t="11588" x="769938" y="4470400"/>
          <p14:tracePt t="11604" x="1030288" y="4470400"/>
          <p14:tracePt t="11621" x="1190625" y="4462463"/>
          <p14:tracePt t="11638" x="1357313" y="4456113"/>
          <p14:tracePt t="11654" x="1538288" y="4456113"/>
          <p14:tracePt t="11671" x="1712913" y="4456113"/>
          <p14:tracePt t="11688" x="1893888" y="4456113"/>
          <p14:tracePt t="11704" x="2060575" y="4456113"/>
          <p14:tracePt t="11721" x="2206625" y="4456113"/>
          <p14:tracePt t="11737" x="2322513" y="4456113"/>
          <p14:tracePt t="11754" x="2387600" y="4456113"/>
          <p14:tracePt t="11771" x="2466975" y="4456113"/>
          <p14:tracePt t="11787" x="2497138" y="4470400"/>
          <p14:tracePt t="11804" x="2517775" y="4484688"/>
          <p14:tracePt t="11821" x="2554288" y="4513263"/>
          <p14:tracePt t="11837" x="2562225" y="4549775"/>
          <p14:tracePt t="11854" x="2562225" y="4579938"/>
          <p14:tracePt t="11871" x="2576513" y="4651375"/>
          <p14:tracePt t="11887" x="2627313" y="4760913"/>
          <p14:tracePt t="11904" x="2678113" y="4868863"/>
          <p14:tracePt t="11921" x="2728913" y="4927600"/>
          <p14:tracePt t="11937" x="2751138" y="4956175"/>
          <p14:tracePt t="11954" x="2757488" y="4978400"/>
          <p14:tracePt t="11958" x="2765425" y="4986338"/>
          <p14:tracePt t="11971" x="2801938" y="5051425"/>
          <p14:tracePt t="11987" x="2887663" y="5181600"/>
          <p14:tracePt t="12004" x="3019425" y="5326063"/>
          <p14:tracePt t="12021" x="3178175" y="5421313"/>
          <p14:tracePt t="12037" x="3338513" y="5472113"/>
          <p14:tracePt t="12054" x="3462338" y="5494338"/>
          <p14:tracePt t="12071" x="3519488" y="5494338"/>
          <p14:tracePt t="12104" x="3533775" y="5494338"/>
          <p14:tracePt t="12138" x="3541713" y="5494338"/>
          <p14:tracePt t="12190" x="3541713" y="5486400"/>
          <p14:tracePt t="12197" x="3548063" y="5494338"/>
          <p14:tracePt t="12206" x="3556000" y="5494338"/>
          <p14:tracePt t="12220" x="3563938" y="5500688"/>
          <p14:tracePt t="12237" x="3563938" y="5514975"/>
          <p14:tracePt t="12254" x="3570288" y="5522913"/>
          <p14:tracePt t="12271" x="3578225" y="5522913"/>
          <p14:tracePt t="12613" x="3584575" y="5529263"/>
        </p14:tracePtLst>
      </p14:laserTraceLst>
    </p:ext>
  </p:extLs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lstStyle/>
              <a:p>
                <a:r>
                  <a:rPr lang="en-US" dirty="0"/>
                  <a:t>1. Calculate The distance </a:t>
                </a:r>
                <a14:m>
                  <m:oMath xmlns:m="http://schemas.openxmlformats.org/officeDocument/2006/math">
                    <m:r>
                      <a:rPr lang="en-US" sz="5400" b="0" i="0" smtClean="0">
                        <a:latin typeface="Cambria Math" panose="02040503050406030204" pitchFamily="18" charset="0"/>
                      </a:rPr>
                      <m:t>(</m:t>
                    </m:r>
                    <m:r>
                      <a:rPr lang="en-US" sz="5400" i="1">
                        <a:latin typeface="Cambria Math" panose="02040503050406030204" pitchFamily="18" charset="0"/>
                      </a:rPr>
                      <m:t>𝐷</m:t>
                    </m:r>
                    <m:r>
                      <a:rPr lang="en-US" sz="5400" b="0" i="1" smtClean="0">
                        <a:latin typeface="Cambria Math" panose="02040503050406030204" pitchFamily="18" charset="0"/>
                      </a:rPr>
                      <m:t>)</m:t>
                    </m:r>
                  </m:oMath>
                </a14:m>
                <a:r>
                  <a:rPr lang="en-US" dirty="0"/>
                  <a:t> </a:t>
                </a:r>
                <a:r>
                  <a:rPr lang="en-US" dirty="0" smtClean="0"/>
                  <a:t>(3/5</a:t>
                </a:r>
                <a:r>
                  <a:rPr lang="en-US" dirty="0"/>
                  <a:t>)</a:t>
                </a:r>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a:blip r:embed="rId6"/>
                <a:stretch>
                  <a:fillRect l="-3009"/>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5AA13D58-D7BC-8747-9F0A-0DB9E6B3595A}" type="slidenum">
              <a:rPr lang="en-US" smtClean="0"/>
              <a:t>23</a:t>
            </a:fld>
            <a:endParaRPr lang="en-US"/>
          </a:p>
        </p:txBody>
      </p:sp>
      <p:graphicFrame>
        <p:nvGraphicFramePr>
          <p:cNvPr id="5" name="Table 4">
            <a:extLst>
              <a:ext uri="{FF2B5EF4-FFF2-40B4-BE49-F238E27FC236}">
                <a16:creationId xmlns:a16="http://schemas.microsoft.com/office/drawing/2014/main" id="{1DEE22A6-5017-0940-9EC1-C3EA9B0DCC52}"/>
              </a:ext>
            </a:extLst>
          </p:cNvPr>
          <p:cNvGraphicFramePr>
            <a:graphicFrameLocks noGrp="1"/>
          </p:cNvGraphicFramePr>
          <p:nvPr>
            <p:extLst>
              <p:ext uri="{D42A27DB-BD31-4B8C-83A1-F6EECF244321}">
                <p14:modId xmlns:p14="http://schemas.microsoft.com/office/powerpoint/2010/main" val="2466586139"/>
              </p:ext>
            </p:extLst>
          </p:nvPr>
        </p:nvGraphicFramePr>
        <p:xfrm>
          <a:off x="1112052" y="2399904"/>
          <a:ext cx="1209117" cy="1854200"/>
        </p:xfrm>
        <a:graphic>
          <a:graphicData uri="http://schemas.openxmlformats.org/drawingml/2006/table">
            <a:tbl>
              <a:tblPr firstRow="1" bandRow="1">
                <a:tableStyleId>{93296810-A885-4BE3-A3E7-6D5BEEA58F35}</a:tableStyleId>
              </a:tblPr>
              <a:tblGrid>
                <a:gridCol w="1209117">
                  <a:extLst>
                    <a:ext uri="{9D8B030D-6E8A-4147-A177-3AD203B41FA5}">
                      <a16:colId xmlns:a16="http://schemas.microsoft.com/office/drawing/2014/main" val="619288654"/>
                    </a:ext>
                  </a:extLst>
                </a:gridCol>
              </a:tblGrid>
              <a:tr h="370840">
                <a:tc>
                  <a:txBody>
                    <a:bodyPr/>
                    <a:lstStyle/>
                    <a:p>
                      <a:pPr algn="ctr"/>
                      <a:r>
                        <a:rPr lang="en-US" sz="1400" dirty="0" smtClean="0">
                          <a:solidFill>
                            <a:schemeClr val="tx1"/>
                          </a:solidFill>
                        </a:rPr>
                        <a:t>F1-GA</a:t>
                      </a:r>
                      <a:endParaRPr lang="en-US" sz="1400" dirty="0">
                        <a:solidFill>
                          <a:schemeClr val="tx1"/>
                        </a:solidFill>
                      </a:endParaRPr>
                    </a:p>
                  </a:txBody>
                  <a:tcPr/>
                </a:tc>
                <a:extLst>
                  <a:ext uri="{0D108BD9-81ED-4DB2-BD59-A6C34878D82A}">
                    <a16:rowId xmlns:a16="http://schemas.microsoft.com/office/drawing/2014/main" val="2280859014"/>
                  </a:ext>
                </a:extLst>
              </a:tr>
              <a:tr h="370840">
                <a:tc>
                  <a:txBody>
                    <a:bodyPr/>
                    <a:lstStyle/>
                    <a:p>
                      <a:pPr algn="ctr"/>
                      <a:r>
                        <a:rPr lang="en-US" sz="1400" dirty="0"/>
                        <a:t>0.2</a:t>
                      </a:r>
                    </a:p>
                  </a:txBody>
                  <a:tcPr/>
                </a:tc>
                <a:extLst>
                  <a:ext uri="{0D108BD9-81ED-4DB2-BD59-A6C34878D82A}">
                    <a16:rowId xmlns:a16="http://schemas.microsoft.com/office/drawing/2014/main" val="3122994943"/>
                  </a:ext>
                </a:extLst>
              </a:tr>
              <a:tr h="370840">
                <a:tc>
                  <a:txBody>
                    <a:bodyPr/>
                    <a:lstStyle/>
                    <a:p>
                      <a:pPr algn="ctr"/>
                      <a:r>
                        <a:rPr lang="en-US" sz="1400" dirty="0"/>
                        <a:t>0.4</a:t>
                      </a:r>
                    </a:p>
                  </a:txBody>
                  <a:tcPr/>
                </a:tc>
                <a:extLst>
                  <a:ext uri="{0D108BD9-81ED-4DB2-BD59-A6C34878D82A}">
                    <a16:rowId xmlns:a16="http://schemas.microsoft.com/office/drawing/2014/main" val="3345521160"/>
                  </a:ext>
                </a:extLst>
              </a:tr>
              <a:tr h="370840">
                <a:tc>
                  <a:txBody>
                    <a:bodyPr/>
                    <a:lstStyle/>
                    <a:p>
                      <a:pPr algn="ctr"/>
                      <a:r>
                        <a:rPr lang="en-US" sz="1400" dirty="0"/>
                        <a:t>0.5</a:t>
                      </a:r>
                    </a:p>
                  </a:txBody>
                  <a:tcPr/>
                </a:tc>
                <a:extLst>
                  <a:ext uri="{0D108BD9-81ED-4DB2-BD59-A6C34878D82A}">
                    <a16:rowId xmlns:a16="http://schemas.microsoft.com/office/drawing/2014/main" val="2400711326"/>
                  </a:ext>
                </a:extLst>
              </a:tr>
              <a:tr h="370840">
                <a:tc>
                  <a:txBody>
                    <a:bodyPr/>
                    <a:lstStyle/>
                    <a:p>
                      <a:pPr algn="ctr"/>
                      <a:r>
                        <a:rPr lang="en-US" sz="1400" dirty="0"/>
                        <a:t>0.4</a:t>
                      </a:r>
                    </a:p>
                  </a:txBody>
                  <a:tcPr/>
                </a:tc>
                <a:extLst>
                  <a:ext uri="{0D108BD9-81ED-4DB2-BD59-A6C34878D82A}">
                    <a16:rowId xmlns:a16="http://schemas.microsoft.com/office/drawing/2014/main" val="3018803206"/>
                  </a:ext>
                </a:extLst>
              </a:tr>
            </a:tbl>
          </a:graphicData>
        </a:graphic>
      </p:graphicFrame>
      <p:graphicFrame>
        <p:nvGraphicFramePr>
          <p:cNvPr id="6" name="Table 5">
            <a:extLst>
              <a:ext uri="{FF2B5EF4-FFF2-40B4-BE49-F238E27FC236}">
                <a16:creationId xmlns:a16="http://schemas.microsoft.com/office/drawing/2014/main" id="{FEFF5B46-13F9-4C41-B3D9-03D38E4AFBE7}"/>
              </a:ext>
            </a:extLst>
          </p:cNvPr>
          <p:cNvGraphicFramePr>
            <a:graphicFrameLocks noGrp="1"/>
          </p:cNvGraphicFramePr>
          <p:nvPr>
            <p:extLst>
              <p:ext uri="{D42A27DB-BD31-4B8C-83A1-F6EECF244321}">
                <p14:modId xmlns:p14="http://schemas.microsoft.com/office/powerpoint/2010/main" val="2194553569"/>
              </p:ext>
            </p:extLst>
          </p:nvPr>
        </p:nvGraphicFramePr>
        <p:xfrm>
          <a:off x="2503615" y="2399904"/>
          <a:ext cx="1180361" cy="1854200"/>
        </p:xfrm>
        <a:graphic>
          <a:graphicData uri="http://schemas.openxmlformats.org/drawingml/2006/table">
            <a:tbl>
              <a:tblPr firstRow="1" bandRow="1">
                <a:tableStyleId>{21E4AEA4-8DFA-4A89-87EB-49C32662AFE0}</a:tableStyleId>
              </a:tblPr>
              <a:tblGrid>
                <a:gridCol w="1180361">
                  <a:extLst>
                    <a:ext uri="{9D8B030D-6E8A-4147-A177-3AD203B41FA5}">
                      <a16:colId xmlns:a16="http://schemas.microsoft.com/office/drawing/2014/main" val="522177979"/>
                    </a:ext>
                  </a:extLst>
                </a:gridCol>
              </a:tblGrid>
              <a:tr h="370840">
                <a:tc>
                  <a:txBody>
                    <a:bodyPr/>
                    <a:lstStyle/>
                    <a:p>
                      <a:pPr algn="ctr"/>
                      <a:r>
                        <a:rPr lang="en-US" sz="1400" dirty="0" smtClean="0">
                          <a:solidFill>
                            <a:schemeClr val="tx1"/>
                          </a:solidFill>
                        </a:rPr>
                        <a:t>F1-GB</a:t>
                      </a:r>
                      <a:endParaRPr lang="en-US" sz="1400" dirty="0">
                        <a:solidFill>
                          <a:schemeClr val="tx1"/>
                        </a:solidFill>
                      </a:endParaRPr>
                    </a:p>
                  </a:txBody>
                  <a:tcPr/>
                </a:tc>
                <a:extLst>
                  <a:ext uri="{0D108BD9-81ED-4DB2-BD59-A6C34878D82A}">
                    <a16:rowId xmlns:a16="http://schemas.microsoft.com/office/drawing/2014/main" val="1161456333"/>
                  </a:ext>
                </a:extLst>
              </a:tr>
              <a:tr h="370840">
                <a:tc>
                  <a:txBody>
                    <a:bodyPr/>
                    <a:lstStyle/>
                    <a:p>
                      <a:pPr algn="ctr"/>
                      <a:r>
                        <a:rPr lang="en-US" sz="1400" dirty="0"/>
                        <a:t>0.2</a:t>
                      </a:r>
                    </a:p>
                  </a:txBody>
                  <a:tcPr/>
                </a:tc>
                <a:extLst>
                  <a:ext uri="{0D108BD9-81ED-4DB2-BD59-A6C34878D82A}">
                    <a16:rowId xmlns:a16="http://schemas.microsoft.com/office/drawing/2014/main" val="4209527493"/>
                  </a:ext>
                </a:extLst>
              </a:tr>
              <a:tr h="370840">
                <a:tc>
                  <a:txBody>
                    <a:bodyPr/>
                    <a:lstStyle/>
                    <a:p>
                      <a:pPr algn="ctr"/>
                      <a:r>
                        <a:rPr lang="en-US" sz="1400" dirty="0"/>
                        <a:t>0.3</a:t>
                      </a:r>
                    </a:p>
                  </a:txBody>
                  <a:tcPr/>
                </a:tc>
                <a:extLst>
                  <a:ext uri="{0D108BD9-81ED-4DB2-BD59-A6C34878D82A}">
                    <a16:rowId xmlns:a16="http://schemas.microsoft.com/office/drawing/2014/main" val="3189708125"/>
                  </a:ext>
                </a:extLst>
              </a:tr>
              <a:tr h="370840">
                <a:tc>
                  <a:txBody>
                    <a:bodyPr/>
                    <a:lstStyle/>
                    <a:p>
                      <a:pPr algn="ctr"/>
                      <a:r>
                        <a:rPr lang="en-US" sz="1400" dirty="0"/>
                        <a:t>0.1</a:t>
                      </a:r>
                    </a:p>
                  </a:txBody>
                  <a:tcPr/>
                </a:tc>
                <a:extLst>
                  <a:ext uri="{0D108BD9-81ED-4DB2-BD59-A6C34878D82A}">
                    <a16:rowId xmlns:a16="http://schemas.microsoft.com/office/drawing/2014/main" val="3494497803"/>
                  </a:ext>
                </a:extLst>
              </a:tr>
              <a:tr h="370840">
                <a:tc>
                  <a:txBody>
                    <a:bodyPr/>
                    <a:lstStyle/>
                    <a:p>
                      <a:pPr algn="ctr"/>
                      <a:r>
                        <a:rPr lang="en-US" sz="1400" dirty="0"/>
                        <a:t>0.6</a:t>
                      </a:r>
                    </a:p>
                  </a:txBody>
                  <a:tcPr/>
                </a:tc>
                <a:extLst>
                  <a:ext uri="{0D108BD9-81ED-4DB2-BD59-A6C34878D82A}">
                    <a16:rowId xmlns:a16="http://schemas.microsoft.com/office/drawing/2014/main" val="2700627175"/>
                  </a:ext>
                </a:extLst>
              </a:tr>
            </a:tbl>
          </a:graphicData>
        </a:graphic>
      </p:graphicFrame>
      <mc:AlternateContent xmlns:mc="http://schemas.openxmlformats.org/markup-compatibility/2006" xmlns:a14="http://schemas.microsoft.com/office/drawing/2010/main">
        <mc:Choice Requires="a14">
          <p:sp>
            <p:nvSpPr>
              <p:cNvPr id="7" name="TextBox 6"/>
              <p:cNvSpPr txBox="1"/>
              <p:nvPr/>
            </p:nvSpPr>
            <p:spPr>
              <a:xfrm>
                <a:off x="5475848" y="2399904"/>
                <a:ext cx="2410852" cy="402995"/>
              </a:xfrm>
              <a:prstGeom prst="rect">
                <a:avLst/>
              </a:prstGeom>
            </p:spPr>
            <p:style>
              <a:lnRef idx="3">
                <a:schemeClr val="lt1"/>
              </a:lnRef>
              <a:fillRef idx="1">
                <a:schemeClr val="accent3"/>
              </a:fillRef>
              <a:effectRef idx="1">
                <a:schemeClr val="accent3"/>
              </a:effectRef>
              <a:fontRef idx="minor">
                <a:schemeClr val="lt1"/>
              </a:fontRef>
            </p:style>
            <p:txBody>
              <a:bodyPr wrap="square" lIns="0" tIns="0" rIns="0" bIns="0" rtlCol="0">
                <a:spAutoFit/>
              </a:bodyPr>
              <a:lstStyle/>
              <a:p>
                <a:pPr algn="ctr"/>
                <a14:m>
                  <m:oMath xmlns:m="http://schemas.openxmlformats.org/officeDocument/2006/math">
                    <m:sSub>
                      <m:sSubPr>
                        <m:ctrlPr>
                          <a:rPr lang="en-US" sz="240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rPr>
                        </m:ctrlPr>
                      </m:sSubPr>
                      <m:e>
                        <m:r>
                          <a:rPr lang="en-US" sz="240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rPr>
                          <m:t>𝐷</m:t>
                        </m:r>
                      </m:e>
                      <m:sub>
                        <m:r>
                          <a:rPr lang="en-US" sz="240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rPr>
                          <m:t>𝑛</m:t>
                        </m:r>
                      </m:sub>
                    </m:sSub>
                    <m:r>
                      <a:rPr lang="en-US" sz="240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rPr>
                      <m:t>= </m:t>
                    </m:r>
                    <m:sSub>
                      <m:sSubPr>
                        <m:ctrlPr>
                          <a:rPr lang="en-US" sz="240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rPr>
                        </m:ctrlPr>
                      </m:sSubPr>
                      <m:e>
                        <m:r>
                          <a:rPr lang="en-US" sz="240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rPr>
                          <m:t>𝑋</m:t>
                        </m:r>
                      </m:e>
                      <m:sub>
                        <m:sSub>
                          <m:sSubPr>
                            <m:ctrlPr>
                              <a:rPr lang="en-US" sz="240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rPr>
                            </m:ctrlPr>
                          </m:sSubPr>
                          <m:e>
                            <m:r>
                              <a:rPr lang="en-US" sz="240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rPr>
                              <m:t>1</m:t>
                            </m:r>
                          </m:e>
                          <m:sub>
                            <m:r>
                              <a:rPr lang="en-US" sz="240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rPr>
                              <m:t>𝑛</m:t>
                            </m:r>
                          </m:sub>
                        </m:sSub>
                      </m:sub>
                    </m:sSub>
                  </m:oMath>
                </a14:m>
                <a:r>
                  <a:rPr lang="en-US" sz="2400" dirty="0">
                    <a:ln w="0"/>
                    <a:solidFill>
                      <a:schemeClr val="tx1"/>
                    </a:solidFill>
                    <a:effectLst>
                      <a:outerShdw blurRad="38100" dist="19050" dir="2700000" algn="tl" rotWithShape="0">
                        <a:schemeClr val="dk1">
                          <a:alpha val="40000"/>
                        </a:schemeClr>
                      </a:outerShdw>
                    </a:effectLst>
                  </a:rPr>
                  <a:t>- </a:t>
                </a:r>
                <a14:m>
                  <m:oMath xmlns:m="http://schemas.openxmlformats.org/officeDocument/2006/math">
                    <m:sSub>
                      <m:sSubPr>
                        <m:ctrlPr>
                          <a:rPr lang="en-US" sz="2400" i="1">
                            <a:ln w="0"/>
                            <a:solidFill>
                              <a:schemeClr val="tx1"/>
                            </a:solidFill>
                            <a:effectLst>
                              <a:outerShdw blurRad="38100" dist="19050" dir="2700000" algn="tl" rotWithShape="0">
                                <a:schemeClr val="dk1">
                                  <a:alpha val="40000"/>
                                </a:schemeClr>
                              </a:outerShdw>
                            </a:effectLst>
                            <a:latin typeface="Cambria Math" panose="02040503050406030204" pitchFamily="18" charset="0"/>
                          </a:rPr>
                        </m:ctrlPr>
                      </m:sSubPr>
                      <m:e>
                        <m:r>
                          <a:rPr lang="en-US" sz="2400" i="1">
                            <a:ln w="0"/>
                            <a:solidFill>
                              <a:schemeClr val="tx1"/>
                            </a:solidFill>
                            <a:effectLst>
                              <a:outerShdw blurRad="38100" dist="19050" dir="2700000" algn="tl" rotWithShape="0">
                                <a:schemeClr val="dk1">
                                  <a:alpha val="40000"/>
                                </a:schemeClr>
                              </a:outerShdw>
                            </a:effectLst>
                            <a:latin typeface="Cambria Math" panose="02040503050406030204" pitchFamily="18" charset="0"/>
                          </a:rPr>
                          <m:t>𝑋</m:t>
                        </m:r>
                      </m:e>
                      <m:sub>
                        <m:sSub>
                          <m:sSubPr>
                            <m:ctrlPr>
                              <a:rPr lang="en-US" sz="2400" i="1">
                                <a:ln w="0"/>
                                <a:solidFill>
                                  <a:schemeClr val="tx1"/>
                                </a:solidFill>
                                <a:effectLst>
                                  <a:outerShdw blurRad="38100" dist="19050" dir="2700000" algn="tl" rotWithShape="0">
                                    <a:schemeClr val="dk1">
                                      <a:alpha val="40000"/>
                                    </a:schemeClr>
                                  </a:outerShdw>
                                </a:effectLst>
                                <a:latin typeface="Cambria Math" panose="02040503050406030204" pitchFamily="18" charset="0"/>
                              </a:rPr>
                            </m:ctrlPr>
                          </m:sSubPr>
                          <m:e>
                            <m:r>
                              <a:rPr lang="en-US" sz="240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rPr>
                              <m:t>2</m:t>
                            </m:r>
                          </m:e>
                          <m:sub>
                            <m:r>
                              <a:rPr lang="en-US" sz="2400" i="1">
                                <a:ln w="0"/>
                                <a:solidFill>
                                  <a:schemeClr val="tx1"/>
                                </a:solidFill>
                                <a:effectLst>
                                  <a:outerShdw blurRad="38100" dist="19050" dir="2700000" algn="tl" rotWithShape="0">
                                    <a:schemeClr val="dk1">
                                      <a:alpha val="40000"/>
                                    </a:schemeClr>
                                  </a:outerShdw>
                                </a:effectLst>
                                <a:latin typeface="Cambria Math" panose="02040503050406030204" pitchFamily="18" charset="0"/>
                              </a:rPr>
                              <m:t>𝑛</m:t>
                            </m:r>
                          </m:sub>
                        </m:sSub>
                      </m:sub>
                    </m:sSub>
                  </m:oMath>
                </a14:m>
                <a:r>
                  <a:rPr lang="en-US" sz="2400" dirty="0">
                    <a:ln w="0"/>
                    <a:solidFill>
                      <a:schemeClr val="tx1"/>
                    </a:solidFill>
                    <a:effectLst>
                      <a:outerShdw blurRad="38100" dist="19050" dir="2700000" algn="tl" rotWithShape="0">
                        <a:schemeClr val="dk1">
                          <a:alpha val="40000"/>
                        </a:schemeClr>
                      </a:outerShdw>
                    </a:effectLst>
                  </a:rPr>
                  <a:t> </a:t>
                </a:r>
              </a:p>
            </p:txBody>
          </p:sp>
        </mc:Choice>
        <mc:Fallback xmlns="">
          <p:sp>
            <p:nvSpPr>
              <p:cNvPr id="7" name="TextBox 6"/>
              <p:cNvSpPr txBox="1">
                <a:spLocks noRot="1" noChangeAspect="1" noMove="1" noResize="1" noEditPoints="1" noAdjustHandles="1" noChangeArrowheads="1" noChangeShapeType="1" noTextEdit="1"/>
              </p:cNvSpPr>
              <p:nvPr/>
            </p:nvSpPr>
            <p:spPr>
              <a:xfrm>
                <a:off x="5475848" y="2399904"/>
                <a:ext cx="2410852" cy="402995"/>
              </a:xfrm>
              <a:prstGeom prst="rect">
                <a:avLst/>
              </a:prstGeom>
              <a:blipFill>
                <a:blip r:embed="rId7"/>
                <a:stretch>
                  <a:fillRect t="-23188" b="-391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0" name="Table 9">
                <a:extLst>
                  <a:ext uri="{FF2B5EF4-FFF2-40B4-BE49-F238E27FC236}">
                    <a16:creationId xmlns:a16="http://schemas.microsoft.com/office/drawing/2014/main" id="{FEFF5B46-13F9-4C41-B3D9-03D38E4AFBE7}"/>
                  </a:ext>
                </a:extLst>
              </p:cNvPr>
              <p:cNvGraphicFramePr>
                <a:graphicFrameLocks noGrp="1"/>
              </p:cNvGraphicFramePr>
              <p:nvPr>
                <p:extLst>
                  <p:ext uri="{D42A27DB-BD31-4B8C-83A1-F6EECF244321}">
                    <p14:modId xmlns:p14="http://schemas.microsoft.com/office/powerpoint/2010/main" val="1775717568"/>
                  </p:ext>
                </p:extLst>
              </p:nvPr>
            </p:nvGraphicFramePr>
            <p:xfrm>
              <a:off x="3866422" y="2399904"/>
              <a:ext cx="1129434" cy="1854200"/>
            </p:xfrm>
            <a:graphic>
              <a:graphicData uri="http://schemas.openxmlformats.org/drawingml/2006/table">
                <a:tbl>
                  <a:tblPr firstRow="1" bandRow="1">
                    <a:tableStyleId>{F5AB1C69-6EDB-4FF4-983F-18BD219EF322}</a:tableStyleId>
                  </a:tblPr>
                  <a:tblGrid>
                    <a:gridCol w="1129434">
                      <a:extLst>
                        <a:ext uri="{9D8B030D-6E8A-4147-A177-3AD203B41FA5}">
                          <a16:colId xmlns:a16="http://schemas.microsoft.com/office/drawing/2014/main" val="522177979"/>
                        </a:ext>
                      </a:extLst>
                    </a:gridCol>
                  </a:tblGrid>
                  <a:tr h="370840">
                    <a:tc>
                      <a:txBody>
                        <a:bodyPr/>
                        <a:lstStyle/>
                        <a:p>
                          <a:pPr algn="ctr"/>
                          <a14:m>
                            <m:oMathPara xmlns:m="http://schemas.openxmlformats.org/officeDocument/2006/math">
                              <m:oMathParaPr>
                                <m:jc m:val="centerGroup"/>
                              </m:oMathParaPr>
                              <m:oMath xmlns:m="http://schemas.openxmlformats.org/officeDocument/2006/math">
                                <m:r>
                                  <a:rPr lang="en-US" sz="1400" smtClean="0">
                                    <a:solidFill>
                                      <a:schemeClr val="tx1"/>
                                    </a:solidFill>
                                    <a:latin typeface="Cambria Math" panose="02040503050406030204" pitchFamily="18" charset="0"/>
                                  </a:rPr>
                                  <m:t>𝐷</m:t>
                                </m:r>
                              </m:oMath>
                            </m:oMathPara>
                          </a14:m>
                          <a:endParaRPr lang="en-US" sz="1400" dirty="0">
                            <a:solidFill>
                              <a:schemeClr val="tx1"/>
                            </a:solidFill>
                          </a:endParaRPr>
                        </a:p>
                      </a:txBody>
                      <a:tcPr/>
                    </a:tc>
                    <a:extLst>
                      <a:ext uri="{0D108BD9-81ED-4DB2-BD59-A6C34878D82A}">
                        <a16:rowId xmlns:a16="http://schemas.microsoft.com/office/drawing/2014/main" val="1161456333"/>
                      </a:ext>
                    </a:extLst>
                  </a:tr>
                  <a:tr h="370840">
                    <a:tc>
                      <a:txBody>
                        <a:bodyPr/>
                        <a:lstStyle/>
                        <a:p>
                          <a:pPr algn="ctr"/>
                          <a:r>
                            <a:rPr lang="en-US" sz="1400" dirty="0">
                              <a:solidFill>
                                <a:schemeClr val="tx1"/>
                              </a:solidFill>
                            </a:rPr>
                            <a:t>0</a:t>
                          </a:r>
                        </a:p>
                      </a:txBody>
                      <a:tcPr/>
                    </a:tc>
                    <a:extLst>
                      <a:ext uri="{0D108BD9-81ED-4DB2-BD59-A6C34878D82A}">
                        <a16:rowId xmlns:a16="http://schemas.microsoft.com/office/drawing/2014/main" val="4209527493"/>
                      </a:ext>
                    </a:extLst>
                  </a:tr>
                  <a:tr h="370840">
                    <a:tc>
                      <a:txBody>
                        <a:bodyPr/>
                        <a:lstStyle/>
                        <a:p>
                          <a:pPr algn="ctr"/>
                          <a:r>
                            <a:rPr lang="en-US" sz="1400" dirty="0">
                              <a:solidFill>
                                <a:schemeClr val="tx1"/>
                              </a:solidFill>
                            </a:rPr>
                            <a:t>0.1</a:t>
                          </a:r>
                        </a:p>
                      </a:txBody>
                      <a:tcPr/>
                    </a:tc>
                    <a:extLst>
                      <a:ext uri="{0D108BD9-81ED-4DB2-BD59-A6C34878D82A}">
                        <a16:rowId xmlns:a16="http://schemas.microsoft.com/office/drawing/2014/main" val="3189708125"/>
                      </a:ext>
                    </a:extLst>
                  </a:tr>
                  <a:tr h="370840">
                    <a:tc>
                      <a:txBody>
                        <a:bodyPr/>
                        <a:lstStyle/>
                        <a:p>
                          <a:pPr algn="ctr"/>
                          <a:r>
                            <a:rPr lang="en-US" sz="1400" dirty="0">
                              <a:solidFill>
                                <a:schemeClr val="tx1"/>
                              </a:solidFill>
                            </a:rPr>
                            <a:t>0.4</a:t>
                          </a:r>
                        </a:p>
                      </a:txBody>
                      <a:tcPr/>
                    </a:tc>
                    <a:extLst>
                      <a:ext uri="{0D108BD9-81ED-4DB2-BD59-A6C34878D82A}">
                        <a16:rowId xmlns:a16="http://schemas.microsoft.com/office/drawing/2014/main" val="3494497803"/>
                      </a:ext>
                    </a:extLst>
                  </a:tr>
                  <a:tr h="370840">
                    <a:tc>
                      <a:txBody>
                        <a:bodyPr/>
                        <a:lstStyle/>
                        <a:p>
                          <a:pPr algn="ctr"/>
                          <a:r>
                            <a:rPr lang="en-US" sz="1400" dirty="0">
                              <a:solidFill>
                                <a:schemeClr val="tx1"/>
                              </a:solidFill>
                            </a:rPr>
                            <a:t>-0.2</a:t>
                          </a:r>
                        </a:p>
                      </a:txBody>
                      <a:tcPr/>
                    </a:tc>
                    <a:extLst>
                      <a:ext uri="{0D108BD9-81ED-4DB2-BD59-A6C34878D82A}">
                        <a16:rowId xmlns:a16="http://schemas.microsoft.com/office/drawing/2014/main" val="2700627175"/>
                      </a:ext>
                    </a:extLst>
                  </a:tr>
                </a:tbl>
              </a:graphicData>
            </a:graphic>
          </p:graphicFrame>
        </mc:Choice>
        <mc:Fallback xmlns="">
          <p:graphicFrame>
            <p:nvGraphicFramePr>
              <p:cNvPr id="10" name="Table 9">
                <a:extLst>
                  <a:ext uri="{FF2B5EF4-FFF2-40B4-BE49-F238E27FC236}">
                    <a16:creationId xmlns:a16="http://schemas.microsoft.com/office/drawing/2014/main" id="{FEFF5B46-13F9-4C41-B3D9-03D38E4AFBE7}"/>
                  </a:ext>
                </a:extLst>
              </p:cNvPr>
              <p:cNvGraphicFramePr>
                <a:graphicFrameLocks noGrp="1"/>
              </p:cNvGraphicFramePr>
              <p:nvPr>
                <p:extLst>
                  <p:ext uri="{D42A27DB-BD31-4B8C-83A1-F6EECF244321}">
                    <p14:modId xmlns:p14="http://schemas.microsoft.com/office/powerpoint/2010/main" val="1775717568"/>
                  </p:ext>
                </p:extLst>
              </p:nvPr>
            </p:nvGraphicFramePr>
            <p:xfrm>
              <a:off x="3866422" y="2399904"/>
              <a:ext cx="1129434" cy="1854200"/>
            </p:xfrm>
            <a:graphic>
              <a:graphicData uri="http://schemas.openxmlformats.org/drawingml/2006/table">
                <a:tbl>
                  <a:tblPr firstRow="1" bandRow="1">
                    <a:tableStyleId>{F5AB1C69-6EDB-4FF4-983F-18BD219EF322}</a:tableStyleId>
                  </a:tblPr>
                  <a:tblGrid>
                    <a:gridCol w="1129434">
                      <a:extLst>
                        <a:ext uri="{9D8B030D-6E8A-4147-A177-3AD203B41FA5}">
                          <a16:colId xmlns:a16="http://schemas.microsoft.com/office/drawing/2014/main" val="522177979"/>
                        </a:ext>
                      </a:extLst>
                    </a:gridCol>
                  </a:tblGrid>
                  <a:tr h="370840">
                    <a:tc>
                      <a:txBody>
                        <a:bodyPr/>
                        <a:lstStyle/>
                        <a:p>
                          <a:endParaRPr lang="en-US"/>
                        </a:p>
                      </a:txBody>
                      <a:tcPr>
                        <a:blipFill>
                          <a:blip r:embed="rId4"/>
                          <a:stretch>
                            <a:fillRect l="-538" t="-1639" r="-2151" b="-403279"/>
                          </a:stretch>
                        </a:blipFill>
                      </a:tcPr>
                    </a:tc>
                    <a:extLst>
                      <a:ext uri="{0D108BD9-81ED-4DB2-BD59-A6C34878D82A}">
                        <a16:rowId xmlns:a16="http://schemas.microsoft.com/office/drawing/2014/main" val="1161456333"/>
                      </a:ext>
                    </a:extLst>
                  </a:tr>
                  <a:tr h="370840">
                    <a:tc>
                      <a:txBody>
                        <a:bodyPr/>
                        <a:lstStyle/>
                        <a:p>
                          <a:pPr algn="ctr"/>
                          <a:r>
                            <a:rPr lang="en-US" sz="1400" dirty="0" smtClean="0">
                              <a:solidFill>
                                <a:schemeClr val="tx1"/>
                              </a:solidFill>
                            </a:rPr>
                            <a:t>0</a:t>
                          </a:r>
                          <a:endParaRPr lang="en-US" sz="1400" dirty="0">
                            <a:solidFill>
                              <a:schemeClr val="tx1"/>
                            </a:solidFill>
                          </a:endParaRPr>
                        </a:p>
                      </a:txBody>
                      <a:tcPr/>
                    </a:tc>
                    <a:extLst>
                      <a:ext uri="{0D108BD9-81ED-4DB2-BD59-A6C34878D82A}">
                        <a16:rowId xmlns:a16="http://schemas.microsoft.com/office/drawing/2014/main" val="4209527493"/>
                      </a:ext>
                    </a:extLst>
                  </a:tr>
                  <a:tr h="370840">
                    <a:tc>
                      <a:txBody>
                        <a:bodyPr/>
                        <a:lstStyle/>
                        <a:p>
                          <a:pPr algn="ctr"/>
                          <a:r>
                            <a:rPr lang="en-US" sz="1400" dirty="0" smtClean="0">
                              <a:solidFill>
                                <a:schemeClr val="tx1"/>
                              </a:solidFill>
                            </a:rPr>
                            <a:t>0.1</a:t>
                          </a:r>
                          <a:endParaRPr lang="en-US" sz="1400" dirty="0">
                            <a:solidFill>
                              <a:schemeClr val="tx1"/>
                            </a:solidFill>
                          </a:endParaRPr>
                        </a:p>
                      </a:txBody>
                      <a:tcPr/>
                    </a:tc>
                    <a:extLst>
                      <a:ext uri="{0D108BD9-81ED-4DB2-BD59-A6C34878D82A}">
                        <a16:rowId xmlns:a16="http://schemas.microsoft.com/office/drawing/2014/main" val="3189708125"/>
                      </a:ext>
                    </a:extLst>
                  </a:tr>
                  <a:tr h="370840">
                    <a:tc>
                      <a:txBody>
                        <a:bodyPr/>
                        <a:lstStyle/>
                        <a:p>
                          <a:pPr algn="ctr"/>
                          <a:r>
                            <a:rPr lang="en-US" sz="1400" dirty="0" smtClean="0">
                              <a:solidFill>
                                <a:schemeClr val="tx1"/>
                              </a:solidFill>
                            </a:rPr>
                            <a:t>0.4</a:t>
                          </a:r>
                          <a:endParaRPr lang="en-US" sz="1400" dirty="0">
                            <a:solidFill>
                              <a:schemeClr val="tx1"/>
                            </a:solidFill>
                          </a:endParaRPr>
                        </a:p>
                      </a:txBody>
                      <a:tcPr/>
                    </a:tc>
                    <a:extLst>
                      <a:ext uri="{0D108BD9-81ED-4DB2-BD59-A6C34878D82A}">
                        <a16:rowId xmlns:a16="http://schemas.microsoft.com/office/drawing/2014/main" val="3494497803"/>
                      </a:ext>
                    </a:extLst>
                  </a:tr>
                  <a:tr h="370840">
                    <a:tc>
                      <a:txBody>
                        <a:bodyPr/>
                        <a:lstStyle/>
                        <a:p>
                          <a:pPr algn="ctr"/>
                          <a:r>
                            <a:rPr lang="en-US" sz="1400" dirty="0" smtClean="0">
                              <a:solidFill>
                                <a:schemeClr val="tx1"/>
                              </a:solidFill>
                            </a:rPr>
                            <a:t>-0.2</a:t>
                          </a:r>
                          <a:endParaRPr lang="en-US" sz="1400" dirty="0">
                            <a:solidFill>
                              <a:schemeClr val="tx1"/>
                            </a:solidFill>
                          </a:endParaRPr>
                        </a:p>
                      </a:txBody>
                      <a:tcPr/>
                    </a:tc>
                    <a:extLst>
                      <a:ext uri="{0D108BD9-81ED-4DB2-BD59-A6C34878D82A}">
                        <a16:rowId xmlns:a16="http://schemas.microsoft.com/office/drawing/2014/main" val="2700627175"/>
                      </a:ext>
                    </a:extLst>
                  </a:tr>
                </a:tbl>
              </a:graphicData>
            </a:graphic>
          </p:graphicFrame>
        </mc:Fallback>
      </mc:AlternateContent>
      <mc:AlternateContent xmlns:mc="http://schemas.openxmlformats.org/markup-compatibility/2006" xmlns:a14="http://schemas.microsoft.com/office/drawing/2010/main">
        <mc:Choice Requires="a14">
          <p:sp>
            <p:nvSpPr>
              <p:cNvPr id="11" name="TextBox 10"/>
              <p:cNvSpPr txBox="1"/>
              <p:nvPr/>
            </p:nvSpPr>
            <p:spPr>
              <a:xfrm>
                <a:off x="5475848" y="2973179"/>
                <a:ext cx="2410852" cy="1107996"/>
              </a:xfrm>
              <a:prstGeom prst="rect">
                <a:avLst/>
              </a:prstGeom>
            </p:spPr>
            <p:style>
              <a:lnRef idx="2">
                <a:schemeClr val="dk1"/>
              </a:lnRef>
              <a:fillRef idx="1">
                <a:schemeClr val="lt1"/>
              </a:fillRef>
              <a:effectRef idx="0">
                <a:schemeClr val="dk1"/>
              </a:effectRef>
              <a:fontRef idx="minor">
                <a:schemeClr val="dk1"/>
              </a:fontRef>
            </p:style>
            <p:txBody>
              <a:bodyPr wrap="square" lIns="0" tIns="0" rIns="0" bIns="0" rtlCol="0">
                <a:spAutoFit/>
              </a:bodyPr>
              <a:lstStyle/>
              <a:p>
                <a:pPr algn="ctr"/>
                <a14:m>
                  <m:oMathPara xmlns:m="http://schemas.openxmlformats.org/officeDocument/2006/math">
                    <m:oMathParaPr>
                      <m:jc m:val="center"/>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1</m:t>
                          </m:r>
                        </m:sub>
                      </m:sSub>
                      <m:r>
                        <a:rPr lang="en-US" b="0" i="0" smtClean="0">
                          <a:latin typeface="Cambria Math" panose="02040503050406030204" pitchFamily="18" charset="0"/>
                        </a:rPr>
                        <m:t>=0.2−0.2=0</m:t>
                      </m:r>
                    </m:oMath>
                  </m:oMathPara>
                </a14:m>
                <a:endParaRPr lang="en-US" dirty="0"/>
              </a:p>
              <a:p>
                <a:pPr algn="ctr"/>
                <a:r>
                  <a:rPr lang="en-US" dirty="0"/>
                  <a:t>.</a:t>
                </a:r>
              </a:p>
              <a:p>
                <a:pPr algn="ctr"/>
                <a:r>
                  <a:rPr lang="en-US" dirty="0"/>
                  <a:t>.</a:t>
                </a:r>
              </a:p>
              <a:p>
                <a:pPr algn="ctr"/>
                <a14:m>
                  <m:oMathPara xmlns:m="http://schemas.openxmlformats.org/officeDocument/2006/math">
                    <m:oMathParaPr>
                      <m:jc m:val="center"/>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b="0" i="1" smtClean="0">
                              <a:latin typeface="Cambria Math" panose="02040503050406030204" pitchFamily="18" charset="0"/>
                            </a:rPr>
                            <m:t>4</m:t>
                          </m:r>
                        </m:sub>
                      </m:sSub>
                      <m:r>
                        <a:rPr lang="en-US" b="0" i="1" smtClean="0">
                          <a:latin typeface="Cambria Math" panose="02040503050406030204" pitchFamily="18" charset="0"/>
                        </a:rPr>
                        <m:t>=0.4−0.6=−0.2 </m:t>
                      </m:r>
                    </m:oMath>
                  </m:oMathPara>
                </a14:m>
                <a:endParaRPr lang="en-US" dirty="0"/>
              </a:p>
            </p:txBody>
          </p:sp>
        </mc:Choice>
        <mc:Fallback xmlns="">
          <p:sp>
            <p:nvSpPr>
              <p:cNvPr id="11" name="TextBox 10"/>
              <p:cNvSpPr txBox="1">
                <a:spLocks noRot="1" noChangeAspect="1" noMove="1" noResize="1" noEditPoints="1" noAdjustHandles="1" noChangeArrowheads="1" noChangeShapeType="1" noTextEdit="1"/>
              </p:cNvSpPr>
              <p:nvPr/>
            </p:nvSpPr>
            <p:spPr>
              <a:xfrm>
                <a:off x="5475848" y="2973179"/>
                <a:ext cx="2410852" cy="1107996"/>
              </a:xfrm>
              <a:prstGeom prst="rect">
                <a:avLst/>
              </a:prstGeom>
              <a:blipFill>
                <a:blip r:embed="rId5"/>
                <a:stretch>
                  <a:fillRect b="-2174"/>
                </a:stretch>
              </a:blipFill>
            </p:spPr>
            <p:txBody>
              <a:bodyPr/>
              <a:lstStyle/>
              <a:p>
                <a:r>
                  <a:rPr lang="en-US">
                    <a:noFill/>
                  </a:rPr>
                  <a:t> </a:t>
                </a:r>
              </a:p>
            </p:txBody>
          </p:sp>
        </mc:Fallback>
      </mc:AlternateContent>
      <p:sp>
        <p:nvSpPr>
          <p:cNvPr id="12" name="Right Brace 11"/>
          <p:cNvSpPr/>
          <p:nvPr/>
        </p:nvSpPr>
        <p:spPr>
          <a:xfrm>
            <a:off x="5106568" y="2876076"/>
            <a:ext cx="193431" cy="1187604"/>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3" name="Rectangle 12"/>
          <p:cNvSpPr/>
          <p:nvPr/>
        </p:nvSpPr>
        <p:spPr>
          <a:xfrm>
            <a:off x="1004780" y="1962597"/>
            <a:ext cx="3623492" cy="369332"/>
          </a:xfrm>
          <a:prstGeom prst="rect">
            <a:avLst/>
          </a:prstGeom>
        </p:spPr>
        <p:txBody>
          <a:bodyPr wrap="none">
            <a:spAutoFit/>
          </a:bodyPr>
          <a:lstStyle/>
          <a:p>
            <a:r>
              <a:rPr lang="en-US" dirty="0"/>
              <a:t>The distance between two distribution</a:t>
            </a:r>
          </a:p>
        </p:txBody>
      </p:sp>
      <p:sp>
        <p:nvSpPr>
          <p:cNvPr id="14" name="Rectangle 13"/>
          <p:cNvSpPr/>
          <p:nvPr/>
        </p:nvSpPr>
        <p:spPr>
          <a:xfrm>
            <a:off x="8092337" y="2331929"/>
            <a:ext cx="548709" cy="461665"/>
          </a:xfrm>
          <a:prstGeom prst="rect">
            <a:avLst/>
          </a:prstGeom>
        </p:spPr>
        <p:txBody>
          <a:bodyPr wrap="square">
            <a:spAutoFit/>
          </a:bodyPr>
          <a:lstStyle/>
          <a:p>
            <a:r>
              <a:rPr lang="en-US" sz="2400" dirty="0"/>
              <a:t>(1)</a:t>
            </a:r>
          </a:p>
        </p:txBody>
      </p:sp>
    </p:spTree>
    <p:extLst>
      <p:ext uri="{BB962C8B-B14F-4D97-AF65-F5344CB8AC3E}">
        <p14:creationId xmlns:p14="http://schemas.microsoft.com/office/powerpoint/2010/main" val="3231264280"/>
      </p:ext>
    </p:extLst>
  </p:cSld>
  <p:clrMapOvr>
    <a:masterClrMapping/>
  </p:clrMapOvr>
  <p:transition spd="slow" advTm="49585">
    <p:push dir="u"/>
  </p:transition>
  <p:timing>
    <p:tnLst>
      <p:par>
        <p:cTn id="1" dur="indefinite" restart="never" nodeType="tmRoot"/>
      </p:par>
    </p:tnLst>
  </p:timing>
  <p:extLst mod="1">
    <p:ext uri="{3A86A75C-4F4B-4683-9AE1-C65F6400EC91}">
      <p14:laserTraceLst xmlns:p14="http://schemas.microsoft.com/office/powerpoint/2010/main">
        <p14:tracePtLst>
          <p14:tracePt t="413" x="3578225" y="5529263"/>
          <p14:tracePt t="500" x="3497263" y="5494338"/>
          <p14:tracePt t="517" x="3490913" y="5486400"/>
          <p14:tracePt t="585" x="3482975" y="5478463"/>
          <p14:tracePt t="593" x="3468688" y="5464175"/>
          <p14:tracePt t="601" x="3454400" y="5449888"/>
          <p14:tracePt t="617" x="3411538" y="5370513"/>
          <p14:tracePt t="634" x="3344863" y="5268913"/>
          <p14:tracePt t="650" x="3243263" y="4992688"/>
          <p14:tracePt t="667" x="3084513" y="4419600"/>
          <p14:tracePt t="684" x="2909888" y="3773488"/>
          <p14:tracePt t="700" x="2706688" y="3163888"/>
          <p14:tracePt t="717" x="2517775" y="2582863"/>
          <p14:tracePt t="734" x="2424113" y="2286000"/>
          <p14:tracePt t="751" x="2365375" y="2125663"/>
          <p14:tracePt t="767" x="2328863" y="2017713"/>
          <p14:tracePt t="784" x="2322513" y="1958975"/>
          <p14:tracePt t="801" x="2308225" y="1922463"/>
          <p14:tracePt t="817" x="2308225" y="1916113"/>
          <p14:tracePt t="834" x="2308225" y="1893888"/>
          <p14:tracePt t="851" x="2300288" y="1887538"/>
          <p14:tracePt t="867" x="2300288" y="1871663"/>
          <p14:tracePt t="884" x="2300288" y="1836738"/>
          <p14:tracePt t="901" x="2300288" y="1749425"/>
          <p14:tracePt t="917" x="2293938" y="1654175"/>
          <p14:tracePt t="934" x="2293938" y="1603375"/>
          <p14:tracePt t="951" x="2293938" y="1589088"/>
          <p14:tracePt t="1217" x="2308225" y="1639888"/>
          <p14:tracePt t="1224" x="2322513" y="1662113"/>
          <p14:tracePt t="1234" x="2336800" y="1684338"/>
          <p14:tracePt t="1250" x="2373313" y="1719263"/>
          <p14:tracePt t="1267" x="2438400" y="1735138"/>
          <p14:tracePt t="1284" x="2503488" y="1735138"/>
          <p14:tracePt t="1301" x="2598738" y="1735138"/>
          <p14:tracePt t="1317" x="2751138" y="1735138"/>
          <p14:tracePt t="1334" x="2946400" y="1719263"/>
          <p14:tracePt t="1351" x="3141663" y="1690688"/>
          <p14:tracePt t="1368" x="3375025" y="1676400"/>
          <p14:tracePt t="1384" x="3490913" y="1676400"/>
          <p14:tracePt t="1401" x="3606800" y="1676400"/>
          <p14:tracePt t="1417" x="3700463" y="1676400"/>
          <p14:tracePt t="1434" x="3802063" y="1676400"/>
          <p14:tracePt t="1451" x="3889375" y="1676400"/>
          <p14:tracePt t="1467" x="4005263" y="1676400"/>
          <p14:tracePt t="1484" x="4137025" y="1676400"/>
          <p14:tracePt t="1501" x="4325938" y="1676400"/>
          <p14:tracePt t="1517" x="4498975" y="1676400"/>
          <p14:tracePt t="1534" x="4760913" y="1676400"/>
          <p14:tracePt t="1551" x="5057775" y="1676400"/>
          <p14:tracePt t="1568" x="5326063" y="1676400"/>
          <p14:tracePt t="1584" x="5421313" y="1654175"/>
          <p14:tracePt t="1601" x="5472113" y="1647825"/>
          <p14:tracePt t="1617" x="5514975" y="1633538"/>
          <p14:tracePt t="1634" x="5551488" y="1625600"/>
          <p14:tracePt t="1651" x="5580063" y="1625600"/>
          <p14:tracePt t="1668" x="5624513" y="1617663"/>
          <p14:tracePt t="1684" x="5667375" y="1617663"/>
          <p14:tracePt t="1701" x="5718175" y="1617663"/>
          <p14:tracePt t="1717" x="5768975" y="1617663"/>
          <p14:tracePt t="1734" x="5842000" y="1617663"/>
          <p14:tracePt t="1751" x="5907088" y="1617663"/>
          <p14:tracePt t="1768" x="6073775" y="1617663"/>
          <p14:tracePt t="1784" x="6183313" y="1617663"/>
          <p14:tracePt t="1801" x="6262688" y="1603375"/>
          <p14:tracePt t="1818" x="6350000" y="1597025"/>
          <p14:tracePt t="1834" x="6429375" y="1582738"/>
          <p14:tracePt t="1851" x="6494463" y="1566863"/>
          <p14:tracePt t="1868" x="6561138" y="1552575"/>
          <p14:tracePt t="1884" x="6611938" y="1546225"/>
          <p14:tracePt t="1901" x="6654800" y="1538288"/>
          <p14:tracePt t="1918" x="6691313" y="1531938"/>
          <p14:tracePt t="1934" x="6727825" y="1524000"/>
          <p14:tracePt t="1951" x="6770688" y="1516063"/>
          <p14:tracePt t="1968" x="6858000" y="1516063"/>
          <p14:tracePt t="1984" x="6894513" y="1516063"/>
          <p14:tracePt t="2001" x="6931025" y="1516063"/>
          <p14:tracePt t="2018" x="6945313" y="1516063"/>
          <p14:tracePt t="2034" x="6967538" y="1516063"/>
          <p14:tracePt t="2051" x="6988175" y="1516063"/>
          <p14:tracePt t="2068" x="7032625" y="1516063"/>
          <p14:tracePt t="2084" x="7069138" y="1516063"/>
          <p14:tracePt t="2101" x="7104063" y="1524000"/>
          <p14:tracePt t="2118" x="7126288" y="1531938"/>
          <p14:tracePt t="2134" x="7148513" y="1531938"/>
          <p14:tracePt t="2151" x="7162800" y="1538288"/>
          <p14:tracePt t="2168" x="7191375" y="1538288"/>
          <p14:tracePt t="2184" x="7221538" y="1546225"/>
          <p14:tracePt t="2201" x="7235825" y="1560513"/>
          <p14:tracePt t="2217" x="7242175" y="1560513"/>
          <p14:tracePt t="2234" x="7256463" y="1560513"/>
          <p14:tracePt t="2268" x="7264400" y="1560513"/>
          <p14:tracePt t="2284" x="7278688" y="1566863"/>
          <p14:tracePt t="2301" x="7286625" y="1582738"/>
          <p14:tracePt t="2318" x="7300913" y="1589088"/>
          <p14:tracePt t="2334" x="7307263" y="1597025"/>
          <p14:tracePt t="2351" x="7315200" y="1597025"/>
          <p14:tracePt t="2368" x="7323138" y="1603375"/>
          <p14:tracePt t="2841" x="7323138" y="1611313"/>
          <p14:tracePt t="2849" x="7323138" y="1617663"/>
          <p14:tracePt t="2865" x="7315200" y="1633538"/>
          <p14:tracePt t="2873" x="7315200" y="1639888"/>
          <p14:tracePt t="2884" x="7307263" y="1654175"/>
          <p14:tracePt t="2901" x="7300913" y="1668463"/>
          <p14:tracePt t="2918" x="7286625" y="1690688"/>
          <p14:tracePt t="2935" x="7278688" y="1698625"/>
          <p14:tracePt t="2968" x="7278688" y="1704975"/>
          <p14:tracePt t="3386" x="7264400" y="1712913"/>
          <p14:tracePt t="3393" x="7235825" y="1712913"/>
          <p14:tracePt t="3401" x="7199313" y="1712913"/>
          <p14:tracePt t="3418" x="7083425" y="1698625"/>
          <p14:tracePt t="3435" x="6858000" y="1662113"/>
          <p14:tracePt t="3451" x="6662738" y="1639888"/>
          <p14:tracePt t="3468" x="6459538" y="1611313"/>
          <p14:tracePt t="3485" x="6205538" y="1611313"/>
          <p14:tracePt t="3501" x="5907088" y="1611313"/>
          <p14:tracePt t="3518" x="5529263" y="1611313"/>
          <p14:tracePt t="3535" x="5153025" y="1611313"/>
          <p14:tracePt t="3551" x="4891088" y="1611313"/>
          <p14:tracePt t="3568" x="4645025" y="1617663"/>
          <p14:tracePt t="3585" x="4506913" y="1654175"/>
          <p14:tracePt t="3602" x="4376738" y="1690688"/>
          <p14:tracePt t="3618" x="4202113" y="1735138"/>
          <p14:tracePt t="3635" x="4027488" y="1792288"/>
          <p14:tracePt t="3651" x="3860800" y="1843088"/>
          <p14:tracePt t="3668" x="3700463" y="1887538"/>
          <p14:tracePt t="3685" x="3584575" y="1930400"/>
          <p14:tracePt t="3701" x="3476625" y="1966913"/>
          <p14:tracePt t="3718" x="3375025" y="1995488"/>
          <p14:tracePt t="3735" x="3251200" y="2032000"/>
          <p14:tracePt t="3751" x="3149600" y="2068513"/>
          <p14:tracePt t="3768" x="3011488" y="2105025"/>
          <p14:tracePt t="3785" x="2968625" y="2133600"/>
          <p14:tracePt t="3801" x="2873375" y="2176463"/>
          <p14:tracePt t="3818" x="2808288" y="2198688"/>
          <p14:tracePt t="3835" x="2728913" y="2235200"/>
          <p14:tracePt t="3852" x="2700338" y="2249488"/>
          <p14:tracePt t="3868" x="2663825" y="2263775"/>
          <p14:tracePt t="3885" x="2633663" y="2271713"/>
          <p14:tracePt t="3902" x="2613025" y="2271713"/>
          <p14:tracePt t="3918" x="2582863" y="2286000"/>
          <p14:tracePt t="3935" x="2554288" y="2300288"/>
          <p14:tracePt t="3952" x="2532063" y="2314575"/>
          <p14:tracePt t="3968" x="2525713" y="2322513"/>
          <p14:tracePt t="3985" x="2517775" y="2322513"/>
          <p14:tracePt t="4001" x="2511425" y="2322513"/>
          <p14:tracePt t="4018" x="2503488" y="2322513"/>
          <p14:tracePt t="4035" x="2481263" y="2336800"/>
          <p14:tracePt t="4052" x="2466975" y="2336800"/>
          <p14:tracePt t="4068" x="2452688" y="2344738"/>
          <p14:tracePt t="4085" x="2438400" y="2344738"/>
          <p14:tracePt t="4377" x="2430463" y="2351088"/>
          <p14:tracePt t="4385" x="2430463" y="2359025"/>
          <p14:tracePt t="4392" x="2424113" y="2365375"/>
          <p14:tracePt t="4401" x="2416175" y="2373313"/>
          <p14:tracePt t="4418" x="2416175" y="2379663"/>
          <p14:tracePt t="4595" x="2409825" y="2379663"/>
          <p14:tracePt t="4627" x="2395538" y="2379663"/>
          <p14:tracePt t="4635" x="2373313" y="2379663"/>
          <p14:tracePt t="4643" x="2351088" y="2365375"/>
          <p14:tracePt t="4653" x="2308225" y="2322513"/>
          <p14:tracePt t="4668" x="2212975" y="2257425"/>
          <p14:tracePt t="4685" x="2119313" y="2198688"/>
          <p14:tracePt t="4702" x="2060575" y="2170113"/>
          <p14:tracePt t="4719" x="2017713" y="2170113"/>
          <p14:tracePt t="4735" x="1966913" y="2170113"/>
          <p14:tracePt t="4752" x="1865313" y="2170113"/>
          <p14:tracePt t="4768" x="1792288" y="2170113"/>
          <p14:tracePt t="4785" x="1719263" y="2170113"/>
          <p14:tracePt t="4802" x="1647825" y="2170113"/>
          <p14:tracePt t="4818" x="1566863" y="2184400"/>
          <p14:tracePt t="4835" x="1473200" y="2206625"/>
          <p14:tracePt t="4852" x="1385888" y="2235200"/>
          <p14:tracePt t="4869" x="1284288" y="2271713"/>
          <p14:tracePt t="4885" x="1211263" y="2308225"/>
          <p14:tracePt t="4902" x="1139825" y="2351088"/>
          <p14:tracePt t="4918" x="1074738" y="2409825"/>
          <p14:tracePt t="4935" x="1001713" y="2460625"/>
          <p14:tracePt t="4952" x="936625" y="2554288"/>
          <p14:tracePt t="4969" x="877888" y="2655888"/>
          <p14:tracePt t="4985" x="820738" y="2765425"/>
          <p14:tracePt t="5002" x="790575" y="2881313"/>
          <p14:tracePt t="5019" x="754063" y="3011488"/>
          <p14:tracePt t="5035" x="725488" y="3149600"/>
          <p14:tracePt t="5052" x="719138" y="3273425"/>
          <p14:tracePt t="5069" x="703263" y="3381375"/>
          <p14:tracePt t="5085" x="688975" y="3490913"/>
          <p14:tracePt t="5102" x="688975" y="3629025"/>
          <p14:tracePt t="5119" x="733425" y="3781425"/>
          <p14:tracePt t="5135" x="776288" y="3919538"/>
          <p14:tracePt t="5152" x="835025" y="4056063"/>
          <p14:tracePt t="5169" x="877888" y="4151313"/>
          <p14:tracePt t="5185" x="942975" y="4230688"/>
          <p14:tracePt t="5202" x="1016000" y="4303713"/>
          <p14:tracePt t="5219" x="1154113" y="4368800"/>
          <p14:tracePt t="5235" x="1335088" y="4448175"/>
          <p14:tracePt t="5252" x="1495425" y="4484688"/>
          <p14:tracePt t="5269" x="1597025" y="4521200"/>
          <p14:tracePt t="5285" x="1676400" y="4543425"/>
          <p14:tracePt t="5302" x="1755775" y="4557713"/>
          <p14:tracePt t="5319" x="1857375" y="4579938"/>
          <p14:tracePt t="5336" x="1958975" y="4608513"/>
          <p14:tracePt t="5352" x="2155825" y="4630738"/>
          <p14:tracePt t="5369" x="2314575" y="4651375"/>
          <p14:tracePt t="5385" x="2497138" y="4681538"/>
          <p14:tracePt t="5402" x="2663825" y="4702175"/>
          <p14:tracePt t="5419" x="2822575" y="4724400"/>
          <p14:tracePt t="5435" x="2938463" y="4732338"/>
          <p14:tracePt t="5452" x="3025775" y="4732338"/>
          <p14:tracePt t="5469" x="3076575" y="4732338"/>
          <p14:tracePt t="5485" x="3121025" y="4732338"/>
          <p14:tracePt t="5488" x="3157538" y="4724400"/>
          <p14:tracePt t="5502" x="3186113" y="4702175"/>
          <p14:tracePt t="5519" x="3243263" y="4687888"/>
          <p14:tracePt t="5536" x="3367088" y="4659313"/>
          <p14:tracePt t="5552" x="3425825" y="4659313"/>
          <p14:tracePt t="5569" x="3482975" y="4630738"/>
          <p14:tracePt t="5586" x="3527425" y="4600575"/>
          <p14:tracePt t="5602" x="3578225" y="4564063"/>
          <p14:tracePt t="5619" x="3629025" y="4506913"/>
          <p14:tracePt t="5635" x="3679825" y="4456113"/>
          <p14:tracePt t="5653" x="3730625" y="4405313"/>
          <p14:tracePt t="5669" x="3795713" y="4310063"/>
          <p14:tracePt t="5685" x="3810000" y="4267200"/>
          <p14:tracePt t="5702" x="3860800" y="4143375"/>
          <p14:tracePt t="5719" x="3903663" y="3998913"/>
          <p14:tracePt t="5736" x="3962400" y="3795713"/>
          <p14:tracePt t="5752" x="3976688" y="3694113"/>
          <p14:tracePt t="5769" x="3976688" y="3598863"/>
          <p14:tracePt t="5786" x="3976688" y="3482975"/>
          <p14:tracePt t="5802" x="3976688" y="3367088"/>
          <p14:tracePt t="5819" x="3976688" y="3228975"/>
          <p14:tracePt t="5835" x="3976688" y="3121025"/>
          <p14:tracePt t="5852" x="3976688" y="3025775"/>
          <p14:tracePt t="5869" x="3976688" y="2938463"/>
          <p14:tracePt t="5885" x="3948113" y="2822575"/>
          <p14:tracePt t="5902" x="3933825" y="2765425"/>
          <p14:tracePt t="5919" x="3903663" y="2670175"/>
          <p14:tracePt t="5936" x="3875088" y="2576513"/>
          <p14:tracePt t="5952" x="3838575" y="2503488"/>
          <p14:tracePt t="5969" x="3787775" y="2430463"/>
          <p14:tracePt t="5986" x="3730625" y="2351088"/>
          <p14:tracePt t="6002" x="3671888" y="2278063"/>
          <p14:tracePt t="6019" x="3606800" y="2227263"/>
          <p14:tracePt t="6035" x="3556000" y="2192338"/>
          <p14:tracePt t="6052" x="3519488" y="2155825"/>
          <p14:tracePt t="6069" x="3446463" y="2119313"/>
          <p14:tracePt t="6086" x="3375025" y="2074863"/>
          <p14:tracePt t="6102" x="3309938" y="2054225"/>
          <p14:tracePt t="6119" x="3222625" y="2024063"/>
          <p14:tracePt t="6136" x="3163888" y="2017713"/>
          <p14:tracePt t="6152" x="3048000" y="1995488"/>
          <p14:tracePt t="6169" x="2968625" y="1989138"/>
          <p14:tracePt t="6186" x="2881313" y="1989138"/>
          <p14:tracePt t="6202" x="2801938" y="1989138"/>
          <p14:tracePt t="6219" x="2735263" y="1989138"/>
          <p14:tracePt t="6236" x="2655888" y="1989138"/>
          <p14:tracePt t="6252" x="2576513" y="1989138"/>
          <p14:tracePt t="6269" x="2503488" y="1989138"/>
          <p14:tracePt t="6286" x="2395538" y="2003425"/>
          <p14:tracePt t="6302" x="2293938" y="2009775"/>
          <p14:tracePt t="6319" x="2198688" y="2032000"/>
          <p14:tracePt t="6336" x="2046288" y="2046288"/>
          <p14:tracePt t="6352" x="1938338" y="2074863"/>
          <p14:tracePt t="6369" x="1836738" y="2097088"/>
          <p14:tracePt t="6386" x="1763713" y="2119313"/>
          <p14:tracePt t="6402" x="1668463" y="2147888"/>
          <p14:tracePt t="6419" x="1597025" y="2184400"/>
          <p14:tracePt t="6436" x="1509713" y="2243138"/>
          <p14:tracePt t="6452" x="1436688" y="2293938"/>
          <p14:tracePt t="6469" x="1357313" y="2359025"/>
          <p14:tracePt t="6486" x="1298575" y="2416175"/>
          <p14:tracePt t="6488" x="1270000" y="2430463"/>
          <p14:tracePt t="6502" x="1247775" y="2446338"/>
          <p14:tracePt t="6519" x="1196975" y="2481263"/>
          <p14:tracePt t="6536" x="1146175" y="2517775"/>
          <p14:tracePt t="6552" x="1117600" y="2547938"/>
          <p14:tracePt t="6569" x="1089025" y="2582863"/>
          <p14:tracePt t="6586" x="1066800" y="2633663"/>
          <p14:tracePt t="6602" x="1044575" y="2692400"/>
          <p14:tracePt t="6619" x="1023938" y="2751138"/>
          <p14:tracePt t="6636" x="993775" y="2816225"/>
          <p14:tracePt t="6652" x="987425" y="2909888"/>
          <p14:tracePt t="6669" x="965200" y="2997200"/>
          <p14:tracePt t="6686" x="950913" y="3135313"/>
          <p14:tracePt t="6702" x="928688" y="3294063"/>
          <p14:tracePt t="6719" x="914400" y="3440113"/>
          <p14:tracePt t="6736" x="914400" y="3635375"/>
          <p14:tracePt t="6753" x="914400" y="3751263"/>
          <p14:tracePt t="6769" x="928688" y="3860800"/>
          <p14:tracePt t="6786" x="965200" y="3970338"/>
          <p14:tracePt t="6803" x="1008063" y="4056063"/>
          <p14:tracePt t="6819" x="1044575" y="4143375"/>
          <p14:tracePt t="6836" x="1089025" y="4208463"/>
          <p14:tracePt t="6852" x="1146175" y="4289425"/>
          <p14:tracePt t="6869" x="1233488" y="4354513"/>
          <p14:tracePt t="6886" x="1357313" y="4433888"/>
          <p14:tracePt t="6902" x="1481138" y="4492625"/>
          <p14:tracePt t="6919" x="1617663" y="4543425"/>
          <p14:tracePt t="6936" x="1800225" y="4594225"/>
          <p14:tracePt t="6953" x="1952625" y="4622800"/>
          <p14:tracePt t="6969" x="2119313" y="4645025"/>
          <p14:tracePt t="6986" x="2308225" y="4673600"/>
          <p14:tracePt t="7002" x="2481263" y="4687888"/>
          <p14:tracePt t="7019" x="2627313" y="4710113"/>
          <p14:tracePt t="7036" x="2765425" y="4732338"/>
          <p14:tracePt t="7053" x="2895600" y="4752975"/>
          <p14:tracePt t="7069" x="3005138" y="4767263"/>
          <p14:tracePt t="7086" x="3121025" y="4783138"/>
          <p14:tracePt t="7103" x="3222625" y="4783138"/>
          <p14:tracePt t="7119" x="3287713" y="4775200"/>
          <p14:tracePt t="7136" x="3403600" y="4724400"/>
          <p14:tracePt t="7153" x="3468688" y="4681538"/>
          <p14:tracePt t="7169" x="3541713" y="4645025"/>
          <p14:tracePt t="7186" x="3578225" y="4614863"/>
          <p14:tracePt t="7203" x="3621088" y="4586288"/>
          <p14:tracePt t="7219" x="3671888" y="4498975"/>
          <p14:tracePt t="7236" x="3744913" y="4332288"/>
          <p14:tracePt t="7253" x="3802063" y="4187825"/>
          <p14:tracePt t="7269" x="3860800" y="4027488"/>
          <p14:tracePt t="7286" x="3897313" y="3889375"/>
          <p14:tracePt t="7303" x="3933825" y="3759200"/>
          <p14:tracePt t="7319" x="3933825" y="3629025"/>
          <p14:tracePt t="7336" x="3933825" y="3403600"/>
          <p14:tracePt t="7353" x="3933825" y="3279775"/>
          <p14:tracePt t="7369" x="3925888" y="3178175"/>
          <p14:tracePt t="7386" x="3919538" y="3098800"/>
          <p14:tracePt t="7403" x="3903663" y="3019425"/>
          <p14:tracePt t="7419" x="3883025" y="2917825"/>
          <p14:tracePt t="7436" x="3875088" y="2816225"/>
          <p14:tracePt t="7453" x="3852863" y="2714625"/>
          <p14:tracePt t="7470" x="3846513" y="2663825"/>
          <p14:tracePt t="7486" x="3838575" y="2605088"/>
          <p14:tracePt t="7489" x="3832225" y="2562225"/>
          <p14:tracePt t="7503" x="3832225" y="2540000"/>
          <p14:tracePt t="7520" x="3795713" y="2460625"/>
          <p14:tracePt t="7536" x="3730625" y="2351088"/>
          <p14:tracePt t="7553" x="3700463" y="2300288"/>
          <p14:tracePt t="7569" x="3679825" y="2271713"/>
          <p14:tracePt t="7586" x="3649663" y="2249488"/>
          <p14:tracePt t="7603" x="3614738" y="2235200"/>
          <p14:tracePt t="7620" x="3570288" y="2206625"/>
          <p14:tracePt t="7636" x="3497263" y="2170113"/>
          <p14:tracePt t="7653" x="3417888" y="2141538"/>
          <p14:tracePt t="7669" x="3367088" y="2119313"/>
          <p14:tracePt t="7686" x="3302000" y="2111375"/>
          <p14:tracePt t="7703" x="3243263" y="2105025"/>
          <p14:tracePt t="7720" x="3157538" y="2090738"/>
          <p14:tracePt t="7736" x="3005138" y="2082800"/>
          <p14:tracePt t="7753" x="2903538" y="2082800"/>
          <p14:tracePt t="7769" x="2779713" y="2082800"/>
          <p14:tracePt t="7786" x="2641600" y="2105025"/>
          <p14:tracePt t="7803" x="2489200" y="2147888"/>
          <p14:tracePt t="7819" x="2365375" y="2170113"/>
          <p14:tracePt t="7836" x="2263775" y="2184400"/>
          <p14:tracePt t="7853" x="2192338" y="2198688"/>
          <p14:tracePt t="7870" x="2133600" y="2212975"/>
          <p14:tracePt t="7886" x="2082800" y="2235200"/>
          <p14:tracePt t="7903" x="2003425" y="2271713"/>
          <p14:tracePt t="7920" x="1871663" y="2322513"/>
          <p14:tracePt t="7936" x="1800225" y="2351088"/>
          <p14:tracePt t="7953" x="1755775" y="2373313"/>
          <p14:tracePt t="7970" x="1741488" y="2373313"/>
          <p14:tracePt t="7986" x="1735138" y="2379663"/>
          <p14:tracePt t="8250" x="1741488" y="2373313"/>
          <p14:tracePt t="8338" x="1749425" y="2373313"/>
          <p14:tracePt t="8345" x="1755775" y="2395538"/>
          <p14:tracePt t="8353" x="1770063" y="2424113"/>
          <p14:tracePt t="8370" x="1792288" y="2497138"/>
          <p14:tracePt t="8386" x="1828800" y="2582863"/>
          <p14:tracePt t="8403" x="1857375" y="2649538"/>
          <p14:tracePt t="8419" x="1887538" y="2728913"/>
          <p14:tracePt t="8436" x="1938338" y="2836863"/>
          <p14:tracePt t="8453" x="1952625" y="2946400"/>
          <p14:tracePt t="8469" x="1973263" y="3055938"/>
          <p14:tracePt t="8486" x="1981200" y="3178175"/>
          <p14:tracePt t="8488" x="1995488" y="3243263"/>
          <p14:tracePt t="8503" x="2009775" y="3302000"/>
          <p14:tracePt t="8520" x="2032000" y="3476625"/>
          <p14:tracePt t="8536" x="2032000" y="3570288"/>
          <p14:tracePt t="8553" x="2032000" y="3635375"/>
          <p14:tracePt t="8570" x="2032000" y="3708400"/>
          <p14:tracePt t="8586" x="1995488" y="3802063"/>
          <p14:tracePt t="8603" x="1938338" y="3897313"/>
          <p14:tracePt t="8620" x="1887538" y="3984625"/>
          <p14:tracePt t="8636" x="1836738" y="4041775"/>
          <p14:tracePt t="8653" x="1792288" y="4078288"/>
          <p14:tracePt t="8670" x="1749425" y="4100513"/>
          <p14:tracePt t="8686" x="1727200" y="4122738"/>
          <p14:tracePt t="8703" x="1704975" y="4122738"/>
          <p14:tracePt t="8720" x="1654175" y="4122738"/>
          <p14:tracePt t="8736" x="1617663" y="4122738"/>
          <p14:tracePt t="8753" x="1566863" y="4122738"/>
          <p14:tracePt t="8770" x="1524000" y="4086225"/>
          <p14:tracePt t="8786" x="1487488" y="4027488"/>
          <p14:tracePt t="8803" x="1465263" y="3954463"/>
          <p14:tracePt t="8820" x="1465263" y="3875088"/>
          <p14:tracePt t="8836" x="1465263" y="3795713"/>
          <p14:tracePt t="8853" x="1487488" y="3730625"/>
          <p14:tracePt t="8870" x="1538288" y="3671888"/>
          <p14:tracePt t="8887" x="1582738" y="3598863"/>
          <p14:tracePt t="8904" x="1704975" y="3476625"/>
          <p14:tracePt t="8920" x="1749425" y="3417888"/>
          <p14:tracePt t="8936" x="1893888" y="3222625"/>
          <p14:tracePt t="8953" x="2009775" y="3070225"/>
          <p14:tracePt t="8970" x="2141538" y="2968625"/>
          <p14:tracePt t="8986" x="2212975" y="2917825"/>
          <p14:tracePt t="9003" x="2243138" y="2887663"/>
          <p14:tracePt t="9020" x="2263775" y="2887663"/>
          <p14:tracePt t="9036" x="2286000" y="2873375"/>
          <p14:tracePt t="9053" x="2286000" y="2867025"/>
          <p14:tracePt t="9070" x="2293938" y="2859088"/>
          <p14:tracePt t="9086" x="2308225" y="2844800"/>
          <p14:tracePt t="9103" x="2314575" y="2836863"/>
          <p14:tracePt t="9120" x="2322513" y="2836863"/>
          <p14:tracePt t="9185" x="2328863" y="2822575"/>
          <p14:tracePt t="9209" x="2336800" y="2822575"/>
          <p14:tracePt t="9225" x="2344738" y="2822575"/>
          <p14:tracePt t="9233" x="2351088" y="2816225"/>
          <p14:tracePt t="9240" x="2359025" y="2808288"/>
          <p14:tracePt t="9253" x="2365375" y="2779713"/>
          <p14:tracePt t="9270" x="2395538" y="2692400"/>
          <p14:tracePt t="9286" x="2430463" y="2562225"/>
          <p14:tracePt t="9303" x="2474913" y="2474913"/>
          <p14:tracePt t="9320" x="2568575" y="2387600"/>
          <p14:tracePt t="9336" x="2641600" y="2359025"/>
          <p14:tracePt t="9353" x="2765425" y="2336800"/>
          <p14:tracePt t="9370" x="2932113" y="2336800"/>
          <p14:tracePt t="9386" x="3127375" y="2336800"/>
          <p14:tracePt t="9403" x="3273425" y="2336800"/>
          <p14:tracePt t="9420" x="3375025" y="2351088"/>
          <p14:tracePt t="9437" x="3425825" y="2379663"/>
          <p14:tracePt t="9453" x="3454400" y="2401888"/>
          <p14:tracePt t="9470" x="3468688" y="2430463"/>
          <p14:tracePt t="9487" x="3497263" y="2489200"/>
          <p14:tracePt t="9489" x="3519488" y="2525713"/>
          <p14:tracePt t="9503" x="3527425" y="2554288"/>
          <p14:tracePt t="9520" x="3570288" y="2678113"/>
          <p14:tracePt t="9537" x="3592513" y="2801938"/>
          <p14:tracePt t="9553" x="3614738" y="2924175"/>
          <p14:tracePt t="9570" x="3629025" y="3033713"/>
          <p14:tracePt t="9587" x="3635375" y="3127375"/>
          <p14:tracePt t="9603" x="3635375" y="3192463"/>
          <p14:tracePt t="9621" x="3606800" y="3294063"/>
          <p14:tracePt t="9637" x="3563938" y="3381375"/>
          <p14:tracePt t="9653" x="3482975" y="3513138"/>
          <p14:tracePt t="9670" x="3425825" y="3635375"/>
          <p14:tracePt t="9687" x="3381375" y="3716338"/>
          <p14:tracePt t="9704" x="3338513" y="3787775"/>
          <p14:tracePt t="9721" x="3316288" y="3832225"/>
          <p14:tracePt t="9737" x="3279775" y="3889375"/>
          <p14:tracePt t="9753" x="3222625" y="3970338"/>
          <p14:tracePt t="9770" x="3141663" y="4064000"/>
          <p14:tracePt t="9787" x="3076575" y="4129088"/>
          <p14:tracePt t="9803" x="3019425" y="4187825"/>
          <p14:tracePt t="9820" x="2974975" y="4208463"/>
          <p14:tracePt t="9837" x="2909888" y="4230688"/>
          <p14:tracePt t="9853" x="2844800" y="4259263"/>
          <p14:tracePt t="9870" x="2779713" y="4275138"/>
          <p14:tracePt t="9887" x="2728913" y="4289425"/>
          <p14:tracePt t="9903" x="2706688" y="4289425"/>
          <p14:tracePt t="9920" x="2700338" y="4289425"/>
          <p14:tracePt t="9969" x="2692400" y="4289425"/>
          <p14:tracePt t="10137" x="2706688" y="4289425"/>
          <p14:tracePt t="10145" x="2735263" y="4295775"/>
          <p14:tracePt t="10153" x="2779713" y="4295775"/>
          <p14:tracePt t="10170" x="2895600" y="4340225"/>
          <p14:tracePt t="10187" x="3005138" y="4391025"/>
          <p14:tracePt t="10204" x="3084513" y="4419600"/>
          <p14:tracePt t="10220" x="3149600" y="4441825"/>
          <p14:tracePt t="10237" x="3214688" y="4470400"/>
          <p14:tracePt t="10253" x="3273425" y="4492625"/>
          <p14:tracePt t="10270" x="3309938" y="4498975"/>
          <p14:tracePt t="10287" x="3316288" y="4498975"/>
          <p14:tracePt t="10304" x="3324225" y="4498975"/>
          <p14:tracePt t="10320" x="3375025" y="4498975"/>
          <p14:tracePt t="10337" x="3482975" y="4498975"/>
          <p14:tracePt t="10354" x="3665538" y="4498975"/>
          <p14:tracePt t="10370" x="3911600" y="4535488"/>
          <p14:tracePt t="10387" x="4071938" y="4549775"/>
          <p14:tracePt t="10404" x="4129088" y="4564063"/>
          <p14:tracePt t="10717" x="4129088" y="4549775"/>
          <p14:tracePt t="10723" x="4122738" y="4492625"/>
          <p14:tracePt t="10737" x="4071938" y="4281488"/>
          <p14:tracePt t="10754" x="4021138" y="3990975"/>
          <p14:tracePt t="10771" x="3970338" y="3716338"/>
          <p14:tracePt t="10788" x="3933825" y="3548063"/>
          <p14:tracePt t="10804" x="3911600" y="3395663"/>
          <p14:tracePt t="10821" x="3911600" y="3243263"/>
          <p14:tracePt t="10840" x="3911600" y="3121025"/>
          <p14:tracePt t="10854" x="3911600" y="3019425"/>
          <p14:tracePt t="10871" x="3911600" y="2954338"/>
          <p14:tracePt t="10888" x="3911600" y="2881313"/>
          <p14:tracePt t="10906" x="3911600" y="2765425"/>
          <p14:tracePt t="10921" x="3911600" y="2706688"/>
          <p14:tracePt t="10938" x="3911600" y="2663825"/>
          <p14:tracePt t="10954" x="3911600" y="2627313"/>
          <p14:tracePt t="10971" x="3911600" y="2613025"/>
          <p14:tracePt t="10987" x="3933825" y="2582863"/>
          <p14:tracePt t="10993" x="3962400" y="2562225"/>
          <p14:tracePt t="11004" x="3970338" y="2547938"/>
          <p14:tracePt t="11021" x="4005263" y="2511425"/>
          <p14:tracePt t="11037" x="4056063" y="2474913"/>
          <p14:tracePt t="11054" x="4114800" y="2446338"/>
          <p14:tracePt t="11071" x="4179888" y="2438400"/>
          <p14:tracePt t="11087" x="4244975" y="2424113"/>
          <p14:tracePt t="11104" x="4346575" y="2424113"/>
          <p14:tracePt t="11121" x="4411663" y="2424113"/>
          <p14:tracePt t="11137" x="4492625" y="2424113"/>
          <p14:tracePt t="11154" x="4529138" y="2424113"/>
          <p14:tracePt t="11171" x="4594225" y="2438400"/>
          <p14:tracePt t="11188" x="4645025" y="2460625"/>
          <p14:tracePt t="11204" x="4687888" y="2489200"/>
          <p14:tracePt t="11221" x="4738688" y="2532063"/>
          <p14:tracePt t="11237" x="4767263" y="2582863"/>
          <p14:tracePt t="11254" x="4783138" y="2641600"/>
          <p14:tracePt t="11270" x="4803775" y="2735263"/>
          <p14:tracePt t="11287" x="4848225" y="2830513"/>
          <p14:tracePt t="11304" x="4891088" y="2960688"/>
          <p14:tracePt t="11321" x="4956175" y="3084513"/>
          <p14:tracePt t="11337" x="4956175" y="3141663"/>
          <p14:tracePt t="11355" x="4970463" y="3200400"/>
          <p14:tracePt t="11371" x="4986338" y="3273425"/>
          <p14:tracePt t="11387" x="4986338" y="3381375"/>
          <p14:tracePt t="11404" x="4986338" y="3533775"/>
          <p14:tracePt t="11420" x="4986338" y="3708400"/>
          <p14:tracePt t="11437" x="4986338" y="3846513"/>
          <p14:tracePt t="11454" x="4992688" y="3933825"/>
          <p14:tracePt t="11471" x="4992688" y="3984625"/>
          <p14:tracePt t="11488" x="4992688" y="4056063"/>
          <p14:tracePt t="11504" x="4992688" y="4143375"/>
          <p14:tracePt t="11521" x="4986338" y="4238625"/>
          <p14:tracePt t="11538" x="4956175" y="4332288"/>
          <p14:tracePt t="11554" x="4919663" y="4383088"/>
          <p14:tracePt t="11571" x="4891088" y="4419600"/>
          <p14:tracePt t="11588" x="4854575" y="4456113"/>
          <p14:tracePt t="11604" x="4811713" y="4498975"/>
          <p14:tracePt t="11621" x="4752975" y="4543425"/>
          <p14:tracePt t="11638" x="4710113" y="4572000"/>
          <p14:tracePt t="11654" x="4673600" y="4594225"/>
          <p14:tracePt t="11671" x="4659313" y="4608513"/>
          <p14:tracePt t="11688" x="4645025" y="4608513"/>
          <p14:tracePt t="11704" x="4637088" y="4608513"/>
          <p14:tracePt t="11721" x="4622800" y="4608513"/>
          <p14:tracePt t="11737" x="4608513" y="4608513"/>
          <p14:tracePt t="11754" x="4600575" y="4608513"/>
          <p14:tracePt t="11771" x="4579938" y="4594225"/>
          <p14:tracePt t="11788" x="4572000" y="4549775"/>
          <p14:tracePt t="11804" x="4557713" y="4484688"/>
          <p14:tracePt t="11821" x="4535488" y="4405313"/>
          <p14:tracePt t="11838" x="4478338" y="4289425"/>
          <p14:tracePt t="11854" x="4419600" y="4194175"/>
          <p14:tracePt t="11871" x="4340225" y="4092575"/>
          <p14:tracePt t="11888" x="4137025" y="3883025"/>
          <p14:tracePt t="11904" x="3990975" y="3722688"/>
          <p14:tracePt t="11921" x="3875088" y="3584575"/>
          <p14:tracePt t="11938" x="3759200" y="3446463"/>
          <p14:tracePt t="11954" x="3665538" y="3352800"/>
          <p14:tracePt t="11971" x="3584575" y="3287713"/>
          <p14:tracePt t="11988" x="3541713" y="3259138"/>
          <p14:tracePt t="12004" x="3482975" y="3243263"/>
          <p14:tracePt t="12021" x="3446463" y="3228975"/>
          <p14:tracePt t="12037" x="3381375" y="3214688"/>
          <p14:tracePt t="12054" x="3265488" y="3171825"/>
          <p14:tracePt t="12071" x="3113088" y="3135313"/>
          <p14:tracePt t="12088" x="2720975" y="3062288"/>
          <p14:tracePt t="12104" x="2532063" y="3019425"/>
          <p14:tracePt t="12121" x="2373313" y="2997200"/>
          <p14:tracePt t="12138" x="2249488" y="2997200"/>
          <p14:tracePt t="12154" x="2176463" y="2997200"/>
          <p14:tracePt t="12171" x="2125663" y="2997200"/>
          <p14:tracePt t="12187" x="2068513" y="2997200"/>
          <p14:tracePt t="12204" x="1995488" y="2997200"/>
          <p14:tracePt t="12221" x="1916113" y="2997200"/>
          <p14:tracePt t="12238" x="1865313" y="2982913"/>
          <p14:tracePt t="12254" x="1806575" y="2982913"/>
          <p14:tracePt t="12271" x="1770063" y="2982913"/>
          <p14:tracePt t="12288" x="1735138" y="2982913"/>
          <p14:tracePt t="12304" x="1712913" y="2982913"/>
          <p14:tracePt t="12442" x="1727200" y="2982913"/>
          <p14:tracePt t="12458" x="1735138" y="2982913"/>
          <p14:tracePt t="12466" x="1755775" y="2974975"/>
          <p14:tracePt t="12483" x="1770063" y="2974975"/>
          <p14:tracePt t="12490" x="1778000" y="2974975"/>
          <p14:tracePt t="12504" x="1806575" y="2974975"/>
          <p14:tracePt t="12521" x="1865313" y="2968625"/>
          <p14:tracePt t="12538" x="1944688" y="2968625"/>
          <p14:tracePt t="12554" x="2060575" y="2968625"/>
          <p14:tracePt t="12571" x="2176463" y="2968625"/>
          <p14:tracePt t="12588" x="2271713" y="2968625"/>
          <p14:tracePt t="12605" x="2344738" y="2968625"/>
          <p14:tracePt t="12621" x="2416175" y="2960688"/>
          <p14:tracePt t="12638" x="2466975" y="2954338"/>
          <p14:tracePt t="12655" x="2532063" y="2954338"/>
          <p14:tracePt t="12671" x="2576513" y="2946400"/>
          <p14:tracePt t="12688" x="2627313" y="2946400"/>
          <p14:tracePt t="12704" x="2663825" y="2946400"/>
          <p14:tracePt t="12721" x="2706688" y="2946400"/>
          <p14:tracePt t="12738" x="2751138" y="2946400"/>
          <p14:tracePt t="12755" x="2801938" y="2946400"/>
          <p14:tracePt t="12771" x="2822575" y="2946400"/>
          <p14:tracePt t="12788" x="2844800" y="2946400"/>
          <p14:tracePt t="12804" x="2852738" y="2938463"/>
          <p14:tracePt t="12821" x="2867025" y="2938463"/>
          <p14:tracePt t="12838" x="2887663" y="2938463"/>
          <p14:tracePt t="12854" x="2909888" y="2938463"/>
          <p14:tracePt t="12871" x="2924175" y="2938463"/>
          <p14:tracePt t="12888" x="2960688" y="2932113"/>
          <p14:tracePt t="12906" x="2982913" y="2932113"/>
          <p14:tracePt t="12921" x="3005138" y="2932113"/>
          <p14:tracePt t="12938" x="3033713" y="2932113"/>
          <p14:tracePt t="12954" x="3070225" y="2932113"/>
          <p14:tracePt t="12971" x="3098800" y="2932113"/>
          <p14:tracePt t="12988" x="3149600" y="2932113"/>
          <p14:tracePt t="13004" x="3178175" y="2932113"/>
          <p14:tracePt t="13021" x="3214688" y="2932113"/>
          <p14:tracePt t="13038" x="3228975" y="2932113"/>
          <p14:tracePt t="13055" x="3259138" y="2932113"/>
          <p14:tracePt t="13071" x="3273425" y="2932113"/>
          <p14:tracePt t="13088" x="3316288" y="2932113"/>
          <p14:tracePt t="13105" x="3338513" y="2932113"/>
          <p14:tracePt t="13121" x="3367088" y="2932113"/>
          <p14:tracePt t="13138" x="3375025" y="2932113"/>
          <p14:tracePt t="13155" x="3417888" y="2932113"/>
          <p14:tracePt t="13171" x="3446463" y="2932113"/>
          <p14:tracePt t="13188" x="3490913" y="2932113"/>
          <p14:tracePt t="13205" x="3527425" y="2932113"/>
          <p14:tracePt t="13221" x="3578225" y="2932113"/>
          <p14:tracePt t="13238" x="3614738" y="2932113"/>
          <p14:tracePt t="13255" x="3635375" y="2932113"/>
          <p14:tracePt t="13271" x="3665538" y="2932113"/>
          <p14:tracePt t="13288" x="3708400" y="2932113"/>
          <p14:tracePt t="13305" x="3751263" y="2932113"/>
          <p14:tracePt t="13321" x="3795713" y="2932113"/>
          <p14:tracePt t="13338" x="3846513" y="2932113"/>
          <p14:tracePt t="13355" x="3883025" y="2932113"/>
          <p14:tracePt t="13371" x="3919538" y="2932113"/>
          <p14:tracePt t="13388" x="3962400" y="2932113"/>
          <p14:tracePt t="13404" x="4005263" y="2932113"/>
          <p14:tracePt t="13421" x="4041775" y="2932113"/>
          <p14:tracePt t="13438" x="4071938" y="2932113"/>
          <p14:tracePt t="13454" x="4092575" y="2932113"/>
          <p14:tracePt t="13569" x="4100513" y="2932113"/>
          <p14:tracePt t="13585" x="4106863" y="2932113"/>
          <p14:tracePt t="14570" x="4100513" y="2932113"/>
          <p14:tracePt t="14578" x="4092575" y="2932113"/>
          <p14:tracePt t="14589" x="4086225" y="2932113"/>
          <p14:tracePt t="14605" x="4071938" y="2932113"/>
          <p14:tracePt t="14622" x="4056063" y="2932113"/>
          <p14:tracePt t="14638" x="4049713" y="2932113"/>
          <p14:tracePt t="14658" x="4041775" y="2932113"/>
          <p14:tracePt t="14674" x="4035425" y="2932113"/>
          <p14:tracePt t="14690" x="4027488" y="2932113"/>
          <p14:tracePt t="14754" x="4021138" y="2932113"/>
          <p14:tracePt t="15381" x="4027488" y="2932113"/>
          <p14:tracePt t="15389" x="4049713" y="2932113"/>
          <p14:tracePt t="15396" x="4056063" y="2932113"/>
          <p14:tracePt t="15406" x="4078288" y="2932113"/>
          <p14:tracePt t="15422" x="4129088" y="2932113"/>
          <p14:tracePt t="15438" x="4208463" y="2932113"/>
          <p14:tracePt t="15455" x="4303713" y="2932113"/>
          <p14:tracePt t="15472" x="4478338" y="2932113"/>
          <p14:tracePt t="15489" x="4586288" y="2917825"/>
          <p14:tracePt t="15505" x="4716463" y="2903538"/>
          <p14:tracePt t="15522" x="4854575" y="2895600"/>
          <p14:tracePt t="15539" x="4970463" y="2895600"/>
          <p14:tracePt t="15555" x="5065713" y="2895600"/>
          <p14:tracePt t="15572" x="5145088" y="2895600"/>
          <p14:tracePt t="15589" x="5232400" y="2895600"/>
          <p14:tracePt t="15605" x="5311775" y="2881313"/>
          <p14:tracePt t="15622" x="5421313" y="2867025"/>
          <p14:tracePt t="15638" x="5529263" y="2852738"/>
          <p14:tracePt t="15656" x="5595938" y="2836863"/>
          <p14:tracePt t="15672" x="5711825" y="2830513"/>
          <p14:tracePt t="15689" x="5783263" y="2830513"/>
          <p14:tracePt t="15705" x="5856288" y="2830513"/>
          <p14:tracePt t="15722" x="5900738" y="2830513"/>
          <p14:tracePt t="15739" x="5900738" y="2822575"/>
          <p14:tracePt t="15779" x="5900738" y="2816225"/>
          <p14:tracePt t="15795" x="5907088" y="2808288"/>
          <p14:tracePt t="15866" x="5907088" y="2801938"/>
          <p14:tracePt t="15890" x="5907088" y="2794000"/>
          <p14:tracePt t="15905" x="5907088" y="2786063"/>
          <p14:tracePt t="16026" x="5915025" y="2786063"/>
          <p14:tracePt t="16034" x="5921375" y="2786063"/>
          <p14:tracePt t="16042" x="5929313" y="2786063"/>
          <p14:tracePt t="16055" x="5929313" y="2794000"/>
          <p14:tracePt t="16072" x="5943600" y="2816225"/>
          <p14:tracePt t="16089" x="5951538" y="2844800"/>
          <p14:tracePt t="16105" x="5957888" y="2867025"/>
          <p14:tracePt t="16122" x="5980113" y="2887663"/>
          <p14:tracePt t="16139" x="5994400" y="2909888"/>
          <p14:tracePt t="16155" x="6002338" y="2917825"/>
          <p14:tracePt t="16172" x="6008688" y="2924175"/>
          <p14:tracePt t="16189" x="6016625" y="2932113"/>
          <p14:tracePt t="16205" x="6037263" y="2946400"/>
          <p14:tracePt t="16222" x="6045200" y="2954338"/>
          <p14:tracePt t="16239" x="6059488" y="2974975"/>
          <p14:tracePt t="16255" x="6073775" y="2997200"/>
          <p14:tracePt t="16272" x="6103938" y="3019425"/>
          <p14:tracePt t="16289" x="6110288" y="3040063"/>
          <p14:tracePt t="16305" x="6118225" y="3048000"/>
          <p14:tracePt t="16322" x="6118225" y="3070225"/>
          <p14:tracePt t="16339" x="6118225" y="3090863"/>
          <p14:tracePt t="16355" x="6118225" y="3135313"/>
          <p14:tracePt t="16372" x="6103938" y="3157538"/>
          <p14:tracePt t="16389" x="6081713" y="3192463"/>
          <p14:tracePt t="16405" x="6059488" y="3214688"/>
          <p14:tracePt t="16422" x="6030913" y="3236913"/>
          <p14:tracePt t="16439" x="5994400" y="3259138"/>
          <p14:tracePt t="16455" x="5957888" y="3279775"/>
          <p14:tracePt t="16472" x="5892800" y="3309938"/>
          <p14:tracePt t="16489" x="5856288" y="3316288"/>
          <p14:tracePt t="16506" x="5834063" y="3324225"/>
          <p14:tracePt t="16522" x="5805488" y="3324225"/>
          <p14:tracePt t="16539" x="5783263" y="3330575"/>
          <p14:tracePt t="16556" x="5748338" y="3330575"/>
          <p14:tracePt t="16572" x="5689600" y="3316288"/>
          <p14:tracePt t="16589" x="5646738" y="3309938"/>
          <p14:tracePt t="16605" x="5610225" y="3287713"/>
          <p14:tracePt t="16622" x="5565775" y="3259138"/>
          <p14:tracePt t="16639" x="5537200" y="3236913"/>
          <p14:tracePt t="16656" x="5508625" y="3186113"/>
          <p14:tracePt t="16672" x="5478463" y="3149600"/>
          <p14:tracePt t="16689" x="5478463" y="3121025"/>
          <p14:tracePt t="16705" x="5478463" y="3106738"/>
          <p14:tracePt t="16722" x="5478463" y="3084513"/>
          <p14:tracePt t="16739" x="5486400" y="3055938"/>
          <p14:tracePt t="16755" x="5514975" y="3025775"/>
          <p14:tracePt t="16772" x="5545138" y="2997200"/>
          <p14:tracePt t="16789" x="5580063" y="2989263"/>
          <p14:tracePt t="16806" x="5638800" y="2968625"/>
          <p14:tracePt t="16822" x="5681663" y="2968625"/>
          <p14:tracePt t="16839" x="5754688" y="2960688"/>
          <p14:tracePt t="16856" x="5864225" y="2946400"/>
          <p14:tracePt t="16872" x="5915025" y="2938463"/>
          <p14:tracePt t="16889" x="5986463" y="2932113"/>
          <p14:tracePt t="16905" x="6053138" y="2932113"/>
          <p14:tracePt t="16922" x="6110288" y="2932113"/>
          <p14:tracePt t="16939" x="6183313" y="2932113"/>
          <p14:tracePt t="16956" x="6262688" y="2917825"/>
          <p14:tracePt t="16972" x="6342063" y="2903538"/>
          <p14:tracePt t="16989" x="6423025" y="2895600"/>
          <p14:tracePt t="17006" x="6516688" y="2895600"/>
          <p14:tracePt t="17022" x="6611938" y="2895600"/>
          <p14:tracePt t="17039" x="6719888" y="2895600"/>
          <p14:tracePt t="17056" x="6872288" y="2895600"/>
          <p14:tracePt t="17072" x="6973888" y="2895600"/>
          <p14:tracePt t="17089" x="7061200" y="2895600"/>
          <p14:tracePt t="17106" x="7140575" y="2895600"/>
          <p14:tracePt t="17122" x="7199313" y="2895600"/>
          <p14:tracePt t="17139" x="7250113" y="2895600"/>
          <p14:tracePt t="17155" x="7292975" y="2895600"/>
          <p14:tracePt t="17172" x="7337425" y="2895600"/>
          <p14:tracePt t="17189" x="7388225" y="2909888"/>
          <p14:tracePt t="17206" x="7439025" y="2917825"/>
          <p14:tracePt t="17222" x="7481888" y="2924175"/>
          <p14:tracePt t="17239" x="7540625" y="2932113"/>
          <p14:tracePt t="17256" x="7591425" y="2946400"/>
          <p14:tracePt t="17272" x="7642225" y="2960688"/>
          <p14:tracePt t="17289" x="7670800" y="2974975"/>
          <p14:tracePt t="17306" x="7678738" y="2974975"/>
          <p14:tracePt t="17322" x="7693025" y="2989263"/>
          <p14:tracePt t="17339" x="7707313" y="2997200"/>
          <p14:tracePt t="17357" x="7721600" y="3019425"/>
          <p14:tracePt t="17372" x="7750175" y="3048000"/>
          <p14:tracePt t="17389" x="7772400" y="3070225"/>
          <p14:tracePt t="17406" x="7786688" y="3106738"/>
          <p14:tracePt t="17422" x="7815263" y="3141663"/>
          <p14:tracePt t="17439" x="7837488" y="3186113"/>
          <p14:tracePt t="17456" x="7845425" y="3236913"/>
          <p14:tracePt t="17472" x="7845425" y="3251200"/>
          <p14:tracePt t="17489" x="7845425" y="3259138"/>
          <p14:tracePt t="17506" x="7823200" y="3279775"/>
          <p14:tracePt t="17522" x="7764463" y="3294063"/>
          <p14:tracePt t="17539" x="7627938" y="3352800"/>
          <p14:tracePt t="17556" x="7453313" y="3403600"/>
          <p14:tracePt t="17572" x="7242175" y="3446463"/>
          <p14:tracePt t="17589" x="7097713" y="3454400"/>
          <p14:tracePt t="17606" x="6981825" y="3454400"/>
          <p14:tracePt t="17622" x="6886575" y="3454400"/>
          <p14:tracePt t="17639" x="6778625" y="3454400"/>
          <p14:tracePt t="17656" x="6567488" y="3425825"/>
          <p14:tracePt t="17672" x="6415088" y="3395663"/>
          <p14:tracePt t="17689" x="6256338" y="3344863"/>
          <p14:tracePt t="17706" x="6118225" y="3309938"/>
          <p14:tracePt t="17722" x="5986463" y="3265488"/>
          <p14:tracePt t="17739" x="5870575" y="3236913"/>
          <p14:tracePt t="17756" x="5783263" y="3228975"/>
          <p14:tracePt t="17772" x="5726113" y="3222625"/>
          <p14:tracePt t="17789" x="5667375" y="3208338"/>
          <p14:tracePt t="17806" x="5624513" y="3208338"/>
          <p14:tracePt t="17823" x="5602288" y="3208338"/>
          <p14:tracePt t="17839" x="5588000" y="3208338"/>
          <p14:tracePt t="17856" x="5580063" y="3208338"/>
          <p14:tracePt t="17881" x="5573713" y="3208338"/>
          <p14:tracePt t="18089" x="5565775" y="3208338"/>
          <p14:tracePt t="18096" x="5537200" y="3208338"/>
          <p14:tracePt t="18106" x="5500688" y="3208338"/>
          <p14:tracePt t="18123" x="5392738" y="3200400"/>
          <p14:tracePt t="18139" x="5283200" y="3178175"/>
          <p14:tracePt t="18156" x="5167313" y="3157538"/>
          <p14:tracePt t="18172" x="5057775" y="3127375"/>
          <p14:tracePt t="18189" x="4986338" y="3098800"/>
          <p14:tracePt t="18206" x="4927600" y="3084513"/>
          <p14:tracePt t="18223" x="4891088" y="3070225"/>
          <p14:tracePt t="18240" x="4854575" y="3062288"/>
          <p14:tracePt t="18256" x="4826000" y="3055938"/>
          <p14:tracePt t="18273" x="4803775" y="3048000"/>
          <p14:tracePt t="18289" x="4775200" y="3040063"/>
          <p14:tracePt t="18306" x="4746625" y="3040063"/>
          <p14:tracePt t="18323" x="4724400" y="3040063"/>
          <p14:tracePt t="18340" x="4710113" y="3033713"/>
          <p14:tracePt t="18356" x="4702175" y="3033713"/>
          <p14:tracePt t="18374" x="4687888" y="3033713"/>
          <p14:tracePt t="18390" x="4665663" y="3025775"/>
          <p14:tracePt t="18406" x="4645025" y="3019425"/>
          <p14:tracePt t="18423" x="4630738" y="3011488"/>
          <p14:tracePt t="18621" x="4614863" y="3011488"/>
          <p14:tracePt t="18629" x="4608513" y="3011488"/>
          <p14:tracePt t="18640" x="4586288" y="3011488"/>
          <p14:tracePt t="18656" x="4535488" y="3025775"/>
          <p14:tracePt t="18673" x="4506913" y="3025775"/>
          <p14:tracePt t="18690" x="4462463" y="3048000"/>
          <p14:tracePt t="18707" x="4411663" y="3055938"/>
          <p14:tracePt t="18723" x="4360863" y="3055938"/>
          <p14:tracePt t="18740" x="4310063" y="3055938"/>
          <p14:tracePt t="18757" x="4281488" y="3055938"/>
          <p14:tracePt t="18773" x="4259263" y="3055938"/>
          <p14:tracePt t="18790" x="4244975" y="3055938"/>
          <p14:tracePt t="18806" x="4224338" y="3055938"/>
          <p14:tracePt t="18823" x="4208463" y="3055938"/>
          <p14:tracePt t="18841" x="4202113" y="3040063"/>
          <p14:tracePt t="18857" x="4187825" y="3033713"/>
          <p14:tracePt t="18874" x="4173538" y="3011488"/>
          <p14:tracePt t="18890" x="4151313" y="2974975"/>
          <p14:tracePt t="18907" x="4129088" y="2954338"/>
          <p14:tracePt t="18923" x="4129088" y="2946400"/>
          <p14:tracePt t="18940" x="4122738" y="2932113"/>
          <p14:tracePt t="18957" x="4122738" y="2924175"/>
          <p14:tracePt t="18973" x="4122738" y="2909888"/>
          <p14:tracePt t="18990" x="4122738" y="2881313"/>
          <p14:tracePt t="18997" x="4137025" y="2867025"/>
          <p14:tracePt t="19006" x="4143375" y="2852738"/>
          <p14:tracePt t="19026" x="4157663" y="2822575"/>
          <p14:tracePt t="19041" x="4187825" y="2808288"/>
          <p14:tracePt t="19056" x="4187825" y="2801938"/>
          <p14:tracePt t="19074" x="4202113" y="2801938"/>
          <p14:tracePt t="19090" x="4224338" y="2779713"/>
          <p14:tracePt t="19107" x="4252913" y="2779713"/>
          <p14:tracePt t="19123" x="4281488" y="2771775"/>
          <p14:tracePt t="19140" x="4318000" y="2757488"/>
          <p14:tracePt t="19157" x="4340225" y="2757488"/>
          <p14:tracePt t="19173" x="4368800" y="2751138"/>
          <p14:tracePt t="19190" x="4383088" y="2751138"/>
          <p14:tracePt t="19207" x="4405313" y="2751138"/>
          <p14:tracePt t="19224" x="4419600" y="2751138"/>
          <p14:tracePt t="19242" x="4456113" y="2751138"/>
          <p14:tracePt t="19257" x="4470400" y="2751138"/>
          <p14:tracePt t="19273" x="4478338" y="2751138"/>
          <p14:tracePt t="19291" x="4498975" y="2751138"/>
          <p14:tracePt t="19307" x="4521200" y="2751138"/>
          <p14:tracePt t="19323" x="4557713" y="2757488"/>
          <p14:tracePt t="19340" x="4600575" y="2757488"/>
          <p14:tracePt t="19357" x="4614863" y="2765425"/>
          <p14:tracePt t="19373" x="4622800" y="2765425"/>
          <p14:tracePt t="19402" x="4630738" y="2771775"/>
          <p14:tracePt t="19409" x="4637088" y="2779713"/>
          <p14:tracePt t="19425" x="4637088" y="2786063"/>
          <p14:tracePt t="19440" x="4645025" y="2801938"/>
          <p14:tracePt t="19456" x="4645025" y="2822575"/>
          <p14:tracePt t="19473" x="4645025" y="2852738"/>
          <p14:tracePt t="19490" x="4645025" y="2895600"/>
          <p14:tracePt t="19506" x="4637088" y="2960688"/>
          <p14:tracePt t="19523" x="4630738" y="3011488"/>
          <p14:tracePt t="19540" x="4622800" y="3033713"/>
          <p14:tracePt t="19556" x="4608513" y="3055938"/>
          <p14:tracePt t="19573" x="4608513" y="3070225"/>
          <p14:tracePt t="19590" x="4594225" y="3084513"/>
          <p14:tracePt t="19606" x="4549775" y="3113088"/>
          <p14:tracePt t="19623" x="4492625" y="3149600"/>
          <p14:tracePt t="19640" x="4397375" y="3200400"/>
          <p14:tracePt t="19656" x="4295775" y="3236913"/>
          <p14:tracePt t="19673" x="4244975" y="3236913"/>
          <p14:tracePt t="19690" x="4230688" y="3236913"/>
          <p14:tracePt t="19706" x="4216400" y="3236913"/>
          <p14:tracePt t="19723" x="4208463" y="3236913"/>
          <p14:tracePt t="19740" x="4194175" y="3214688"/>
          <p14:tracePt t="19756" x="4187825" y="3186113"/>
          <p14:tracePt t="19773" x="4187825" y="3135313"/>
          <p14:tracePt t="19790" x="4194175" y="3076575"/>
          <p14:tracePt t="19806" x="4259263" y="3033713"/>
          <p14:tracePt t="19823" x="4340225" y="2989263"/>
          <p14:tracePt t="19840" x="4521200" y="2946400"/>
          <p14:tracePt t="19856" x="4630738" y="2938463"/>
          <p14:tracePt t="19873" x="4767263" y="2938463"/>
          <p14:tracePt t="19890" x="4899025" y="2938463"/>
          <p14:tracePt t="19907" x="5057775" y="2946400"/>
          <p14:tracePt t="19923" x="5232400" y="2968625"/>
          <p14:tracePt t="19940" x="5384800" y="3011488"/>
          <p14:tracePt t="19957" x="5508625" y="3033713"/>
          <p14:tracePt t="19973" x="5595938" y="3055938"/>
          <p14:tracePt t="19990" x="5646738" y="3062288"/>
          <p14:tracePt t="19992" x="5681663" y="3076575"/>
          <p14:tracePt t="20007" x="5718175" y="3090863"/>
          <p14:tracePt t="20023" x="5834063" y="3121025"/>
          <p14:tracePt t="20040" x="6053138" y="3163888"/>
          <p14:tracePt t="20057" x="6132513" y="3171825"/>
          <p14:tracePt t="20073" x="6154738" y="3186113"/>
          <p14:tracePt t="20111" x="6161088" y="3186113"/>
          <p14:tracePt t="20124" x="6175375" y="3192463"/>
          <p14:tracePt t="20140" x="6234113" y="3214688"/>
          <p14:tracePt t="20157" x="6307138" y="3228975"/>
          <p14:tracePt t="20174" x="6327775" y="3228975"/>
          <p14:tracePt t="20191" x="6342063" y="3228975"/>
          <p14:tracePt t="20268" x="6350000" y="3236913"/>
          <p14:tracePt t="20557" x="6364288" y="3236913"/>
          <p14:tracePt t="20574" x="6372225" y="3236913"/>
          <p14:tracePt t="20586" x="6378575" y="3236913"/>
          <p14:tracePt t="20595" x="6386513" y="3236913"/>
          <p14:tracePt t="20607" x="6392863" y="3236913"/>
          <p14:tracePt t="20624" x="6415088" y="3236913"/>
          <p14:tracePt t="20640" x="6437313" y="3243263"/>
          <p14:tracePt t="20657" x="6451600" y="3243263"/>
          <p14:tracePt t="20962" x="6459538" y="3243263"/>
          <p14:tracePt t="20971" x="6473825" y="3243263"/>
          <p14:tracePt t="20980" x="6480175" y="3243263"/>
          <p14:tracePt t="20990" x="6488113" y="3243263"/>
          <p14:tracePt t="21007" x="6494463" y="3243263"/>
          <p14:tracePt t="21026" x="6502400" y="3243263"/>
          <p14:tracePt t="21058" x="6516688" y="3243263"/>
          <p14:tracePt t="21082" x="6524625" y="3243263"/>
          <p14:tracePt t="21105" x="6530975" y="3243263"/>
          <p14:tracePt t="21122" x="6538913" y="3243263"/>
          <p14:tracePt t="21153" x="6545263" y="3243263"/>
          <p14:tracePt t="21170" x="6561138" y="3243263"/>
          <p14:tracePt t="21194" x="6567488" y="3243263"/>
          <p14:tracePt t="21249" x="6581775" y="3243263"/>
          <p14:tracePt t="21274" x="6589713" y="3243263"/>
          <p14:tracePt t="21353" x="6604000" y="3243263"/>
          <p14:tracePt t="21906" x="6611938" y="3251200"/>
          <p14:tracePt t="21922" x="6604000" y="3251200"/>
          <p14:tracePt t="21938" x="6575425" y="3265488"/>
          <p14:tracePt t="21945" x="6561138" y="3265488"/>
          <p14:tracePt t="21957" x="6538913" y="3265488"/>
          <p14:tracePt t="21974" x="6502400" y="3273425"/>
          <p14:tracePt t="21991" x="6465888" y="3273425"/>
          <p14:tracePt t="21992" x="6437313" y="3279775"/>
          <p14:tracePt t="22007" x="6429375" y="3279775"/>
          <p14:tracePt t="22024" x="6392863" y="3279775"/>
          <p14:tracePt t="22041" x="6364288" y="3279775"/>
          <p14:tracePt t="22057" x="6327775" y="3279775"/>
          <p14:tracePt t="22074" x="6313488" y="3279775"/>
          <p14:tracePt t="22091" x="6276975" y="3279775"/>
          <p14:tracePt t="22107" x="6262688" y="3279775"/>
          <p14:tracePt t="22124" x="6256338" y="3273425"/>
          <p14:tracePt t="22158" x="6240463" y="3273425"/>
          <p14:tracePt t="22174" x="6240463" y="3265488"/>
          <p14:tracePt t="22191" x="6226175" y="3259138"/>
          <p14:tracePt t="22207" x="6219825" y="3228975"/>
          <p14:tracePt t="22224" x="6205538" y="3208338"/>
          <p14:tracePt t="22241" x="6205538" y="3200400"/>
          <p14:tracePt t="22257" x="6205538" y="3186113"/>
          <p14:tracePt t="22274" x="6205538" y="3178175"/>
          <p14:tracePt t="22291" x="6205538" y="3149600"/>
          <p14:tracePt t="22307" x="6205538" y="3135313"/>
          <p14:tracePt t="22324" x="6205538" y="3121025"/>
          <p14:tracePt t="22341" x="6205538" y="3113088"/>
          <p14:tracePt t="22357" x="6211888" y="3113088"/>
          <p14:tracePt t="22374" x="6226175" y="3090863"/>
          <p14:tracePt t="22391" x="6240463" y="3084513"/>
          <p14:tracePt t="22408" x="6256338" y="3070225"/>
          <p14:tracePt t="22424" x="6262688" y="3062288"/>
          <p14:tracePt t="22441" x="6270625" y="3062288"/>
          <p14:tracePt t="22457" x="6284913" y="3062288"/>
          <p14:tracePt t="22474" x="6313488" y="3055938"/>
          <p14:tracePt t="22491" x="6321425" y="3048000"/>
          <p14:tracePt t="22507" x="6335713" y="3048000"/>
          <p14:tracePt t="22524" x="6350000" y="3040063"/>
          <p14:tracePt t="22557" x="6364288" y="3040063"/>
          <p14:tracePt t="22574" x="6386513" y="3040063"/>
          <p14:tracePt t="22591" x="6400800" y="3040063"/>
          <p14:tracePt t="22608" x="6423025" y="3040063"/>
          <p14:tracePt t="22624" x="6451600" y="3040063"/>
          <p14:tracePt t="22641" x="6459538" y="3040063"/>
          <p14:tracePt t="22658" x="6465888" y="3040063"/>
          <p14:tracePt t="22674" x="6480175" y="3040063"/>
          <p14:tracePt t="22691" x="6488113" y="3040063"/>
          <p14:tracePt t="22708" x="6502400" y="3040063"/>
          <p14:tracePt t="22724" x="6516688" y="3040063"/>
          <p14:tracePt t="22741" x="6530975" y="3040063"/>
          <p14:tracePt t="22757" x="6538913" y="3040063"/>
          <p14:tracePt t="22775" x="6545263" y="3040063"/>
          <p14:tracePt t="22808" x="6567488" y="3040063"/>
          <p14:tracePt t="22874" x="6575425" y="3048000"/>
          <p14:tracePt t="22882" x="6581775" y="3048000"/>
          <p14:tracePt t="22891" x="6581775" y="3055938"/>
          <p14:tracePt t="22907" x="6589713" y="3062288"/>
          <p14:tracePt t="22924" x="6596063" y="3070225"/>
          <p14:tracePt t="22941" x="6596063" y="3084513"/>
          <p14:tracePt t="22957" x="6604000" y="3084513"/>
          <p14:tracePt t="22978" x="6604000" y="3090863"/>
          <p14:tracePt t="23002" x="6604000" y="3098800"/>
          <p14:tracePt t="23017" x="6611938" y="3106738"/>
          <p14:tracePt t="23049" x="6611938" y="3113088"/>
          <p14:tracePt t="23064" x="6611938" y="3121025"/>
          <p14:tracePt t="23073" x="6618288" y="3121025"/>
          <p14:tracePt t="23097" x="6618288" y="3127375"/>
          <p14:tracePt t="23113" x="6618288" y="3135313"/>
          <p14:tracePt t="23121" x="6618288" y="3141663"/>
          <p14:tracePt t="23145" x="6618288" y="3149600"/>
          <p14:tracePt t="23161" x="6618288" y="3163888"/>
          <p14:tracePt t="23209" x="6618288" y="3171825"/>
          <p14:tracePt t="23249" x="6618288" y="3186113"/>
          <p14:tracePt t="23281" x="6611938" y="3192463"/>
          <p14:tracePt t="23313" x="6604000" y="3200400"/>
          <p14:tracePt t="23337" x="6596063" y="3208338"/>
          <p14:tracePt t="23361" x="6589713" y="3214688"/>
          <p14:tracePt t="23392" x="6581775" y="3222625"/>
          <p14:tracePt t="23433" x="6575425" y="3228975"/>
          <p14:tracePt t="23465" x="6567488" y="3228975"/>
          <p14:tracePt t="23473" x="6561138" y="3228975"/>
          <p14:tracePt t="23481" x="6561138" y="3236913"/>
          <p14:tracePt t="23497" x="6553200" y="3236913"/>
          <p14:tracePt t="23507" x="6545263" y="3236913"/>
          <p14:tracePt t="23524" x="6538913" y="3243263"/>
          <p14:tracePt t="23541" x="6530975" y="3251200"/>
          <p14:tracePt t="23561" x="6524625" y="3251200"/>
          <p14:tracePt t="23576" x="6516688" y="3259138"/>
          <p14:tracePt t="23601" x="6510338" y="3259138"/>
          <p14:tracePt t="23609" x="6502400" y="3259138"/>
          <p14:tracePt t="23649" x="6494463" y="3259138"/>
          <p14:tracePt t="23673" x="6488113" y="3259138"/>
          <p14:tracePt t="23681" x="6480175" y="3259138"/>
          <p14:tracePt t="23712" x="6473825" y="3259138"/>
          <p14:tracePt t="23721" x="6465888" y="3259138"/>
          <p14:tracePt t="23737" x="6459538" y="3259138"/>
          <p14:tracePt t="23769" x="6451600" y="3259138"/>
          <p14:tracePt t="23785" x="6443663" y="3259138"/>
          <p14:tracePt t="23801" x="6437313" y="3259138"/>
          <p14:tracePt t="23817" x="6429375" y="3259138"/>
          <p14:tracePt t="23833" x="6423025" y="3259138"/>
          <p14:tracePt t="23857" x="6415088" y="3259138"/>
          <p14:tracePt t="23897" x="6408738" y="3259138"/>
          <p14:tracePt t="23929" x="6400800" y="3259138"/>
          <p14:tracePt t="23985" x="6392863" y="3259138"/>
          <p14:tracePt t="24009" x="6386513" y="3259138"/>
          <p14:tracePt t="24033" x="6378575" y="3259138"/>
          <p14:tracePt t="24073" x="6372225" y="3259138"/>
          <p14:tracePt t="24089" x="6364288" y="3259138"/>
          <p14:tracePt t="24096" x="6364288" y="3251200"/>
          <p14:tracePt t="24108" x="6357938" y="3251200"/>
          <p14:tracePt t="24124" x="6350000" y="3243263"/>
          <p14:tracePt t="24153" x="6335713" y="3243263"/>
          <p14:tracePt t="24169" x="6327775" y="3243263"/>
          <p14:tracePt t="24185" x="6327775" y="3236913"/>
          <p14:tracePt t="24233" x="6321425" y="3236913"/>
          <p14:tracePt t="24321" x="6313488" y="3228975"/>
          <p14:tracePt t="24368" x="6307138" y="3228975"/>
          <p14:tracePt t="24513" x="6299200" y="3228975"/>
          <p14:tracePt t="24545" x="6291263" y="3222625"/>
          <p14:tracePt t="24561" x="6291263" y="3214688"/>
          <p14:tracePt t="24609" x="6284913" y="3208338"/>
          <p14:tracePt t="24649" x="6284913" y="3200400"/>
          <p14:tracePt t="24665" x="6276975" y="3192463"/>
          <p14:tracePt t="24689" x="6276975" y="3186113"/>
          <p14:tracePt t="24696" x="6270625" y="3171825"/>
          <p14:tracePt t="24708" x="6262688" y="3163888"/>
          <p14:tracePt t="24725" x="6262688" y="3149600"/>
          <p14:tracePt t="24741" x="6262688" y="3121025"/>
          <p14:tracePt t="24758" x="6262688" y="3106738"/>
          <p14:tracePt t="24775" x="6262688" y="3090863"/>
          <p14:tracePt t="24791" x="6262688" y="3070225"/>
          <p14:tracePt t="24808" x="6262688" y="3055938"/>
          <p14:tracePt t="24825" x="6262688" y="3040063"/>
          <p14:tracePt t="24881" x="6270625" y="3025775"/>
          <p14:tracePt t="24889" x="6276975" y="3025775"/>
          <p14:tracePt t="24896" x="6291263" y="3025775"/>
          <p14:tracePt t="24908" x="6313488" y="3025775"/>
          <p14:tracePt t="24925" x="6335713" y="3019425"/>
          <p14:tracePt t="24941" x="6372225" y="3011488"/>
          <p14:tracePt t="24958" x="6378575" y="3011488"/>
          <p14:tracePt t="24975" x="6392863" y="3005138"/>
          <p14:tracePt t="24992" x="6408738" y="3005138"/>
          <p14:tracePt t="24993" x="6415088" y="3005138"/>
          <p14:tracePt t="25008" x="6429375" y="3005138"/>
          <p14:tracePt t="25025" x="6459538" y="3005138"/>
          <p14:tracePt t="25041" x="6480175" y="3005138"/>
          <p14:tracePt t="25058" x="6488113" y="3005138"/>
          <p14:tracePt t="25075" x="6510338" y="3005138"/>
          <p14:tracePt t="25108" x="6530975" y="3005138"/>
          <p14:tracePt t="25125" x="6538913" y="3005138"/>
          <p14:tracePt t="25141" x="6553200" y="3011488"/>
          <p14:tracePt t="25158" x="6567488" y="3019425"/>
          <p14:tracePt t="25175" x="6575425" y="3019425"/>
          <p14:tracePt t="25191" x="6581775" y="3019425"/>
          <p14:tracePt t="25208" x="6596063" y="3033713"/>
          <p14:tracePt t="25241" x="6604000" y="3040063"/>
          <p14:tracePt t="25258" x="6604000" y="3048000"/>
          <p14:tracePt t="25275" x="6618288" y="3055938"/>
          <p14:tracePt t="25291" x="6626225" y="3070225"/>
          <p14:tracePt t="25308" x="6626225" y="3076575"/>
          <p14:tracePt t="25325" x="6632575" y="3084513"/>
          <p14:tracePt t="25342" x="6632575" y="3090863"/>
          <p14:tracePt t="25358" x="6640513" y="3106738"/>
          <p14:tracePt t="25375" x="6640513" y="3113088"/>
          <p14:tracePt t="25391" x="6646863" y="3121025"/>
          <p14:tracePt t="25408" x="6646863" y="3127375"/>
          <p14:tracePt t="25425" x="6646863" y="3135313"/>
          <p14:tracePt t="25441" x="6646863" y="3149600"/>
          <p14:tracePt t="25458" x="6646863" y="3157538"/>
          <p14:tracePt t="25475" x="6646863" y="3178175"/>
          <p14:tracePt t="25508" x="6646863" y="3186113"/>
          <p14:tracePt t="25525" x="6646863" y="3192463"/>
          <p14:tracePt t="25542" x="6640513" y="3200400"/>
          <p14:tracePt t="25558" x="6640513" y="3208338"/>
          <p14:tracePt t="25575" x="6618288" y="3222625"/>
          <p14:tracePt t="25592" x="6611938" y="3236913"/>
          <p14:tracePt t="25608" x="6596063" y="3251200"/>
          <p14:tracePt t="25625" x="6575425" y="3259138"/>
          <p14:tracePt t="25658" x="6561138" y="3259138"/>
          <p14:tracePt t="25697" x="6553200" y="3259138"/>
          <p14:tracePt t="25708" x="6545263" y="3259138"/>
          <p14:tracePt t="25725" x="6538913" y="3259138"/>
          <p14:tracePt t="25742" x="6530975" y="3259138"/>
          <p14:tracePt t="25758" x="6516688" y="3259138"/>
          <p14:tracePt t="25775" x="6510338" y="3259138"/>
          <p14:tracePt t="25792" x="6494463" y="3259138"/>
          <p14:tracePt t="25808" x="6488113" y="3259138"/>
          <p14:tracePt t="25825" x="6480175" y="3259138"/>
          <p14:tracePt t="25842" x="6465888" y="3259138"/>
          <p14:tracePt t="25875" x="6451600" y="3259138"/>
          <p14:tracePt t="25892" x="6437313" y="3259138"/>
          <p14:tracePt t="25908" x="6423025" y="3259138"/>
          <p14:tracePt t="25925" x="6400800" y="3259138"/>
          <p14:tracePt t="25942" x="6378575" y="3259138"/>
          <p14:tracePt t="25958" x="6364288" y="3259138"/>
          <p14:tracePt t="25975" x="6342063" y="3259138"/>
          <p14:tracePt t="25992" x="6327775" y="3259138"/>
          <p14:tracePt t="26008" x="6307138" y="3259138"/>
          <p14:tracePt t="26042" x="6299200" y="3259138"/>
          <p14:tracePt t="26073" x="6291263" y="3259138"/>
          <p14:tracePt t="26097" x="6284913" y="3259138"/>
          <p14:tracePt t="26105" x="6284913" y="3251200"/>
          <p14:tracePt t="26120" x="6276975" y="3243263"/>
          <p14:tracePt t="26137" x="6276975" y="3236913"/>
          <p14:tracePt t="26144" x="6270625" y="3222625"/>
          <p14:tracePt t="26169" x="6270625" y="3214688"/>
          <p14:tracePt t="26177" x="6262688" y="3208338"/>
          <p14:tracePt t="26217" x="6262688" y="3200400"/>
          <p14:tracePt t="26225" x="6262688" y="3192463"/>
          <p14:tracePt t="26232" x="6262688" y="3186113"/>
          <p14:tracePt t="26249" x="6262688" y="3171825"/>
          <p14:tracePt t="26265" x="6262688" y="3157538"/>
          <p14:tracePt t="26275" x="6262688" y="3141663"/>
          <p14:tracePt t="26292" x="6262688" y="3121025"/>
          <p14:tracePt t="26309" x="6262688" y="3106738"/>
          <p14:tracePt t="26325" x="6270625" y="3090863"/>
          <p14:tracePt t="26342" x="6276975" y="3084513"/>
          <p14:tracePt t="26359" x="6291263" y="3062288"/>
          <p14:tracePt t="26375" x="6299200" y="3062288"/>
          <p14:tracePt t="26392" x="6307138" y="3055938"/>
          <p14:tracePt t="26409" x="6313488" y="3055938"/>
          <p14:tracePt t="26425" x="6335713" y="3033713"/>
          <p14:tracePt t="26442" x="6342063" y="3033713"/>
          <p14:tracePt t="26458" x="6364288" y="3033713"/>
          <p14:tracePt t="26475" x="6400800" y="3019425"/>
          <p14:tracePt t="26492" x="6415088" y="3019425"/>
          <p14:tracePt t="26509" x="6429375" y="3019425"/>
          <p14:tracePt t="26525" x="6459538" y="3019425"/>
          <p14:tracePt t="26542" x="6473825" y="3019425"/>
          <p14:tracePt t="26559" x="6502400" y="3019425"/>
          <p14:tracePt t="26575" x="6530975" y="3019425"/>
          <p14:tracePt t="26592" x="6575425" y="3019425"/>
          <p14:tracePt t="26608" x="6581775" y="3019425"/>
          <p14:tracePt t="26625" x="6604000" y="3019425"/>
          <p14:tracePt t="26689" x="6618288" y="3025775"/>
          <p14:tracePt t="26705" x="6626225" y="3033713"/>
          <p14:tracePt t="26729" x="6632575" y="3040063"/>
          <p14:tracePt t="26761" x="6632575" y="3055938"/>
          <p14:tracePt t="26769" x="6640513" y="3062288"/>
          <p14:tracePt t="26785" x="6640513" y="3070225"/>
          <p14:tracePt t="26793" x="6640513" y="3076575"/>
          <p14:tracePt t="26809" x="6640513" y="3084513"/>
          <p14:tracePt t="26833" x="6640513" y="3098800"/>
          <p14:tracePt t="26849" x="6640513" y="3106738"/>
          <p14:tracePt t="26865" x="6640513" y="3121025"/>
          <p14:tracePt t="26889" x="6640513" y="3127375"/>
          <p14:tracePt t="26913" x="6640513" y="3141663"/>
          <p14:tracePt t="26945" x="6640513" y="3149600"/>
          <p14:tracePt t="26961" x="6640513" y="3157538"/>
          <p14:tracePt t="26977" x="6632575" y="3157538"/>
          <p14:tracePt t="26993" x="6632575" y="3163888"/>
          <p14:tracePt t="27001" x="6632575" y="3171825"/>
          <p14:tracePt t="27049" x="6626225" y="3178175"/>
          <p14:tracePt t="27593" x="6626225" y="3186113"/>
          <p14:tracePt t="27633" x="6632575" y="3186113"/>
          <p14:tracePt t="27665" x="6646863" y="3186113"/>
          <p14:tracePt t="27689" x="6654800" y="3186113"/>
          <p14:tracePt t="27729" x="6669088" y="3186113"/>
          <p14:tracePt t="27761" x="6677025" y="3186113"/>
          <p14:tracePt t="27793" x="6691313" y="3186113"/>
          <p14:tracePt t="27849" x="6697663" y="3186113"/>
          <p14:tracePt t="27913" x="6705600" y="3186113"/>
          <p14:tracePt t="27953" x="6713538" y="3186113"/>
          <p14:tracePt t="27985" x="6719888" y="3178175"/>
          <p14:tracePt t="28009" x="6734175" y="3171825"/>
          <p14:tracePt t="28025" x="6734175" y="3163888"/>
          <p14:tracePt t="28049" x="6742113" y="3157538"/>
          <p14:tracePt t="28073" x="6742113" y="3149600"/>
          <p14:tracePt t="28081" x="6748463" y="3149600"/>
          <p14:tracePt t="28089" x="6748463" y="3141663"/>
          <p14:tracePt t="28105" x="6756400" y="3127375"/>
          <p14:tracePt t="28113" x="6756400" y="3121025"/>
          <p14:tracePt t="28129" x="6764338" y="3106738"/>
          <p14:tracePt t="28142" x="6764338" y="3098800"/>
          <p14:tracePt t="28159" x="6770688" y="3076575"/>
          <p14:tracePt t="28176" x="6770688" y="3070225"/>
          <p14:tracePt t="28192" x="6770688" y="3062288"/>
          <p14:tracePt t="28209" x="6770688" y="3055938"/>
          <p14:tracePt t="28226" x="6778625" y="3048000"/>
          <p14:tracePt t="28242" x="6778625" y="3040063"/>
          <p14:tracePt t="28553" x="6778625" y="3048000"/>
          <p14:tracePt t="28560" x="6778625" y="3062288"/>
          <p14:tracePt t="28568" x="6792913" y="3084513"/>
          <p14:tracePt t="28585" x="6792913" y="3098800"/>
          <p14:tracePt t="28601" x="6799263" y="3106738"/>
          <p14:tracePt t="28617" x="6799263" y="3121025"/>
          <p14:tracePt t="28633" x="6807200" y="3127375"/>
          <p14:tracePt t="28665" x="6807200" y="3141663"/>
          <p14:tracePt t="28681" x="6807200" y="3157538"/>
          <p14:tracePt t="28689" x="6807200" y="3163888"/>
          <p14:tracePt t="28697" x="6815138" y="3163888"/>
          <p14:tracePt t="28709" x="6815138" y="3171825"/>
          <p14:tracePt t="28726" x="6815138" y="3186113"/>
          <p14:tracePt t="28743" x="6815138" y="3200400"/>
          <p14:tracePt t="28961" x="6807200" y="3200400"/>
          <p14:tracePt t="28969" x="6799263" y="3192463"/>
          <p14:tracePt t="28976" x="6792913" y="3186113"/>
          <p14:tracePt t="28993" x="6778625" y="3141663"/>
          <p14:tracePt t="29009" x="6756400" y="3106738"/>
          <p14:tracePt t="29026" x="6748463" y="3070225"/>
          <p14:tracePt t="29043" x="6742113" y="3055938"/>
          <p14:tracePt t="29059" x="6742113" y="3048000"/>
          <p14:tracePt t="29076" x="6742113" y="3033713"/>
          <p14:tracePt t="29093" x="6742113" y="3025775"/>
          <p14:tracePt t="29109" x="6742113" y="3019425"/>
          <p14:tracePt t="29177" x="6742113" y="3011488"/>
          <p14:tracePt t="29225" x="6748463" y="3011488"/>
          <p14:tracePt t="29232" x="6756400" y="3011488"/>
          <p14:tracePt t="29243" x="6770688" y="3011488"/>
          <p14:tracePt t="29259" x="6807200" y="3033713"/>
          <p14:tracePt t="29276" x="6821488" y="3040063"/>
          <p14:tracePt t="29293" x="6843713" y="3062288"/>
          <p14:tracePt t="29310" x="6850063" y="3070225"/>
          <p14:tracePt t="29326" x="6858000" y="3076575"/>
          <p14:tracePt t="29343" x="6872288" y="3090863"/>
          <p14:tracePt t="29393" x="6880225" y="3098800"/>
          <p14:tracePt t="29425" x="6886575" y="3106738"/>
          <p14:tracePt t="29432" x="6894513" y="3106738"/>
          <p14:tracePt t="29481" x="6900863" y="3106738"/>
          <p14:tracePt t="29529" x="6900863" y="3121025"/>
          <p14:tracePt t="29537" x="6900863" y="3127375"/>
          <p14:tracePt t="29553" x="6900863" y="3141663"/>
          <p14:tracePt t="29562" x="6900863" y="3149600"/>
          <p14:tracePt t="29576" x="6900863" y="3163888"/>
          <p14:tracePt t="29593" x="6900863" y="3171825"/>
          <p14:tracePt t="29610" x="6900863" y="3192463"/>
          <p14:tracePt t="29626" x="6900863" y="3200400"/>
          <p14:tracePt t="29643" x="6900863" y="3214688"/>
          <p14:tracePt t="29705" x="6900863" y="3222625"/>
          <p14:tracePt t="29729" x="6894513" y="3236913"/>
          <p14:tracePt t="29745" x="6886575" y="3236913"/>
          <p14:tracePt t="29753" x="6880225" y="3236913"/>
          <p14:tracePt t="29761" x="6872288" y="3236913"/>
          <p14:tracePt t="29777" x="6858000" y="3236913"/>
          <p14:tracePt t="29793" x="6850063" y="3243263"/>
          <p14:tracePt t="29817" x="6843713" y="3243263"/>
          <p14:tracePt t="29873" x="6835775" y="3243263"/>
          <p14:tracePt t="29881" x="6829425" y="3243263"/>
          <p14:tracePt t="29896" x="6829425" y="3236913"/>
          <p14:tracePt t="29909" x="6821488" y="3228975"/>
          <p14:tracePt t="29927" x="6821488" y="3214688"/>
          <p14:tracePt t="29943" x="6821488" y="3200400"/>
          <p14:tracePt t="29960" x="6821488" y="3192463"/>
          <p14:tracePt t="29976" x="6821488" y="3171825"/>
          <p14:tracePt t="29993" x="6829425" y="3157538"/>
          <p14:tracePt t="30010" x="6835775" y="3127375"/>
          <p14:tracePt t="30026" x="6850063" y="3113088"/>
          <p14:tracePt t="30043" x="6872288" y="3090863"/>
          <p14:tracePt t="30060" x="6886575" y="3070225"/>
          <p14:tracePt t="30076" x="6886575" y="3062288"/>
          <p14:tracePt t="30093" x="6900863" y="3048000"/>
          <p14:tracePt t="30110" x="6908800" y="3033713"/>
          <p14:tracePt t="30127" x="6923088" y="3025775"/>
          <p14:tracePt t="30143" x="6937375" y="3019425"/>
          <p14:tracePt t="30160" x="6951663" y="3005138"/>
          <p14:tracePt t="30176" x="6967538" y="2997200"/>
          <p14:tracePt t="30193" x="6988175" y="2997200"/>
          <p14:tracePt t="30210" x="7018338" y="2982913"/>
          <p14:tracePt t="30226" x="7032625" y="2982913"/>
          <p14:tracePt t="30243" x="7061200" y="2982913"/>
          <p14:tracePt t="30260" x="7069138" y="2982913"/>
          <p14:tracePt t="30277" x="7112000" y="2982913"/>
          <p14:tracePt t="30293" x="7140575" y="2989263"/>
          <p14:tracePt t="30310" x="7185025" y="3005138"/>
          <p14:tracePt t="30326" x="7205663" y="3011488"/>
          <p14:tracePt t="30343" x="7221538" y="3019425"/>
          <p14:tracePt t="30361" x="7235825" y="3025775"/>
          <p14:tracePt t="30376" x="7242175" y="3040063"/>
          <p14:tracePt t="30393" x="7250113" y="3048000"/>
          <p14:tracePt t="30410" x="7264400" y="3076575"/>
          <p14:tracePt t="30426" x="7278688" y="3098800"/>
          <p14:tracePt t="30443" x="7278688" y="3113088"/>
          <p14:tracePt t="30460" x="7292975" y="3121025"/>
          <p14:tracePt t="30477" x="7292975" y="3127375"/>
          <p14:tracePt t="30493" x="7292975" y="3149600"/>
          <p14:tracePt t="30510" x="7292975" y="3171825"/>
          <p14:tracePt t="30526" x="7292975" y="3186113"/>
          <p14:tracePt t="30543" x="7292975" y="3200400"/>
          <p14:tracePt t="30560" x="7292975" y="3214688"/>
          <p14:tracePt t="30576" x="7292975" y="3222625"/>
          <p14:tracePt t="30593" x="7292975" y="3228975"/>
          <p14:tracePt t="30610" x="7286625" y="3236913"/>
          <p14:tracePt t="30627" x="7278688" y="3243263"/>
          <p14:tracePt t="30643" x="7272338" y="3251200"/>
          <p14:tracePt t="30660" x="7256463" y="3259138"/>
          <p14:tracePt t="30676" x="7250113" y="3259138"/>
          <p14:tracePt t="30693" x="7227888" y="3265488"/>
          <p14:tracePt t="30710" x="7205663" y="3273425"/>
          <p14:tracePt t="30727" x="7185025" y="3279775"/>
          <p14:tracePt t="30743" x="7154863" y="3287713"/>
          <p14:tracePt t="30760" x="7112000" y="3287713"/>
          <p14:tracePt t="30777" x="7083425" y="3287713"/>
          <p14:tracePt t="30793" x="7061200" y="3294063"/>
          <p14:tracePt t="30810" x="7046913" y="3294063"/>
          <p14:tracePt t="30826" x="7032625" y="3294063"/>
          <p14:tracePt t="30843" x="7010400" y="3294063"/>
          <p14:tracePt t="30860" x="6988175" y="3294063"/>
          <p14:tracePt t="30877" x="6981825" y="3294063"/>
          <p14:tracePt t="30893" x="6959600" y="3294063"/>
          <p14:tracePt t="30910" x="6945313" y="3294063"/>
          <p14:tracePt t="30927" x="6937375" y="3294063"/>
          <p14:tracePt t="30943" x="6923088" y="3287713"/>
          <p14:tracePt t="30960" x="6916738" y="3279775"/>
          <p14:tracePt t="30977" x="6894513" y="3279775"/>
          <p14:tracePt t="31010" x="6886575" y="3273425"/>
          <p14:tracePt t="31043" x="6872288" y="3265488"/>
          <p14:tracePt t="31077" x="6865938" y="3259138"/>
          <p14:tracePt t="31093" x="6858000" y="3251200"/>
          <p14:tracePt t="31110" x="6843713" y="3236913"/>
          <p14:tracePt t="31161" x="6835775" y="3228975"/>
          <p14:tracePt t="31169" x="6829425" y="3228975"/>
          <p14:tracePt t="31177" x="6829425" y="3214688"/>
          <p14:tracePt t="31201" x="6829425" y="3208338"/>
          <p14:tracePt t="31210" x="6821488" y="3200400"/>
          <p14:tracePt t="31234" x="6821488" y="3192463"/>
          <p14:tracePt t="31243" x="6821488" y="3186113"/>
          <p14:tracePt t="31260" x="6821488" y="3171825"/>
          <p14:tracePt t="31277" x="6821488" y="3163888"/>
          <p14:tracePt t="31293" x="6821488" y="3149600"/>
          <p14:tracePt t="31310" x="6821488" y="3141663"/>
          <p14:tracePt t="31327" x="6821488" y="3127375"/>
          <p14:tracePt t="31343" x="6821488" y="3121025"/>
          <p14:tracePt t="31360" x="6821488" y="3098800"/>
          <p14:tracePt t="31377" x="6821488" y="3084513"/>
          <p14:tracePt t="31393" x="6829425" y="3070225"/>
          <p14:tracePt t="31410" x="6835775" y="3062288"/>
          <p14:tracePt t="31427" x="6850063" y="3040063"/>
          <p14:tracePt t="31443" x="6858000" y="3033713"/>
          <p14:tracePt t="31460" x="6872288" y="3019425"/>
          <p14:tracePt t="31477" x="6886575" y="3011488"/>
          <p14:tracePt t="31493" x="6908800" y="2997200"/>
          <p14:tracePt t="31496" x="6931025" y="2989263"/>
          <p14:tracePt t="31510" x="6937375" y="2982913"/>
          <p14:tracePt t="31527" x="6973888" y="2982913"/>
          <p14:tracePt t="31544" x="6988175" y="2974975"/>
          <p14:tracePt t="31560" x="7024688" y="2968625"/>
          <p14:tracePt t="31577" x="7053263" y="2968625"/>
          <p14:tracePt t="31593" x="7089775" y="2968625"/>
          <p14:tracePt t="31610" x="7119938" y="2968625"/>
          <p14:tracePt t="31627" x="7140575" y="2968625"/>
          <p14:tracePt t="31644" x="7148513" y="2968625"/>
          <p14:tracePt t="31660" x="7154863" y="2968625"/>
          <p14:tracePt t="31677" x="7177088" y="2974975"/>
          <p14:tracePt t="31693" x="7177088" y="2982913"/>
          <p14:tracePt t="31710" x="7205663" y="2997200"/>
          <p14:tracePt t="31727" x="7213600" y="2997200"/>
          <p14:tracePt t="31744" x="7221538" y="3005138"/>
          <p14:tracePt t="31760" x="7227888" y="3011488"/>
          <p14:tracePt t="31777" x="7227888" y="3019425"/>
          <p14:tracePt t="31793" x="7227888" y="3040063"/>
          <p14:tracePt t="31810" x="7227888" y="3055938"/>
          <p14:tracePt t="31827" x="7235825" y="3084513"/>
          <p14:tracePt t="31844" x="7242175" y="3098800"/>
          <p14:tracePt t="31860" x="7250113" y="3127375"/>
          <p14:tracePt t="31877" x="7250113" y="3135313"/>
          <p14:tracePt t="31894" x="7250113" y="3149600"/>
          <p14:tracePt t="31910" x="7250113" y="3171825"/>
          <p14:tracePt t="31927" x="7250113" y="3186113"/>
          <p14:tracePt t="31944" x="7242175" y="3200400"/>
          <p14:tracePt t="31960" x="7235825" y="3214688"/>
          <p14:tracePt t="31977" x="7227888" y="3222625"/>
          <p14:tracePt t="31994" x="7221538" y="3228975"/>
          <p14:tracePt t="32010" x="7213600" y="3236913"/>
          <p14:tracePt t="32027" x="7199313" y="3251200"/>
          <p14:tracePt t="32043" x="7185025" y="3265488"/>
          <p14:tracePt t="32060" x="7177088" y="3265488"/>
          <p14:tracePt t="32077" x="7162800" y="3273425"/>
          <p14:tracePt t="32110" x="7148513" y="3273425"/>
          <p14:tracePt t="32127" x="7134225" y="3273425"/>
          <p14:tracePt t="32144" x="7104063" y="3287713"/>
          <p14:tracePt t="32160" x="7089775" y="3287713"/>
          <p14:tracePt t="32177" x="7061200" y="3287713"/>
          <p14:tracePt t="32194" x="7038975" y="3287713"/>
          <p14:tracePt t="32210" x="7010400" y="3287713"/>
          <p14:tracePt t="32227" x="6996113" y="3287713"/>
          <p14:tracePt t="32244" x="6981825" y="3287713"/>
          <p14:tracePt t="32260" x="6967538" y="3287713"/>
          <p14:tracePt t="32277" x="6945313" y="3287713"/>
          <p14:tracePt t="32294" x="6937375" y="3279775"/>
          <p14:tracePt t="32310" x="6923088" y="3279775"/>
          <p14:tracePt t="32327" x="6916738" y="3279775"/>
          <p14:tracePt t="32344" x="6908800" y="3279775"/>
          <p14:tracePt t="32360" x="6900863" y="3273425"/>
          <p14:tracePt t="32497" x="6894513" y="3265488"/>
          <p14:tracePt t="32521" x="6886575" y="3265488"/>
          <p14:tracePt t="32529" x="6886575" y="3259138"/>
          <p14:tracePt t="32536" x="6880225" y="3251200"/>
          <p14:tracePt t="32545" x="6872288" y="3243263"/>
          <p14:tracePt t="32561" x="6858000" y="3236913"/>
          <p14:tracePt t="32577" x="6843713" y="3214688"/>
          <p14:tracePt t="32594" x="6829425" y="3192463"/>
          <p14:tracePt t="32610" x="6821488" y="3149600"/>
          <p14:tracePt t="32627" x="6821488" y="3113088"/>
          <p14:tracePt t="32644" x="6821488" y="3076575"/>
          <p14:tracePt t="32660" x="6821488" y="3048000"/>
          <p14:tracePt t="32677" x="6821488" y="3033713"/>
          <p14:tracePt t="32694" x="6829425" y="3011488"/>
          <p14:tracePt t="32711" x="6835775" y="2997200"/>
          <p14:tracePt t="32728" x="6850063" y="2989263"/>
          <p14:tracePt t="32744" x="6880225" y="2982913"/>
          <p14:tracePt t="32761" x="6894513" y="2974975"/>
          <p14:tracePt t="32777" x="6900863" y="2974975"/>
          <p14:tracePt t="32794" x="6931025" y="2968625"/>
          <p14:tracePt t="32811" x="6945313" y="2968625"/>
          <p14:tracePt t="32827" x="6973888" y="2968625"/>
          <p14:tracePt t="32844" x="6996113" y="2968625"/>
          <p14:tracePt t="32861" x="7018338" y="2968625"/>
          <p14:tracePt t="32877" x="7046913" y="2968625"/>
          <p14:tracePt t="32894" x="7069138" y="2968625"/>
          <p14:tracePt t="32910" x="7097713" y="2974975"/>
          <p14:tracePt t="32927" x="7119938" y="2982913"/>
          <p14:tracePt t="32944" x="7140575" y="2989263"/>
          <p14:tracePt t="32961" x="7148513" y="2989263"/>
          <p14:tracePt t="32985" x="7148513" y="2997200"/>
          <p14:tracePt t="33009" x="7154863" y="3011488"/>
          <p14:tracePt t="33025" x="7154863" y="3019425"/>
          <p14:tracePt t="33032" x="7162800" y="3048000"/>
          <p14:tracePt t="33049" x="7162800" y="3062288"/>
          <p14:tracePt t="33065" x="7162800" y="3076575"/>
          <p14:tracePt t="33077" x="7162800" y="3084513"/>
          <p14:tracePt t="33094" x="7162800" y="3090863"/>
          <p14:tracePt t="33111" x="7162800" y="3106738"/>
          <p14:tracePt t="33128" x="7162800" y="3135313"/>
          <p14:tracePt t="33144" x="7162800" y="3149600"/>
          <p14:tracePt t="33161" x="7162800" y="3157538"/>
          <p14:tracePt t="33177" x="7162800" y="3171825"/>
          <p14:tracePt t="33194" x="7154863" y="3186113"/>
          <p14:tracePt t="33211" x="7140575" y="3192463"/>
          <p14:tracePt t="33227" x="7126288" y="3208338"/>
          <p14:tracePt t="33244" x="7119938" y="3208338"/>
          <p14:tracePt t="33261" x="7104063" y="3208338"/>
          <p14:tracePt t="33278" x="7097713" y="3214688"/>
          <p14:tracePt t="33294" x="7083425" y="3214688"/>
          <p14:tracePt t="33311" x="7075488" y="3214688"/>
          <p14:tracePt t="33327" x="7061200" y="3214688"/>
          <p14:tracePt t="33344" x="7032625" y="3222625"/>
          <p14:tracePt t="33361" x="7010400" y="3222625"/>
          <p14:tracePt t="33377" x="6988175" y="3222625"/>
          <p14:tracePt t="33394" x="6967538" y="3222625"/>
          <p14:tracePt t="33411" x="6945313" y="3222625"/>
          <p14:tracePt t="33427" x="6931025" y="3222625"/>
          <p14:tracePt t="33444" x="6923088" y="3222625"/>
          <p14:tracePt t="33461" x="6908800" y="3222625"/>
          <p14:tracePt t="33494" x="6900863" y="3222625"/>
          <p14:tracePt t="33511" x="6894513" y="3222625"/>
          <p14:tracePt t="33527" x="6886575" y="3222625"/>
          <p14:tracePt t="33825" x="6872288" y="3222625"/>
          <p14:tracePt t="33833" x="6865938" y="3222625"/>
          <p14:tracePt t="33844" x="6821488" y="3208338"/>
          <p14:tracePt t="33861" x="6778625" y="3192463"/>
          <p14:tracePt t="33877" x="6742113" y="3186113"/>
          <p14:tracePt t="33894" x="6719888" y="3178175"/>
          <p14:tracePt t="33911" x="6705600" y="3171825"/>
          <p14:tracePt t="33928" x="6677025" y="3163888"/>
          <p14:tracePt t="33944" x="6662738" y="3149600"/>
          <p14:tracePt t="33961" x="6654800" y="3149600"/>
          <p14:tracePt t="33978" x="6640513" y="3149600"/>
          <p14:tracePt t="33995" x="6632575" y="3149600"/>
          <p14:tracePt t="34011" x="6611938" y="3149600"/>
          <p14:tracePt t="34028" x="6596063" y="3149600"/>
          <p14:tracePt t="34044" x="6589713" y="3149600"/>
          <p14:tracePt t="34061" x="6567488" y="3149600"/>
          <p14:tracePt t="34078" x="6545263" y="3149600"/>
          <p14:tracePt t="34094" x="6516688" y="3149600"/>
          <p14:tracePt t="34111" x="6480175" y="3149600"/>
          <p14:tracePt t="34128" x="6443663" y="3149600"/>
          <p14:tracePt t="34144" x="6415088" y="3149600"/>
          <p14:tracePt t="34161" x="6400800" y="3149600"/>
          <p14:tracePt t="34178" x="6392863" y="3149600"/>
          <p14:tracePt t="34194" x="6378575" y="3149600"/>
          <p14:tracePt t="34211" x="6372225" y="3149600"/>
          <p14:tracePt t="34228" x="6364288" y="3149600"/>
          <p14:tracePt t="34244" x="6350000" y="3149600"/>
          <p14:tracePt t="34277" x="6342063" y="3149600"/>
          <p14:tracePt t="34297" x="6335713" y="3149600"/>
          <p14:tracePt t="34401" x="6313488" y="3149600"/>
          <p14:tracePt t="34409" x="6284913" y="3149600"/>
          <p14:tracePt t="34416" x="6226175" y="3141663"/>
          <p14:tracePt t="34428" x="6175375" y="3127375"/>
          <p14:tracePt t="34444" x="5986463" y="3070225"/>
          <p14:tracePt t="34461" x="5711825" y="3048000"/>
          <p14:tracePt t="34478" x="5464175" y="3025775"/>
          <p14:tracePt t="34495" x="5240338" y="3025775"/>
          <p14:tracePt t="34511" x="5029200" y="3062288"/>
          <p14:tracePt t="34528" x="4789488" y="3121025"/>
          <p14:tracePt t="34544" x="4433888" y="3208338"/>
          <p14:tracePt t="34561" x="4230688" y="3208338"/>
          <p14:tracePt t="34578" x="3962400" y="3192463"/>
          <p14:tracePt t="34594" x="3548063" y="3121025"/>
          <p14:tracePt t="34611" x="3113088" y="3062288"/>
          <p14:tracePt t="34628" x="2779713" y="3033713"/>
          <p14:tracePt t="34644" x="2582863" y="2989263"/>
          <p14:tracePt t="34661" x="2446338" y="2974975"/>
          <p14:tracePt t="34678" x="2351088" y="2968625"/>
          <p14:tracePt t="34695" x="2286000" y="2954338"/>
          <p14:tracePt t="34711" x="2220913" y="2954338"/>
          <p14:tracePt t="34728" x="2090738" y="2954338"/>
          <p14:tracePt t="34745" x="1995488" y="2954338"/>
          <p14:tracePt t="34761" x="1893888" y="2954338"/>
          <p14:tracePt t="34778" x="1828800" y="2954338"/>
          <p14:tracePt t="34795" x="1770063" y="2954338"/>
          <p14:tracePt t="34811" x="1727200" y="2954338"/>
          <p14:tracePt t="34828" x="1668463" y="2946400"/>
          <p14:tracePt t="34844" x="1617663" y="2946400"/>
          <p14:tracePt t="34861" x="1589088" y="2946400"/>
          <p14:tracePt t="34878" x="1566863" y="2946400"/>
          <p14:tracePt t="34921" x="1552575" y="2946400"/>
          <p14:tracePt t="34961" x="1546225" y="2946400"/>
          <p14:tracePt t="34993" x="1538288" y="2946400"/>
          <p14:tracePt t="35025" x="1531938" y="2954338"/>
          <p14:tracePt t="35057" x="1531938" y="2960688"/>
          <p14:tracePt t="35065" x="1524000" y="2968625"/>
          <p14:tracePt t="35104" x="1524000" y="2974975"/>
          <p14:tracePt t="35129" x="1524000" y="2982913"/>
          <p14:tracePt t="35145" x="1524000" y="2989263"/>
          <p14:tracePt t="35153" x="1531938" y="2997200"/>
          <p14:tracePt t="35161" x="1531938" y="3005138"/>
          <p14:tracePt t="35178" x="1552575" y="3011488"/>
          <p14:tracePt t="35195" x="1574800" y="3019425"/>
          <p14:tracePt t="35211" x="1589088" y="3025775"/>
          <p14:tracePt t="35228" x="1611313" y="3025775"/>
          <p14:tracePt t="35245" x="1625600" y="3025775"/>
          <p14:tracePt t="35261" x="1639888" y="3025775"/>
          <p14:tracePt t="35278" x="1662113" y="3025775"/>
          <p14:tracePt t="35295" x="1676400" y="3025775"/>
          <p14:tracePt t="35312" x="1690688" y="3025775"/>
          <p14:tracePt t="35328" x="1698625" y="3019425"/>
          <p14:tracePt t="35345" x="1704975" y="3011488"/>
          <p14:tracePt t="35378" x="1712913" y="3011488"/>
          <p14:tracePt t="35441" x="1719263" y="3011488"/>
          <p14:tracePt t="35457" x="1727200" y="3011488"/>
          <p14:tracePt t="35473" x="1727200" y="3005138"/>
          <p14:tracePt t="35481" x="1735138" y="3005138"/>
          <p14:tracePt t="35489" x="1741488" y="3005138"/>
          <p14:tracePt t="35505" x="1741488" y="2997200"/>
          <p14:tracePt t="35521" x="1749425" y="2989263"/>
          <p14:tracePt t="36337" x="1755775" y="2989263"/>
          <p14:tracePt t="36401" x="1763713" y="2989263"/>
          <p14:tracePt t="36417" x="1770063" y="2989263"/>
          <p14:tracePt t="36441" x="1778000" y="2989263"/>
          <p14:tracePt t="36449" x="1785938" y="2989263"/>
          <p14:tracePt t="36457" x="1792288" y="2989263"/>
          <p14:tracePt t="36473" x="1800225" y="2989263"/>
          <p14:tracePt t="36480" x="1806575" y="2989263"/>
          <p14:tracePt t="36513" x="1814513" y="2989263"/>
          <p14:tracePt t="36553" x="1820863" y="2989263"/>
          <p14:tracePt t="36585" x="1828800" y="2989263"/>
          <p14:tracePt t="36761" x="1836738" y="2989263"/>
          <p14:tracePt t="36776" x="1851025" y="2989263"/>
          <p14:tracePt t="36785" x="1871663" y="2989263"/>
          <p14:tracePt t="36795" x="1893888" y="2989263"/>
          <p14:tracePt t="36812" x="1981200" y="2989263"/>
          <p14:tracePt t="36828" x="2054225" y="2989263"/>
          <p14:tracePt t="36845" x="2119313" y="2989263"/>
          <p14:tracePt t="36862" x="2176463" y="2989263"/>
          <p14:tracePt t="36878" x="2235200" y="2989263"/>
          <p14:tracePt t="36895" x="2336800" y="2989263"/>
          <p14:tracePt t="36912" x="2517775" y="2989263"/>
          <p14:tracePt t="36929" x="2613025" y="2989263"/>
          <p14:tracePt t="36945" x="2684463" y="2997200"/>
          <p14:tracePt t="36962" x="2706688" y="2997200"/>
          <p14:tracePt t="36978" x="2714625" y="2997200"/>
          <p14:tracePt t="36995" x="2728913" y="2997200"/>
          <p14:tracePt t="37012" x="2735263" y="2997200"/>
          <p14:tracePt t="37029" x="2751138" y="2997200"/>
          <p14:tracePt t="37045" x="2779713" y="2997200"/>
          <p14:tracePt t="37062" x="2794000" y="3005138"/>
          <p14:tracePt t="37079" x="2822575" y="3005138"/>
          <p14:tracePt t="37095" x="2859088" y="3005138"/>
          <p14:tracePt t="37112" x="2881313" y="3005138"/>
          <p14:tracePt t="37153" x="2895600" y="3005138"/>
          <p14:tracePt t="37193" x="2903538" y="3005138"/>
          <p14:tracePt t="37217" x="2917825" y="3005138"/>
          <p14:tracePt t="37625" x="2924175" y="3005138"/>
          <p14:tracePt t="37649" x="2932113" y="3005138"/>
          <p14:tracePt t="37657" x="2938463" y="3005138"/>
          <p14:tracePt t="37673" x="2946400" y="3005138"/>
          <p14:tracePt t="37689" x="2960688" y="3005138"/>
          <p14:tracePt t="37705" x="2968625" y="3005138"/>
          <p14:tracePt t="37721" x="2974975" y="3005138"/>
          <p14:tracePt t="37769" x="2982913" y="3005138"/>
          <p14:tracePt t="37777" x="2989263" y="3005138"/>
          <p14:tracePt t="37817" x="2997200" y="3005138"/>
          <p14:tracePt t="37825" x="3005138" y="3005138"/>
          <p14:tracePt t="37849" x="3019425" y="3011488"/>
          <p14:tracePt t="37889" x="3025775" y="3011488"/>
          <p14:tracePt t="37913" x="3033713" y="3011488"/>
          <p14:tracePt t="37921" x="3040063" y="3011488"/>
          <p14:tracePt t="37937" x="3048000" y="3011488"/>
          <p14:tracePt t="37969" x="3055938" y="3011488"/>
          <p14:tracePt t="37977" x="3062288" y="3011488"/>
          <p14:tracePt t="37985" x="3070225" y="3011488"/>
          <p14:tracePt t="38001" x="3076575" y="3019425"/>
          <p14:tracePt t="38017" x="3090863" y="3019425"/>
          <p14:tracePt t="38033" x="3098800" y="3019425"/>
          <p14:tracePt t="38046" x="3098800" y="3025775"/>
          <p14:tracePt t="38062" x="3113088" y="3025775"/>
          <p14:tracePt t="38079" x="3121025" y="3025775"/>
          <p14:tracePt t="38095" x="3127375" y="3033713"/>
          <p14:tracePt t="38112" x="3135313" y="3033713"/>
          <p14:tracePt t="38129" x="3141663" y="3033713"/>
          <p14:tracePt t="38145" x="3149600" y="3033713"/>
          <p14:tracePt t="38177" x="3157538" y="3033713"/>
          <p14:tracePt t="38249" x="3163888" y="3033713"/>
          <p14:tracePt t="38265" x="3171825" y="3033713"/>
          <p14:tracePt t="38305" x="3178175" y="3033713"/>
          <p14:tracePt t="38321" x="3192463" y="3033713"/>
          <p14:tracePt t="38345" x="3200400" y="3033713"/>
          <p14:tracePt t="38353" x="3208338" y="3033713"/>
          <p14:tracePt t="38362" x="3222625" y="3033713"/>
          <p14:tracePt t="38379" x="3236913" y="3033713"/>
          <p14:tracePt t="38396" x="3259138" y="3040063"/>
          <p14:tracePt t="38412" x="3294063" y="3040063"/>
          <p14:tracePt t="38429" x="3344863" y="3055938"/>
          <p14:tracePt t="38446" x="3454400" y="3062288"/>
          <p14:tracePt t="38462" x="3621088" y="3084513"/>
          <p14:tracePt t="38479" x="3824288" y="3090863"/>
          <p14:tracePt t="38481" x="3925888" y="3090863"/>
          <p14:tracePt t="38496" x="4035425" y="3090863"/>
          <p14:tracePt t="38512" x="4376738" y="3098800"/>
          <p14:tracePt t="38529" x="4572000" y="3098800"/>
          <p14:tracePt t="38546" x="4716463" y="3098800"/>
          <p14:tracePt t="38563" x="4840288" y="3098800"/>
          <p14:tracePt t="38579" x="4949825" y="3098800"/>
          <p14:tracePt t="38596" x="5051425" y="3121025"/>
          <p14:tracePt t="38612" x="5189538" y="3157538"/>
          <p14:tracePt t="38629" x="5348288" y="3163888"/>
          <p14:tracePt t="38646" x="5514975" y="3178175"/>
          <p14:tracePt t="38662" x="5667375" y="3200400"/>
          <p14:tracePt t="38679" x="5783263" y="3214688"/>
          <p14:tracePt t="38696" x="5892800" y="3236913"/>
          <p14:tracePt t="38712" x="5994400" y="3251200"/>
          <p14:tracePt t="38729" x="6059488" y="3265488"/>
          <p14:tracePt t="38746" x="6096000" y="3265488"/>
          <p14:tracePt t="38762" x="6124575" y="3265488"/>
          <p14:tracePt t="38780" x="6161088" y="3265488"/>
          <p14:tracePt t="38796" x="6197600" y="3265488"/>
          <p14:tracePt t="38812" x="6234113" y="3265488"/>
          <p14:tracePt t="38829" x="6262688" y="3265488"/>
          <p14:tracePt t="38846" x="6284913" y="3265488"/>
          <p14:tracePt t="38863" x="6307138" y="3265488"/>
          <p14:tracePt t="38879" x="6327775" y="3265488"/>
          <p14:tracePt t="38896" x="6335713" y="3265488"/>
          <p14:tracePt t="38913" x="6372225" y="3265488"/>
          <p14:tracePt t="38929" x="6400800" y="3265488"/>
          <p14:tracePt t="38946" x="6437313" y="3265488"/>
          <p14:tracePt t="38963" x="6488113" y="3265488"/>
          <p14:tracePt t="38979" x="6516688" y="3265488"/>
          <p14:tracePt t="38996" x="6538913" y="3265488"/>
          <p14:tracePt t="39012" x="6545263" y="3265488"/>
          <p14:tracePt t="39029" x="6561138" y="3265488"/>
          <p14:tracePt t="39046" x="6567488" y="3265488"/>
          <p14:tracePt t="39063" x="6589713" y="3265488"/>
          <p14:tracePt t="39079" x="6632575" y="3259138"/>
          <p14:tracePt t="39096" x="6677025" y="3243263"/>
          <p14:tracePt t="39113" x="6713538" y="3236913"/>
          <p14:tracePt t="39129" x="6742113" y="3236913"/>
          <p14:tracePt t="39146" x="6756400" y="3236913"/>
          <p14:tracePt t="39163" x="6784975" y="3236913"/>
          <p14:tracePt t="39179" x="6807200" y="3236913"/>
          <p14:tracePt t="39196" x="6843713" y="3236913"/>
          <p14:tracePt t="39213" x="6880225" y="3236913"/>
          <p14:tracePt t="39229" x="6916738" y="3236913"/>
          <p14:tracePt t="39246" x="6937375" y="3236913"/>
          <p14:tracePt t="39263" x="6967538" y="3228975"/>
          <p14:tracePt t="39279" x="6996113" y="3228975"/>
          <p14:tracePt t="39296" x="7053263" y="3214688"/>
          <p14:tracePt t="39313" x="7089775" y="3214688"/>
          <p14:tracePt t="39329" x="7112000" y="3214688"/>
          <p14:tracePt t="39346" x="7134225" y="3208338"/>
          <p14:tracePt t="39379" x="7148513" y="3208338"/>
          <p14:tracePt t="39396" x="7154863" y="3200400"/>
          <p14:tracePt t="39416" x="7170738" y="3200400"/>
          <p14:tracePt t="39433" x="7185025" y="3192463"/>
          <p14:tracePt t="39449" x="7199313" y="3186113"/>
          <p14:tracePt t="39489" x="7205663" y="3186113"/>
          <p14:tracePt t="39505" x="7213600" y="3186113"/>
          <p14:tracePt t="39521" x="7221538" y="3186113"/>
          <p14:tracePt t="39529" x="7227888" y="3178175"/>
          <p14:tracePt t="39545" x="7235825" y="3178175"/>
          <p14:tracePt t="39553" x="7242175" y="3178175"/>
          <p14:tracePt t="39569" x="7256463" y="3171825"/>
          <p14:tracePt t="39585" x="7264400" y="3171825"/>
          <p14:tracePt t="39609" x="7264400" y="3163888"/>
          <p14:tracePt t="40337" x="7272338" y="3163888"/>
          <p14:tracePt t="40345" x="7286625" y="3163888"/>
          <p14:tracePt t="40353" x="7307263" y="3157538"/>
          <p14:tracePt t="40363" x="7323138" y="3157538"/>
          <p14:tracePt t="40380" x="7358063" y="3157538"/>
          <p14:tracePt t="40396" x="7394575" y="3141663"/>
          <p14:tracePt t="40413" x="7453313" y="3135313"/>
          <p14:tracePt t="40430" x="7481888" y="3135313"/>
          <p14:tracePt t="40446" x="7510463" y="3135313"/>
          <p14:tracePt t="40463" x="7526338" y="3135313"/>
          <p14:tracePt t="40480" x="7532688" y="3135313"/>
          <p14:tracePt t="40537" x="7540625" y="3135313"/>
          <p14:tracePt t="40553" x="7546975" y="3135313"/>
          <p14:tracePt t="40609" x="7554913" y="3135313"/>
          <p14:tracePt t="40617" x="7561263" y="3135313"/>
          <p14:tracePt t="40633" x="7569200" y="3135313"/>
          <p14:tracePt t="40649" x="7577138" y="3135313"/>
          <p14:tracePt t="40665" x="7583488" y="3135313"/>
          <p14:tracePt t="40697" x="7591425" y="3135313"/>
          <p14:tracePt t="40825" x="7597775" y="3135313"/>
          <p14:tracePt t="40833" x="7597775" y="3127375"/>
          <p14:tracePt t="40848" x="7605713" y="3127375"/>
          <p14:tracePt t="40857" x="7612063" y="3121025"/>
          <p14:tracePt t="40873" x="7620000" y="3113088"/>
          <p14:tracePt t="40881" x="7634288" y="3113088"/>
          <p14:tracePt t="40896" x="7662863" y="3090863"/>
          <p14:tracePt t="40913" x="7678738" y="3090863"/>
          <p14:tracePt t="40961" x="7685088" y="3084513"/>
          <p14:tracePt t="41001" x="7693025" y="3084513"/>
          <p14:tracePt t="41009" x="7699375" y="3090863"/>
          <p14:tracePt t="41017" x="7713663" y="3113088"/>
          <p14:tracePt t="41030" x="7713663" y="3127375"/>
          <p14:tracePt t="41046" x="7713663" y="3171825"/>
          <p14:tracePt t="41063" x="7713663" y="3200400"/>
          <p14:tracePt t="41080" x="7707313" y="3228975"/>
          <p14:tracePt t="41096" x="7685088" y="3236913"/>
          <p14:tracePt t="41113" x="7662863" y="3243263"/>
          <p14:tracePt t="41130" x="7627938" y="3243263"/>
          <p14:tracePt t="41146" x="7597775" y="3243263"/>
          <p14:tracePt t="41164" x="7583488" y="3243263"/>
          <p14:tracePt t="41180" x="7561263" y="3243263"/>
          <p14:tracePt t="41197" x="7554913" y="3228975"/>
          <p14:tracePt t="41213" x="7554913" y="3200400"/>
          <p14:tracePt t="41230" x="7540625" y="3171825"/>
          <p14:tracePt t="41246" x="7540625" y="3157538"/>
          <p14:tracePt t="41263" x="7540625" y="3149600"/>
          <p14:tracePt t="41280" x="7540625" y="3141663"/>
          <p14:tracePt t="41481" x="7475538" y="3141663"/>
          <p14:tracePt t="41489" x="7402513" y="3141663"/>
          <p14:tracePt t="41497" x="7264400" y="3157538"/>
          <p14:tracePt t="41513" x="6843713" y="3186113"/>
          <p14:tracePt t="41530" x="6248400" y="3259138"/>
          <p14:tracePt t="41547" x="5559425" y="3360738"/>
          <p14:tracePt t="41563" x="5072063" y="3417888"/>
          <p14:tracePt t="41580" x="4738688" y="3440113"/>
          <p14:tracePt t="41597" x="4557713" y="3446463"/>
          <p14:tracePt t="41613" x="4405313" y="3446463"/>
          <p14:tracePt t="41630" x="4281488" y="3446463"/>
          <p14:tracePt t="41647" x="4151313" y="3446463"/>
          <p14:tracePt t="41663" x="4035425" y="3462338"/>
          <p14:tracePt t="41680" x="3860800" y="3462338"/>
          <p14:tracePt t="41697" x="3708400" y="3462338"/>
          <p14:tracePt t="41713" x="3541713" y="3454400"/>
          <p14:tracePt t="41730" x="3403600" y="3425825"/>
          <p14:tracePt t="41747" x="3338513" y="3417888"/>
          <p14:tracePt t="41763" x="3330575" y="3417888"/>
          <p14:tracePt t="41808" x="3330575" y="3411538"/>
          <p14:tracePt t="41817" x="3324225" y="3411538"/>
          <p14:tracePt t="41830" x="3316288" y="3403600"/>
          <p14:tracePt t="41849" x="3316288" y="3395663"/>
          <p14:tracePt t="41873" x="3316288" y="3381375"/>
          <p14:tracePt t="41881" x="3316288" y="3375025"/>
          <p14:tracePt t="41897" x="3316288" y="3344863"/>
          <p14:tracePt t="41914" x="3324225" y="3302000"/>
          <p14:tracePt t="41930" x="3360738" y="3259138"/>
          <p14:tracePt t="41947" x="3403600" y="3214688"/>
          <p14:tracePt t="41964" x="3432175" y="3192463"/>
          <p14:tracePt t="41980" x="3462338" y="3171825"/>
          <p14:tracePt t="41997" x="3497263" y="3157538"/>
          <p14:tracePt t="42013" x="3519488" y="3141663"/>
          <p14:tracePt t="42031" x="3541713" y="3141663"/>
          <p14:tracePt t="42047" x="3563938" y="3127375"/>
          <p14:tracePt t="42064" x="3592513" y="3106738"/>
          <p14:tracePt t="42080" x="3649663" y="3070225"/>
          <p14:tracePt t="42097" x="3700463" y="3055938"/>
          <p14:tracePt t="42113" x="3759200" y="3033713"/>
          <p14:tracePt t="42130" x="3787775" y="3025775"/>
          <p14:tracePt t="42147" x="3817938" y="3025775"/>
          <p14:tracePt t="42164" x="3832225" y="3025775"/>
          <p14:tracePt t="42180" x="3860800" y="3019425"/>
          <p14:tracePt t="42197" x="3868738" y="3019425"/>
          <p14:tracePt t="42213" x="3875088" y="3019425"/>
          <p14:tracePt t="42247" x="3889375" y="3025775"/>
          <p14:tracePt t="42264" x="3925888" y="3098800"/>
          <p14:tracePt t="42280" x="3948113" y="3135313"/>
          <p14:tracePt t="42297" x="3954463" y="3141663"/>
          <p14:tracePt t="42521" x="3948113" y="3135313"/>
          <p14:tracePt t="42529" x="3940175" y="3106738"/>
          <p14:tracePt t="42537" x="3933825" y="3084513"/>
          <p14:tracePt t="42547" x="3911600" y="3025775"/>
          <p14:tracePt t="42563" x="3903663" y="2954338"/>
          <p14:tracePt t="42580" x="3903663" y="2903538"/>
          <p14:tracePt t="42597" x="3903663" y="2852738"/>
          <p14:tracePt t="42614" x="3903663" y="2816225"/>
          <p14:tracePt t="42630" x="3903663" y="2765425"/>
          <p14:tracePt t="42647" x="3903663" y="2728913"/>
          <p14:tracePt t="42664" x="3925888" y="2692400"/>
          <p14:tracePt t="42680" x="3948113" y="2670175"/>
          <p14:tracePt t="42697" x="3970338" y="2655888"/>
          <p14:tracePt t="42714" x="4027488" y="2633663"/>
          <p14:tracePt t="42730" x="4071938" y="2619375"/>
          <p14:tracePt t="42747" x="4137025" y="2590800"/>
          <p14:tracePt t="42764" x="4208463" y="2582863"/>
          <p14:tracePt t="42780" x="4275138" y="2554288"/>
          <p14:tracePt t="42797" x="4346575" y="2532063"/>
          <p14:tracePt t="42814" x="4411663" y="2525713"/>
          <p14:tracePt t="42830" x="4484688" y="2517775"/>
          <p14:tracePt t="42847" x="4557713" y="2517775"/>
          <p14:tracePt t="42864" x="4659313" y="2517775"/>
          <p14:tracePt t="42880" x="4710113" y="2517775"/>
          <p14:tracePt t="42897" x="4767263" y="2517775"/>
          <p14:tracePt t="42914" x="4811713" y="2517775"/>
          <p14:tracePt t="42930" x="4854575" y="2532063"/>
          <p14:tracePt t="42947" x="4899025" y="2562225"/>
          <p14:tracePt t="42964" x="4935538" y="2590800"/>
          <p14:tracePt t="42980" x="4964113" y="2613025"/>
          <p14:tracePt t="42997" x="4992688" y="2655888"/>
          <p14:tracePt t="43014" x="5021263" y="2706688"/>
          <p14:tracePt t="43030" x="5072063" y="2771775"/>
          <p14:tracePt t="43047" x="5108575" y="2852738"/>
          <p14:tracePt t="43064" x="5153025" y="2997200"/>
          <p14:tracePt t="43080" x="5181600" y="3106738"/>
          <p14:tracePt t="43097" x="5195888" y="3192463"/>
          <p14:tracePt t="43114" x="5195888" y="3259138"/>
          <p14:tracePt t="43130" x="5218113" y="3309938"/>
          <p14:tracePt t="43147" x="5218113" y="3367088"/>
          <p14:tracePt t="43164" x="5232400" y="3440113"/>
          <p14:tracePt t="43180" x="5232400" y="3505200"/>
          <p14:tracePt t="43197" x="5246688" y="3584575"/>
          <p14:tracePt t="43214" x="5254625" y="3671888"/>
          <p14:tracePt t="43230" x="5260975" y="3736975"/>
          <p14:tracePt t="43247" x="5275263" y="3781425"/>
          <p14:tracePt t="43264" x="5283200" y="3860800"/>
          <p14:tracePt t="43280" x="5283200" y="3911600"/>
          <p14:tracePt t="43297" x="5283200" y="3984625"/>
          <p14:tracePt t="43314" x="5283200" y="4078288"/>
          <p14:tracePt t="43330" x="5283200" y="4173538"/>
          <p14:tracePt t="43347" x="5283200" y="4244975"/>
          <p14:tracePt t="43364" x="5283200" y="4281488"/>
          <p14:tracePt t="43380" x="5283200" y="4303713"/>
          <p14:tracePt t="43397" x="5275263" y="4318000"/>
          <p14:tracePt t="43414" x="5268913" y="4354513"/>
          <p14:tracePt t="43430" x="5246688" y="4383088"/>
          <p14:tracePt t="43447" x="5189538" y="4448175"/>
          <p14:tracePt t="43464" x="5145088" y="4513263"/>
          <p14:tracePt t="43481" x="5102225" y="4549775"/>
          <p14:tracePt t="43497" x="5051425" y="4579938"/>
          <p14:tracePt t="43514" x="5000625" y="4600575"/>
          <p14:tracePt t="43530" x="4941888" y="4630738"/>
          <p14:tracePt t="43547" x="4848225" y="4645025"/>
          <p14:tracePt t="43564" x="4789488" y="4659313"/>
          <p14:tracePt t="43581" x="4724400" y="4665663"/>
          <p14:tracePt t="43597" x="4665663" y="4665663"/>
          <p14:tracePt t="43614" x="4622800" y="4665663"/>
          <p14:tracePt t="43631" x="4572000" y="4665663"/>
          <p14:tracePt t="43647" x="4549775" y="4665663"/>
          <p14:tracePt t="43664" x="4492625" y="4659313"/>
          <p14:tracePt t="43681" x="4462463" y="4637088"/>
          <p14:tracePt t="43697" x="4405313" y="4594225"/>
          <p14:tracePt t="43714" x="4340225" y="4557713"/>
          <p14:tracePt t="43730" x="4252913" y="4492625"/>
          <p14:tracePt t="43747" x="4165600" y="4433888"/>
          <p14:tracePt t="43764" x="4092575" y="4383088"/>
          <p14:tracePt t="43781" x="4021138" y="4325938"/>
          <p14:tracePt t="43797" x="3962400" y="4289425"/>
          <p14:tracePt t="43814" x="3919538" y="4259263"/>
          <p14:tracePt t="43831" x="3889375" y="4230688"/>
          <p14:tracePt t="43847" x="3860800" y="4194175"/>
          <p14:tracePt t="43864" x="3824288" y="4106863"/>
          <p14:tracePt t="43881" x="3802063" y="4035425"/>
          <p14:tracePt t="43897" x="3787775" y="3940175"/>
          <p14:tracePt t="43914" x="3767138" y="3883025"/>
          <p14:tracePt t="43931" x="3759200" y="3810000"/>
          <p14:tracePt t="43947" x="3759200" y="3751263"/>
          <p14:tracePt t="43964" x="3759200" y="3686175"/>
          <p14:tracePt t="43981" x="3759200" y="3621088"/>
          <p14:tracePt t="43997" x="3759200" y="3570288"/>
          <p14:tracePt t="44014" x="3773488" y="3505200"/>
          <p14:tracePt t="44031" x="3781425" y="3454400"/>
          <p14:tracePt t="44047" x="3795713" y="3389313"/>
          <p14:tracePt t="44064" x="3832225" y="3265488"/>
          <p14:tracePt t="44081" x="3852863" y="3171825"/>
          <p14:tracePt t="44097" x="3875088" y="3106738"/>
          <p14:tracePt t="44114" x="3889375" y="3048000"/>
          <p14:tracePt t="44131" x="3903663" y="2989263"/>
          <p14:tracePt t="44147" x="3919538" y="2960688"/>
          <p14:tracePt t="44164" x="3933825" y="2909888"/>
          <p14:tracePt t="44181" x="3940175" y="2887663"/>
          <p14:tracePt t="44197" x="3940175" y="2852738"/>
          <p14:tracePt t="44214" x="3962400" y="2816225"/>
          <p14:tracePt t="44231" x="3970338" y="2779713"/>
          <p14:tracePt t="44248" x="3998913" y="2706688"/>
          <p14:tracePt t="44264" x="4021138" y="2663825"/>
          <p14:tracePt t="44281" x="4056063" y="2619375"/>
          <p14:tracePt t="44297" x="4071938" y="2582863"/>
          <p14:tracePt t="44314" x="4100513" y="2562225"/>
          <p14:tracePt t="44331" x="4122738" y="2532063"/>
          <p14:tracePt t="44348" x="4157663" y="2511425"/>
          <p14:tracePt t="44364" x="4179888" y="2503488"/>
          <p14:tracePt t="44381" x="4216400" y="2474913"/>
          <p14:tracePt t="44397" x="4259263" y="2460625"/>
          <p14:tracePt t="44414" x="4295775" y="2452688"/>
          <p14:tracePt t="44431" x="4340225" y="2446338"/>
          <p14:tracePt t="44448" x="4405313" y="2430463"/>
          <p14:tracePt t="44464" x="4441825" y="2430463"/>
          <p14:tracePt t="44481" x="4478338" y="2430463"/>
          <p14:tracePt t="44498" x="4506913" y="2430463"/>
          <p14:tracePt t="44514" x="4535488" y="2430463"/>
          <p14:tracePt t="44531" x="4594225" y="2474913"/>
          <p14:tracePt t="44548" x="4681538" y="2532063"/>
          <p14:tracePt t="44564" x="4746625" y="2576513"/>
          <p14:tracePt t="44581" x="4797425" y="2613025"/>
          <p14:tracePt t="44598" x="4833938" y="2641600"/>
          <p14:tracePt t="44614" x="4862513" y="2684463"/>
          <p14:tracePt t="44631" x="4891088" y="2720975"/>
          <p14:tracePt t="44648" x="4970463" y="2836863"/>
          <p14:tracePt t="44664" x="4992688" y="2887663"/>
          <p14:tracePt t="44681" x="5006975" y="2932113"/>
          <p14:tracePt t="44697" x="5021263" y="2968625"/>
          <p14:tracePt t="44714" x="5037138" y="3025775"/>
          <p14:tracePt t="44731" x="5051425" y="3084513"/>
          <p14:tracePt t="44748" x="5057775" y="3163888"/>
          <p14:tracePt t="44764" x="5072063" y="3265488"/>
          <p14:tracePt t="44781" x="5087938" y="3367088"/>
          <p14:tracePt t="44798" x="5087938" y="3440113"/>
          <p14:tracePt t="44814" x="5087938" y="3490913"/>
          <p14:tracePt t="44831" x="5087938" y="3548063"/>
          <p14:tracePt t="44848" x="5087938" y="3649663"/>
          <p14:tracePt t="44864" x="5087938" y="3716338"/>
          <p14:tracePt t="44881" x="5087938" y="3795713"/>
          <p14:tracePt t="44898" x="5087938" y="3852863"/>
          <p14:tracePt t="44914" x="5087938" y="3897313"/>
          <p14:tracePt t="44931" x="5094288" y="3962400"/>
          <p14:tracePt t="44948" x="5094288" y="4041775"/>
          <p14:tracePt t="44964" x="5094288" y="4114800"/>
          <p14:tracePt t="44981" x="5094288" y="4208463"/>
          <p14:tracePt t="44998" x="5094288" y="4267200"/>
          <p14:tracePt t="45014" x="5087938" y="4303713"/>
          <p14:tracePt t="45031" x="5072063" y="4325938"/>
          <p14:tracePt t="45048" x="5057775" y="4354513"/>
          <p14:tracePt t="45064" x="5029200" y="4397375"/>
          <p14:tracePt t="45081" x="4986338" y="4441825"/>
          <p14:tracePt t="45098" x="4935538" y="4478338"/>
          <p14:tracePt t="45114" x="4891088" y="4506913"/>
          <p14:tracePt t="45131" x="4840288" y="4521200"/>
          <p14:tracePt t="45148" x="4803775" y="4543425"/>
          <p14:tracePt t="45164" x="4746625" y="4564063"/>
          <p14:tracePt t="45181" x="4710113" y="4564063"/>
          <p14:tracePt t="45198" x="4659313" y="4564063"/>
          <p14:tracePt t="45214" x="4622800" y="4564063"/>
          <p14:tracePt t="45231" x="4586288" y="4564063"/>
          <p14:tracePt t="45248" x="4557713" y="4564063"/>
          <p14:tracePt t="45264" x="4549775" y="4564063"/>
          <p14:tracePt t="45281" x="4535488" y="4564063"/>
          <p14:tracePt t="45314" x="4521200" y="4564063"/>
          <p14:tracePt t="45348" x="4506913" y="4564063"/>
          <p14:tracePt t="45364" x="4498975" y="4564063"/>
          <p14:tracePt t="45381" x="4492625" y="4564063"/>
          <p14:tracePt t="45398" x="4484688" y="4557713"/>
          <p14:tracePt t="45414" x="4462463" y="4557713"/>
          <p14:tracePt t="45431" x="4448175" y="4549775"/>
          <p14:tracePt t="45448" x="4427538" y="4549775"/>
          <p14:tracePt t="45464" x="4411663" y="4543425"/>
          <p14:tracePt t="45481" x="4397375" y="4543425"/>
          <p14:tracePt t="45498" x="4391025" y="4543425"/>
          <p14:tracePt t="45514" x="4383088" y="4543425"/>
          <p14:tracePt t="45531" x="4368800" y="4535488"/>
          <p14:tracePt t="45565" x="4360863" y="4535488"/>
          <p14:tracePt t="45581" x="4354513" y="4535488"/>
          <p14:tracePt t="45598" x="4340225" y="4535488"/>
          <p14:tracePt t="45697" x="4332288" y="4529138"/>
          <p14:tracePt t="45705" x="4332288" y="4521200"/>
          <p14:tracePt t="45714" x="4332288" y="4513263"/>
          <p14:tracePt t="45731" x="4332288" y="4506913"/>
          <p14:tracePt t="45748" x="4332288" y="4498975"/>
          <p14:tracePt t="45793" x="4332288" y="4492625"/>
          <p14:tracePt t="45801" x="4332288" y="4484688"/>
          <p14:tracePt t="45809" x="4332288" y="4470400"/>
          <p14:tracePt t="45825" x="4332288" y="4456113"/>
          <p14:tracePt t="45833" x="4332288" y="4448175"/>
          <p14:tracePt t="45848" x="4340225" y="4427538"/>
          <p14:tracePt t="45865" x="4340225" y="4405313"/>
          <p14:tracePt t="45881" x="4346575" y="4376738"/>
          <p14:tracePt t="45898" x="4346575" y="4360863"/>
          <p14:tracePt t="45915" x="4354513" y="4340225"/>
          <p14:tracePt t="45931" x="4354513" y="4332288"/>
          <p14:tracePt t="45948" x="4354513" y="4318000"/>
          <p14:tracePt t="45965" x="4354513" y="4310063"/>
          <p14:tracePt t="45998" x="4360863" y="4303713"/>
          <p14:tracePt t="46025" x="4360863" y="4295775"/>
          <p14:tracePt t="46041" x="4360863" y="4289425"/>
          <p14:tracePt t="46073" x="4368800" y="4281488"/>
          <p14:tracePt t="46089" x="4376738" y="4275138"/>
          <p14:tracePt t="46113" x="4376738" y="4267200"/>
          <p14:tracePt t="46129" x="4383088" y="4259263"/>
          <p14:tracePt t="46161" x="4391025" y="4244975"/>
          <p14:tracePt t="46201" x="4405313" y="4238625"/>
          <p14:tracePt t="46216" x="4411663" y="4230688"/>
          <p14:tracePt t="46233" x="4427538" y="4224338"/>
          <p14:tracePt t="46249" x="4433888" y="4216400"/>
          <p14:tracePt t="46257" x="4441825" y="4216400"/>
          <p14:tracePt t="46273" x="4456113" y="4216400"/>
          <p14:tracePt t="46281" x="4462463" y="4216400"/>
          <p14:tracePt t="46298" x="4470400" y="4216400"/>
          <p14:tracePt t="46315" x="4484688" y="4216400"/>
          <p14:tracePt t="46337" x="4498975" y="4216400"/>
          <p14:tracePt t="46348" x="4498975" y="4224338"/>
          <p14:tracePt t="46365" x="4506913" y="4244975"/>
          <p14:tracePt t="46381" x="4506913" y="4275138"/>
          <p14:tracePt t="46398" x="4506913" y="4310063"/>
          <p14:tracePt t="46415" x="4506913" y="4340225"/>
          <p14:tracePt t="46432" x="4498975" y="4360863"/>
          <p14:tracePt t="46448" x="4470400" y="4376738"/>
          <p14:tracePt t="46465" x="4441825" y="4376738"/>
          <p14:tracePt t="46482" x="4405313" y="4376738"/>
          <p14:tracePt t="46498" x="4346575" y="4376738"/>
          <p14:tracePt t="46515" x="4244975" y="4360863"/>
          <p14:tracePt t="46532" x="4151313" y="4332288"/>
          <p14:tracePt t="46548" x="4086225" y="4318000"/>
          <p14:tracePt t="46565" x="4049713" y="4310063"/>
          <p14:tracePt t="46582" x="4041775" y="4303713"/>
          <p14:tracePt t="46598" x="4035425" y="4303713"/>
          <p14:tracePt t="46615" x="4027488" y="4289425"/>
          <p14:tracePt t="46632" x="4005263" y="4224338"/>
          <p14:tracePt t="46648" x="3998913" y="4151313"/>
          <p14:tracePt t="46665" x="3990975" y="4092575"/>
          <p14:tracePt t="46682" x="3990975" y="4064000"/>
          <p14:tracePt t="46698" x="3990975" y="4041775"/>
          <p14:tracePt t="46715" x="3990975" y="4027488"/>
          <p14:tracePt t="46732" x="4005263" y="3998913"/>
          <p14:tracePt t="46748" x="4027488" y="3976688"/>
          <p14:tracePt t="46765" x="4064000" y="3940175"/>
          <p14:tracePt t="46781" x="4100513" y="3925888"/>
          <p14:tracePt t="46798" x="4143375" y="3903663"/>
          <p14:tracePt t="46815" x="4208463" y="3883025"/>
          <p14:tracePt t="46832" x="4332288" y="3868738"/>
          <p14:tracePt t="46848" x="4427538" y="3846513"/>
          <p14:tracePt t="46865" x="4478338" y="3846513"/>
          <p14:tracePt t="46881" x="4529138" y="3846513"/>
          <p14:tracePt t="46898" x="4579938" y="3846513"/>
          <p14:tracePt t="46915" x="4600575" y="3846513"/>
          <p14:tracePt t="46932" x="4630738" y="3846513"/>
          <p14:tracePt t="46948" x="4665663" y="3860800"/>
          <p14:tracePt t="46965" x="4681538" y="3860800"/>
          <p14:tracePt t="46982" x="4716463" y="3883025"/>
          <p14:tracePt t="46998" x="4746625" y="3889375"/>
          <p14:tracePt t="47015" x="4775200" y="3919538"/>
          <p14:tracePt t="47032" x="4826000" y="3962400"/>
          <p14:tracePt t="47048" x="4848225" y="3984625"/>
          <p14:tracePt t="47065" x="4862513" y="4005263"/>
          <p14:tracePt t="47082" x="4868863" y="4021138"/>
          <p14:tracePt t="47098" x="4876800" y="4056063"/>
          <p14:tracePt t="47115" x="4884738" y="4086225"/>
          <p14:tracePt t="47132" x="4899025" y="4143375"/>
          <p14:tracePt t="47148" x="4899025" y="4216400"/>
          <p14:tracePt t="47165" x="4899025" y="4275138"/>
          <p14:tracePt t="47182" x="4899025" y="4318000"/>
          <p14:tracePt t="47198" x="4899025" y="4332288"/>
          <p14:tracePt t="47215" x="4899025" y="4346575"/>
          <p14:tracePt t="47248" x="4891088" y="4368800"/>
          <p14:tracePt t="47265" x="4876800" y="4391025"/>
          <p14:tracePt t="47282" x="4854575" y="4411663"/>
          <p14:tracePt t="47298" x="4848225" y="4411663"/>
          <p14:tracePt t="47315" x="4840288" y="4419600"/>
          <p14:tracePt t="47332" x="4811713" y="4433888"/>
          <p14:tracePt t="47348" x="4783138" y="4433888"/>
          <p14:tracePt t="47365" x="4746625" y="4441825"/>
          <p14:tracePt t="47382" x="4716463" y="4448175"/>
          <p14:tracePt t="47398" x="4695825" y="4448175"/>
          <p14:tracePt t="47416" x="4659313" y="4456113"/>
          <p14:tracePt t="47432" x="4651375" y="4456113"/>
          <p14:tracePt t="47448" x="4645025" y="4456113"/>
          <p14:tracePt t="47465" x="4637088" y="4456113"/>
        </p14:tracePtLst>
      </p14:laserTraceLst>
    </p:ext>
  </p:extLs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5AA13D58-D7BC-8747-9F0A-0DB9E6B3595A}" type="slidenum">
              <a:rPr lang="en-US" smtClean="0"/>
              <a:t>24</a:t>
            </a:fld>
            <a:endParaRPr lang="en-US"/>
          </a:p>
        </p:txBody>
      </p:sp>
      <mc:AlternateContent xmlns:mc="http://schemas.openxmlformats.org/markup-compatibility/2006" xmlns:a14="http://schemas.microsoft.com/office/drawing/2010/main">
        <mc:Choice Requires="a14">
          <p:sp>
            <p:nvSpPr>
              <p:cNvPr id="5" name="Title 1"/>
              <p:cNvSpPr>
                <a:spLocks noGrp="1"/>
              </p:cNvSpPr>
              <p:nvPr>
                <p:ph type="title"/>
              </p:nvPr>
            </p:nvSpPr>
            <p:spPr>
              <a:xfrm>
                <a:off x="1024127" y="585216"/>
                <a:ext cx="10786873" cy="1499616"/>
              </a:xfrm>
            </p:spPr>
            <p:txBody>
              <a:bodyPr>
                <a:normAutofit/>
              </a:bodyPr>
              <a:lstStyle/>
              <a:p>
                <a:r>
                  <a:rPr lang="en-US" dirty="0"/>
                  <a:t>2. Calculate The square of distance </a:t>
                </a:r>
                <a14:m>
                  <m:oMath xmlns:m="http://schemas.openxmlformats.org/officeDocument/2006/math">
                    <m:r>
                      <a:rPr lang="en-US" sz="5400" b="0" i="0" smtClean="0">
                        <a:latin typeface="Cambria Math" panose="02040503050406030204" pitchFamily="18" charset="0"/>
                      </a:rPr>
                      <m:t>(</m:t>
                    </m:r>
                    <m:sSup>
                      <m:sSupPr>
                        <m:ctrlPr>
                          <a:rPr lang="en-US" sz="5400" b="0" i="1" smtClean="0">
                            <a:latin typeface="Cambria Math" panose="02040503050406030204" pitchFamily="18" charset="0"/>
                          </a:rPr>
                        </m:ctrlPr>
                      </m:sSupPr>
                      <m:e>
                        <m:r>
                          <a:rPr lang="en-US" sz="5400" b="0" i="1" smtClean="0">
                            <a:latin typeface="Cambria Math" panose="02040503050406030204" pitchFamily="18" charset="0"/>
                          </a:rPr>
                          <m:t>𝐷</m:t>
                        </m:r>
                      </m:e>
                      <m:sup>
                        <m:r>
                          <a:rPr lang="en-US" sz="5400" b="0" i="1" smtClean="0">
                            <a:latin typeface="Cambria Math" panose="02040503050406030204" pitchFamily="18" charset="0"/>
                          </a:rPr>
                          <m:t>2</m:t>
                        </m:r>
                      </m:sup>
                    </m:sSup>
                    <m:r>
                      <a:rPr lang="en-US" sz="5400" b="0" i="1" smtClean="0">
                        <a:latin typeface="Cambria Math" panose="02040503050406030204" pitchFamily="18" charset="0"/>
                      </a:rPr>
                      <m:t>)</m:t>
                    </m:r>
                  </m:oMath>
                </a14:m>
                <a:r>
                  <a:rPr lang="en-US" dirty="0"/>
                  <a:t> </a:t>
                </a:r>
                <a:r>
                  <a:rPr lang="en-US" dirty="0" smtClean="0"/>
                  <a:t>(3/5</a:t>
                </a:r>
                <a:r>
                  <a:rPr lang="en-US" dirty="0"/>
                  <a:t>)</a:t>
                </a:r>
              </a:p>
            </p:txBody>
          </p:sp>
        </mc:Choice>
        <mc:Fallback xmlns="">
          <p:sp>
            <p:nvSpPr>
              <p:cNvPr id="5" name="Title 1"/>
              <p:cNvSpPr>
                <a:spLocks noGrp="1" noRot="1" noChangeAspect="1" noMove="1" noResize="1" noEditPoints="1" noAdjustHandles="1" noChangeArrowheads="1" noChangeShapeType="1" noTextEdit="1"/>
              </p:cNvSpPr>
              <p:nvPr>
                <p:ph type="title"/>
              </p:nvPr>
            </p:nvSpPr>
            <p:spPr>
              <a:xfrm>
                <a:off x="1024127" y="585216"/>
                <a:ext cx="10786873" cy="1499616"/>
              </a:xfrm>
              <a:blipFill>
                <a:blip r:embed="rId7"/>
                <a:stretch>
                  <a:fillRect l="-2712" r="-734"/>
                </a:stretch>
              </a:blipFill>
            </p:spPr>
            <p:txBody>
              <a:bodyPr/>
              <a:lstStyle/>
              <a:p>
                <a:r>
                  <a:rPr lang="en-US">
                    <a:noFill/>
                  </a:rPr>
                  <a:t> </a:t>
                </a:r>
              </a:p>
            </p:txBody>
          </p:sp>
        </mc:Fallback>
      </mc:AlternateContent>
      <p:graphicFrame>
        <p:nvGraphicFramePr>
          <p:cNvPr id="6" name="Table 5">
            <a:extLst>
              <a:ext uri="{FF2B5EF4-FFF2-40B4-BE49-F238E27FC236}">
                <a16:creationId xmlns:a16="http://schemas.microsoft.com/office/drawing/2014/main" id="{1DEE22A6-5017-0940-9EC1-C3EA9B0DCC52}"/>
              </a:ext>
            </a:extLst>
          </p:cNvPr>
          <p:cNvGraphicFramePr>
            <a:graphicFrameLocks noGrp="1"/>
          </p:cNvGraphicFramePr>
          <p:nvPr>
            <p:extLst>
              <p:ext uri="{D42A27DB-BD31-4B8C-83A1-F6EECF244321}">
                <p14:modId xmlns:p14="http://schemas.microsoft.com/office/powerpoint/2010/main" val="3964586501"/>
              </p:ext>
            </p:extLst>
          </p:nvPr>
        </p:nvGraphicFramePr>
        <p:xfrm>
          <a:off x="1120843" y="2371725"/>
          <a:ext cx="1209117" cy="1854200"/>
        </p:xfrm>
        <a:graphic>
          <a:graphicData uri="http://schemas.openxmlformats.org/drawingml/2006/table">
            <a:tbl>
              <a:tblPr firstRow="1" bandRow="1">
                <a:tableStyleId>{93296810-A885-4BE3-A3E7-6D5BEEA58F35}</a:tableStyleId>
              </a:tblPr>
              <a:tblGrid>
                <a:gridCol w="1209117">
                  <a:extLst>
                    <a:ext uri="{9D8B030D-6E8A-4147-A177-3AD203B41FA5}">
                      <a16:colId xmlns:a16="http://schemas.microsoft.com/office/drawing/2014/main" val="619288654"/>
                    </a:ext>
                  </a:extLst>
                </a:gridCol>
              </a:tblGrid>
              <a:tr h="370840">
                <a:tc>
                  <a:txBody>
                    <a:bodyPr/>
                    <a:lstStyle/>
                    <a:p>
                      <a:pPr algn="ctr"/>
                      <a:r>
                        <a:rPr lang="en-US" sz="1400" dirty="0" smtClean="0">
                          <a:solidFill>
                            <a:schemeClr val="tx1"/>
                          </a:solidFill>
                        </a:rPr>
                        <a:t>F1-GA</a:t>
                      </a:r>
                      <a:endParaRPr lang="en-US" sz="1400" dirty="0">
                        <a:solidFill>
                          <a:schemeClr val="tx1"/>
                        </a:solidFill>
                      </a:endParaRPr>
                    </a:p>
                  </a:txBody>
                  <a:tcPr/>
                </a:tc>
                <a:extLst>
                  <a:ext uri="{0D108BD9-81ED-4DB2-BD59-A6C34878D82A}">
                    <a16:rowId xmlns:a16="http://schemas.microsoft.com/office/drawing/2014/main" val="2280859014"/>
                  </a:ext>
                </a:extLst>
              </a:tr>
              <a:tr h="370840">
                <a:tc>
                  <a:txBody>
                    <a:bodyPr/>
                    <a:lstStyle/>
                    <a:p>
                      <a:pPr algn="ctr"/>
                      <a:r>
                        <a:rPr lang="en-US" sz="1400" dirty="0"/>
                        <a:t>0.2</a:t>
                      </a:r>
                    </a:p>
                  </a:txBody>
                  <a:tcPr/>
                </a:tc>
                <a:extLst>
                  <a:ext uri="{0D108BD9-81ED-4DB2-BD59-A6C34878D82A}">
                    <a16:rowId xmlns:a16="http://schemas.microsoft.com/office/drawing/2014/main" val="3122994943"/>
                  </a:ext>
                </a:extLst>
              </a:tr>
              <a:tr h="370840">
                <a:tc>
                  <a:txBody>
                    <a:bodyPr/>
                    <a:lstStyle/>
                    <a:p>
                      <a:pPr algn="ctr"/>
                      <a:r>
                        <a:rPr lang="en-US" sz="1400" dirty="0"/>
                        <a:t>0.4</a:t>
                      </a:r>
                    </a:p>
                  </a:txBody>
                  <a:tcPr/>
                </a:tc>
                <a:extLst>
                  <a:ext uri="{0D108BD9-81ED-4DB2-BD59-A6C34878D82A}">
                    <a16:rowId xmlns:a16="http://schemas.microsoft.com/office/drawing/2014/main" val="3345521160"/>
                  </a:ext>
                </a:extLst>
              </a:tr>
              <a:tr h="370840">
                <a:tc>
                  <a:txBody>
                    <a:bodyPr/>
                    <a:lstStyle/>
                    <a:p>
                      <a:pPr algn="ctr"/>
                      <a:r>
                        <a:rPr lang="en-US" sz="1400" dirty="0"/>
                        <a:t>0.5</a:t>
                      </a:r>
                    </a:p>
                  </a:txBody>
                  <a:tcPr/>
                </a:tc>
                <a:extLst>
                  <a:ext uri="{0D108BD9-81ED-4DB2-BD59-A6C34878D82A}">
                    <a16:rowId xmlns:a16="http://schemas.microsoft.com/office/drawing/2014/main" val="2400711326"/>
                  </a:ext>
                </a:extLst>
              </a:tr>
              <a:tr h="370840">
                <a:tc>
                  <a:txBody>
                    <a:bodyPr/>
                    <a:lstStyle/>
                    <a:p>
                      <a:pPr algn="ctr"/>
                      <a:r>
                        <a:rPr lang="en-US" sz="1400" dirty="0"/>
                        <a:t>0.4</a:t>
                      </a:r>
                    </a:p>
                  </a:txBody>
                  <a:tcPr/>
                </a:tc>
                <a:extLst>
                  <a:ext uri="{0D108BD9-81ED-4DB2-BD59-A6C34878D82A}">
                    <a16:rowId xmlns:a16="http://schemas.microsoft.com/office/drawing/2014/main" val="3018803206"/>
                  </a:ext>
                </a:extLst>
              </a:tr>
            </a:tbl>
          </a:graphicData>
        </a:graphic>
      </p:graphicFrame>
      <p:graphicFrame>
        <p:nvGraphicFramePr>
          <p:cNvPr id="7" name="Table 6">
            <a:extLst>
              <a:ext uri="{FF2B5EF4-FFF2-40B4-BE49-F238E27FC236}">
                <a16:creationId xmlns:a16="http://schemas.microsoft.com/office/drawing/2014/main" id="{FEFF5B46-13F9-4C41-B3D9-03D38E4AFBE7}"/>
              </a:ext>
            </a:extLst>
          </p:cNvPr>
          <p:cNvGraphicFramePr>
            <a:graphicFrameLocks noGrp="1"/>
          </p:cNvGraphicFramePr>
          <p:nvPr>
            <p:extLst>
              <p:ext uri="{D42A27DB-BD31-4B8C-83A1-F6EECF244321}">
                <p14:modId xmlns:p14="http://schemas.microsoft.com/office/powerpoint/2010/main" val="1077255645"/>
              </p:ext>
            </p:extLst>
          </p:nvPr>
        </p:nvGraphicFramePr>
        <p:xfrm>
          <a:off x="2512406" y="2371725"/>
          <a:ext cx="1180361" cy="1854200"/>
        </p:xfrm>
        <a:graphic>
          <a:graphicData uri="http://schemas.openxmlformats.org/drawingml/2006/table">
            <a:tbl>
              <a:tblPr firstRow="1" bandRow="1">
                <a:tableStyleId>{21E4AEA4-8DFA-4A89-87EB-49C32662AFE0}</a:tableStyleId>
              </a:tblPr>
              <a:tblGrid>
                <a:gridCol w="1180361">
                  <a:extLst>
                    <a:ext uri="{9D8B030D-6E8A-4147-A177-3AD203B41FA5}">
                      <a16:colId xmlns:a16="http://schemas.microsoft.com/office/drawing/2014/main" val="522177979"/>
                    </a:ext>
                  </a:extLst>
                </a:gridCol>
              </a:tblGrid>
              <a:tr h="370840">
                <a:tc>
                  <a:txBody>
                    <a:bodyPr/>
                    <a:lstStyle/>
                    <a:p>
                      <a:pPr algn="ctr"/>
                      <a:r>
                        <a:rPr lang="en-US" sz="1400" dirty="0" smtClean="0">
                          <a:solidFill>
                            <a:schemeClr val="tx1"/>
                          </a:solidFill>
                        </a:rPr>
                        <a:t>F1-GB</a:t>
                      </a:r>
                      <a:endParaRPr lang="en-US" sz="1400" dirty="0">
                        <a:solidFill>
                          <a:schemeClr val="tx1"/>
                        </a:solidFill>
                      </a:endParaRPr>
                    </a:p>
                  </a:txBody>
                  <a:tcPr/>
                </a:tc>
                <a:extLst>
                  <a:ext uri="{0D108BD9-81ED-4DB2-BD59-A6C34878D82A}">
                    <a16:rowId xmlns:a16="http://schemas.microsoft.com/office/drawing/2014/main" val="1161456333"/>
                  </a:ext>
                </a:extLst>
              </a:tr>
              <a:tr h="370840">
                <a:tc>
                  <a:txBody>
                    <a:bodyPr/>
                    <a:lstStyle/>
                    <a:p>
                      <a:pPr algn="ctr"/>
                      <a:r>
                        <a:rPr lang="en-US" sz="1400" dirty="0"/>
                        <a:t>0.2</a:t>
                      </a:r>
                    </a:p>
                  </a:txBody>
                  <a:tcPr/>
                </a:tc>
                <a:extLst>
                  <a:ext uri="{0D108BD9-81ED-4DB2-BD59-A6C34878D82A}">
                    <a16:rowId xmlns:a16="http://schemas.microsoft.com/office/drawing/2014/main" val="4209527493"/>
                  </a:ext>
                </a:extLst>
              </a:tr>
              <a:tr h="370840">
                <a:tc>
                  <a:txBody>
                    <a:bodyPr/>
                    <a:lstStyle/>
                    <a:p>
                      <a:pPr algn="ctr"/>
                      <a:r>
                        <a:rPr lang="en-US" sz="1400" dirty="0"/>
                        <a:t>0.3</a:t>
                      </a:r>
                    </a:p>
                  </a:txBody>
                  <a:tcPr/>
                </a:tc>
                <a:extLst>
                  <a:ext uri="{0D108BD9-81ED-4DB2-BD59-A6C34878D82A}">
                    <a16:rowId xmlns:a16="http://schemas.microsoft.com/office/drawing/2014/main" val="3189708125"/>
                  </a:ext>
                </a:extLst>
              </a:tr>
              <a:tr h="370840">
                <a:tc>
                  <a:txBody>
                    <a:bodyPr/>
                    <a:lstStyle/>
                    <a:p>
                      <a:pPr algn="ctr"/>
                      <a:r>
                        <a:rPr lang="en-US" sz="1400" dirty="0"/>
                        <a:t>0.1</a:t>
                      </a:r>
                    </a:p>
                  </a:txBody>
                  <a:tcPr/>
                </a:tc>
                <a:extLst>
                  <a:ext uri="{0D108BD9-81ED-4DB2-BD59-A6C34878D82A}">
                    <a16:rowId xmlns:a16="http://schemas.microsoft.com/office/drawing/2014/main" val="3494497803"/>
                  </a:ext>
                </a:extLst>
              </a:tr>
              <a:tr h="370840">
                <a:tc>
                  <a:txBody>
                    <a:bodyPr/>
                    <a:lstStyle/>
                    <a:p>
                      <a:pPr algn="ctr"/>
                      <a:r>
                        <a:rPr lang="en-US" sz="1400" dirty="0"/>
                        <a:t>0.6</a:t>
                      </a:r>
                    </a:p>
                  </a:txBody>
                  <a:tcPr/>
                </a:tc>
                <a:extLst>
                  <a:ext uri="{0D108BD9-81ED-4DB2-BD59-A6C34878D82A}">
                    <a16:rowId xmlns:a16="http://schemas.microsoft.com/office/drawing/2014/main" val="2700627175"/>
                  </a:ext>
                </a:extLst>
              </a:tr>
            </a:tbl>
          </a:graphicData>
        </a:graphic>
      </p:graphicFrame>
      <mc:AlternateContent xmlns:mc="http://schemas.openxmlformats.org/markup-compatibility/2006" xmlns:a14="http://schemas.microsoft.com/office/drawing/2010/main">
        <mc:Choice Requires="a14">
          <p:sp>
            <p:nvSpPr>
              <p:cNvPr id="8" name="TextBox 7"/>
              <p:cNvSpPr txBox="1"/>
              <p:nvPr/>
            </p:nvSpPr>
            <p:spPr>
              <a:xfrm>
                <a:off x="6842687" y="2371725"/>
                <a:ext cx="2410852" cy="403572"/>
              </a:xfrm>
              <a:prstGeom prst="rect">
                <a:avLst/>
              </a:prstGeom>
            </p:spPr>
            <p:style>
              <a:lnRef idx="3">
                <a:schemeClr val="lt1"/>
              </a:lnRef>
              <a:fillRef idx="1">
                <a:schemeClr val="accent3"/>
              </a:fillRef>
              <a:effectRef idx="1">
                <a:schemeClr val="accent3"/>
              </a:effectRef>
              <a:fontRef idx="minor">
                <a:schemeClr val="lt1"/>
              </a:fontRef>
            </p:style>
            <p:txBody>
              <a:bodyPr wrap="square" lIns="0" tIns="0" rIns="0" bIns="0" rtlCol="0">
                <a:spAutoFit/>
              </a:bodyPr>
              <a:lstStyle/>
              <a:p>
                <a:pPr algn="ctr"/>
                <a14:m>
                  <m:oMathPara xmlns:m="http://schemas.openxmlformats.org/officeDocument/2006/math">
                    <m:oMathParaPr>
                      <m:jc m:val="centerGroup"/>
                    </m:oMathParaPr>
                    <m:oMath xmlns:m="http://schemas.openxmlformats.org/officeDocument/2006/math">
                      <m:sSub>
                        <m:sSubPr>
                          <m:ctrlPr>
                            <a:rPr lang="en-US" sz="240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rPr>
                          </m:ctrlPr>
                        </m:sSubPr>
                        <m:e>
                          <m:sSup>
                            <m:sSupPr>
                              <m:ctrlPr>
                                <a:rPr lang="en-US" sz="240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rPr>
                              </m:ctrlPr>
                            </m:sSupPr>
                            <m:e>
                              <m:r>
                                <a:rPr lang="en-US" sz="240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rPr>
                                <m:t>𝐷</m:t>
                              </m:r>
                            </m:e>
                            <m:sup>
                              <m:r>
                                <a:rPr lang="en-US" sz="240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rPr>
                                <m:t>2</m:t>
                              </m:r>
                            </m:sup>
                          </m:sSup>
                        </m:e>
                        <m:sub>
                          <m:r>
                            <a:rPr lang="en-US" sz="240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rPr>
                            <m:t>𝑛</m:t>
                          </m:r>
                        </m:sub>
                      </m:sSub>
                      <m:r>
                        <a:rPr lang="en-US" sz="240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rPr>
                        <m:t>=</m:t>
                      </m:r>
                      <m:sSup>
                        <m:sSupPr>
                          <m:ctrlPr>
                            <a:rPr lang="en-US" sz="240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rPr>
                          </m:ctrlPr>
                        </m:sSupPr>
                        <m:e>
                          <m:sSub>
                            <m:sSubPr>
                              <m:ctrlPr>
                                <a:rPr lang="en-US" sz="240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rPr>
                              </m:ctrlPr>
                            </m:sSubPr>
                            <m:e>
                              <m:r>
                                <a:rPr lang="en-US" sz="240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rPr>
                                <m:t>𝐷</m:t>
                              </m:r>
                            </m:e>
                            <m:sub>
                              <m:r>
                                <a:rPr lang="en-US" sz="240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rPr>
                                <m:t>𝑛</m:t>
                              </m:r>
                            </m:sub>
                          </m:sSub>
                        </m:e>
                        <m:sup>
                          <m:r>
                            <a:rPr lang="en-US" sz="240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rPr>
                            <m:t>2</m:t>
                          </m:r>
                        </m:sup>
                      </m:sSup>
                    </m:oMath>
                  </m:oMathPara>
                </a14:m>
                <a:endParaRPr lang="en-US" sz="2400" dirty="0">
                  <a:ln w="0"/>
                  <a:solidFill>
                    <a:schemeClr val="tx1"/>
                  </a:solidFill>
                  <a:effectLst>
                    <a:outerShdw blurRad="38100" dist="19050" dir="2700000" algn="tl" rotWithShape="0">
                      <a:schemeClr val="dk1">
                        <a:alpha val="40000"/>
                      </a:schemeClr>
                    </a:outerShdw>
                  </a:effectLst>
                </a:endParaRPr>
              </a:p>
            </p:txBody>
          </p:sp>
        </mc:Choice>
        <mc:Fallback xmlns="">
          <p:sp>
            <p:nvSpPr>
              <p:cNvPr id="8" name="TextBox 7"/>
              <p:cNvSpPr txBox="1">
                <a:spLocks noRot="1" noChangeAspect="1" noMove="1" noResize="1" noEditPoints="1" noAdjustHandles="1" noChangeArrowheads="1" noChangeShapeType="1" noTextEdit="1"/>
              </p:cNvSpPr>
              <p:nvPr/>
            </p:nvSpPr>
            <p:spPr>
              <a:xfrm>
                <a:off x="6842687" y="2371725"/>
                <a:ext cx="2410852" cy="40357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9" name="Table 8">
                <a:extLst>
                  <a:ext uri="{FF2B5EF4-FFF2-40B4-BE49-F238E27FC236}">
                    <a16:creationId xmlns:a16="http://schemas.microsoft.com/office/drawing/2014/main" id="{FEFF5B46-13F9-4C41-B3D9-03D38E4AFBE7}"/>
                  </a:ext>
                </a:extLst>
              </p:cNvPr>
              <p:cNvGraphicFramePr>
                <a:graphicFrameLocks noGrp="1"/>
              </p:cNvGraphicFramePr>
              <p:nvPr>
                <p:extLst>
                  <p:ext uri="{D42A27DB-BD31-4B8C-83A1-F6EECF244321}">
                    <p14:modId xmlns:p14="http://schemas.microsoft.com/office/powerpoint/2010/main" val="375794794"/>
                  </p:ext>
                </p:extLst>
              </p:nvPr>
            </p:nvGraphicFramePr>
            <p:xfrm>
              <a:off x="3875213" y="2371725"/>
              <a:ext cx="1129434" cy="1854200"/>
            </p:xfrm>
            <a:graphic>
              <a:graphicData uri="http://schemas.openxmlformats.org/drawingml/2006/table">
                <a:tbl>
                  <a:tblPr firstRow="1" bandRow="1">
                    <a:tableStyleId>{F5AB1C69-6EDB-4FF4-983F-18BD219EF322}</a:tableStyleId>
                  </a:tblPr>
                  <a:tblGrid>
                    <a:gridCol w="1129434">
                      <a:extLst>
                        <a:ext uri="{9D8B030D-6E8A-4147-A177-3AD203B41FA5}">
                          <a16:colId xmlns:a16="http://schemas.microsoft.com/office/drawing/2014/main" val="522177979"/>
                        </a:ext>
                      </a:extLst>
                    </a:gridCol>
                  </a:tblGrid>
                  <a:tr h="370840">
                    <a:tc>
                      <a:txBody>
                        <a:bodyPr/>
                        <a:lstStyle/>
                        <a:p>
                          <a:pPr algn="ctr"/>
                          <a14:m>
                            <m:oMathPara xmlns:m="http://schemas.openxmlformats.org/officeDocument/2006/math">
                              <m:oMathParaPr>
                                <m:jc m:val="centerGroup"/>
                              </m:oMathParaPr>
                              <m:oMath xmlns:m="http://schemas.openxmlformats.org/officeDocument/2006/math">
                                <m:r>
                                  <a:rPr lang="en-US" sz="1400" smtClean="0">
                                    <a:solidFill>
                                      <a:schemeClr val="tx1"/>
                                    </a:solidFill>
                                    <a:latin typeface="Cambria Math" panose="02040503050406030204" pitchFamily="18" charset="0"/>
                                  </a:rPr>
                                  <m:t>𝐷</m:t>
                                </m:r>
                              </m:oMath>
                            </m:oMathPara>
                          </a14:m>
                          <a:endParaRPr lang="en-US" sz="1400" dirty="0">
                            <a:solidFill>
                              <a:schemeClr val="tx1"/>
                            </a:solidFill>
                          </a:endParaRPr>
                        </a:p>
                      </a:txBody>
                      <a:tcPr/>
                    </a:tc>
                    <a:extLst>
                      <a:ext uri="{0D108BD9-81ED-4DB2-BD59-A6C34878D82A}">
                        <a16:rowId xmlns:a16="http://schemas.microsoft.com/office/drawing/2014/main" val="1161456333"/>
                      </a:ext>
                    </a:extLst>
                  </a:tr>
                  <a:tr h="370840">
                    <a:tc>
                      <a:txBody>
                        <a:bodyPr/>
                        <a:lstStyle/>
                        <a:p>
                          <a:pPr algn="ctr"/>
                          <a:r>
                            <a:rPr lang="en-US" sz="1400" dirty="0">
                              <a:solidFill>
                                <a:schemeClr val="tx1"/>
                              </a:solidFill>
                            </a:rPr>
                            <a:t>0</a:t>
                          </a:r>
                        </a:p>
                      </a:txBody>
                      <a:tcPr/>
                    </a:tc>
                    <a:extLst>
                      <a:ext uri="{0D108BD9-81ED-4DB2-BD59-A6C34878D82A}">
                        <a16:rowId xmlns:a16="http://schemas.microsoft.com/office/drawing/2014/main" val="4209527493"/>
                      </a:ext>
                    </a:extLst>
                  </a:tr>
                  <a:tr h="370840">
                    <a:tc>
                      <a:txBody>
                        <a:bodyPr/>
                        <a:lstStyle/>
                        <a:p>
                          <a:pPr algn="ctr"/>
                          <a:r>
                            <a:rPr lang="en-US" sz="1400" dirty="0">
                              <a:solidFill>
                                <a:schemeClr val="tx1"/>
                              </a:solidFill>
                            </a:rPr>
                            <a:t>0.1</a:t>
                          </a:r>
                        </a:p>
                      </a:txBody>
                      <a:tcPr/>
                    </a:tc>
                    <a:extLst>
                      <a:ext uri="{0D108BD9-81ED-4DB2-BD59-A6C34878D82A}">
                        <a16:rowId xmlns:a16="http://schemas.microsoft.com/office/drawing/2014/main" val="3189708125"/>
                      </a:ext>
                    </a:extLst>
                  </a:tr>
                  <a:tr h="370840">
                    <a:tc>
                      <a:txBody>
                        <a:bodyPr/>
                        <a:lstStyle/>
                        <a:p>
                          <a:pPr algn="ctr"/>
                          <a:r>
                            <a:rPr lang="en-US" sz="1400" dirty="0">
                              <a:solidFill>
                                <a:schemeClr val="tx1"/>
                              </a:solidFill>
                            </a:rPr>
                            <a:t>0.4</a:t>
                          </a:r>
                        </a:p>
                      </a:txBody>
                      <a:tcPr/>
                    </a:tc>
                    <a:extLst>
                      <a:ext uri="{0D108BD9-81ED-4DB2-BD59-A6C34878D82A}">
                        <a16:rowId xmlns:a16="http://schemas.microsoft.com/office/drawing/2014/main" val="3494497803"/>
                      </a:ext>
                    </a:extLst>
                  </a:tr>
                  <a:tr h="370840">
                    <a:tc>
                      <a:txBody>
                        <a:bodyPr/>
                        <a:lstStyle/>
                        <a:p>
                          <a:pPr algn="ctr"/>
                          <a:r>
                            <a:rPr lang="en-US" sz="1400" dirty="0">
                              <a:solidFill>
                                <a:schemeClr val="tx1"/>
                              </a:solidFill>
                            </a:rPr>
                            <a:t>-0.2</a:t>
                          </a:r>
                        </a:p>
                      </a:txBody>
                      <a:tcPr/>
                    </a:tc>
                    <a:extLst>
                      <a:ext uri="{0D108BD9-81ED-4DB2-BD59-A6C34878D82A}">
                        <a16:rowId xmlns:a16="http://schemas.microsoft.com/office/drawing/2014/main" val="2700627175"/>
                      </a:ext>
                    </a:extLst>
                  </a:tr>
                </a:tbl>
              </a:graphicData>
            </a:graphic>
          </p:graphicFrame>
        </mc:Choice>
        <mc:Fallback xmlns="">
          <p:graphicFrame>
            <p:nvGraphicFramePr>
              <p:cNvPr id="9" name="Table 8">
                <a:extLst>
                  <a:ext uri="{FF2B5EF4-FFF2-40B4-BE49-F238E27FC236}">
                    <a16:creationId xmlns:a16="http://schemas.microsoft.com/office/drawing/2014/main" id="{FEFF5B46-13F9-4C41-B3D9-03D38E4AFBE7}"/>
                  </a:ext>
                </a:extLst>
              </p:cNvPr>
              <p:cNvGraphicFramePr>
                <a:graphicFrameLocks noGrp="1"/>
              </p:cNvGraphicFramePr>
              <p:nvPr>
                <p:extLst>
                  <p:ext uri="{D42A27DB-BD31-4B8C-83A1-F6EECF244321}">
                    <p14:modId xmlns:p14="http://schemas.microsoft.com/office/powerpoint/2010/main" val="375794794"/>
                  </p:ext>
                </p:extLst>
              </p:nvPr>
            </p:nvGraphicFramePr>
            <p:xfrm>
              <a:off x="3875213" y="2371725"/>
              <a:ext cx="1129434" cy="1854200"/>
            </p:xfrm>
            <a:graphic>
              <a:graphicData uri="http://schemas.openxmlformats.org/drawingml/2006/table">
                <a:tbl>
                  <a:tblPr firstRow="1" bandRow="1">
                    <a:tableStyleId>{F5AB1C69-6EDB-4FF4-983F-18BD219EF322}</a:tableStyleId>
                  </a:tblPr>
                  <a:tblGrid>
                    <a:gridCol w="1129434">
                      <a:extLst>
                        <a:ext uri="{9D8B030D-6E8A-4147-A177-3AD203B41FA5}">
                          <a16:colId xmlns:a16="http://schemas.microsoft.com/office/drawing/2014/main" val="522177979"/>
                        </a:ext>
                      </a:extLst>
                    </a:gridCol>
                  </a:tblGrid>
                  <a:tr h="370840">
                    <a:tc>
                      <a:txBody>
                        <a:bodyPr/>
                        <a:lstStyle/>
                        <a:p>
                          <a:endParaRPr lang="en-US"/>
                        </a:p>
                      </a:txBody>
                      <a:tcPr>
                        <a:blipFill>
                          <a:blip r:embed="rId4"/>
                          <a:stretch>
                            <a:fillRect l="-538" t="-1639" r="-2688" b="-403279"/>
                          </a:stretch>
                        </a:blipFill>
                      </a:tcPr>
                    </a:tc>
                    <a:extLst>
                      <a:ext uri="{0D108BD9-81ED-4DB2-BD59-A6C34878D82A}">
                        <a16:rowId xmlns:a16="http://schemas.microsoft.com/office/drawing/2014/main" val="1161456333"/>
                      </a:ext>
                    </a:extLst>
                  </a:tr>
                  <a:tr h="370840">
                    <a:tc>
                      <a:txBody>
                        <a:bodyPr/>
                        <a:lstStyle/>
                        <a:p>
                          <a:pPr algn="ctr"/>
                          <a:r>
                            <a:rPr lang="en-US" sz="1400" dirty="0" smtClean="0">
                              <a:solidFill>
                                <a:schemeClr val="tx1"/>
                              </a:solidFill>
                            </a:rPr>
                            <a:t>0</a:t>
                          </a:r>
                          <a:endParaRPr lang="en-US" sz="1400" dirty="0">
                            <a:solidFill>
                              <a:schemeClr val="tx1"/>
                            </a:solidFill>
                          </a:endParaRPr>
                        </a:p>
                      </a:txBody>
                      <a:tcPr/>
                    </a:tc>
                    <a:extLst>
                      <a:ext uri="{0D108BD9-81ED-4DB2-BD59-A6C34878D82A}">
                        <a16:rowId xmlns:a16="http://schemas.microsoft.com/office/drawing/2014/main" val="4209527493"/>
                      </a:ext>
                    </a:extLst>
                  </a:tr>
                  <a:tr h="370840">
                    <a:tc>
                      <a:txBody>
                        <a:bodyPr/>
                        <a:lstStyle/>
                        <a:p>
                          <a:pPr algn="ctr"/>
                          <a:r>
                            <a:rPr lang="en-US" sz="1400" dirty="0" smtClean="0">
                              <a:solidFill>
                                <a:schemeClr val="tx1"/>
                              </a:solidFill>
                            </a:rPr>
                            <a:t>0.1</a:t>
                          </a:r>
                          <a:endParaRPr lang="en-US" sz="1400" dirty="0">
                            <a:solidFill>
                              <a:schemeClr val="tx1"/>
                            </a:solidFill>
                          </a:endParaRPr>
                        </a:p>
                      </a:txBody>
                      <a:tcPr/>
                    </a:tc>
                    <a:extLst>
                      <a:ext uri="{0D108BD9-81ED-4DB2-BD59-A6C34878D82A}">
                        <a16:rowId xmlns:a16="http://schemas.microsoft.com/office/drawing/2014/main" val="3189708125"/>
                      </a:ext>
                    </a:extLst>
                  </a:tr>
                  <a:tr h="370840">
                    <a:tc>
                      <a:txBody>
                        <a:bodyPr/>
                        <a:lstStyle/>
                        <a:p>
                          <a:pPr algn="ctr"/>
                          <a:r>
                            <a:rPr lang="en-US" sz="1400" dirty="0" smtClean="0">
                              <a:solidFill>
                                <a:schemeClr val="tx1"/>
                              </a:solidFill>
                            </a:rPr>
                            <a:t>0.4</a:t>
                          </a:r>
                          <a:endParaRPr lang="en-US" sz="1400" dirty="0">
                            <a:solidFill>
                              <a:schemeClr val="tx1"/>
                            </a:solidFill>
                          </a:endParaRPr>
                        </a:p>
                      </a:txBody>
                      <a:tcPr/>
                    </a:tc>
                    <a:extLst>
                      <a:ext uri="{0D108BD9-81ED-4DB2-BD59-A6C34878D82A}">
                        <a16:rowId xmlns:a16="http://schemas.microsoft.com/office/drawing/2014/main" val="3494497803"/>
                      </a:ext>
                    </a:extLst>
                  </a:tr>
                  <a:tr h="370840">
                    <a:tc>
                      <a:txBody>
                        <a:bodyPr/>
                        <a:lstStyle/>
                        <a:p>
                          <a:pPr algn="ctr"/>
                          <a:r>
                            <a:rPr lang="en-US" sz="1400" dirty="0" smtClean="0">
                              <a:solidFill>
                                <a:schemeClr val="tx1"/>
                              </a:solidFill>
                            </a:rPr>
                            <a:t>-0.2</a:t>
                          </a:r>
                          <a:endParaRPr lang="en-US" sz="1400" dirty="0">
                            <a:solidFill>
                              <a:schemeClr val="tx1"/>
                            </a:solidFill>
                          </a:endParaRPr>
                        </a:p>
                      </a:txBody>
                      <a:tcPr/>
                    </a:tc>
                    <a:extLst>
                      <a:ext uri="{0D108BD9-81ED-4DB2-BD59-A6C34878D82A}">
                        <a16:rowId xmlns:a16="http://schemas.microsoft.com/office/drawing/2014/main" val="2700627175"/>
                      </a:ext>
                    </a:extLst>
                  </a:tr>
                </a:tbl>
              </a:graphicData>
            </a:graphic>
          </p:graphicFrame>
        </mc:Fallback>
      </mc:AlternateContent>
      <mc:AlternateContent xmlns:mc="http://schemas.openxmlformats.org/markup-compatibility/2006" xmlns:a14="http://schemas.microsoft.com/office/drawing/2010/main">
        <mc:Choice Requires="a14">
          <p:sp>
            <p:nvSpPr>
              <p:cNvPr id="10" name="TextBox 9"/>
              <p:cNvSpPr txBox="1"/>
              <p:nvPr/>
            </p:nvSpPr>
            <p:spPr>
              <a:xfrm>
                <a:off x="6868253" y="2946145"/>
                <a:ext cx="2410852" cy="1107996"/>
              </a:xfrm>
              <a:prstGeom prst="rect">
                <a:avLst/>
              </a:prstGeom>
            </p:spPr>
            <p:style>
              <a:lnRef idx="2">
                <a:schemeClr val="dk1"/>
              </a:lnRef>
              <a:fillRef idx="1">
                <a:schemeClr val="lt1"/>
              </a:fillRef>
              <a:effectRef idx="0">
                <a:schemeClr val="dk1"/>
              </a:effectRef>
              <a:fontRef idx="minor">
                <a:schemeClr val="dk1"/>
              </a:fontRef>
            </p:style>
            <p:txBody>
              <a:bodyPr wrap="square" lIns="0" tIns="0" rIns="0" bIns="0" rtlCol="0">
                <a:spAutoFit/>
              </a:bodyPr>
              <a:lstStyle/>
              <a:p>
                <a:pPr algn="ctr"/>
                <a14:m>
                  <m:oMathPara xmlns:m="http://schemas.openxmlformats.org/officeDocument/2006/math">
                    <m:oMathParaPr>
                      <m:jc m:val="center"/>
                    </m:oMathParaPr>
                    <m:oMath xmlns:m="http://schemas.openxmlformats.org/officeDocument/2006/math">
                      <m:sSub>
                        <m:sSubPr>
                          <m:ctrlPr>
                            <a:rPr lang="en-US" i="1" smtClean="0">
                              <a:latin typeface="Cambria Math" panose="02040503050406030204" pitchFamily="18" charset="0"/>
                            </a:rPr>
                          </m:ctrlPr>
                        </m:sSubPr>
                        <m:e>
                          <m:sSup>
                            <m:sSupPr>
                              <m:ctrlPr>
                                <a:rPr lang="en-US" i="1">
                                  <a:latin typeface="Cambria Math" panose="02040503050406030204" pitchFamily="18" charset="0"/>
                                </a:rPr>
                              </m:ctrlPr>
                            </m:sSupPr>
                            <m:e>
                              <m:r>
                                <a:rPr lang="en-US" i="1">
                                  <a:latin typeface="Cambria Math" panose="02040503050406030204" pitchFamily="18" charset="0"/>
                                </a:rPr>
                                <m:t>𝐷</m:t>
                              </m:r>
                            </m:e>
                            <m:sup>
                              <m:r>
                                <a:rPr lang="en-US" i="1">
                                  <a:latin typeface="Cambria Math" panose="02040503050406030204" pitchFamily="18" charset="0"/>
                                </a:rPr>
                                <m:t>2</m:t>
                              </m:r>
                            </m:sup>
                          </m:sSup>
                        </m:e>
                        <m:sub>
                          <m:r>
                            <a:rPr lang="en-US" b="0" i="1" smtClean="0">
                              <a:latin typeface="Cambria Math" panose="02040503050406030204" pitchFamily="18" charset="0"/>
                            </a:rPr>
                            <m:t>1</m:t>
                          </m:r>
                        </m:sub>
                      </m:sSub>
                      <m:r>
                        <a:rPr lang="en-US" b="0" i="0"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0</m:t>
                          </m:r>
                        </m:e>
                        <m:sup>
                          <m:r>
                            <a:rPr lang="en-US" b="0" i="1" smtClean="0">
                              <a:latin typeface="Cambria Math" panose="02040503050406030204" pitchFamily="18" charset="0"/>
                            </a:rPr>
                            <m:t>2</m:t>
                          </m:r>
                        </m:sup>
                      </m:sSup>
                      <m:r>
                        <a:rPr lang="en-US" b="0" i="1" smtClean="0">
                          <a:latin typeface="Cambria Math" panose="02040503050406030204" pitchFamily="18" charset="0"/>
                        </a:rPr>
                        <m:t>=0</m:t>
                      </m:r>
                    </m:oMath>
                  </m:oMathPara>
                </a14:m>
                <a:endParaRPr lang="en-US" dirty="0"/>
              </a:p>
              <a:p>
                <a:pPr algn="ctr"/>
                <a:r>
                  <a:rPr lang="en-US" dirty="0"/>
                  <a:t>.</a:t>
                </a:r>
              </a:p>
              <a:p>
                <a:pPr algn="ctr"/>
                <a:r>
                  <a:rPr lang="en-US" dirty="0"/>
                  <a:t>.</a:t>
                </a:r>
              </a:p>
              <a:p>
                <a:pPr algn="ctr"/>
                <a14:m>
                  <m:oMathPara xmlns:m="http://schemas.openxmlformats.org/officeDocument/2006/math">
                    <m:oMathParaPr>
                      <m:jc m:val="center"/>
                    </m:oMathParaPr>
                    <m:oMath xmlns:m="http://schemas.openxmlformats.org/officeDocument/2006/math">
                      <m:sSub>
                        <m:sSubPr>
                          <m:ctrlPr>
                            <a:rPr lang="en-US" i="1">
                              <a:latin typeface="Cambria Math" panose="02040503050406030204" pitchFamily="18" charset="0"/>
                            </a:rPr>
                          </m:ctrlPr>
                        </m:sSubPr>
                        <m:e>
                          <m:sSup>
                            <m:sSupPr>
                              <m:ctrlPr>
                                <a:rPr lang="en-US" i="1">
                                  <a:latin typeface="Cambria Math" panose="02040503050406030204" pitchFamily="18" charset="0"/>
                                </a:rPr>
                              </m:ctrlPr>
                            </m:sSupPr>
                            <m:e>
                              <m:r>
                                <a:rPr lang="en-US" i="1">
                                  <a:latin typeface="Cambria Math" panose="02040503050406030204" pitchFamily="18" charset="0"/>
                                </a:rPr>
                                <m:t>𝐷</m:t>
                              </m:r>
                            </m:e>
                            <m:sup>
                              <m:r>
                                <a:rPr lang="en-US" i="1">
                                  <a:latin typeface="Cambria Math" panose="02040503050406030204" pitchFamily="18" charset="0"/>
                                </a:rPr>
                                <m:t>2</m:t>
                              </m:r>
                            </m:sup>
                          </m:sSup>
                        </m:e>
                        <m:sub>
                          <m:r>
                            <a:rPr lang="en-US" b="0" i="1" smtClean="0">
                              <a:latin typeface="Cambria Math" panose="02040503050406030204" pitchFamily="18" charset="0"/>
                            </a:rPr>
                            <m:t>4</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−0.2</m:t>
                          </m:r>
                        </m:e>
                        <m:sup>
                          <m:r>
                            <a:rPr lang="en-US" b="0" i="1" smtClean="0">
                              <a:latin typeface="Cambria Math" panose="02040503050406030204" pitchFamily="18" charset="0"/>
                            </a:rPr>
                            <m:t>2</m:t>
                          </m:r>
                        </m:sup>
                      </m:sSup>
                      <m:r>
                        <a:rPr lang="en-US" b="0" i="1" smtClean="0">
                          <a:latin typeface="Cambria Math" panose="02040503050406030204" pitchFamily="18" charset="0"/>
                        </a:rPr>
                        <m:t>=0.04</m:t>
                      </m:r>
                    </m:oMath>
                  </m:oMathPara>
                </a14:m>
                <a:endParaRPr lang="en-US" dirty="0"/>
              </a:p>
            </p:txBody>
          </p:sp>
        </mc:Choice>
        <mc:Fallback xmlns="">
          <p:sp>
            <p:nvSpPr>
              <p:cNvPr id="10" name="TextBox 9"/>
              <p:cNvSpPr txBox="1">
                <a:spLocks noRot="1" noChangeAspect="1" noMove="1" noResize="1" noEditPoints="1" noAdjustHandles="1" noChangeArrowheads="1" noChangeShapeType="1" noTextEdit="1"/>
              </p:cNvSpPr>
              <p:nvPr/>
            </p:nvSpPr>
            <p:spPr>
              <a:xfrm>
                <a:off x="6868253" y="2946145"/>
                <a:ext cx="2410852" cy="1107996"/>
              </a:xfrm>
              <a:prstGeom prst="rect">
                <a:avLst/>
              </a:prstGeom>
              <a:blipFill>
                <a:blip r:embed="rId5"/>
                <a:stretch>
                  <a:fillRect b="-2703"/>
                </a:stretch>
              </a:blipFill>
            </p:spPr>
            <p:txBody>
              <a:bodyPr/>
              <a:lstStyle/>
              <a:p>
                <a:r>
                  <a:rPr lang="en-US">
                    <a:noFill/>
                  </a:rPr>
                  <a:t> </a:t>
                </a:r>
              </a:p>
            </p:txBody>
          </p:sp>
        </mc:Fallback>
      </mc:AlternateContent>
      <p:sp>
        <p:nvSpPr>
          <p:cNvPr id="11" name="Right Brace 10"/>
          <p:cNvSpPr/>
          <p:nvPr/>
        </p:nvSpPr>
        <p:spPr>
          <a:xfrm>
            <a:off x="6498973" y="2849042"/>
            <a:ext cx="193431" cy="1187604"/>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graphicFrame>
            <p:nvGraphicFramePr>
              <p:cNvPr id="12" name="Table 11">
                <a:extLst>
                  <a:ext uri="{FF2B5EF4-FFF2-40B4-BE49-F238E27FC236}">
                    <a16:creationId xmlns:a16="http://schemas.microsoft.com/office/drawing/2014/main" id="{FEFF5B46-13F9-4C41-B3D9-03D38E4AFBE7}"/>
                  </a:ext>
                </a:extLst>
              </p:cNvPr>
              <p:cNvGraphicFramePr>
                <a:graphicFrameLocks noGrp="1"/>
              </p:cNvGraphicFramePr>
              <p:nvPr>
                <p:extLst>
                  <p:ext uri="{D42A27DB-BD31-4B8C-83A1-F6EECF244321}">
                    <p14:modId xmlns:p14="http://schemas.microsoft.com/office/powerpoint/2010/main" val="4072599325"/>
                  </p:ext>
                </p:extLst>
              </p:nvPr>
            </p:nvGraphicFramePr>
            <p:xfrm>
              <a:off x="5187093" y="2372870"/>
              <a:ext cx="1129434" cy="1854200"/>
            </p:xfrm>
            <a:graphic>
              <a:graphicData uri="http://schemas.openxmlformats.org/drawingml/2006/table">
                <a:tbl>
                  <a:tblPr firstRow="1" bandRow="1">
                    <a:tableStyleId>{F5AB1C69-6EDB-4FF4-983F-18BD219EF322}</a:tableStyleId>
                  </a:tblPr>
                  <a:tblGrid>
                    <a:gridCol w="1129434">
                      <a:extLst>
                        <a:ext uri="{9D8B030D-6E8A-4147-A177-3AD203B41FA5}">
                          <a16:colId xmlns:a16="http://schemas.microsoft.com/office/drawing/2014/main" val="522177979"/>
                        </a:ext>
                      </a:extLst>
                    </a:gridCol>
                  </a:tblGrid>
                  <a:tr h="370840">
                    <a:tc>
                      <a:txBody>
                        <a:bodyPr/>
                        <a:lstStyle/>
                        <a:p>
                          <a:pPr algn="ctr"/>
                          <a14:m>
                            <m:oMathPara xmlns:m="http://schemas.openxmlformats.org/officeDocument/2006/math">
                              <m:oMathParaPr>
                                <m:jc m:val="centerGroup"/>
                              </m:oMathParaPr>
                              <m:oMath xmlns:m="http://schemas.openxmlformats.org/officeDocument/2006/math">
                                <m:sSup>
                                  <m:sSupPr>
                                    <m:ctrlPr>
                                      <a:rPr lang="en-US" sz="1400" i="1" smtClean="0">
                                        <a:solidFill>
                                          <a:schemeClr val="tx1"/>
                                        </a:solidFill>
                                        <a:latin typeface="Cambria Math" panose="02040503050406030204" pitchFamily="18" charset="0"/>
                                      </a:rPr>
                                    </m:ctrlPr>
                                  </m:sSupPr>
                                  <m:e>
                                    <m:r>
                                      <a:rPr lang="en-US" sz="1400" smtClean="0">
                                        <a:solidFill>
                                          <a:schemeClr val="tx1"/>
                                        </a:solidFill>
                                        <a:latin typeface="Cambria Math" panose="02040503050406030204" pitchFamily="18" charset="0"/>
                                      </a:rPr>
                                      <m:t>𝑫</m:t>
                                    </m:r>
                                  </m:e>
                                  <m:sup>
                                    <m:r>
                                      <a:rPr lang="en-US" sz="1400" smtClean="0">
                                        <a:solidFill>
                                          <a:schemeClr val="tx1"/>
                                        </a:solidFill>
                                        <a:latin typeface="Cambria Math" panose="02040503050406030204" pitchFamily="18" charset="0"/>
                                      </a:rPr>
                                      <m:t>𝟐</m:t>
                                    </m:r>
                                  </m:sup>
                                </m:sSup>
                              </m:oMath>
                            </m:oMathPara>
                          </a14:m>
                          <a:endParaRPr lang="en-US" sz="1400" dirty="0">
                            <a:solidFill>
                              <a:schemeClr val="tx1"/>
                            </a:solidFill>
                          </a:endParaRPr>
                        </a:p>
                      </a:txBody>
                      <a:tcPr/>
                    </a:tc>
                    <a:extLst>
                      <a:ext uri="{0D108BD9-81ED-4DB2-BD59-A6C34878D82A}">
                        <a16:rowId xmlns:a16="http://schemas.microsoft.com/office/drawing/2014/main" val="1161456333"/>
                      </a:ext>
                    </a:extLst>
                  </a:tr>
                  <a:tr h="370840">
                    <a:tc>
                      <a:txBody>
                        <a:bodyPr/>
                        <a:lstStyle/>
                        <a:p>
                          <a:pPr algn="ctr"/>
                          <a:r>
                            <a:rPr lang="en-US" sz="1400" dirty="0">
                              <a:solidFill>
                                <a:schemeClr val="tx1"/>
                              </a:solidFill>
                            </a:rPr>
                            <a:t>0</a:t>
                          </a:r>
                        </a:p>
                      </a:txBody>
                      <a:tcPr/>
                    </a:tc>
                    <a:extLst>
                      <a:ext uri="{0D108BD9-81ED-4DB2-BD59-A6C34878D82A}">
                        <a16:rowId xmlns:a16="http://schemas.microsoft.com/office/drawing/2014/main" val="4209527493"/>
                      </a:ext>
                    </a:extLst>
                  </a:tr>
                  <a:tr h="370840">
                    <a:tc>
                      <a:txBody>
                        <a:bodyPr/>
                        <a:lstStyle/>
                        <a:p>
                          <a:pPr algn="ctr"/>
                          <a:r>
                            <a:rPr lang="en-US" sz="1400" dirty="0">
                              <a:solidFill>
                                <a:schemeClr val="tx1"/>
                              </a:solidFill>
                            </a:rPr>
                            <a:t>0.01</a:t>
                          </a:r>
                        </a:p>
                      </a:txBody>
                      <a:tcPr/>
                    </a:tc>
                    <a:extLst>
                      <a:ext uri="{0D108BD9-81ED-4DB2-BD59-A6C34878D82A}">
                        <a16:rowId xmlns:a16="http://schemas.microsoft.com/office/drawing/2014/main" val="3189708125"/>
                      </a:ext>
                    </a:extLst>
                  </a:tr>
                  <a:tr h="370840">
                    <a:tc>
                      <a:txBody>
                        <a:bodyPr/>
                        <a:lstStyle/>
                        <a:p>
                          <a:pPr algn="ctr"/>
                          <a:r>
                            <a:rPr lang="en-US" sz="1400" dirty="0">
                              <a:solidFill>
                                <a:schemeClr val="tx1"/>
                              </a:solidFill>
                            </a:rPr>
                            <a:t>0.16</a:t>
                          </a:r>
                        </a:p>
                      </a:txBody>
                      <a:tcPr/>
                    </a:tc>
                    <a:extLst>
                      <a:ext uri="{0D108BD9-81ED-4DB2-BD59-A6C34878D82A}">
                        <a16:rowId xmlns:a16="http://schemas.microsoft.com/office/drawing/2014/main" val="3494497803"/>
                      </a:ext>
                    </a:extLst>
                  </a:tr>
                  <a:tr h="370840">
                    <a:tc>
                      <a:txBody>
                        <a:bodyPr/>
                        <a:lstStyle/>
                        <a:p>
                          <a:pPr algn="ctr"/>
                          <a:r>
                            <a:rPr lang="en-US" sz="1400" dirty="0">
                              <a:solidFill>
                                <a:schemeClr val="tx1"/>
                              </a:solidFill>
                            </a:rPr>
                            <a:t>0.04</a:t>
                          </a:r>
                        </a:p>
                      </a:txBody>
                      <a:tcPr/>
                    </a:tc>
                    <a:extLst>
                      <a:ext uri="{0D108BD9-81ED-4DB2-BD59-A6C34878D82A}">
                        <a16:rowId xmlns:a16="http://schemas.microsoft.com/office/drawing/2014/main" val="2700627175"/>
                      </a:ext>
                    </a:extLst>
                  </a:tr>
                </a:tbl>
              </a:graphicData>
            </a:graphic>
          </p:graphicFrame>
        </mc:Choice>
        <mc:Fallback xmlns="">
          <p:graphicFrame>
            <p:nvGraphicFramePr>
              <p:cNvPr id="12" name="Table 11">
                <a:extLst>
                  <a:ext uri="{FF2B5EF4-FFF2-40B4-BE49-F238E27FC236}">
                    <a16:creationId xmlns:a16="http://schemas.microsoft.com/office/drawing/2014/main" id="{FEFF5B46-13F9-4C41-B3D9-03D38E4AFBE7}"/>
                  </a:ext>
                </a:extLst>
              </p:cNvPr>
              <p:cNvGraphicFramePr>
                <a:graphicFrameLocks noGrp="1"/>
              </p:cNvGraphicFramePr>
              <p:nvPr>
                <p:extLst>
                  <p:ext uri="{D42A27DB-BD31-4B8C-83A1-F6EECF244321}">
                    <p14:modId xmlns:p14="http://schemas.microsoft.com/office/powerpoint/2010/main" val="4072599325"/>
                  </p:ext>
                </p:extLst>
              </p:nvPr>
            </p:nvGraphicFramePr>
            <p:xfrm>
              <a:off x="5187093" y="2372870"/>
              <a:ext cx="1129434" cy="1854200"/>
            </p:xfrm>
            <a:graphic>
              <a:graphicData uri="http://schemas.openxmlformats.org/drawingml/2006/table">
                <a:tbl>
                  <a:tblPr firstRow="1" bandRow="1">
                    <a:tableStyleId>{F5AB1C69-6EDB-4FF4-983F-18BD219EF322}</a:tableStyleId>
                  </a:tblPr>
                  <a:tblGrid>
                    <a:gridCol w="1129434">
                      <a:extLst>
                        <a:ext uri="{9D8B030D-6E8A-4147-A177-3AD203B41FA5}">
                          <a16:colId xmlns:a16="http://schemas.microsoft.com/office/drawing/2014/main" val="522177979"/>
                        </a:ext>
                      </a:extLst>
                    </a:gridCol>
                  </a:tblGrid>
                  <a:tr h="370840">
                    <a:tc>
                      <a:txBody>
                        <a:bodyPr/>
                        <a:lstStyle/>
                        <a:p>
                          <a:endParaRPr lang="en-US"/>
                        </a:p>
                      </a:txBody>
                      <a:tcPr>
                        <a:blipFill>
                          <a:blip r:embed="rId6"/>
                          <a:stretch>
                            <a:fillRect l="-535" t="-1639" r="-2139" b="-403279"/>
                          </a:stretch>
                        </a:blipFill>
                      </a:tcPr>
                    </a:tc>
                    <a:extLst>
                      <a:ext uri="{0D108BD9-81ED-4DB2-BD59-A6C34878D82A}">
                        <a16:rowId xmlns:a16="http://schemas.microsoft.com/office/drawing/2014/main" val="1161456333"/>
                      </a:ext>
                    </a:extLst>
                  </a:tr>
                  <a:tr h="370840">
                    <a:tc>
                      <a:txBody>
                        <a:bodyPr/>
                        <a:lstStyle/>
                        <a:p>
                          <a:pPr algn="ctr"/>
                          <a:r>
                            <a:rPr lang="en-US" sz="1400" dirty="0" smtClean="0">
                              <a:solidFill>
                                <a:schemeClr val="tx1"/>
                              </a:solidFill>
                            </a:rPr>
                            <a:t>0</a:t>
                          </a:r>
                          <a:endParaRPr lang="en-US" sz="1400" dirty="0">
                            <a:solidFill>
                              <a:schemeClr val="tx1"/>
                            </a:solidFill>
                          </a:endParaRPr>
                        </a:p>
                      </a:txBody>
                      <a:tcPr/>
                    </a:tc>
                    <a:extLst>
                      <a:ext uri="{0D108BD9-81ED-4DB2-BD59-A6C34878D82A}">
                        <a16:rowId xmlns:a16="http://schemas.microsoft.com/office/drawing/2014/main" val="4209527493"/>
                      </a:ext>
                    </a:extLst>
                  </a:tr>
                  <a:tr h="370840">
                    <a:tc>
                      <a:txBody>
                        <a:bodyPr/>
                        <a:lstStyle/>
                        <a:p>
                          <a:pPr algn="ctr"/>
                          <a:r>
                            <a:rPr lang="en-US" sz="1400" dirty="0" smtClean="0">
                              <a:solidFill>
                                <a:schemeClr val="tx1"/>
                              </a:solidFill>
                            </a:rPr>
                            <a:t>0.01</a:t>
                          </a:r>
                        </a:p>
                      </a:txBody>
                      <a:tcPr/>
                    </a:tc>
                    <a:extLst>
                      <a:ext uri="{0D108BD9-81ED-4DB2-BD59-A6C34878D82A}">
                        <a16:rowId xmlns:a16="http://schemas.microsoft.com/office/drawing/2014/main" val="3189708125"/>
                      </a:ext>
                    </a:extLst>
                  </a:tr>
                  <a:tr h="370840">
                    <a:tc>
                      <a:txBody>
                        <a:bodyPr/>
                        <a:lstStyle/>
                        <a:p>
                          <a:pPr algn="ctr"/>
                          <a:r>
                            <a:rPr lang="en-US" sz="1400" dirty="0" smtClean="0">
                              <a:solidFill>
                                <a:schemeClr val="tx1"/>
                              </a:solidFill>
                            </a:rPr>
                            <a:t>0.16</a:t>
                          </a:r>
                          <a:endParaRPr lang="en-US" sz="1400" dirty="0">
                            <a:solidFill>
                              <a:schemeClr val="tx1"/>
                            </a:solidFill>
                          </a:endParaRPr>
                        </a:p>
                      </a:txBody>
                      <a:tcPr/>
                    </a:tc>
                    <a:extLst>
                      <a:ext uri="{0D108BD9-81ED-4DB2-BD59-A6C34878D82A}">
                        <a16:rowId xmlns:a16="http://schemas.microsoft.com/office/drawing/2014/main" val="3494497803"/>
                      </a:ext>
                    </a:extLst>
                  </a:tr>
                  <a:tr h="370840">
                    <a:tc>
                      <a:txBody>
                        <a:bodyPr/>
                        <a:lstStyle/>
                        <a:p>
                          <a:pPr algn="ctr"/>
                          <a:r>
                            <a:rPr lang="en-US" sz="1400" dirty="0" smtClean="0">
                              <a:solidFill>
                                <a:schemeClr val="tx1"/>
                              </a:solidFill>
                            </a:rPr>
                            <a:t>0.04</a:t>
                          </a:r>
                          <a:endParaRPr lang="en-US" sz="1400" dirty="0">
                            <a:solidFill>
                              <a:schemeClr val="tx1"/>
                            </a:solidFill>
                          </a:endParaRPr>
                        </a:p>
                      </a:txBody>
                      <a:tcPr/>
                    </a:tc>
                    <a:extLst>
                      <a:ext uri="{0D108BD9-81ED-4DB2-BD59-A6C34878D82A}">
                        <a16:rowId xmlns:a16="http://schemas.microsoft.com/office/drawing/2014/main" val="2700627175"/>
                      </a:ext>
                    </a:extLst>
                  </a:tr>
                </a:tbl>
              </a:graphicData>
            </a:graphic>
          </p:graphicFrame>
        </mc:Fallback>
      </mc:AlternateContent>
      <p:sp>
        <p:nvSpPr>
          <p:cNvPr id="13" name="Rectangle 12"/>
          <p:cNvSpPr/>
          <p:nvPr/>
        </p:nvSpPr>
        <p:spPr>
          <a:xfrm>
            <a:off x="1024128" y="1900166"/>
            <a:ext cx="4612994" cy="369332"/>
          </a:xfrm>
          <a:prstGeom prst="rect">
            <a:avLst/>
          </a:prstGeom>
        </p:spPr>
        <p:txBody>
          <a:bodyPr wrap="none">
            <a:spAutoFit/>
          </a:bodyPr>
          <a:lstStyle/>
          <a:p>
            <a:pPr>
              <a:defRPr/>
            </a:pPr>
            <a:r>
              <a:rPr lang="en-US" dirty="0"/>
              <a:t>The Square of distance between two distribution</a:t>
            </a:r>
          </a:p>
        </p:txBody>
      </p:sp>
      <p:sp>
        <p:nvSpPr>
          <p:cNvPr id="14" name="Rectangle 13"/>
          <p:cNvSpPr/>
          <p:nvPr/>
        </p:nvSpPr>
        <p:spPr>
          <a:xfrm>
            <a:off x="9505344" y="2313632"/>
            <a:ext cx="548709" cy="461665"/>
          </a:xfrm>
          <a:prstGeom prst="rect">
            <a:avLst/>
          </a:prstGeom>
        </p:spPr>
        <p:txBody>
          <a:bodyPr wrap="square">
            <a:spAutoFit/>
          </a:bodyPr>
          <a:lstStyle/>
          <a:p>
            <a:r>
              <a:rPr lang="en-US" sz="2400" dirty="0"/>
              <a:t>(2)</a:t>
            </a:r>
          </a:p>
        </p:txBody>
      </p:sp>
    </p:spTree>
    <p:extLst>
      <p:ext uri="{BB962C8B-B14F-4D97-AF65-F5344CB8AC3E}">
        <p14:creationId xmlns:p14="http://schemas.microsoft.com/office/powerpoint/2010/main" val="1457456333"/>
      </p:ext>
    </p:extLst>
  </p:cSld>
  <p:clrMapOvr>
    <a:masterClrMapping/>
  </p:clrMapOvr>
  <p:transition spd="slow" advTm="16086">
    <p:push dir="u"/>
  </p:transition>
  <p:timing>
    <p:tnLst>
      <p:par>
        <p:cTn id="1" dur="indefinite" restart="never" nodeType="tmRoot"/>
      </p:par>
    </p:tnLst>
  </p:timing>
  <p:extLst mod="1">
    <p:ext uri="{3A86A75C-4F4B-4683-9AE1-C65F6400EC91}">
      <p14:laserTraceLst xmlns:p14="http://schemas.microsoft.com/office/powerpoint/2010/main">
        <p14:tracePtLst>
          <p14:tracePt t="409" x="4630738" y="4456113"/>
          <p14:tracePt t="439" x="4579938" y="4470400"/>
          <p14:tracePt t="450" x="4557713" y="4492625"/>
          <p14:tracePt t="467" x="4513263" y="4529138"/>
          <p14:tracePt t="484" x="4419600" y="4600575"/>
          <p14:tracePt t="500" x="4318000" y="4665663"/>
          <p14:tracePt t="517" x="4202113" y="4738688"/>
          <p14:tracePt t="534" x="4078288" y="4775200"/>
          <p14:tracePt t="550" x="3948113" y="4789488"/>
          <p14:tracePt t="567" x="3759200" y="4818063"/>
          <p14:tracePt t="584" x="3338513" y="4833938"/>
          <p14:tracePt t="600" x="3135313" y="4833938"/>
          <p14:tracePt t="617" x="2989263" y="4833938"/>
          <p14:tracePt t="634" x="2867025" y="4826000"/>
          <p14:tracePt t="650" x="2751138" y="4783138"/>
          <p14:tracePt t="667" x="2605088" y="4716463"/>
          <p14:tracePt t="684" x="2517775" y="4645025"/>
          <p14:tracePt t="700" x="2466975" y="4543425"/>
          <p14:tracePt t="717" x="2409825" y="4427538"/>
          <p14:tracePt t="734" x="2344738" y="4295775"/>
          <p14:tracePt t="750" x="2278063" y="4173538"/>
          <p14:tracePt t="767" x="2212975" y="4056063"/>
          <p14:tracePt t="784" x="2162175" y="3948113"/>
          <p14:tracePt t="800" x="2097088" y="3802063"/>
          <p14:tracePt t="817" x="2068513" y="3716338"/>
          <p14:tracePt t="834" x="2039938" y="3598863"/>
          <p14:tracePt t="850" x="2009775" y="3490913"/>
          <p14:tracePt t="867" x="1981200" y="3381375"/>
          <p14:tracePt t="885" x="1952625" y="3279775"/>
          <p14:tracePt t="900" x="1930400" y="3200400"/>
          <p14:tracePt t="917" x="1922463" y="3113088"/>
          <p14:tracePt t="934" x="1922463" y="3048000"/>
          <p14:tracePt t="950" x="1922463" y="2954338"/>
          <p14:tracePt t="967" x="1922463" y="2881313"/>
          <p14:tracePt t="984" x="1922463" y="2830513"/>
          <p14:tracePt t="1000" x="1922463" y="2765425"/>
          <p14:tracePt t="1017" x="1922463" y="2735263"/>
          <p14:tracePt t="1034" x="1938338" y="2692400"/>
          <p14:tracePt t="1050" x="1938338" y="2663825"/>
          <p14:tracePt t="1067" x="1952625" y="2641600"/>
          <p14:tracePt t="1084" x="1958975" y="2619375"/>
          <p14:tracePt t="1100" x="1966913" y="2605088"/>
          <p14:tracePt t="1117" x="1981200" y="2582863"/>
          <p14:tracePt t="1134" x="2009775" y="2540000"/>
          <p14:tracePt t="1150" x="2032000" y="2503488"/>
          <p14:tracePt t="1167" x="2046288" y="2481263"/>
          <p14:tracePt t="1184" x="2060575" y="2460625"/>
          <p14:tracePt t="1217" x="2068513" y="2452688"/>
          <p14:tracePt t="1265" x="2068513" y="2446338"/>
          <p14:tracePt t="1297" x="2074863" y="2438400"/>
          <p14:tracePt t="1801" x="2082800" y="2438400"/>
          <p14:tracePt t="1808" x="2090738" y="2438400"/>
          <p14:tracePt t="1817" x="2097088" y="2438400"/>
          <p14:tracePt t="2001" x="2105025" y="2438400"/>
          <p14:tracePt t="2040" x="2119313" y="2438400"/>
          <p14:tracePt t="2065" x="2125663" y="2438400"/>
          <p14:tracePt t="2121" x="2141538" y="2438400"/>
          <p14:tracePt t="2129" x="2155825" y="2438400"/>
          <p14:tracePt t="2137" x="2176463" y="2438400"/>
          <p14:tracePt t="2151" x="2206625" y="2438400"/>
          <p14:tracePt t="2167" x="2263775" y="2438400"/>
          <p14:tracePt t="2184" x="2336800" y="2438400"/>
          <p14:tracePt t="2201" x="2359025" y="2438400"/>
          <p14:tracePt t="2217" x="2373313" y="2438400"/>
          <p14:tracePt t="2234" x="2401888" y="2438400"/>
          <p14:tracePt t="2251" x="2438400" y="2438400"/>
          <p14:tracePt t="2267" x="2489200" y="2438400"/>
          <p14:tracePt t="2284" x="2554288" y="2438400"/>
          <p14:tracePt t="2301" x="2641600" y="2438400"/>
          <p14:tracePt t="2318" x="2757488" y="2438400"/>
          <p14:tracePt t="2334" x="2903538" y="2452688"/>
          <p14:tracePt t="2351" x="3033713" y="2466975"/>
          <p14:tracePt t="2367" x="3070225" y="2466975"/>
          <p14:tracePt t="2732" x="3070225" y="2460625"/>
          <p14:tracePt t="2748" x="3062288" y="2446338"/>
          <p14:tracePt t="2762" x="3070225" y="2438400"/>
          <p14:tracePt t="2777" x="3076575" y="2430463"/>
          <p14:tracePt t="2788" x="3084513" y="2430463"/>
          <p14:tracePt t="2818" x="3090863" y="2416175"/>
          <p14:tracePt t="2835" x="3098800" y="2416175"/>
          <p14:tracePt t="2851" x="3113088" y="2416175"/>
          <p14:tracePt t="2868" x="3121025" y="2416175"/>
          <p14:tracePt t="2884" x="3171825" y="2401888"/>
          <p14:tracePt t="2901" x="3236913" y="2395538"/>
          <p14:tracePt t="2918" x="3309938" y="2395538"/>
          <p14:tracePt t="2935" x="3403600" y="2395538"/>
          <p14:tracePt t="2951" x="3513138" y="2395538"/>
          <p14:tracePt t="2969" x="3679825" y="2395538"/>
          <p14:tracePt t="2985" x="3767138" y="2395538"/>
          <p14:tracePt t="3001" x="3852863" y="2395538"/>
          <p14:tracePt t="3018" x="3925888" y="2395538"/>
          <p14:tracePt t="3035" x="3984625" y="2395538"/>
          <p14:tracePt t="3051" x="4035425" y="2395538"/>
          <p14:tracePt t="3068" x="4071938" y="2395538"/>
          <p14:tracePt t="3085" x="4114800" y="2395538"/>
          <p14:tracePt t="3101" x="4143375" y="2387600"/>
          <p14:tracePt t="3118" x="4165600" y="2387600"/>
          <p14:tracePt t="3135" x="4202113" y="2387600"/>
          <p14:tracePt t="3151" x="4244975" y="2373313"/>
          <p14:tracePt t="3168" x="4281488" y="2365375"/>
          <p14:tracePt t="3185" x="4354513" y="2365375"/>
          <p14:tracePt t="3201" x="4411663" y="2365375"/>
          <p14:tracePt t="3218" x="4498975" y="2365375"/>
          <p14:tracePt t="3235" x="4600575" y="2365375"/>
          <p14:tracePt t="3251" x="4716463" y="2365375"/>
          <p14:tracePt t="3268" x="4840288" y="2365375"/>
          <p14:tracePt t="3285" x="4949825" y="2365375"/>
          <p14:tracePt t="3302" x="5065713" y="2365375"/>
          <p14:tracePt t="3318" x="5173663" y="2365375"/>
          <p14:tracePt t="3335" x="5268913" y="2365375"/>
          <p14:tracePt t="3352" x="5435600" y="2365375"/>
          <p14:tracePt t="3368" x="5500688" y="2365375"/>
          <p14:tracePt t="3372" x="5545138" y="2373313"/>
          <p14:tracePt t="3385" x="5624513" y="2379663"/>
          <p14:tracePt t="3401" x="5675313" y="2387600"/>
          <p14:tracePt t="3418" x="5718175" y="2401888"/>
          <p14:tracePt t="3435" x="5732463" y="2401888"/>
          <p14:tracePt t="3451" x="5768975" y="2401888"/>
          <p14:tracePt t="3468" x="5805488" y="2409825"/>
          <p14:tracePt t="3485" x="5827713" y="2409825"/>
          <p14:tracePt t="3501" x="5856288" y="2416175"/>
          <p14:tracePt t="3518" x="5870575" y="2416175"/>
          <p14:tracePt t="3535" x="5878513" y="2424113"/>
          <p14:tracePt t="3552" x="5884863" y="2424113"/>
          <p14:tracePt t="3706" x="5884863" y="2430463"/>
          <p14:tracePt t="3715" x="5849938" y="2438400"/>
          <p14:tracePt t="3731" x="5754688" y="2489200"/>
          <p14:tracePt t="3748" x="5675313" y="2525713"/>
          <p14:tracePt t="3757" x="5638800" y="2540000"/>
          <p14:tracePt t="3768" x="5573713" y="2568575"/>
          <p14:tracePt t="3785" x="5514975" y="2590800"/>
          <p14:tracePt t="3802" x="5494338" y="2598738"/>
          <p14:tracePt t="3818" x="5449888" y="2619375"/>
          <p14:tracePt t="3835" x="5413375" y="2627313"/>
          <p14:tracePt t="3852" x="5362575" y="2655888"/>
          <p14:tracePt t="3868" x="5334000" y="2655888"/>
          <p14:tracePt t="3872" x="5326063" y="2655888"/>
          <p14:tracePt t="3885" x="5319713" y="2655888"/>
          <p14:tracePt t="3902" x="5305425" y="2663825"/>
          <p14:tracePt t="3918" x="5283200" y="2670175"/>
          <p14:tracePt t="3952" x="5246688" y="2678113"/>
          <p14:tracePt t="3968" x="5240338" y="2678113"/>
          <p14:tracePt t="3985" x="5218113" y="2678113"/>
          <p14:tracePt t="4002" x="5210175" y="2678113"/>
          <p14:tracePt t="4018" x="5195888" y="2678113"/>
          <p14:tracePt t="4035" x="5189538" y="2678113"/>
          <p14:tracePt t="4052" x="5181600" y="2678113"/>
          <p14:tracePt t="4068" x="5167313" y="2678113"/>
          <p14:tracePt t="4085" x="5159375" y="2678113"/>
          <p14:tracePt t="4102" x="5145088" y="2678113"/>
          <p14:tracePt t="4135" x="5138738" y="2678113"/>
          <p14:tracePt t="4152" x="5130800" y="2670175"/>
          <p14:tracePt t="4342" x="5122863" y="2663825"/>
          <p14:tracePt t="4350" x="5122863" y="2655888"/>
          <p14:tracePt t="4364" x="5122863" y="2641600"/>
          <p14:tracePt t="4373" x="5122863" y="2627313"/>
          <p14:tracePt t="4385" x="5122863" y="2576513"/>
          <p14:tracePt t="4403" x="5122863" y="2481263"/>
          <p14:tracePt t="4419" x="5094288" y="2409825"/>
          <p14:tracePt t="4436" x="5072063" y="2373313"/>
          <p14:tracePt t="4452" x="5029200" y="2308225"/>
          <p14:tracePt t="4469" x="4956175" y="2249488"/>
          <p14:tracePt t="4486" x="4913313" y="2227263"/>
          <p14:tracePt t="4502" x="4862513" y="2206625"/>
          <p14:tracePt t="4520" x="4789488" y="2184400"/>
          <p14:tracePt t="4536" x="4767263" y="2176463"/>
          <p14:tracePt t="4554" x="4695825" y="2147888"/>
          <p14:tracePt t="4569" x="4637088" y="2141538"/>
          <p14:tracePt t="4586" x="4579938" y="2119313"/>
          <p14:tracePt t="4602" x="4549775" y="2119313"/>
          <p14:tracePt t="4619" x="4506913" y="2111375"/>
          <p14:tracePt t="4636" x="4456113" y="2111375"/>
          <p14:tracePt t="4652" x="4405313" y="2111375"/>
          <p14:tracePt t="4669" x="4346575" y="2119313"/>
          <p14:tracePt t="4686" x="4289425" y="2125663"/>
          <p14:tracePt t="4702" x="4244975" y="2125663"/>
          <p14:tracePt t="4719" x="4208463" y="2133600"/>
          <p14:tracePt t="4735" x="4165600" y="2147888"/>
          <p14:tracePt t="4755" x="4100513" y="2184400"/>
          <p14:tracePt t="4769" x="4041775" y="2212975"/>
          <p14:tracePt t="4785" x="3976688" y="2257425"/>
          <p14:tracePt t="4802" x="3940175" y="2286000"/>
          <p14:tracePt t="4818" x="3897313" y="2322513"/>
          <p14:tracePt t="4835" x="3852863" y="2365375"/>
          <p14:tracePt t="4852" x="3817938" y="2401888"/>
          <p14:tracePt t="4868" x="3795713" y="2438400"/>
          <p14:tracePt t="4885" x="3759200" y="2489200"/>
          <p14:tracePt t="4902" x="3730625" y="2540000"/>
          <p14:tracePt t="4918" x="3708400" y="2598738"/>
          <p14:tracePt t="4935" x="3694113" y="2641600"/>
          <p14:tracePt t="4952" x="3679825" y="2720975"/>
          <p14:tracePt t="4968" x="3671888" y="2786063"/>
          <p14:tracePt t="4985" x="3657600" y="2887663"/>
          <p14:tracePt t="5002" x="3635375" y="3011488"/>
          <p14:tracePt t="5018" x="3635375" y="3141663"/>
          <p14:tracePt t="5035" x="3635375" y="3279775"/>
          <p14:tracePt t="5052" x="3635375" y="3395663"/>
          <p14:tracePt t="5069" x="3635375" y="3482975"/>
          <p14:tracePt t="5085" x="3643313" y="3548063"/>
          <p14:tracePt t="5102" x="3649663" y="3614738"/>
          <p14:tracePt t="5118" x="3657600" y="3708400"/>
          <p14:tracePt t="5135" x="3671888" y="3787775"/>
          <p14:tracePt t="5152" x="3686175" y="3919538"/>
          <p14:tracePt t="5168" x="3700463" y="3990975"/>
          <p14:tracePt t="5185" x="3722688" y="4071938"/>
          <p14:tracePt t="5202" x="3744913" y="4143375"/>
          <p14:tracePt t="5218" x="3773488" y="4244975"/>
          <p14:tracePt t="5235" x="3810000" y="4354513"/>
          <p14:tracePt t="5252" x="3852863" y="4470400"/>
          <p14:tracePt t="5268" x="3925888" y="4579938"/>
          <p14:tracePt t="5286" x="3976688" y="4659313"/>
          <p14:tracePt t="5302" x="4041775" y="4702175"/>
          <p14:tracePt t="5319" x="4100513" y="4746625"/>
          <p14:tracePt t="5335" x="4179888" y="4783138"/>
          <p14:tracePt t="5352" x="4303713" y="4840288"/>
          <p14:tracePt t="5369" x="4470400" y="4876800"/>
          <p14:tracePt t="5385" x="4579938" y="4891088"/>
          <p14:tracePt t="5402" x="4681538" y="4891088"/>
          <p14:tracePt t="5419" x="4738688" y="4891088"/>
          <p14:tracePt t="5435" x="4803775" y="4876800"/>
          <p14:tracePt t="5452" x="4891088" y="4826000"/>
          <p14:tracePt t="5469" x="4986338" y="4760913"/>
          <p14:tracePt t="5485" x="5043488" y="4702175"/>
          <p14:tracePt t="5502" x="5087938" y="4659313"/>
          <p14:tracePt t="5519" x="5138738" y="4608513"/>
          <p14:tracePt t="5535" x="5189538" y="4535488"/>
          <p14:tracePt t="5552" x="5268913" y="4360863"/>
          <p14:tracePt t="5569" x="5305425" y="4238625"/>
          <p14:tracePt t="5586" x="5341938" y="4106863"/>
          <p14:tracePt t="5602" x="5356225" y="3984625"/>
          <p14:tracePt t="5619" x="5370513" y="3832225"/>
          <p14:tracePt t="5635" x="5370513" y="3649663"/>
          <p14:tracePt t="5652" x="5370513" y="3490913"/>
          <p14:tracePt t="5669" x="5370513" y="3360738"/>
          <p14:tracePt t="5685" x="5370513" y="3302000"/>
          <p14:tracePt t="5702" x="5370513" y="3243263"/>
          <p14:tracePt t="5719" x="5370513" y="3178175"/>
          <p14:tracePt t="5735" x="5362575" y="3090863"/>
          <p14:tracePt t="5752" x="5334000" y="2932113"/>
          <p14:tracePt t="5769" x="5305425" y="2859088"/>
          <p14:tracePt t="5785" x="5268913" y="2794000"/>
          <p14:tracePt t="5802" x="5246688" y="2735263"/>
          <p14:tracePt t="5819" x="5218113" y="2684463"/>
          <p14:tracePt t="5836" x="5181600" y="2619375"/>
          <p14:tracePt t="5852" x="5145088" y="2576513"/>
          <p14:tracePt t="5869" x="5108575" y="2517775"/>
          <p14:tracePt t="5885" x="5080000" y="2474913"/>
          <p14:tracePt t="5902" x="5043488" y="2424113"/>
          <p14:tracePt t="5919" x="5000625" y="2379663"/>
          <p14:tracePt t="5935" x="4956175" y="2336800"/>
          <p14:tracePt t="5952" x="4913313" y="2300288"/>
          <p14:tracePt t="5969" x="4884738" y="2293938"/>
          <p14:tracePt t="5985" x="4840288" y="2278063"/>
          <p14:tracePt t="6002" x="4797425" y="2271713"/>
          <p14:tracePt t="6019" x="4760913" y="2271713"/>
          <p14:tracePt t="6035" x="4746625" y="2271713"/>
          <p14:tracePt t="6052" x="4738688" y="2271713"/>
          <p14:tracePt t="6138" x="4767263" y="2271713"/>
          <p14:tracePt t="6145" x="4818063" y="2271713"/>
          <p14:tracePt t="6153" x="4891088" y="2271713"/>
          <p14:tracePt t="6169" x="5043488" y="2308225"/>
          <p14:tracePt t="6186" x="5195888" y="2328863"/>
          <p14:tracePt t="6202" x="5297488" y="2359025"/>
          <p14:tracePt t="6219" x="5334000" y="2359025"/>
          <p14:tracePt t="6252" x="5341938" y="2365375"/>
          <p14:tracePt t="6269" x="5356225" y="2379663"/>
          <p14:tracePt t="6286" x="5362575" y="2379663"/>
          <p14:tracePt t="6302" x="5362575" y="2395538"/>
          <p14:tracePt t="6319" x="5362575" y="2409825"/>
          <p14:tracePt t="6336" x="5362575" y="2430463"/>
          <p14:tracePt t="6352" x="5362575" y="2446338"/>
          <p14:tracePt t="6369" x="5356225" y="2452688"/>
          <p14:tracePt t="6386" x="5348288" y="2460625"/>
          <p14:tracePt t="6402" x="5341938" y="2460625"/>
          <p14:tracePt t="6419" x="5319713" y="2460625"/>
          <p14:tracePt t="6435" x="5297488" y="2460625"/>
          <p14:tracePt t="6452" x="5291138" y="2460625"/>
          <p14:tracePt t="6469" x="5283200" y="2460625"/>
          <p14:tracePt t="6506" x="5283200" y="2446338"/>
          <p14:tracePt t="6519" x="5283200" y="2430463"/>
          <p14:tracePt t="6536" x="5305425" y="2387600"/>
          <p14:tracePt t="6552" x="5356225" y="2336800"/>
          <p14:tracePt t="6569" x="5435600" y="2308225"/>
          <p14:tracePt t="6586" x="5508625" y="2286000"/>
          <p14:tracePt t="6602" x="5580063" y="2278063"/>
          <p14:tracePt t="6619" x="5653088" y="2278063"/>
          <p14:tracePt t="6636" x="5740400" y="2278063"/>
          <p14:tracePt t="6652" x="5870575" y="2300288"/>
          <p14:tracePt t="6669" x="6037263" y="2351088"/>
          <p14:tracePt t="6686" x="6234113" y="2409825"/>
          <p14:tracePt t="6702" x="6392863" y="2460625"/>
          <p14:tracePt t="6719" x="6459538" y="2489200"/>
          <p14:tracePt t="6736" x="6480175" y="2511425"/>
          <p14:tracePt t="6752" x="6488113" y="2554288"/>
          <p14:tracePt t="6769" x="6494463" y="2627313"/>
          <p14:tracePt t="6786" x="6502400" y="2692400"/>
          <p14:tracePt t="6802" x="6516688" y="2765425"/>
          <p14:tracePt t="6819" x="6524625" y="2859088"/>
          <p14:tracePt t="6836" x="6553200" y="2946400"/>
          <p14:tracePt t="6852" x="6575425" y="3048000"/>
          <p14:tracePt t="6869" x="6589713" y="3171825"/>
          <p14:tracePt t="6886" x="6611938" y="3324225"/>
          <p14:tracePt t="6902" x="6632575" y="3468688"/>
          <p14:tracePt t="6919" x="6640513" y="3606800"/>
          <p14:tracePt t="6936" x="6640513" y="3722688"/>
          <p14:tracePt t="6952" x="6640513" y="3810000"/>
          <p14:tracePt t="6969" x="6640513" y="3889375"/>
          <p14:tracePt t="6986" x="6640513" y="3948113"/>
          <p14:tracePt t="7002" x="6618288" y="4013200"/>
          <p14:tracePt t="7019" x="6581775" y="4078288"/>
          <p14:tracePt t="7036" x="6575425" y="4137025"/>
          <p14:tracePt t="7053" x="6538913" y="4194175"/>
          <p14:tracePt t="7069" x="6516688" y="4224338"/>
          <p14:tracePt t="7086" x="6488113" y="4275138"/>
          <p14:tracePt t="7103" x="6437313" y="4340225"/>
          <p14:tracePt t="7119" x="6392863" y="4391025"/>
          <p14:tracePt t="7136" x="6307138" y="4470400"/>
          <p14:tracePt t="7152" x="6276975" y="4492625"/>
          <p14:tracePt t="7169" x="6240463" y="4506913"/>
          <p14:tracePt t="7186" x="6183313" y="4521200"/>
          <p14:tracePt t="7202" x="6081713" y="4529138"/>
          <p14:tracePt t="7219" x="5986463" y="4529138"/>
          <p14:tracePt t="7236" x="5900738" y="4529138"/>
          <p14:tracePt t="7253" x="5849938" y="4529138"/>
          <p14:tracePt t="7269" x="5813425" y="4529138"/>
          <p14:tracePt t="7286" x="5754688" y="4492625"/>
          <p14:tracePt t="7302" x="5675313" y="4411663"/>
          <p14:tracePt t="7319" x="5580063" y="4275138"/>
          <p14:tracePt t="7336" x="5449888" y="4071938"/>
          <p14:tracePt t="7353" x="5399088" y="3925888"/>
          <p14:tracePt t="7369" x="5348288" y="3767138"/>
          <p14:tracePt t="7386" x="5297488" y="3606800"/>
          <p14:tracePt t="7403" x="5268913" y="3462338"/>
          <p14:tracePt t="7419" x="5246688" y="3344863"/>
          <p14:tracePt t="7436" x="5240338" y="3265488"/>
          <p14:tracePt t="7453" x="5232400" y="3192463"/>
          <p14:tracePt t="7469" x="5232400" y="3121025"/>
          <p14:tracePt t="7486" x="5232400" y="3055938"/>
          <p14:tracePt t="7503" x="5232400" y="2982913"/>
          <p14:tracePt t="7519" x="5254625" y="2903538"/>
          <p14:tracePt t="7536" x="5283200" y="2816225"/>
          <p14:tracePt t="7553" x="5291138" y="2771775"/>
          <p14:tracePt t="7569" x="5311775" y="2735263"/>
          <p14:tracePt t="7586" x="5341938" y="2670175"/>
          <p14:tracePt t="7603" x="5356225" y="2619375"/>
          <p14:tracePt t="7619" x="5392738" y="2568575"/>
          <p14:tracePt t="7636" x="5413375" y="2525713"/>
          <p14:tracePt t="7653" x="5443538" y="2497138"/>
          <p14:tracePt t="7669" x="5472113" y="2466975"/>
          <p14:tracePt t="7686" x="5494338" y="2446338"/>
          <p14:tracePt t="7703" x="5529263" y="2424113"/>
          <p14:tracePt t="7720" x="5602288" y="2373313"/>
          <p14:tracePt t="7736" x="5661025" y="2344738"/>
          <p14:tracePt t="7753" x="5703888" y="2328863"/>
          <p14:tracePt t="7769" x="5768975" y="2314575"/>
          <p14:tracePt t="7786" x="5813425" y="2314575"/>
          <p14:tracePt t="7803" x="5870575" y="2314575"/>
          <p14:tracePt t="7819" x="5929313" y="2300288"/>
          <p14:tracePt t="7836" x="5965825" y="2300288"/>
          <p14:tracePt t="7853" x="5994400" y="2300288"/>
          <p14:tracePt t="7869" x="6030913" y="2314575"/>
          <p14:tracePt t="7886" x="6067425" y="2351088"/>
          <p14:tracePt t="7903" x="6118225" y="2401888"/>
          <p14:tracePt t="7920" x="6183313" y="2446338"/>
          <p14:tracePt t="7936" x="6240463" y="2511425"/>
          <p14:tracePt t="7953" x="6262688" y="2547938"/>
          <p14:tracePt t="7969" x="6284913" y="2613025"/>
          <p14:tracePt t="7986" x="6299200" y="2700338"/>
          <p14:tracePt t="8003" x="6299200" y="2816225"/>
          <p14:tracePt t="8020" x="6307138" y="2954338"/>
          <p14:tracePt t="8036" x="6327775" y="3055938"/>
          <p14:tracePt t="8053" x="6335713" y="3121025"/>
          <p14:tracePt t="8069" x="6342063" y="3163888"/>
          <p14:tracePt t="8086" x="6342063" y="3192463"/>
          <p14:tracePt t="8103" x="6342063" y="3228975"/>
          <p14:tracePt t="8120" x="6342063" y="3259138"/>
          <p14:tracePt t="8136" x="6342063" y="3352800"/>
          <p14:tracePt t="8153" x="6342063" y="3432175"/>
          <p14:tracePt t="8170" x="6307138" y="3527425"/>
          <p14:tracePt t="8186" x="6291263" y="3592513"/>
          <p14:tracePt t="8203" x="6240463" y="3679825"/>
          <p14:tracePt t="8219" x="6169025" y="3773488"/>
          <p14:tracePt t="8237" x="6096000" y="3852863"/>
          <p14:tracePt t="8253" x="6016625" y="3954463"/>
          <p14:tracePt t="8269" x="5929313" y="4027488"/>
          <p14:tracePt t="8286" x="5827713" y="4086225"/>
          <p14:tracePt t="8303" x="5732463" y="4129088"/>
          <p14:tracePt t="8320" x="5588000" y="4157663"/>
          <p14:tracePt t="8336" x="5494338" y="4157663"/>
          <p14:tracePt t="8353" x="5376863" y="4137025"/>
          <p14:tracePt t="8369" x="5254625" y="4064000"/>
          <p14:tracePt t="8386" x="5130800" y="3970338"/>
          <p14:tracePt t="8403" x="5021263" y="3889375"/>
          <p14:tracePt t="8419" x="4919663" y="3824288"/>
          <p14:tracePt t="8436" x="4868863" y="3773488"/>
          <p14:tracePt t="8453" x="4840288" y="3722688"/>
          <p14:tracePt t="8470" x="4811713" y="3649663"/>
          <p14:tracePt t="8486" x="4783138" y="3563938"/>
          <p14:tracePt t="8503" x="4752975" y="3462338"/>
          <p14:tracePt t="8520" x="4724400" y="3403600"/>
          <p14:tracePt t="8536" x="4702175" y="3338513"/>
          <p14:tracePt t="8553" x="4687888" y="3279775"/>
          <p14:tracePt t="8570" x="4681538" y="3228975"/>
          <p14:tracePt t="8586" x="4673600" y="3186113"/>
          <p14:tracePt t="8603" x="4665663" y="3135313"/>
          <p14:tracePt t="8620" x="4659313" y="3076575"/>
          <p14:tracePt t="8636" x="4651375" y="3040063"/>
          <p14:tracePt t="8653" x="4645025" y="3005138"/>
          <p14:tracePt t="8669" x="4637088" y="2974975"/>
          <p14:tracePt t="8686" x="4630738" y="2960688"/>
          <p14:tracePt t="8703" x="4622800" y="2938463"/>
          <p14:tracePt t="8720" x="4608513" y="2917825"/>
          <p14:tracePt t="8737" x="4600575" y="2895600"/>
          <p14:tracePt t="8753" x="4594225" y="2881313"/>
          <p14:tracePt t="8769" x="4586288" y="2873375"/>
          <p14:tracePt t="8834" x="4579938" y="2867025"/>
          <p14:tracePt t="8930" x="4572000" y="2867025"/>
          <p14:tracePt t="8985" x="4564063" y="2867025"/>
          <p14:tracePt t="8993" x="4557713" y="2873375"/>
          <p14:tracePt t="9003" x="4557713" y="2881313"/>
          <p14:tracePt t="9020" x="4543425" y="2895600"/>
          <p14:tracePt t="9036" x="4543425" y="2903538"/>
          <p14:tracePt t="9053" x="4535488" y="2917825"/>
          <p14:tracePt t="9070" x="4535488" y="2924175"/>
          <p14:tracePt t="9086" x="4535488" y="2938463"/>
          <p14:tracePt t="9103" x="4529138" y="2946400"/>
          <p14:tracePt t="9120" x="4529138" y="2960688"/>
          <p14:tracePt t="9136" x="4529138" y="2974975"/>
          <p14:tracePt t="9153" x="4529138" y="2989263"/>
          <p14:tracePt t="9169" x="4521200" y="2997200"/>
          <p14:tracePt t="9186" x="4521200" y="3005138"/>
          <p14:tracePt t="9220" x="4513263" y="3019425"/>
          <p14:tracePt t="9236" x="4506913" y="3033713"/>
          <p14:tracePt t="9254" x="4492625" y="3055938"/>
          <p14:tracePt t="9270" x="4484688" y="3062288"/>
          <p14:tracePt t="9286" x="4470400" y="3076575"/>
          <p14:tracePt t="9303" x="4456113" y="3084513"/>
          <p14:tracePt t="9320" x="4427538" y="3090863"/>
          <p14:tracePt t="9336" x="4411663" y="3090863"/>
          <p14:tracePt t="9370" x="4397375" y="3090863"/>
          <p14:tracePt t="9386" x="4376738" y="3084513"/>
          <p14:tracePt t="9403" x="4354513" y="3033713"/>
          <p14:tracePt t="9420" x="4318000" y="2982913"/>
          <p14:tracePt t="9436" x="4318000" y="2960688"/>
          <p14:tracePt t="9481" x="4318000" y="2946400"/>
          <p14:tracePt t="9505" x="4318000" y="2938463"/>
          <p14:tracePt t="9513" x="4318000" y="2932113"/>
          <p14:tracePt t="9521" x="4325938" y="2924175"/>
          <p14:tracePt t="9537" x="4340225" y="2909888"/>
          <p14:tracePt t="9553" x="4376738" y="2895600"/>
          <p14:tracePt t="9570" x="4427538" y="2881313"/>
          <p14:tracePt t="9586" x="4513263" y="2873375"/>
          <p14:tracePt t="9603" x="4630738" y="2873375"/>
          <p14:tracePt t="9620" x="4760913" y="2873375"/>
          <p14:tracePt t="9636" x="4905375" y="2873375"/>
          <p14:tracePt t="9653" x="5037138" y="2903538"/>
          <p14:tracePt t="9670" x="5159375" y="2954338"/>
          <p14:tracePt t="9687" x="5275263" y="2989263"/>
          <p14:tracePt t="9703" x="5407025" y="3019425"/>
          <p14:tracePt t="9720" x="5486400" y="3048000"/>
          <p14:tracePt t="9737" x="5508625" y="3048000"/>
          <p14:tracePt t="9753" x="5522913" y="3048000"/>
          <p14:tracePt t="9770" x="5529263" y="3048000"/>
          <p14:tracePt t="9786" x="5551488" y="3040063"/>
          <p14:tracePt t="9803" x="5580063" y="3040063"/>
          <p14:tracePt t="9820" x="5610225" y="3040063"/>
          <p14:tracePt t="9837" x="5630863" y="3040063"/>
          <p14:tracePt t="9853" x="5638800" y="3040063"/>
          <p14:tracePt t="9886" x="5646738" y="3040063"/>
          <p14:tracePt t="9903" x="5653088" y="3040063"/>
          <p14:tracePt t="10017" x="5661025" y="3040063"/>
          <p14:tracePt t="10025" x="5661025" y="3033713"/>
          <p14:tracePt t="10033" x="5675313" y="3019425"/>
          <p14:tracePt t="10041" x="5681663" y="3011488"/>
          <p14:tracePt t="10053" x="5703888" y="2997200"/>
          <p14:tracePt t="10070" x="5711825" y="2989263"/>
          <p14:tracePt t="10087" x="5726113" y="2989263"/>
          <p14:tracePt t="10103" x="5732463" y="2989263"/>
          <p14:tracePt t="10120" x="5748338" y="2989263"/>
          <p14:tracePt t="10137" x="5768975" y="2989263"/>
          <p14:tracePt t="10153" x="5813425" y="2989263"/>
          <p14:tracePt t="10170" x="5864225" y="2989263"/>
          <p14:tracePt t="10187" x="5915025" y="3011488"/>
          <p14:tracePt t="10203" x="5965825" y="3033713"/>
          <p14:tracePt t="10220" x="6002338" y="3055938"/>
          <p14:tracePt t="10253" x="6008688" y="3062288"/>
          <p14:tracePt t="10377" x="5994400" y="3062288"/>
          <p14:tracePt t="10385" x="5972175" y="3055938"/>
          <p14:tracePt t="10393" x="5951538" y="3048000"/>
          <p14:tracePt t="10403" x="5921375" y="3048000"/>
          <p14:tracePt t="10420" x="5819775" y="3025775"/>
          <p14:tracePt t="10437" x="5732463" y="3025775"/>
          <p14:tracePt t="10454" x="5624513" y="3040063"/>
          <p14:tracePt t="10470" x="5472113" y="3127375"/>
          <p14:tracePt t="10487" x="5341938" y="3222625"/>
          <p14:tracePt t="10504" x="5224463" y="3330575"/>
          <p14:tracePt t="10520" x="5181600" y="3367088"/>
          <p14:tracePt t="10537" x="5145088" y="3395663"/>
          <p14:tracePt t="10553" x="5116513" y="3395663"/>
          <p14:tracePt t="10570" x="5102225" y="3395663"/>
          <p14:tracePt t="10587" x="5094288" y="3403600"/>
          <p14:tracePt t="10620" x="5080000" y="3403600"/>
          <p14:tracePt t="10653" x="5065713" y="3403600"/>
          <p14:tracePt t="10670" x="5057775" y="3403600"/>
          <p14:tracePt t="10713" x="5051425" y="3403600"/>
          <p14:tracePt t="10721" x="5043488" y="3403600"/>
          <p14:tracePt t="10729" x="5037138" y="3403600"/>
          <p14:tracePt t="10737" x="5029200" y="3403600"/>
          <p14:tracePt t="10753" x="5014913" y="3403600"/>
          <p14:tracePt t="10770" x="5000625" y="3403600"/>
          <p14:tracePt t="10787" x="4964113" y="3403600"/>
          <p14:tracePt t="10803" x="4905375" y="3403600"/>
          <p14:tracePt t="10820" x="4848225" y="3417888"/>
          <p14:tracePt t="10837" x="4775200" y="3425825"/>
          <p14:tracePt t="10854" x="4710113" y="3432175"/>
          <p14:tracePt t="10870" x="4659313" y="3454400"/>
          <p14:tracePt t="10872" x="4637088" y="3454400"/>
          <p14:tracePt t="10887" x="4608513" y="3454400"/>
          <p14:tracePt t="10904" x="4543425" y="3462338"/>
          <p14:tracePt t="10920" x="4498975" y="3462338"/>
          <p14:tracePt t="10937" x="4462463" y="3462338"/>
          <p14:tracePt t="10954" x="4441825" y="3462338"/>
          <p14:tracePt t="10970" x="4405313" y="3446463"/>
          <p14:tracePt t="10987" x="4383088" y="3440113"/>
          <p14:tracePt t="11004" x="4354513" y="3425825"/>
          <p14:tracePt t="11020" x="4332288" y="3417888"/>
          <p14:tracePt t="11037" x="4303713" y="3411538"/>
          <p14:tracePt t="11054" x="4289425" y="3403600"/>
          <p14:tracePt t="11070" x="4259263" y="3389313"/>
          <p14:tracePt t="11087" x="4244975" y="3375025"/>
          <p14:tracePt t="11104" x="4224338" y="3352800"/>
          <p14:tracePt t="11120" x="4216400" y="3330575"/>
          <p14:tracePt t="11137" x="4216400" y="3309938"/>
          <p14:tracePt t="11154" x="4216400" y="3287713"/>
          <p14:tracePt t="11170" x="4216400" y="3259138"/>
          <p14:tracePt t="11187" x="4216400" y="3228975"/>
          <p14:tracePt t="11204" x="4216400" y="3200400"/>
          <p14:tracePt t="11221" x="4224338" y="3186113"/>
          <p14:tracePt t="11237" x="4238625" y="3171825"/>
          <p14:tracePt t="11254" x="4259263" y="3149600"/>
          <p14:tracePt t="11270" x="4295775" y="3135313"/>
          <p14:tracePt t="11287" x="4318000" y="3127375"/>
          <p14:tracePt t="11304" x="4360863" y="3121025"/>
          <p14:tracePt t="11320" x="4397375" y="3106738"/>
          <p14:tracePt t="11337" x="4441825" y="3106738"/>
          <p14:tracePt t="11354" x="4498975" y="3106738"/>
          <p14:tracePt t="11370" x="4543425" y="3106738"/>
          <p14:tracePt t="11387" x="4572000" y="3106738"/>
          <p14:tracePt t="11404" x="4586288" y="3106738"/>
          <p14:tracePt t="11420" x="4594225" y="3106738"/>
          <p14:tracePt t="11437" x="4614863" y="3121025"/>
          <p14:tracePt t="11454" x="4622800" y="3135313"/>
          <p14:tracePt t="11470" x="4637088" y="3149600"/>
          <p14:tracePt t="11487" x="4645025" y="3178175"/>
          <p14:tracePt t="11504" x="4659313" y="3222625"/>
          <p14:tracePt t="11520" x="4659313" y="3251200"/>
          <p14:tracePt t="11537" x="4659313" y="3287713"/>
          <p14:tracePt t="11554" x="4659313" y="3309938"/>
          <p14:tracePt t="11570" x="4659313" y="3330575"/>
          <p14:tracePt t="11587" x="4659313" y="3352800"/>
          <p14:tracePt t="11604" x="4651375" y="3352800"/>
          <p14:tracePt t="11620" x="4630738" y="3381375"/>
          <p14:tracePt t="11637" x="4614863" y="3403600"/>
          <p14:tracePt t="11654" x="4608513" y="3411538"/>
          <p14:tracePt t="11670" x="4594225" y="3425825"/>
          <p14:tracePt t="11753" x="4600575" y="3425825"/>
          <p14:tracePt t="11761" x="4651375" y="3425825"/>
          <p14:tracePt t="11770" x="4724400" y="3432175"/>
          <p14:tracePt t="11787" x="4862513" y="3454400"/>
          <p14:tracePt t="11804" x="4941888" y="3462338"/>
          <p14:tracePt t="11821" x="4978400" y="3462338"/>
          <p14:tracePt t="11837" x="5014913" y="3462338"/>
          <p14:tracePt t="11854" x="5051425" y="3462338"/>
          <p14:tracePt t="11870" x="5102225" y="3462338"/>
          <p14:tracePt t="11872" x="5138738" y="3462338"/>
          <p14:tracePt t="11887" x="5195888" y="3462338"/>
          <p14:tracePt t="11904" x="5348288" y="3462338"/>
          <p14:tracePt t="11920" x="5399088" y="3462338"/>
          <p14:tracePt t="11937" x="5435600" y="3462338"/>
          <p14:tracePt t="11954" x="5449888" y="3462338"/>
          <p14:tracePt t="11987" x="5457825" y="3462338"/>
          <p14:tracePt t="12004" x="5472113" y="3462338"/>
          <p14:tracePt t="12020" x="5478463" y="3462338"/>
          <p14:tracePt t="12037" x="5500688" y="3462338"/>
          <p14:tracePt t="12054" x="5522913" y="3462338"/>
          <p14:tracePt t="12070" x="5545138" y="3462338"/>
          <p14:tracePt t="12087" x="5551488" y="3462338"/>
          <p14:tracePt t="12129" x="5559425" y="3462338"/>
          <p14:tracePt t="12193" x="5565775" y="3454400"/>
          <p14:tracePt t="12225" x="5573713" y="3454400"/>
          <p14:tracePt t="12241" x="5573713" y="3446463"/>
          <p14:tracePt t="12281" x="5580063" y="3440113"/>
          <p14:tracePt t="12297" x="5580063" y="3432175"/>
          <p14:tracePt t="12304" x="5580063" y="3425825"/>
          <p14:tracePt t="12321" x="5588000" y="3417888"/>
          <p14:tracePt t="12329" x="5595938" y="3411538"/>
          <p14:tracePt t="12337" x="5595938" y="3403600"/>
          <p14:tracePt t="12354" x="5610225" y="3389313"/>
          <p14:tracePt t="12371" x="5624513" y="3381375"/>
          <p14:tracePt t="12387" x="5638800" y="3381375"/>
          <p14:tracePt t="12404" x="5638800" y="3375025"/>
          <p14:tracePt t="12421" x="5646738" y="3375025"/>
          <p14:tracePt t="12437" x="5653088" y="3375025"/>
          <p14:tracePt t="12454" x="5661025" y="3375025"/>
          <p14:tracePt t="12471" x="5667375" y="3375025"/>
          <p14:tracePt t="12487" x="5681663" y="3375025"/>
          <p14:tracePt t="12504" x="5689600" y="3381375"/>
          <p14:tracePt t="12617" x="5697538" y="3381375"/>
          <p14:tracePt t="12633" x="5703888" y="3381375"/>
          <p14:tracePt t="12641" x="5711825" y="3381375"/>
          <p14:tracePt t="12649" x="5718175" y="3381375"/>
          <p14:tracePt t="12657" x="5732463" y="3367088"/>
          <p14:tracePt t="12671" x="5740400" y="3360738"/>
          <p14:tracePt t="12687" x="5748338" y="3352800"/>
          <p14:tracePt t="12704" x="5748338" y="3344863"/>
          <p14:tracePt t="12721" x="5754688" y="3338513"/>
          <p14:tracePt t="12737" x="5762625" y="3338513"/>
          <p14:tracePt t="12761" x="5768975" y="3330575"/>
          <p14:tracePt t="12785" x="5776913" y="3324225"/>
          <p14:tracePt t="12801" x="5783263" y="3316288"/>
          <p14:tracePt t="12833" x="5791200" y="3309938"/>
          <p14:tracePt t="12841" x="5799138" y="3309938"/>
          <p14:tracePt t="12857" x="5805488" y="3302000"/>
          <p14:tracePt t="12889" x="5813425" y="3294063"/>
          <p14:tracePt t="12905" x="5813425" y="3287713"/>
          <p14:tracePt t="12913" x="5827713" y="3273425"/>
          <p14:tracePt t="12921" x="5834063" y="3265488"/>
          <p14:tracePt t="12937" x="5842000" y="3251200"/>
          <p14:tracePt t="12954" x="5849938" y="3214688"/>
          <p14:tracePt t="12971" x="5864225" y="3200400"/>
          <p14:tracePt t="12988" x="5864225" y="3192463"/>
          <p14:tracePt t="13021" x="5870575" y="3192463"/>
          <p14:tracePt t="13037" x="5870575" y="3186113"/>
          <p14:tracePt t="13054" x="5878513" y="3186113"/>
          <p14:tracePt t="13071" x="5884863" y="3186113"/>
          <p14:tracePt t="13088" x="5900738" y="3186113"/>
          <p14:tracePt t="13121" x="5907088" y="3186113"/>
          <p14:tracePt t="13145" x="5921375" y="3186113"/>
          <p14:tracePt t="13169" x="5929313" y="3186113"/>
          <p14:tracePt t="13177" x="5935663" y="3186113"/>
          <p14:tracePt t="13193" x="5943600" y="3186113"/>
          <p14:tracePt t="13209" x="5943600" y="3192463"/>
          <p14:tracePt t="13221" x="5951538" y="3192463"/>
          <p14:tracePt t="13238" x="5957888" y="3208338"/>
          <p14:tracePt t="13254" x="5965825" y="3228975"/>
          <p14:tracePt t="13271" x="5972175" y="3228975"/>
          <p14:tracePt t="13288" x="5980113" y="3243263"/>
          <p14:tracePt t="13304" x="5980113" y="3265488"/>
          <p14:tracePt t="13321" x="5980113" y="3273425"/>
          <p14:tracePt t="13338" x="5980113" y="3287713"/>
          <p14:tracePt t="13354" x="5980113" y="3294063"/>
          <p14:tracePt t="13371" x="5980113" y="3309938"/>
          <p14:tracePt t="13388" x="5965825" y="3338513"/>
          <p14:tracePt t="13404" x="5965825" y="3344863"/>
          <p14:tracePt t="13421" x="5957888" y="3352800"/>
          <p14:tracePt t="13438" x="5951538" y="3360738"/>
          <p14:tracePt t="13454" x="5943600" y="3367088"/>
          <p14:tracePt t="13471" x="5943600" y="3375025"/>
          <p14:tracePt t="13488" x="5929313" y="3389313"/>
          <p14:tracePt t="13705" x="5935663" y="3389313"/>
          <p14:tracePt t="13777" x="5943600" y="3389313"/>
          <p14:tracePt t="13785" x="5951538" y="3395663"/>
          <p14:tracePt t="13793" x="5965825" y="3411538"/>
          <p14:tracePt t="13804" x="5980113" y="3417888"/>
          <p14:tracePt t="13821" x="6053138" y="3476625"/>
          <p14:tracePt t="13838" x="6138863" y="3548063"/>
          <p14:tracePt t="13854" x="6197600" y="3621088"/>
          <p14:tracePt t="13871" x="6256338" y="3686175"/>
          <p14:tracePt t="13873" x="6270625" y="3730625"/>
          <p14:tracePt t="13888" x="6284913" y="3744913"/>
          <p14:tracePt t="13904" x="6299200" y="3860800"/>
          <p14:tracePt t="13921" x="6299200" y="3948113"/>
          <p14:tracePt t="13938" x="6299200" y="4041775"/>
          <p14:tracePt t="13954" x="6299200" y="4122738"/>
          <p14:tracePt t="13971" x="6299200" y="4173538"/>
          <p14:tracePt t="13988" x="6276975" y="4208463"/>
          <p14:tracePt t="14005" x="6240463" y="4244975"/>
          <p14:tracePt t="14021" x="6219825" y="4267200"/>
          <p14:tracePt t="14038" x="6161088" y="4325938"/>
          <p14:tracePt t="14055" x="6118225" y="4346575"/>
          <p14:tracePt t="14071" x="6081713" y="4368800"/>
          <p14:tracePt t="14088" x="6008688" y="4397375"/>
          <p14:tracePt t="14105" x="5943600" y="4411663"/>
          <p14:tracePt t="14121" x="5892800" y="4419600"/>
          <p14:tracePt t="14138" x="5849938" y="4419600"/>
          <p14:tracePt t="14155" x="5819775" y="4411663"/>
          <p14:tracePt t="14171" x="5791200" y="4405313"/>
          <p14:tracePt t="14188" x="5776913" y="4397375"/>
          <p14:tracePt t="14204" x="5768975" y="4397375"/>
          <p14:tracePt t="14221" x="5754688" y="4397375"/>
          <p14:tracePt t="14238" x="5748338" y="4391025"/>
          <p14:tracePt t="14305" x="5740400" y="4391025"/>
          <p14:tracePt t="14361" x="5732463" y="4391025"/>
        </p14:tracePtLst>
      </p14:laserTraceLst>
    </p:ext>
  </p:extLs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lstStyle/>
              <a:p>
                <a:r>
                  <a:rPr lang="en-US" dirty="0"/>
                  <a:t>3. Determine the Sample size (</a:t>
                </a:r>
                <a14:m>
                  <m:oMath xmlns:m="http://schemas.openxmlformats.org/officeDocument/2006/math">
                    <m:r>
                      <a:rPr lang="en-US" b="0" i="1" smtClean="0">
                        <a:latin typeface="Cambria Math" panose="02040503050406030204" pitchFamily="18" charset="0"/>
                      </a:rPr>
                      <m:t>𝑁</m:t>
                    </m:r>
                  </m:oMath>
                </a14:m>
                <a:r>
                  <a:rPr lang="en-US" dirty="0"/>
                  <a:t>) </a:t>
                </a:r>
                <a:r>
                  <a:rPr lang="en-US" dirty="0" smtClean="0"/>
                  <a:t>(3/5</a:t>
                </a:r>
                <a:r>
                  <a:rPr lang="en-US" dirty="0"/>
                  <a:t>)</a:t>
                </a:r>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a:blip r:embed="rId5"/>
                <a:stretch>
                  <a:fillRect l="-3009"/>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5AA13D58-D7BC-8747-9F0A-0DB9E6B3595A}" type="slidenum">
              <a:rPr lang="en-US" smtClean="0"/>
              <a:t>25</a:t>
            </a:fld>
            <a:endParaRPr lang="en-US"/>
          </a:p>
        </p:txBody>
      </p:sp>
      <p:sp>
        <p:nvSpPr>
          <p:cNvPr id="8" name="Right Brace 7"/>
          <p:cNvSpPr/>
          <p:nvPr/>
        </p:nvSpPr>
        <p:spPr>
          <a:xfrm>
            <a:off x="5245586" y="3130034"/>
            <a:ext cx="263769" cy="1257300"/>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0" name="TextBox 9"/>
              <p:cNvSpPr txBox="1"/>
              <p:nvPr/>
            </p:nvSpPr>
            <p:spPr>
              <a:xfrm>
                <a:off x="5509355" y="3574018"/>
                <a:ext cx="703269" cy="369332"/>
              </a:xfrm>
              <a:prstGeom prst="rect">
                <a:avLst/>
              </a:prstGeom>
              <a:noFill/>
            </p:spPr>
            <p:txBody>
              <a:bodyPr wrap="none" rtlCol="0">
                <a:spAutoFit/>
              </a:bodyPr>
              <a:lstStyle/>
              <a:p>
                <a14:m>
                  <m:oMath xmlns:m="http://schemas.openxmlformats.org/officeDocument/2006/math">
                    <m:r>
                      <a:rPr lang="en-US" i="1" smtClean="0">
                        <a:latin typeface="Cambria Math" panose="02040503050406030204" pitchFamily="18" charset="0"/>
                      </a:rPr>
                      <m:t>𝑁</m:t>
                    </m:r>
                  </m:oMath>
                </a14:m>
                <a:r>
                  <a:rPr lang="en-US" dirty="0"/>
                  <a:t>= 4</a:t>
                </a:r>
              </a:p>
            </p:txBody>
          </p:sp>
        </mc:Choice>
        <mc:Fallback xmlns="">
          <p:sp>
            <p:nvSpPr>
              <p:cNvPr id="10" name="TextBox 9"/>
              <p:cNvSpPr txBox="1">
                <a:spLocks noRot="1" noChangeAspect="1" noMove="1" noResize="1" noEditPoints="1" noAdjustHandles="1" noChangeArrowheads="1" noChangeShapeType="1" noTextEdit="1"/>
              </p:cNvSpPr>
              <p:nvPr/>
            </p:nvSpPr>
            <p:spPr>
              <a:xfrm>
                <a:off x="5509355" y="3574018"/>
                <a:ext cx="703269" cy="369332"/>
              </a:xfrm>
              <a:prstGeom prst="rect">
                <a:avLst/>
              </a:prstGeom>
              <a:blipFill>
                <a:blip r:embed="rId6"/>
                <a:stretch>
                  <a:fillRect t="-8197" r="-608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1024128" y="2084777"/>
                <a:ext cx="4728217" cy="369332"/>
              </a:xfrm>
              <a:prstGeom prst="rect">
                <a:avLst/>
              </a:prstGeom>
              <a:noFill/>
            </p:spPr>
            <p:txBody>
              <a:bodyPr wrap="none" rtlCol="0">
                <a:spAutoFit/>
              </a:bodyPr>
              <a:lstStyle/>
              <a:p>
                <a:r>
                  <a:rPr lang="en-US" dirty="0"/>
                  <a:t>Sample size (</a:t>
                </a:r>
                <a14:m>
                  <m:oMath xmlns:m="http://schemas.openxmlformats.org/officeDocument/2006/math">
                    <m:r>
                      <a:rPr lang="en-US" i="1" smtClean="0">
                        <a:latin typeface="Cambria Math" panose="02040503050406030204" pitchFamily="18" charset="0"/>
                      </a:rPr>
                      <m:t>𝑁</m:t>
                    </m:r>
                  </m:oMath>
                </a14:m>
                <a:r>
                  <a:rPr lang="en-US" dirty="0"/>
                  <a:t>) is amount of data of each group</a:t>
                </a:r>
              </a:p>
            </p:txBody>
          </p:sp>
        </mc:Choice>
        <mc:Fallback xmlns="">
          <p:sp>
            <p:nvSpPr>
              <p:cNvPr id="11" name="TextBox 10"/>
              <p:cNvSpPr txBox="1">
                <a:spLocks noRot="1" noChangeAspect="1" noMove="1" noResize="1" noEditPoints="1" noAdjustHandles="1" noChangeArrowheads="1" noChangeShapeType="1" noTextEdit="1"/>
              </p:cNvSpPr>
              <p:nvPr/>
            </p:nvSpPr>
            <p:spPr>
              <a:xfrm>
                <a:off x="1024128" y="2084777"/>
                <a:ext cx="4728217" cy="369332"/>
              </a:xfrm>
              <a:prstGeom prst="rect">
                <a:avLst/>
              </a:prstGeom>
              <a:blipFill>
                <a:blip r:embed="rId4"/>
                <a:stretch>
                  <a:fillRect l="-1031" t="-9836" b="-24590"/>
                </a:stretch>
              </a:blipFill>
            </p:spPr>
            <p:txBody>
              <a:bodyPr/>
              <a:lstStyle/>
              <a:p>
                <a:r>
                  <a:rPr lang="en-US">
                    <a:noFill/>
                  </a:rPr>
                  <a:t> </a:t>
                </a:r>
              </a:p>
            </p:txBody>
          </p:sp>
        </mc:Fallback>
      </mc:AlternateContent>
      <p:graphicFrame>
        <p:nvGraphicFramePr>
          <p:cNvPr id="12" name="Table 11">
            <a:extLst>
              <a:ext uri="{FF2B5EF4-FFF2-40B4-BE49-F238E27FC236}">
                <a16:creationId xmlns:a16="http://schemas.microsoft.com/office/drawing/2014/main" id="{1DEE22A6-5017-0940-9EC1-C3EA9B0DCC52}"/>
              </a:ext>
            </a:extLst>
          </p:cNvPr>
          <p:cNvGraphicFramePr>
            <a:graphicFrameLocks noGrp="1"/>
          </p:cNvGraphicFramePr>
          <p:nvPr>
            <p:extLst>
              <p:ext uri="{D42A27DB-BD31-4B8C-83A1-F6EECF244321}">
                <p14:modId xmlns:p14="http://schemas.microsoft.com/office/powerpoint/2010/main" val="2394088100"/>
              </p:ext>
            </p:extLst>
          </p:nvPr>
        </p:nvGraphicFramePr>
        <p:xfrm>
          <a:off x="1121733" y="2657293"/>
          <a:ext cx="1956209" cy="1854200"/>
        </p:xfrm>
        <a:graphic>
          <a:graphicData uri="http://schemas.openxmlformats.org/drawingml/2006/table">
            <a:tbl>
              <a:tblPr firstRow="1" bandRow="1">
                <a:tableStyleId>{93296810-A885-4BE3-A3E7-6D5BEEA58F35}</a:tableStyleId>
              </a:tblPr>
              <a:tblGrid>
                <a:gridCol w="1956209">
                  <a:extLst>
                    <a:ext uri="{9D8B030D-6E8A-4147-A177-3AD203B41FA5}">
                      <a16:colId xmlns:a16="http://schemas.microsoft.com/office/drawing/2014/main" val="619288654"/>
                    </a:ext>
                  </a:extLst>
                </a:gridCol>
              </a:tblGrid>
              <a:tr h="370840">
                <a:tc>
                  <a:txBody>
                    <a:bodyPr/>
                    <a:lstStyle/>
                    <a:p>
                      <a:pPr algn="ctr"/>
                      <a:r>
                        <a:rPr lang="en-US" sz="1400" dirty="0" smtClean="0">
                          <a:solidFill>
                            <a:schemeClr val="tx1"/>
                          </a:solidFill>
                        </a:rPr>
                        <a:t>F1-GA</a:t>
                      </a:r>
                      <a:endParaRPr lang="en-US" sz="1400" dirty="0">
                        <a:solidFill>
                          <a:schemeClr val="tx1"/>
                        </a:solidFill>
                      </a:endParaRPr>
                    </a:p>
                  </a:txBody>
                  <a:tcPr/>
                </a:tc>
                <a:extLst>
                  <a:ext uri="{0D108BD9-81ED-4DB2-BD59-A6C34878D82A}">
                    <a16:rowId xmlns:a16="http://schemas.microsoft.com/office/drawing/2014/main" val="2280859014"/>
                  </a:ext>
                </a:extLst>
              </a:tr>
              <a:tr h="370840">
                <a:tc>
                  <a:txBody>
                    <a:bodyPr/>
                    <a:lstStyle/>
                    <a:p>
                      <a:pPr algn="ctr"/>
                      <a:r>
                        <a:rPr lang="en-US" sz="1400" dirty="0"/>
                        <a:t>0.2</a:t>
                      </a:r>
                    </a:p>
                  </a:txBody>
                  <a:tcPr/>
                </a:tc>
                <a:extLst>
                  <a:ext uri="{0D108BD9-81ED-4DB2-BD59-A6C34878D82A}">
                    <a16:rowId xmlns:a16="http://schemas.microsoft.com/office/drawing/2014/main" val="3122994943"/>
                  </a:ext>
                </a:extLst>
              </a:tr>
              <a:tr h="370840">
                <a:tc>
                  <a:txBody>
                    <a:bodyPr/>
                    <a:lstStyle/>
                    <a:p>
                      <a:pPr algn="ctr"/>
                      <a:r>
                        <a:rPr lang="en-US" sz="1400" dirty="0"/>
                        <a:t>0.4</a:t>
                      </a:r>
                    </a:p>
                  </a:txBody>
                  <a:tcPr/>
                </a:tc>
                <a:extLst>
                  <a:ext uri="{0D108BD9-81ED-4DB2-BD59-A6C34878D82A}">
                    <a16:rowId xmlns:a16="http://schemas.microsoft.com/office/drawing/2014/main" val="3345521160"/>
                  </a:ext>
                </a:extLst>
              </a:tr>
              <a:tr h="370840">
                <a:tc>
                  <a:txBody>
                    <a:bodyPr/>
                    <a:lstStyle/>
                    <a:p>
                      <a:pPr algn="ctr"/>
                      <a:r>
                        <a:rPr lang="en-US" sz="1400" dirty="0"/>
                        <a:t>0.5</a:t>
                      </a:r>
                    </a:p>
                  </a:txBody>
                  <a:tcPr/>
                </a:tc>
                <a:extLst>
                  <a:ext uri="{0D108BD9-81ED-4DB2-BD59-A6C34878D82A}">
                    <a16:rowId xmlns:a16="http://schemas.microsoft.com/office/drawing/2014/main" val="2400711326"/>
                  </a:ext>
                </a:extLst>
              </a:tr>
              <a:tr h="370840">
                <a:tc>
                  <a:txBody>
                    <a:bodyPr/>
                    <a:lstStyle/>
                    <a:p>
                      <a:pPr algn="ctr"/>
                      <a:r>
                        <a:rPr lang="en-US" sz="1400" dirty="0"/>
                        <a:t>0.4</a:t>
                      </a:r>
                    </a:p>
                  </a:txBody>
                  <a:tcPr/>
                </a:tc>
                <a:extLst>
                  <a:ext uri="{0D108BD9-81ED-4DB2-BD59-A6C34878D82A}">
                    <a16:rowId xmlns:a16="http://schemas.microsoft.com/office/drawing/2014/main" val="3018803206"/>
                  </a:ext>
                </a:extLst>
              </a:tr>
            </a:tbl>
          </a:graphicData>
        </a:graphic>
      </p:graphicFrame>
      <p:graphicFrame>
        <p:nvGraphicFramePr>
          <p:cNvPr id="13" name="Table 12">
            <a:extLst>
              <a:ext uri="{FF2B5EF4-FFF2-40B4-BE49-F238E27FC236}">
                <a16:creationId xmlns:a16="http://schemas.microsoft.com/office/drawing/2014/main" id="{FEFF5B46-13F9-4C41-B3D9-03D38E4AFBE7}"/>
              </a:ext>
            </a:extLst>
          </p:cNvPr>
          <p:cNvGraphicFramePr>
            <a:graphicFrameLocks noGrp="1"/>
          </p:cNvGraphicFramePr>
          <p:nvPr>
            <p:extLst>
              <p:ext uri="{D42A27DB-BD31-4B8C-83A1-F6EECF244321}">
                <p14:modId xmlns:p14="http://schemas.microsoft.com/office/powerpoint/2010/main" val="1522454199"/>
              </p:ext>
            </p:extLst>
          </p:nvPr>
        </p:nvGraphicFramePr>
        <p:xfrm>
          <a:off x="3212140" y="2676997"/>
          <a:ext cx="1899248" cy="1854200"/>
        </p:xfrm>
        <a:graphic>
          <a:graphicData uri="http://schemas.openxmlformats.org/drawingml/2006/table">
            <a:tbl>
              <a:tblPr firstRow="1" bandRow="1">
                <a:tableStyleId>{21E4AEA4-8DFA-4A89-87EB-49C32662AFE0}</a:tableStyleId>
              </a:tblPr>
              <a:tblGrid>
                <a:gridCol w="1899248">
                  <a:extLst>
                    <a:ext uri="{9D8B030D-6E8A-4147-A177-3AD203B41FA5}">
                      <a16:colId xmlns:a16="http://schemas.microsoft.com/office/drawing/2014/main" val="522177979"/>
                    </a:ext>
                  </a:extLst>
                </a:gridCol>
              </a:tblGrid>
              <a:tr h="370840">
                <a:tc>
                  <a:txBody>
                    <a:bodyPr/>
                    <a:lstStyle/>
                    <a:p>
                      <a:pPr algn="ctr"/>
                      <a:r>
                        <a:rPr lang="en-US" sz="1400" dirty="0" smtClean="0">
                          <a:solidFill>
                            <a:schemeClr val="tx1"/>
                          </a:solidFill>
                        </a:rPr>
                        <a:t>F1-GB</a:t>
                      </a:r>
                      <a:endParaRPr lang="en-US" sz="1400" dirty="0">
                        <a:solidFill>
                          <a:schemeClr val="tx1"/>
                        </a:solidFill>
                      </a:endParaRPr>
                    </a:p>
                  </a:txBody>
                  <a:tcPr/>
                </a:tc>
                <a:extLst>
                  <a:ext uri="{0D108BD9-81ED-4DB2-BD59-A6C34878D82A}">
                    <a16:rowId xmlns:a16="http://schemas.microsoft.com/office/drawing/2014/main" val="1161456333"/>
                  </a:ext>
                </a:extLst>
              </a:tr>
              <a:tr h="370840">
                <a:tc>
                  <a:txBody>
                    <a:bodyPr/>
                    <a:lstStyle/>
                    <a:p>
                      <a:pPr algn="ctr"/>
                      <a:r>
                        <a:rPr lang="en-US" sz="1400" dirty="0"/>
                        <a:t>0.2</a:t>
                      </a:r>
                    </a:p>
                  </a:txBody>
                  <a:tcPr/>
                </a:tc>
                <a:extLst>
                  <a:ext uri="{0D108BD9-81ED-4DB2-BD59-A6C34878D82A}">
                    <a16:rowId xmlns:a16="http://schemas.microsoft.com/office/drawing/2014/main" val="4209527493"/>
                  </a:ext>
                </a:extLst>
              </a:tr>
              <a:tr h="370840">
                <a:tc>
                  <a:txBody>
                    <a:bodyPr/>
                    <a:lstStyle/>
                    <a:p>
                      <a:pPr algn="ctr"/>
                      <a:r>
                        <a:rPr lang="en-US" sz="1400" dirty="0"/>
                        <a:t>0.3</a:t>
                      </a:r>
                    </a:p>
                  </a:txBody>
                  <a:tcPr/>
                </a:tc>
                <a:extLst>
                  <a:ext uri="{0D108BD9-81ED-4DB2-BD59-A6C34878D82A}">
                    <a16:rowId xmlns:a16="http://schemas.microsoft.com/office/drawing/2014/main" val="3189708125"/>
                  </a:ext>
                </a:extLst>
              </a:tr>
              <a:tr h="370840">
                <a:tc>
                  <a:txBody>
                    <a:bodyPr/>
                    <a:lstStyle/>
                    <a:p>
                      <a:pPr algn="ctr"/>
                      <a:r>
                        <a:rPr lang="en-US" sz="1400" dirty="0"/>
                        <a:t>0.1</a:t>
                      </a:r>
                    </a:p>
                  </a:txBody>
                  <a:tcPr/>
                </a:tc>
                <a:extLst>
                  <a:ext uri="{0D108BD9-81ED-4DB2-BD59-A6C34878D82A}">
                    <a16:rowId xmlns:a16="http://schemas.microsoft.com/office/drawing/2014/main" val="3494497803"/>
                  </a:ext>
                </a:extLst>
              </a:tr>
              <a:tr h="370840">
                <a:tc>
                  <a:txBody>
                    <a:bodyPr/>
                    <a:lstStyle/>
                    <a:p>
                      <a:pPr algn="ctr"/>
                      <a:r>
                        <a:rPr lang="en-US" sz="1400" dirty="0"/>
                        <a:t>0.6</a:t>
                      </a:r>
                    </a:p>
                  </a:txBody>
                  <a:tcPr/>
                </a:tc>
                <a:extLst>
                  <a:ext uri="{0D108BD9-81ED-4DB2-BD59-A6C34878D82A}">
                    <a16:rowId xmlns:a16="http://schemas.microsoft.com/office/drawing/2014/main" val="2700627175"/>
                  </a:ext>
                </a:extLst>
              </a:tr>
            </a:tbl>
          </a:graphicData>
        </a:graphic>
      </p:graphicFrame>
    </p:spTree>
    <p:extLst>
      <p:ext uri="{BB962C8B-B14F-4D97-AF65-F5344CB8AC3E}">
        <p14:creationId xmlns:p14="http://schemas.microsoft.com/office/powerpoint/2010/main" val="3440388165"/>
      </p:ext>
    </p:extLst>
  </p:cSld>
  <p:clrMapOvr>
    <a:masterClrMapping/>
  </p:clrMapOvr>
  <p:transition spd="slow" advTm="19397">
    <p:push dir="u"/>
  </p:transition>
  <p:timing>
    <p:tnLst>
      <p:par>
        <p:cTn id="1" dur="indefinite" restart="never" nodeType="tmRoot"/>
      </p:par>
    </p:tnLst>
  </p:timing>
  <p:extLst mod="1">
    <p:ext uri="{3A86A75C-4F4B-4683-9AE1-C65F6400EC91}">
      <p14:laserTraceLst xmlns:p14="http://schemas.microsoft.com/office/powerpoint/2010/main">
        <p14:tracePtLst>
          <p14:tracePt t="4345" x="1095375" y="5297488"/>
          <p14:tracePt t="4811" x="1117600" y="5297488"/>
          <p14:tracePt t="4818" x="1146175" y="5291138"/>
          <p14:tracePt t="4826" x="1182688" y="5283200"/>
          <p14:tracePt t="4835" x="1241425" y="5260975"/>
          <p14:tracePt t="4851" x="1357313" y="5218113"/>
          <p14:tracePt t="4868" x="1481138" y="5181600"/>
          <p14:tracePt t="4884" x="1633538" y="5108575"/>
          <p14:tracePt t="4901" x="1814513" y="5006975"/>
          <p14:tracePt t="4918" x="2017713" y="4891088"/>
          <p14:tracePt t="4934" x="2263775" y="4752975"/>
          <p14:tracePt t="4951" x="2452688" y="4681538"/>
          <p14:tracePt t="4968" x="2605088" y="4645025"/>
          <p14:tracePt t="4985" x="2692400" y="4622800"/>
          <p14:tracePt t="5001" x="2786063" y="4608513"/>
          <p14:tracePt t="5018" x="2830513" y="4600575"/>
          <p14:tracePt t="5034" x="2895600" y="4579938"/>
          <p14:tracePt t="5051" x="2960688" y="4557713"/>
          <p14:tracePt t="5068" x="3011488" y="4549775"/>
          <p14:tracePt t="5085" x="3033713" y="4529138"/>
          <p14:tracePt t="5101" x="3048000" y="4529138"/>
          <p14:tracePt t="5118" x="3055938" y="4521200"/>
          <p14:tracePt t="5553" x="3062288" y="4513263"/>
          <p14:tracePt t="5558" x="3055938" y="4498975"/>
          <p14:tracePt t="5569" x="3019425" y="4478338"/>
          <p14:tracePt t="5586" x="2989263" y="4456113"/>
          <p14:tracePt t="5602" x="2960688" y="4448175"/>
          <p14:tracePt t="5620" x="2924175" y="4441825"/>
          <p14:tracePt t="5635" x="2881313" y="4433888"/>
          <p14:tracePt t="5652" x="2830513" y="4411663"/>
          <p14:tracePt t="5669" x="2743200" y="4397375"/>
          <p14:tracePt t="5685" x="2670175" y="4376738"/>
          <p14:tracePt t="5702" x="2598738" y="4354513"/>
          <p14:tracePt t="5719" x="2517775" y="4340225"/>
          <p14:tracePt t="5735" x="2438400" y="4325938"/>
          <p14:tracePt t="5752" x="2359025" y="4310063"/>
          <p14:tracePt t="5770" x="2212975" y="4289425"/>
          <p14:tracePt t="5786" x="2170113" y="4289425"/>
          <p14:tracePt t="5803" x="2074863" y="4281488"/>
          <p14:tracePt t="5819" x="2024063" y="4275138"/>
          <p14:tracePt t="5835" x="1966913" y="4259263"/>
          <p14:tracePt t="5852" x="1901825" y="4244975"/>
          <p14:tracePt t="5869" x="1851025" y="4238625"/>
          <p14:tracePt t="5885" x="1820863" y="4230688"/>
          <p14:tracePt t="5902" x="1806575" y="4224338"/>
          <p14:tracePt t="5919" x="1785938" y="4216400"/>
          <p14:tracePt t="5935" x="1755775" y="4202113"/>
          <p14:tracePt t="5944" x="1741488" y="4187825"/>
          <p14:tracePt t="5954" x="1690688" y="4157663"/>
          <p14:tracePt t="5969" x="1662113" y="4143375"/>
          <p14:tracePt t="5986" x="1589088" y="4086225"/>
          <p14:tracePt t="6002" x="1552575" y="4049713"/>
          <p14:tracePt t="6019" x="1524000" y="3998913"/>
          <p14:tracePt t="6035" x="1495425" y="3962400"/>
          <p14:tracePt t="6052" x="1465263" y="3933825"/>
          <p14:tracePt t="6069" x="1450975" y="3889375"/>
          <p14:tracePt t="6086" x="1436688" y="3817938"/>
          <p14:tracePt t="6102" x="1408113" y="3736975"/>
          <p14:tracePt t="6119" x="1400175" y="3679825"/>
          <p14:tracePt t="6135" x="1385888" y="3629025"/>
          <p14:tracePt t="6152" x="1385888" y="3563938"/>
          <p14:tracePt t="6169" x="1385888" y="3513138"/>
          <p14:tracePt t="6186" x="1385888" y="3440113"/>
          <p14:tracePt t="6202" x="1393825" y="3381375"/>
          <p14:tracePt t="6219" x="1430338" y="3309938"/>
          <p14:tracePt t="6235" x="1465263" y="3251200"/>
          <p14:tracePt t="6254" x="1501775" y="3186113"/>
          <p14:tracePt t="6268" x="1560513" y="3098800"/>
          <p14:tracePt t="6285" x="1625600" y="3019425"/>
          <p14:tracePt t="6302" x="1684338" y="2917825"/>
          <p14:tracePt t="6318" x="1741488" y="2844800"/>
          <p14:tracePt t="6335" x="1785938" y="2786063"/>
          <p14:tracePt t="6352" x="1814513" y="2757488"/>
          <p14:tracePt t="6368" x="1843088" y="2728913"/>
          <p14:tracePt t="6386" x="1865313" y="2706688"/>
          <p14:tracePt t="6402" x="1887538" y="2692400"/>
          <p14:tracePt t="6419" x="1901825" y="2684463"/>
          <p14:tracePt t="6435" x="1908175" y="2684463"/>
          <p14:tracePt t="6452" x="1938338" y="2670175"/>
          <p14:tracePt t="6468" x="1966913" y="2649538"/>
          <p14:tracePt t="6485" x="2017713" y="2619375"/>
          <p14:tracePt t="6502" x="2074863" y="2562225"/>
          <p14:tracePt t="6518" x="2111375" y="2525713"/>
          <p14:tracePt t="6535" x="2141538" y="2503488"/>
          <p14:tracePt t="6552" x="2170113" y="2481263"/>
          <p14:tracePt t="6568" x="2184400" y="2481263"/>
          <p14:tracePt t="6585" x="2212975" y="2460625"/>
          <p14:tracePt t="6602" x="2227263" y="2460625"/>
          <p14:tracePt t="6619" x="2257425" y="2452688"/>
          <p14:tracePt t="6635" x="2293938" y="2452688"/>
          <p14:tracePt t="6652" x="2336800" y="2452688"/>
          <p14:tracePt t="6668" x="2401888" y="2460625"/>
          <p14:tracePt t="6685" x="2511425" y="2503488"/>
          <p14:tracePt t="6702" x="2670175" y="2562225"/>
          <p14:tracePt t="6718" x="2836863" y="2598738"/>
          <p14:tracePt t="6736" x="3033713" y="2641600"/>
          <p14:tracePt t="6753" x="3294063" y="2706688"/>
          <p14:tracePt t="6769" x="3367088" y="2714625"/>
          <p14:tracePt t="6785" x="3497263" y="2735263"/>
          <p14:tracePt t="6802" x="3556000" y="2743200"/>
          <p14:tracePt t="6836" x="3563938" y="2743200"/>
          <p14:tracePt t="6860" x="3578225" y="2743200"/>
          <p14:tracePt t="6868" x="3584575" y="2743200"/>
          <p14:tracePt t="6885" x="3592513" y="2735263"/>
          <p14:tracePt t="6902" x="3606800" y="2720975"/>
          <p14:tracePt t="6935" x="3614738" y="2706688"/>
          <p14:tracePt t="6939" x="3629025" y="2692400"/>
          <p14:tracePt t="6952" x="3629025" y="2684463"/>
          <p14:tracePt t="6969" x="3657600" y="2663825"/>
          <p14:tracePt t="6986" x="3671888" y="2641600"/>
          <p14:tracePt t="7002" x="3679825" y="2627313"/>
          <p14:tracePt t="7019" x="3694113" y="2613025"/>
          <p14:tracePt t="7035" x="3700463" y="2605088"/>
          <p14:tracePt t="7052" x="3730625" y="2582863"/>
          <p14:tracePt t="7069" x="3744913" y="2576513"/>
          <p14:tracePt t="7085" x="3759200" y="2562225"/>
          <p14:tracePt t="7102" x="3767138" y="2554288"/>
          <p14:tracePt t="7119" x="3773488" y="2547938"/>
          <p14:tracePt t="7135" x="3787775" y="2532063"/>
          <p14:tracePt t="7152" x="3795713" y="2525713"/>
          <p14:tracePt t="7169" x="3802063" y="2517775"/>
          <p14:tracePt t="7185" x="3810000" y="2511425"/>
          <p14:tracePt t="7202" x="3817938" y="2503488"/>
          <p14:tracePt t="7219" x="3832225" y="2503488"/>
          <p14:tracePt t="7236" x="3838575" y="2497138"/>
          <p14:tracePt t="7252" x="3838575" y="2489200"/>
          <p14:tracePt t="7269" x="3846513" y="2489200"/>
          <p14:tracePt t="7285" x="3846513" y="2481263"/>
          <p14:tracePt t="7302" x="3860800" y="2481263"/>
          <p14:tracePt t="7319" x="3860800" y="2474913"/>
          <p14:tracePt t="7335" x="3868738" y="2474913"/>
          <p14:tracePt t="7352" x="3875088" y="2466975"/>
          <p14:tracePt t="7369" x="3889375" y="2466975"/>
          <p14:tracePt t="7385" x="3911600" y="2452688"/>
          <p14:tracePt t="7402" x="3940175" y="2446338"/>
          <p14:tracePt t="7419" x="4005263" y="2424113"/>
          <p14:tracePt t="7435" x="4056063" y="2416175"/>
          <p14:tracePt t="7452" x="4122738" y="2409825"/>
          <p14:tracePt t="7469" x="4173538" y="2395538"/>
          <p14:tracePt t="7485" x="4208463" y="2395538"/>
          <p14:tracePt t="7502" x="4238625" y="2387600"/>
          <p14:tracePt t="7519" x="4267200" y="2387600"/>
          <p14:tracePt t="7535" x="4295775" y="2379663"/>
          <p14:tracePt t="7552" x="4318000" y="2379663"/>
          <p14:tracePt t="7569" x="4346575" y="2379663"/>
          <p14:tracePt t="7585" x="4397375" y="2365375"/>
          <p14:tracePt t="7602" x="4419600" y="2365375"/>
          <p14:tracePt t="7619" x="4448175" y="2359025"/>
          <p14:tracePt t="7635" x="4484688" y="2359025"/>
          <p14:tracePt t="7652" x="4521200" y="2359025"/>
          <p14:tracePt t="7668" x="4557713" y="2359025"/>
          <p14:tracePt t="7685" x="4600575" y="2359025"/>
          <p14:tracePt t="7702" x="4622800" y="2359025"/>
          <p14:tracePt t="7719" x="4645025" y="2359025"/>
          <p14:tracePt t="7735" x="4673600" y="2359025"/>
          <p14:tracePt t="7753" x="4681538" y="2359025"/>
          <p14:tracePt t="7769" x="4702175" y="2359025"/>
          <p14:tracePt t="7785" x="4716463" y="2359025"/>
          <p14:tracePt t="7802" x="4724400" y="2359025"/>
          <p14:tracePt t="7819" x="4746625" y="2359025"/>
          <p14:tracePt t="7835" x="4767263" y="2365375"/>
          <p14:tracePt t="7852" x="4797425" y="2387600"/>
          <p14:tracePt t="7869" x="4818063" y="2395538"/>
          <p14:tracePt t="7885" x="4848225" y="2401888"/>
          <p14:tracePt t="7902" x="4854575" y="2416175"/>
          <p14:tracePt t="7919" x="4868863" y="2416175"/>
          <p14:tracePt t="7935" x="4891088" y="2416175"/>
          <p14:tracePt t="7952" x="4905375" y="2416175"/>
          <p14:tracePt t="7969" x="4913313" y="2416175"/>
          <p14:tracePt t="7985" x="4935538" y="2416175"/>
          <p14:tracePt t="8019" x="4949825" y="2416175"/>
          <p14:tracePt t="8035" x="4956175" y="2416175"/>
          <p14:tracePt t="8052" x="4978400" y="2416175"/>
          <p14:tracePt t="8069" x="4992688" y="2416175"/>
          <p14:tracePt t="8085" x="5000625" y="2416175"/>
          <p14:tracePt t="8102" x="5021263" y="2416175"/>
          <p14:tracePt t="8119" x="5043488" y="2416175"/>
          <p14:tracePt t="8135" x="5057775" y="2416175"/>
          <p14:tracePt t="8152" x="5072063" y="2416175"/>
          <p14:tracePt t="8169" x="5087938" y="2409825"/>
          <p14:tracePt t="8185" x="5094288" y="2409825"/>
          <p14:tracePt t="8202" x="5102225" y="2409825"/>
          <p14:tracePt t="8235" x="5108575" y="2409825"/>
          <p14:tracePt t="8309" x="5116513" y="2401888"/>
          <p14:tracePt t="8349" x="5122863" y="2401888"/>
          <p14:tracePt t="8400" x="5130800" y="2401888"/>
          <p14:tracePt t="8485" x="5138738" y="2395538"/>
          <p14:tracePt t="8568" x="5145088" y="2395538"/>
          <p14:tracePt t="8583" x="5153025" y="2395538"/>
          <p14:tracePt t="8598" x="5159375" y="2395538"/>
          <p14:tracePt t="8614" x="5173663" y="2395538"/>
          <p14:tracePt t="8624" x="5181600" y="2395538"/>
          <p14:tracePt t="8638" x="5195888" y="2395538"/>
          <p14:tracePt t="8661" x="5210175" y="2395538"/>
          <p14:tracePt t="8679" x="5218113" y="2395538"/>
          <p14:tracePt t="8687" x="5224463" y="2395538"/>
          <p14:tracePt t="8703" x="5246688" y="2395538"/>
          <p14:tracePt t="8719" x="5268913" y="2401888"/>
          <p14:tracePt t="8736" x="5283200" y="2401888"/>
          <p14:tracePt t="8753" x="5291138" y="2401888"/>
          <p14:tracePt t="8771" x="5297488" y="2409825"/>
          <p14:tracePt t="8822" x="5311775" y="2416175"/>
          <p14:tracePt t="8834" x="5319713" y="2416175"/>
          <p14:tracePt t="8846" x="5334000" y="2416175"/>
          <p14:tracePt t="8857" x="5356225" y="2416175"/>
          <p14:tracePt t="8869" x="5370513" y="2416175"/>
          <p14:tracePt t="8886" x="5399088" y="2424113"/>
          <p14:tracePt t="8903" x="5421313" y="2424113"/>
          <p14:tracePt t="8919" x="5457825" y="2438400"/>
          <p14:tracePt t="8936" x="5494338" y="2446338"/>
          <p14:tracePt t="8944" x="5494338" y="2452688"/>
          <p14:tracePt t="8953" x="5522913" y="2460625"/>
          <p14:tracePt t="8970" x="5537200" y="2466975"/>
          <p14:tracePt t="8986" x="5573713" y="2466975"/>
          <p14:tracePt t="9003" x="5588000" y="2474913"/>
          <p14:tracePt t="9020" x="5602288" y="2489200"/>
          <p14:tracePt t="9036" x="5616575" y="2497138"/>
          <p14:tracePt t="9053" x="5638800" y="2497138"/>
          <p14:tracePt t="9070" x="5653088" y="2503488"/>
          <p14:tracePt t="9086" x="5661025" y="2511425"/>
          <p14:tracePt t="9927" x="5653088" y="2511425"/>
          <p14:tracePt t="9937" x="5638800" y="2511425"/>
          <p14:tracePt t="9948" x="5602288" y="2503488"/>
          <p14:tracePt t="9955" x="5559425" y="2481263"/>
          <p14:tracePt t="9970" x="5421313" y="2460625"/>
          <p14:tracePt t="9987" x="5232400" y="2438400"/>
          <p14:tracePt t="10003" x="5057775" y="2424113"/>
          <p14:tracePt t="10020" x="4905375" y="2387600"/>
          <p14:tracePt t="10037" x="4767263" y="2379663"/>
          <p14:tracePt t="10054" x="4681538" y="2359025"/>
          <p14:tracePt t="10070" x="4586288" y="2351088"/>
          <p14:tracePt t="10087" x="4498975" y="2351088"/>
          <p14:tracePt t="10103" x="4433888" y="2351088"/>
          <p14:tracePt t="10120" x="4346575" y="2373313"/>
          <p14:tracePt t="10137" x="4252913" y="2401888"/>
          <p14:tracePt t="10155" x="4157663" y="2409825"/>
          <p14:tracePt t="10170" x="4049713" y="2409825"/>
          <p14:tracePt t="10187" x="3903663" y="2409825"/>
          <p14:tracePt t="10205" x="3744913" y="2409825"/>
          <p14:tracePt t="10220" x="3592513" y="2409825"/>
          <p14:tracePt t="10237" x="3454400" y="2409825"/>
          <p14:tracePt t="10254" x="3360738" y="2409825"/>
          <p14:tracePt t="10270" x="3302000" y="2409825"/>
          <p14:tracePt t="10288" x="3243263" y="2409825"/>
          <p14:tracePt t="10306" x="3178175" y="2416175"/>
          <p14:tracePt t="10320" x="3163888" y="2424113"/>
          <p14:tracePt t="10336" x="3127375" y="2438400"/>
          <p14:tracePt t="10353" x="3098800" y="2452688"/>
          <p14:tracePt t="10370" x="3084513" y="2460625"/>
          <p14:tracePt t="10386" x="3070225" y="2474913"/>
          <p14:tracePt t="10403" x="3040063" y="2503488"/>
          <p14:tracePt t="10420" x="3033713" y="2525713"/>
          <p14:tracePt t="10436" x="3011488" y="2562225"/>
          <p14:tracePt t="10453" x="2997200" y="2590800"/>
          <p14:tracePt t="10470" x="2974975" y="2619375"/>
          <p14:tracePt t="10486" x="2968625" y="2627313"/>
          <p14:tracePt t="10503" x="2954338" y="2641600"/>
          <p14:tracePt t="10520" x="2954338" y="2655888"/>
          <p14:tracePt t="10536" x="2946400" y="2670175"/>
          <p14:tracePt t="10553" x="2909888" y="2706688"/>
          <p14:tracePt t="10570" x="2881313" y="2743200"/>
          <p14:tracePt t="10586" x="2867025" y="2765425"/>
          <p14:tracePt t="10603" x="2859088" y="2779713"/>
          <p14:tracePt t="10620" x="2852738" y="2786063"/>
          <p14:tracePt t="10653" x="2852738" y="2816225"/>
          <p14:tracePt t="10686" x="2852738" y="2836863"/>
          <p14:tracePt t="10703" x="2844800" y="2859088"/>
          <p14:tracePt t="10720" x="2844800" y="2881313"/>
          <p14:tracePt t="10754" x="2836863" y="2895600"/>
          <p14:tracePt t="10770" x="2836863" y="2903538"/>
          <p14:tracePt t="10787" x="2836863" y="2924175"/>
          <p14:tracePt t="10804" x="2836863" y="2946400"/>
          <p14:tracePt t="10820" x="2836863" y="2968625"/>
          <p14:tracePt t="10837" x="2836863" y="2974975"/>
          <p14:tracePt t="10853" x="2844800" y="2989263"/>
          <p14:tracePt t="10870" x="2873375" y="3005138"/>
          <p14:tracePt t="10887" x="2917825" y="3025775"/>
          <p14:tracePt t="10904" x="2989263" y="3090863"/>
          <p14:tracePt t="10920" x="3070225" y="3157538"/>
          <p14:tracePt t="10937" x="3098800" y="3186113"/>
          <p14:tracePt t="10941" x="3106738" y="3192463"/>
          <p14:tracePt t="10954" x="3113088" y="3208338"/>
          <p14:tracePt t="10970" x="3113088" y="3214688"/>
          <p14:tracePt t="10986" x="3121025" y="3236913"/>
          <p14:tracePt t="11003" x="3127375" y="3251200"/>
          <p14:tracePt t="11020" x="3135313" y="3273425"/>
          <p14:tracePt t="11037" x="3135313" y="3287713"/>
          <p14:tracePt t="11053" x="3135313" y="3309938"/>
          <p14:tracePt t="11070" x="3135313" y="3324225"/>
          <p14:tracePt t="11087" x="3135313" y="3338513"/>
          <p14:tracePt t="11104" x="3141663" y="3344863"/>
          <p14:tracePt t="11120" x="3149600" y="3375025"/>
          <p14:tracePt t="11137" x="3149600" y="3403600"/>
          <p14:tracePt t="11154" x="3149600" y="3490913"/>
          <p14:tracePt t="11170" x="3149600" y="3570288"/>
          <p14:tracePt t="11187" x="3157538" y="3614738"/>
          <p14:tracePt t="11204" x="3163888" y="3657600"/>
          <p14:tracePt t="11220" x="3163888" y="3686175"/>
          <p14:tracePt t="11237" x="3163888" y="3716338"/>
          <p14:tracePt t="11253" x="3163888" y="3730625"/>
          <p14:tracePt t="11270" x="3163888" y="3751263"/>
          <p14:tracePt t="11287" x="3163888" y="3759200"/>
          <p14:tracePt t="11303" x="3163888" y="3787775"/>
          <p14:tracePt t="11336" x="3157538" y="3795713"/>
          <p14:tracePt t="11353" x="3149600" y="3795713"/>
          <p14:tracePt t="11370" x="3149600" y="3817938"/>
          <p14:tracePt t="11387" x="3141663" y="3824288"/>
          <p14:tracePt t="11403" x="3141663" y="3832225"/>
          <p14:tracePt t="11420" x="3135313" y="3832225"/>
          <p14:tracePt t="11437" x="3127375" y="3838575"/>
          <p14:tracePt t="11459" x="3127375" y="3846513"/>
          <p14:tracePt t="11475" x="3121025" y="3846513"/>
          <p14:tracePt t="11486" x="3121025" y="3852863"/>
          <p14:tracePt t="11504" x="3113088" y="3852863"/>
          <p14:tracePt t="11520" x="3113088" y="3860800"/>
          <p14:tracePt t="11536" x="3106738" y="3860800"/>
          <p14:tracePt t="11553" x="3098800" y="3875088"/>
          <p14:tracePt t="11571" x="3090863" y="3875088"/>
          <p14:tracePt t="11967" x="3090863" y="3883025"/>
          <p14:tracePt t="11974" x="3076575" y="3889375"/>
          <p14:tracePt t="11987" x="3062288" y="3897313"/>
          <p14:tracePt t="12004" x="3025775" y="3919538"/>
          <p14:tracePt t="12021" x="2989263" y="3925888"/>
          <p14:tracePt t="12038" x="2938463" y="3933825"/>
          <p14:tracePt t="12054" x="2895600" y="3948113"/>
          <p14:tracePt t="12073" x="2836863" y="3954463"/>
          <p14:tracePt t="12087" x="2779713" y="3962400"/>
          <p14:tracePt t="12104" x="2706688" y="3962400"/>
          <p14:tracePt t="12123" x="2582863" y="3962400"/>
          <p14:tracePt t="12138" x="2497138" y="3962400"/>
          <p14:tracePt t="12154" x="2401888" y="3933825"/>
          <p14:tracePt t="12171" x="2286000" y="3868738"/>
          <p14:tracePt t="12188" x="2192338" y="3795713"/>
          <p14:tracePt t="12204" x="2125663" y="3751263"/>
          <p14:tracePt t="12221" x="2074863" y="3708400"/>
          <p14:tracePt t="12237" x="2024063" y="3649663"/>
          <p14:tracePt t="12254" x="1981200" y="3570288"/>
          <p14:tracePt t="12270" x="1930400" y="3468688"/>
          <p14:tracePt t="12287" x="1879600" y="3375025"/>
          <p14:tracePt t="12303" x="1843088" y="3302000"/>
          <p14:tracePt t="12320" x="1828800" y="3265488"/>
          <p14:tracePt t="12337" x="1806575" y="3200400"/>
          <p14:tracePt t="12354" x="1806575" y="3141663"/>
          <p14:tracePt t="12370" x="1806575" y="3040063"/>
          <p14:tracePt t="12387" x="1806575" y="3005138"/>
          <p14:tracePt t="12404" x="1814513" y="2968625"/>
          <p14:tracePt t="12420" x="1820863" y="2938463"/>
          <p14:tracePt t="12438" x="1843088" y="2909888"/>
          <p14:tracePt t="12454" x="1893888" y="2873375"/>
          <p14:tracePt t="12471" x="1952625" y="2830513"/>
          <p14:tracePt t="12487" x="2024063" y="2779713"/>
          <p14:tracePt t="12504" x="2054225" y="2757488"/>
          <p14:tracePt t="12520" x="2097088" y="2743200"/>
          <p14:tracePt t="12537" x="2133600" y="2735263"/>
          <p14:tracePt t="12554" x="2176463" y="2728913"/>
          <p14:tracePt t="12570" x="2220913" y="2720975"/>
          <p14:tracePt t="12587" x="2257425" y="2714625"/>
          <p14:tracePt t="12604" x="2271713" y="2714625"/>
          <p14:tracePt t="12620" x="2278063" y="2714625"/>
          <p14:tracePt t="12637" x="2293938" y="2714625"/>
          <p14:tracePt t="12654" x="2300288" y="2714625"/>
          <p14:tracePt t="12670" x="2322513" y="2714625"/>
          <p14:tracePt t="12687" x="2336800" y="2714625"/>
          <p14:tracePt t="12720" x="2351088" y="2714625"/>
          <p14:tracePt t="12740" x="2351088" y="2720975"/>
          <p14:tracePt t="12755" x="2373313" y="2735263"/>
          <p14:tracePt t="12771" x="2409825" y="2765425"/>
          <p14:tracePt t="12787" x="2452688" y="2801938"/>
          <p14:tracePt t="12804" x="2497138" y="2822575"/>
          <p14:tracePt t="12820" x="2525713" y="2830513"/>
          <p14:tracePt t="12837" x="2568575" y="2830513"/>
          <p14:tracePt t="12854" x="2655888" y="2830513"/>
          <p14:tracePt t="12870" x="2771775" y="2830513"/>
          <p14:tracePt t="12887" x="2887663" y="2830513"/>
          <p14:tracePt t="12904" x="3025775" y="2830513"/>
          <p14:tracePt t="12921" x="3121025" y="2830513"/>
          <p14:tracePt t="12937" x="3228975" y="2830513"/>
          <p14:tracePt t="12954" x="3279775" y="2830513"/>
          <p14:tracePt t="12971" x="3330575" y="2830513"/>
          <p14:tracePt t="12989" x="3389313" y="2830513"/>
          <p14:tracePt t="13005" x="3440113" y="2830513"/>
          <p14:tracePt t="13021" x="3476625" y="2830513"/>
          <p14:tracePt t="13037" x="3490913" y="2830513"/>
          <p14:tracePt t="13054" x="3519488" y="2816225"/>
          <p14:tracePt t="13071" x="3570288" y="2801938"/>
          <p14:tracePt t="13088" x="3649663" y="2771775"/>
          <p14:tracePt t="13104" x="3787775" y="2735263"/>
          <p14:tracePt t="13121" x="3911600" y="2720975"/>
          <p14:tracePt t="13138" x="4122738" y="2706688"/>
          <p14:tracePt t="13154" x="4238625" y="2706688"/>
          <p14:tracePt t="13171" x="4346575" y="2706688"/>
          <p14:tracePt t="13187" x="4470400" y="2706688"/>
          <p14:tracePt t="13205" x="4608513" y="2714625"/>
          <p14:tracePt t="13221" x="4752975" y="2728913"/>
          <p14:tracePt t="13237" x="4884738" y="2751138"/>
          <p14:tracePt t="13254" x="4956175" y="2771775"/>
          <p14:tracePt t="13271" x="5014913" y="2786063"/>
          <p14:tracePt t="13288" x="5065713" y="2816225"/>
          <p14:tracePt t="13304" x="5122863" y="2852738"/>
          <p14:tracePt t="13320" x="5195888" y="2903538"/>
          <p14:tracePt t="13337" x="5260975" y="2946400"/>
          <p14:tracePt t="13354" x="5341938" y="3062288"/>
          <p14:tracePt t="13370" x="5376863" y="3135313"/>
          <p14:tracePt t="13387" x="5399088" y="3243263"/>
          <p14:tracePt t="13404" x="5413375" y="3375025"/>
          <p14:tracePt t="13421" x="5427663" y="3482975"/>
          <p14:tracePt t="13437" x="5427663" y="3563938"/>
          <p14:tracePt t="13454" x="5427663" y="3621088"/>
          <p14:tracePt t="13471" x="5421313" y="3686175"/>
          <p14:tracePt t="13487" x="5399088" y="3767138"/>
          <p14:tracePt t="13504" x="5341938" y="3875088"/>
          <p14:tracePt t="13521" x="5305425" y="3948113"/>
          <p14:tracePt t="13537" x="5260975" y="4005263"/>
          <p14:tracePt t="13554" x="5232400" y="4035425"/>
          <p14:tracePt t="13570" x="5210175" y="4056063"/>
          <p14:tracePt t="13587" x="5173663" y="4086225"/>
          <p14:tracePt t="13604" x="5138738" y="4114800"/>
          <p14:tracePt t="13620" x="5057775" y="4151313"/>
          <p14:tracePt t="13637" x="4986338" y="4179888"/>
          <p14:tracePt t="13654" x="4927600" y="4194175"/>
          <p14:tracePt t="13670" x="4884738" y="4194175"/>
          <p14:tracePt t="13687" x="4826000" y="4194175"/>
          <p14:tracePt t="13704" x="4775200" y="4194175"/>
          <p14:tracePt t="13721" x="4738688" y="4194175"/>
          <p14:tracePt t="13737" x="4614863" y="4187825"/>
          <p14:tracePt t="13754" x="4492625" y="4157663"/>
          <p14:tracePt t="13771" x="4391025" y="4157663"/>
          <p14:tracePt t="13787" x="4332288" y="4143375"/>
          <p14:tracePt t="13804" x="4295775" y="4129088"/>
          <p14:tracePt t="13821" x="4275138" y="4114800"/>
          <p14:tracePt t="13837" x="4244975" y="4092575"/>
          <p14:tracePt t="13854" x="4224338" y="4064000"/>
          <p14:tracePt t="13871" x="4202113" y="4035425"/>
          <p14:tracePt t="13887" x="4187825" y="3990975"/>
          <p14:tracePt t="13904" x="4165600" y="3940175"/>
          <p14:tracePt t="13921" x="4157663" y="3889375"/>
          <p14:tracePt t="13937" x="4151313" y="3832225"/>
          <p14:tracePt t="13954" x="4151313" y="3802063"/>
          <p14:tracePt t="13971" x="4151313" y="3781425"/>
          <p14:tracePt t="13987" x="4151313" y="3751263"/>
          <p14:tracePt t="14004" x="4173538" y="3716338"/>
          <p14:tracePt t="14021" x="4194175" y="3671888"/>
          <p14:tracePt t="14037" x="4208463" y="3643313"/>
          <p14:tracePt t="14054" x="4252913" y="3592513"/>
          <p14:tracePt t="14071" x="4281488" y="3556000"/>
          <p14:tracePt t="14087" x="4318000" y="3513138"/>
          <p14:tracePt t="14104" x="4340225" y="3482975"/>
          <p14:tracePt t="14121" x="4368800" y="3446463"/>
          <p14:tracePt t="14137" x="4427538" y="3395663"/>
          <p14:tracePt t="14154" x="4441825" y="3381375"/>
          <p14:tracePt t="14171" x="4478338" y="3352800"/>
          <p14:tracePt t="14187" x="4498975" y="3338513"/>
          <p14:tracePt t="14204" x="4529138" y="3316288"/>
          <p14:tracePt t="14221" x="4549775" y="3316288"/>
          <p14:tracePt t="14238" x="4579938" y="3294063"/>
          <p14:tracePt t="14254" x="4614863" y="3279775"/>
          <p14:tracePt t="14271" x="4637088" y="3265488"/>
          <p14:tracePt t="14287" x="4659313" y="3265488"/>
          <p14:tracePt t="14304" x="4710113" y="3251200"/>
          <p14:tracePt t="14321" x="4738688" y="3236913"/>
          <p14:tracePt t="14337" x="4783138" y="3228975"/>
          <p14:tracePt t="14354" x="4797425" y="3222625"/>
          <p14:tracePt t="14371" x="4818063" y="3222625"/>
          <p14:tracePt t="14387" x="4833938" y="3222625"/>
          <p14:tracePt t="14404" x="4862513" y="3222625"/>
          <p14:tracePt t="14438" x="4876800" y="3222625"/>
          <p14:tracePt t="14454" x="4891088" y="3228975"/>
          <p14:tracePt t="14471" x="4913313" y="3243263"/>
          <p14:tracePt t="14487" x="4941888" y="3294063"/>
          <p14:tracePt t="14504" x="4964113" y="3338513"/>
          <p14:tracePt t="14521" x="5000625" y="3432175"/>
          <p14:tracePt t="14538" x="5014913" y="3476625"/>
          <p14:tracePt t="14554" x="5029200" y="3505200"/>
          <p14:tracePt t="14571" x="5037138" y="3533775"/>
          <p14:tracePt t="14587" x="5037138" y="3570288"/>
          <p14:tracePt t="14604" x="5037138" y="3621088"/>
          <p14:tracePt t="14621" x="5037138" y="3665538"/>
          <p14:tracePt t="14637" x="5037138" y="3700463"/>
          <p14:tracePt t="14654" x="5037138" y="3730625"/>
          <p14:tracePt t="14671" x="5029200" y="3773488"/>
          <p14:tracePt t="14688" x="5021263" y="3802063"/>
          <p14:tracePt t="14705" x="5000625" y="3846513"/>
          <p14:tracePt t="14721" x="4964113" y="3903663"/>
          <p14:tracePt t="14738" x="4956175" y="3933825"/>
          <p14:tracePt t="14754" x="4941888" y="3948113"/>
          <p14:tracePt t="14771" x="4935538" y="3954463"/>
          <p14:tracePt t="14788" x="4927600" y="3962400"/>
          <p14:tracePt t="14821" x="4919663" y="3970338"/>
          <p14:tracePt t="14867" x="4919663" y="3976688"/>
          <p14:tracePt t="14899" x="4913313" y="3984625"/>
          <p14:tracePt t="14915" x="4905375" y="3990975"/>
          <p14:tracePt t="14931" x="4899025" y="3998913"/>
          <p14:tracePt t="14947" x="4891088" y="4005263"/>
          <p14:tracePt t="14955" x="4891088" y="4013200"/>
          <p14:tracePt t="14971" x="4884738" y="4021138"/>
          <p14:tracePt t="14979" x="4876800" y="4021138"/>
          <p14:tracePt t="14987" x="4868863" y="4027488"/>
          <p14:tracePt t="15004" x="4862513" y="4035425"/>
          <p14:tracePt t="15021" x="4854575" y="4041775"/>
          <p14:tracePt t="15038" x="4840288" y="4049713"/>
          <p14:tracePt t="15054" x="4833938" y="4064000"/>
          <p14:tracePt t="15071" x="4797425" y="4086225"/>
          <p14:tracePt t="15088" x="4752975" y="4106863"/>
          <p14:tracePt t="15104" x="4695825" y="4129088"/>
          <p14:tracePt t="15121" x="4600575" y="4157663"/>
          <p14:tracePt t="15138" x="4529138" y="4173538"/>
          <p14:tracePt t="15154" x="4462463" y="4202113"/>
          <p14:tracePt t="15171" x="4391025" y="4230688"/>
          <p14:tracePt t="15188" x="4310063" y="4238625"/>
          <p14:tracePt t="15204" x="4244975" y="4244975"/>
          <p14:tracePt t="15221" x="4173538" y="4267200"/>
          <p14:tracePt t="15238" x="4100513" y="4295775"/>
          <p14:tracePt t="15254" x="4035425" y="4310063"/>
          <p14:tracePt t="15271" x="3940175" y="4332288"/>
          <p14:tracePt t="15288" x="3852863" y="4346575"/>
          <p14:tracePt t="15304" x="3751263" y="4368800"/>
          <p14:tracePt t="15321" x="3598863" y="4405313"/>
          <p14:tracePt t="15338" x="3490913" y="4419600"/>
          <p14:tracePt t="15354" x="3381375" y="4427538"/>
          <p14:tracePt t="15371" x="3294063" y="4448175"/>
          <p14:tracePt t="15388" x="3214688" y="4456113"/>
          <p14:tracePt t="15404" x="3149600" y="4470400"/>
          <p14:tracePt t="15423" x="3090863" y="4478338"/>
          <p14:tracePt t="15431" x="3070225" y="4484688"/>
          <p14:tracePt t="15438" x="3062288" y="4484688"/>
          <p14:tracePt t="15455" x="3019425" y="4498975"/>
          <p14:tracePt t="15472" x="2997200" y="4498975"/>
          <p14:tracePt t="15488" x="2974975" y="4506913"/>
          <p14:tracePt t="15506" x="2917825" y="4506913"/>
          <p14:tracePt t="15522" x="2881313" y="4521200"/>
          <p14:tracePt t="15540" x="2859088" y="4521200"/>
          <p14:tracePt t="15555" x="2822575" y="4529138"/>
          <p14:tracePt t="15574" x="2801938" y="4529138"/>
          <p14:tracePt t="15588" x="2771775" y="4529138"/>
          <p14:tracePt t="15605" x="2751138" y="4529138"/>
          <p14:tracePt t="15622" x="2714625" y="4529138"/>
          <p14:tracePt t="15638" x="2649538" y="4498975"/>
          <p14:tracePt t="15655" x="2547938" y="4441825"/>
          <p14:tracePt t="15672" x="2430463" y="4368800"/>
          <p14:tracePt t="15689" x="2359025" y="4332288"/>
          <p14:tracePt t="15706" x="2293938" y="4303713"/>
          <p14:tracePt t="15722" x="2286000" y="4295775"/>
          <p14:tracePt t="15738" x="2271713" y="4289425"/>
          <p14:tracePt t="15755" x="2263775" y="4289425"/>
          <p14:tracePt t="15772" x="2263775" y="4281488"/>
          <p14:tracePt t="15788" x="2243138" y="4267200"/>
          <p14:tracePt t="15805" x="2220913" y="4238625"/>
          <p14:tracePt t="15822" x="2206625" y="4208463"/>
          <p14:tracePt t="15838" x="2176463" y="4151313"/>
          <p14:tracePt t="15855" x="2147888" y="4092575"/>
          <p14:tracePt t="15872" x="2119313" y="4056063"/>
          <p14:tracePt t="15888" x="2111375" y="4013200"/>
          <p14:tracePt t="15905" x="2111375" y="3976688"/>
          <p14:tracePt t="15922" x="2111375" y="3852863"/>
          <p14:tracePt t="15939" x="2111375" y="3795713"/>
          <p14:tracePt t="15955" x="2111375" y="3759200"/>
          <p14:tracePt t="15972" x="2111375" y="3708400"/>
          <p14:tracePt t="15988" x="2155825" y="3657600"/>
          <p14:tracePt t="16005" x="2220913" y="3570288"/>
          <p14:tracePt t="16022" x="2278063" y="3505200"/>
          <p14:tracePt t="16038" x="2336800" y="3454400"/>
          <p14:tracePt t="16055" x="2365375" y="3425825"/>
          <p14:tracePt t="16071" x="2387600" y="3403600"/>
          <p14:tracePt t="16088" x="2401888" y="3389313"/>
          <p14:tracePt t="16105" x="2416175" y="3381375"/>
          <p14:tracePt t="16121" x="2438400" y="3375025"/>
          <p14:tracePt t="16138" x="2452688" y="3367088"/>
          <p14:tracePt t="16204" x="2460625" y="3360738"/>
          <p14:tracePt t="16228" x="2466975" y="3360738"/>
          <p14:tracePt t="16244" x="2481263" y="3352800"/>
          <p14:tracePt t="16259" x="2497138" y="3352800"/>
          <p14:tracePt t="16268" x="2517775" y="3352800"/>
          <p14:tracePt t="16275" x="2532063" y="3352800"/>
          <p14:tracePt t="16288" x="2576513" y="3352800"/>
          <p14:tracePt t="16305" x="2786063" y="3411538"/>
          <p14:tracePt t="16322" x="2946400" y="3462338"/>
          <p14:tracePt t="16338" x="3121025" y="3513138"/>
          <p14:tracePt t="16355" x="3294063" y="3592513"/>
          <p14:tracePt t="16372" x="3519488" y="3679825"/>
          <p14:tracePt t="16388" x="3759200" y="3787775"/>
          <p14:tracePt t="16405" x="3984625" y="3883025"/>
          <p14:tracePt t="16422" x="4194175" y="3933825"/>
          <p14:tracePt t="16427" x="4289425" y="3940175"/>
          <p14:tracePt t="16438" x="4376738" y="3948113"/>
          <p14:tracePt t="16457" x="4535488" y="3976688"/>
          <p14:tracePt t="16472" x="4681538" y="3976688"/>
          <p14:tracePt t="16488" x="4752975" y="3976688"/>
          <p14:tracePt t="16505" x="4891088" y="3976688"/>
          <p14:tracePt t="16522" x="4986338" y="3976688"/>
          <p14:tracePt t="16538" x="5080000" y="3976688"/>
          <p14:tracePt t="16555" x="5167313" y="3970338"/>
          <p14:tracePt t="16572" x="5240338" y="3962400"/>
          <p14:tracePt t="16588" x="5275263" y="3954463"/>
          <p14:tracePt t="16605" x="5305425" y="3933825"/>
          <p14:tracePt t="16622" x="5319713" y="3919538"/>
          <p14:tracePt t="16638" x="5334000" y="3903663"/>
          <p14:tracePt t="16655" x="5362575" y="3860800"/>
          <p14:tracePt t="16672" x="5399088" y="3810000"/>
          <p14:tracePt t="16688" x="5443538" y="3744913"/>
          <p14:tracePt t="16705" x="5464175" y="3649663"/>
          <p14:tracePt t="16722" x="5478463" y="3606800"/>
          <p14:tracePt t="16739" x="5494338" y="3578225"/>
          <p14:tracePt t="16755" x="5500688" y="3548063"/>
          <p14:tracePt t="16772" x="5514975" y="3527425"/>
          <p14:tracePt t="16788" x="5522913" y="3513138"/>
          <p14:tracePt t="16805" x="5545138" y="3482975"/>
          <p14:tracePt t="16822" x="5559425" y="3462338"/>
          <p14:tracePt t="16839" x="5573713" y="3446463"/>
          <p14:tracePt t="16855" x="5616575" y="3425825"/>
          <p14:tracePt t="16872" x="5661025" y="3403600"/>
          <p14:tracePt t="16888" x="5681663" y="3403600"/>
          <p14:tracePt t="16905" x="5748338" y="3395663"/>
          <p14:tracePt t="16922" x="5791200" y="3395663"/>
          <p14:tracePt t="16938" x="5834063" y="3395663"/>
          <p14:tracePt t="16956" x="5892800" y="3425825"/>
          <p14:tracePt t="16972" x="5957888" y="3462338"/>
          <p14:tracePt t="16989" x="6016625" y="3505200"/>
          <p14:tracePt t="17005" x="6067425" y="3541713"/>
          <p14:tracePt t="17022" x="6103938" y="3592513"/>
          <p14:tracePt t="17039" x="6138863" y="3649663"/>
          <p14:tracePt t="17056" x="6175375" y="3736975"/>
          <p14:tracePt t="17072" x="6183313" y="3795713"/>
          <p14:tracePt t="17089" x="6211888" y="3875088"/>
          <p14:tracePt t="17106" x="6240463" y="3954463"/>
          <p14:tracePt t="17122" x="6240463" y="3984625"/>
          <p14:tracePt t="17139" x="6240463" y="4027488"/>
          <p14:tracePt t="17155" x="6240463" y="4078288"/>
          <p14:tracePt t="17173" x="6240463" y="4165600"/>
          <p14:tracePt t="17189" x="6240463" y="4252913"/>
          <p14:tracePt t="17205" x="6219825" y="4332288"/>
          <p14:tracePt t="17222" x="6197600" y="4376738"/>
          <p14:tracePt t="17239" x="6197600" y="4391025"/>
          <p14:tracePt t="17255" x="6183313" y="4419600"/>
          <p14:tracePt t="17272" x="6169025" y="4433888"/>
          <p14:tracePt t="17290" x="6124575" y="4462463"/>
          <p14:tracePt t="17305" x="6103938" y="4470400"/>
          <p14:tracePt t="17322" x="6073775" y="4492625"/>
          <p14:tracePt t="17338" x="6053138" y="4498975"/>
          <p14:tracePt t="17355" x="6030913" y="4498975"/>
          <p14:tracePt t="17372" x="6022975" y="4498975"/>
          <p14:tracePt t="17388" x="6008688" y="4498975"/>
          <p14:tracePt t="17405" x="5980113" y="4498975"/>
          <p14:tracePt t="17422" x="5935663" y="4470400"/>
          <p14:tracePt t="17439" x="5892800" y="4427538"/>
          <p14:tracePt t="17455" x="5856288" y="4376738"/>
          <p14:tracePt t="17472" x="5834063" y="4325938"/>
          <p14:tracePt t="17488" x="5819775" y="4244975"/>
          <p14:tracePt t="17505" x="5813425" y="4202113"/>
          <p14:tracePt t="17522" x="5813425" y="4129088"/>
          <p14:tracePt t="17538" x="5813425" y="4092575"/>
          <p14:tracePt t="17555" x="5813425" y="4071938"/>
          <p14:tracePt t="17572" x="5813425" y="4049713"/>
          <p14:tracePt t="17588" x="5827713" y="4021138"/>
          <p14:tracePt t="17605" x="5842000" y="4005263"/>
          <p14:tracePt t="17622" x="5849938" y="3998913"/>
          <p14:tracePt t="17638" x="5870575" y="3976688"/>
          <p14:tracePt t="17655" x="5878513" y="3970338"/>
          <p14:tracePt t="17672" x="5884863" y="3970338"/>
          <p14:tracePt t="17688" x="5892800" y="3962400"/>
          <p14:tracePt t="17706" x="5900738" y="3962400"/>
          <p14:tracePt t="18036" x="5907088" y="3962400"/>
          <p14:tracePt t="18043" x="5951538" y="3984625"/>
          <p14:tracePt t="18055" x="5986463" y="4027488"/>
          <p14:tracePt t="18072" x="6118225" y="4122738"/>
          <p14:tracePt t="18090" x="6240463" y="4194175"/>
          <p14:tracePt t="18105" x="6291263" y="4208463"/>
          <p14:tracePt t="18122" x="6307138" y="4216400"/>
          <p14:tracePt t="18407" x="6307138" y="4208463"/>
        </p14:tracePtLst>
      </p14:laserTraceLst>
    </p:ext>
  </p:extLs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4. Determining degree of freedom (DF) </a:t>
            </a:r>
            <a:r>
              <a:rPr lang="en-US" dirty="0" smtClean="0"/>
              <a:t>(3/5</a:t>
            </a:r>
            <a:r>
              <a:rPr lang="en-US" dirty="0"/>
              <a:t>)</a:t>
            </a:r>
          </a:p>
        </p:txBody>
      </p:sp>
      <p:sp>
        <p:nvSpPr>
          <p:cNvPr id="3" name="Content Placeholder 2"/>
          <p:cNvSpPr>
            <a:spLocks noGrp="1"/>
          </p:cNvSpPr>
          <p:nvPr>
            <p:ph idx="1"/>
          </p:nvPr>
        </p:nvSpPr>
        <p:spPr>
          <a:xfrm>
            <a:off x="1024128" y="2286000"/>
            <a:ext cx="9720071" cy="1219161"/>
          </a:xfrm>
        </p:spPr>
        <p:txBody>
          <a:bodyPr/>
          <a:lstStyle/>
          <a:p>
            <a:pPr>
              <a:buFont typeface="Wingdings" panose="05000000000000000000" pitchFamily="2" charset="2"/>
              <a:buChar char="v"/>
            </a:pPr>
            <a:r>
              <a:rPr lang="en-US" dirty="0"/>
              <a:t> Degree of freedom is the number of values in the final calculation that are free to vary.</a:t>
            </a:r>
          </a:p>
          <a:p>
            <a:pPr>
              <a:buFont typeface="Wingdings" panose="05000000000000000000" pitchFamily="2" charset="2"/>
              <a:buChar char="v"/>
            </a:pPr>
            <a:r>
              <a:rPr lang="en-US" dirty="0"/>
              <a:t> Example:</a:t>
            </a:r>
          </a:p>
        </p:txBody>
      </p:sp>
      <p:sp>
        <p:nvSpPr>
          <p:cNvPr id="4" name="Slide Number Placeholder 3"/>
          <p:cNvSpPr>
            <a:spLocks noGrp="1"/>
          </p:cNvSpPr>
          <p:nvPr>
            <p:ph type="sldNum" sz="quarter" idx="12"/>
          </p:nvPr>
        </p:nvSpPr>
        <p:spPr/>
        <p:txBody>
          <a:bodyPr/>
          <a:lstStyle/>
          <a:p>
            <a:fld id="{5AA13D58-D7BC-8747-9F0A-0DB9E6B3595A}" type="slidenum">
              <a:rPr lang="en-US" smtClean="0"/>
              <a:t>26</a:t>
            </a:fld>
            <a:endParaRPr lang="en-US"/>
          </a:p>
        </p:txBody>
      </p:sp>
      <p:graphicFrame>
        <p:nvGraphicFramePr>
          <p:cNvPr id="6" name="Table 5">
            <a:extLst>
              <a:ext uri="{FF2B5EF4-FFF2-40B4-BE49-F238E27FC236}">
                <a16:creationId xmlns:a16="http://schemas.microsoft.com/office/drawing/2014/main" id="{1DEE22A6-5017-0940-9EC1-C3EA9B0DCC52}"/>
              </a:ext>
            </a:extLst>
          </p:cNvPr>
          <p:cNvGraphicFramePr>
            <a:graphicFrameLocks noGrp="1"/>
          </p:cNvGraphicFramePr>
          <p:nvPr>
            <p:extLst>
              <p:ext uri="{D42A27DB-BD31-4B8C-83A1-F6EECF244321}">
                <p14:modId xmlns:p14="http://schemas.microsoft.com/office/powerpoint/2010/main" val="2791115920"/>
              </p:ext>
            </p:extLst>
          </p:nvPr>
        </p:nvGraphicFramePr>
        <p:xfrm>
          <a:off x="1033810" y="3505161"/>
          <a:ext cx="1956209" cy="1854200"/>
        </p:xfrm>
        <a:graphic>
          <a:graphicData uri="http://schemas.openxmlformats.org/drawingml/2006/table">
            <a:tbl>
              <a:tblPr firstRow="1" bandRow="1">
                <a:tableStyleId>{93296810-A885-4BE3-A3E7-6D5BEEA58F35}</a:tableStyleId>
              </a:tblPr>
              <a:tblGrid>
                <a:gridCol w="1956209">
                  <a:extLst>
                    <a:ext uri="{9D8B030D-6E8A-4147-A177-3AD203B41FA5}">
                      <a16:colId xmlns:a16="http://schemas.microsoft.com/office/drawing/2014/main" val="619288654"/>
                    </a:ext>
                  </a:extLst>
                </a:gridCol>
              </a:tblGrid>
              <a:tr h="370840">
                <a:tc>
                  <a:txBody>
                    <a:bodyPr/>
                    <a:lstStyle/>
                    <a:p>
                      <a:pPr algn="ctr"/>
                      <a:r>
                        <a:rPr lang="en-US" sz="1400" dirty="0" smtClean="0">
                          <a:solidFill>
                            <a:schemeClr val="tx1"/>
                          </a:solidFill>
                        </a:rPr>
                        <a:t>F1-GA</a:t>
                      </a:r>
                      <a:endParaRPr lang="en-US" sz="1400" dirty="0">
                        <a:solidFill>
                          <a:schemeClr val="tx1"/>
                        </a:solidFill>
                      </a:endParaRPr>
                    </a:p>
                  </a:txBody>
                  <a:tcPr/>
                </a:tc>
                <a:extLst>
                  <a:ext uri="{0D108BD9-81ED-4DB2-BD59-A6C34878D82A}">
                    <a16:rowId xmlns:a16="http://schemas.microsoft.com/office/drawing/2014/main" val="2280859014"/>
                  </a:ext>
                </a:extLst>
              </a:tr>
              <a:tr h="370840">
                <a:tc>
                  <a:txBody>
                    <a:bodyPr/>
                    <a:lstStyle/>
                    <a:p>
                      <a:pPr algn="ctr"/>
                      <a:r>
                        <a:rPr lang="en-US" sz="1400" dirty="0"/>
                        <a:t>0.2</a:t>
                      </a:r>
                    </a:p>
                  </a:txBody>
                  <a:tcPr/>
                </a:tc>
                <a:extLst>
                  <a:ext uri="{0D108BD9-81ED-4DB2-BD59-A6C34878D82A}">
                    <a16:rowId xmlns:a16="http://schemas.microsoft.com/office/drawing/2014/main" val="3122994943"/>
                  </a:ext>
                </a:extLst>
              </a:tr>
              <a:tr h="370840">
                <a:tc>
                  <a:txBody>
                    <a:bodyPr/>
                    <a:lstStyle/>
                    <a:p>
                      <a:pPr algn="ctr"/>
                      <a:r>
                        <a:rPr lang="en-US" sz="1400" dirty="0"/>
                        <a:t>0.4</a:t>
                      </a:r>
                    </a:p>
                  </a:txBody>
                  <a:tcPr/>
                </a:tc>
                <a:extLst>
                  <a:ext uri="{0D108BD9-81ED-4DB2-BD59-A6C34878D82A}">
                    <a16:rowId xmlns:a16="http://schemas.microsoft.com/office/drawing/2014/main" val="3345521160"/>
                  </a:ext>
                </a:extLst>
              </a:tr>
              <a:tr h="370840">
                <a:tc>
                  <a:txBody>
                    <a:bodyPr/>
                    <a:lstStyle/>
                    <a:p>
                      <a:pPr algn="ctr"/>
                      <a:r>
                        <a:rPr lang="en-US" sz="1400" dirty="0"/>
                        <a:t>0.5</a:t>
                      </a:r>
                    </a:p>
                  </a:txBody>
                  <a:tcPr/>
                </a:tc>
                <a:extLst>
                  <a:ext uri="{0D108BD9-81ED-4DB2-BD59-A6C34878D82A}">
                    <a16:rowId xmlns:a16="http://schemas.microsoft.com/office/drawing/2014/main" val="2400711326"/>
                  </a:ext>
                </a:extLst>
              </a:tr>
              <a:tr h="370840">
                <a:tc>
                  <a:txBody>
                    <a:bodyPr/>
                    <a:lstStyle/>
                    <a:p>
                      <a:pPr algn="ctr"/>
                      <a:r>
                        <a:rPr lang="en-US" sz="1400" dirty="0"/>
                        <a:t>0.4</a:t>
                      </a:r>
                    </a:p>
                  </a:txBody>
                  <a:tcPr/>
                </a:tc>
                <a:extLst>
                  <a:ext uri="{0D108BD9-81ED-4DB2-BD59-A6C34878D82A}">
                    <a16:rowId xmlns:a16="http://schemas.microsoft.com/office/drawing/2014/main" val="3018803206"/>
                  </a:ext>
                </a:extLst>
              </a:tr>
            </a:tbl>
          </a:graphicData>
        </a:graphic>
      </p:graphicFrame>
      <mc:AlternateContent xmlns:mc="http://schemas.openxmlformats.org/markup-compatibility/2006" xmlns:a14="http://schemas.microsoft.com/office/drawing/2010/main">
        <mc:Choice Requires="a14">
          <p:sp>
            <p:nvSpPr>
              <p:cNvPr id="7" name="TextBox 6"/>
              <p:cNvSpPr txBox="1"/>
              <p:nvPr/>
            </p:nvSpPr>
            <p:spPr>
              <a:xfrm>
                <a:off x="5659244" y="3503226"/>
                <a:ext cx="3141629" cy="369332"/>
              </a:xfrm>
              <a:prstGeom prst="rect">
                <a:avLst/>
              </a:prstGeom>
            </p:spPr>
            <p:style>
              <a:lnRef idx="3">
                <a:schemeClr val="lt1"/>
              </a:lnRef>
              <a:fillRef idx="1">
                <a:schemeClr val="dk1"/>
              </a:fillRef>
              <a:effectRef idx="1">
                <a:schemeClr val="dk1"/>
              </a:effectRef>
              <a:fontRef idx="minor">
                <a:schemeClr val="lt1"/>
              </a:fontRef>
            </p:style>
            <p:txBody>
              <a:bodyPr wrap="none" rtlCol="0">
                <a:spAutoFit/>
              </a:bodyPr>
              <a:lstStyle/>
              <a:p>
                <a:r>
                  <a:rPr lang="en-US" b="1" dirty="0"/>
                  <a:t>Degree of Freedom (</a:t>
                </a:r>
                <a:r>
                  <a:rPr lang="en-US" b="1" dirty="0" err="1"/>
                  <a:t>df</a:t>
                </a:r>
                <a:r>
                  <a:rPr lang="en-US" b="1" dirty="0"/>
                  <a:t>) = </a:t>
                </a:r>
                <a14:m>
                  <m:oMath xmlns:m="http://schemas.openxmlformats.org/officeDocument/2006/math">
                    <m:r>
                      <a:rPr lang="en-US" b="1" i="1" smtClean="0">
                        <a:latin typeface="Cambria Math" panose="02040503050406030204" pitchFamily="18" charset="0"/>
                      </a:rPr>
                      <m:t>𝑵</m:t>
                    </m:r>
                  </m:oMath>
                </a14:m>
                <a:r>
                  <a:rPr lang="en-US" b="1" dirty="0"/>
                  <a:t>-1</a:t>
                </a:r>
              </a:p>
            </p:txBody>
          </p:sp>
        </mc:Choice>
        <mc:Fallback xmlns="">
          <p:sp>
            <p:nvSpPr>
              <p:cNvPr id="7" name="TextBox 6"/>
              <p:cNvSpPr txBox="1">
                <a:spLocks noRot="1" noChangeAspect="1" noMove="1" noResize="1" noEditPoints="1" noAdjustHandles="1" noChangeArrowheads="1" noChangeShapeType="1" noTextEdit="1"/>
              </p:cNvSpPr>
              <p:nvPr/>
            </p:nvSpPr>
            <p:spPr>
              <a:xfrm>
                <a:off x="5659244" y="3503226"/>
                <a:ext cx="3141629" cy="369332"/>
              </a:xfrm>
              <a:prstGeom prst="rect">
                <a:avLst/>
              </a:prstGeom>
              <a:blipFill>
                <a:blip r:embed="rId4"/>
                <a:stretch>
                  <a:fillRect l="-1349" t="-7937" b="-222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1694360" y="5431348"/>
                <a:ext cx="635110" cy="369332"/>
              </a:xfrm>
              <a:prstGeom prst="rect">
                <a:avLst/>
              </a:prstGeom>
              <a:noFill/>
            </p:spPr>
            <p:txBody>
              <a:bodyPr wrap="none" rtlCol="0">
                <a:spAutoFit/>
              </a:bodyPr>
              <a:lstStyle/>
              <a:p>
                <a14:m>
                  <m:oMath xmlns:m="http://schemas.openxmlformats.org/officeDocument/2006/math">
                    <m:r>
                      <a:rPr lang="en-US" b="1" i="1" smtClean="0">
                        <a:latin typeface="Cambria Math" panose="02040503050406030204" pitchFamily="18" charset="0"/>
                      </a:rPr>
                      <m:t>𝑵</m:t>
                    </m:r>
                  </m:oMath>
                </a14:m>
                <a:r>
                  <a:rPr lang="en-US" b="1" dirty="0"/>
                  <a:t>=4</a:t>
                </a:r>
              </a:p>
            </p:txBody>
          </p:sp>
        </mc:Choice>
        <mc:Fallback xmlns="">
          <p:sp>
            <p:nvSpPr>
              <p:cNvPr id="8" name="TextBox 7"/>
              <p:cNvSpPr txBox="1">
                <a:spLocks noRot="1" noChangeAspect="1" noMove="1" noResize="1" noEditPoints="1" noAdjustHandles="1" noChangeArrowheads="1" noChangeShapeType="1" noTextEdit="1"/>
              </p:cNvSpPr>
              <p:nvPr/>
            </p:nvSpPr>
            <p:spPr>
              <a:xfrm>
                <a:off x="1694360" y="5431348"/>
                <a:ext cx="635110" cy="369332"/>
              </a:xfrm>
              <a:prstGeom prst="rect">
                <a:avLst/>
              </a:prstGeom>
              <a:blipFill>
                <a:blip r:embed="rId5"/>
                <a:stretch>
                  <a:fillRect t="-9836" r="-6731"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3866336" y="5446634"/>
                <a:ext cx="635110" cy="369332"/>
              </a:xfrm>
              <a:prstGeom prst="rect">
                <a:avLst/>
              </a:prstGeom>
              <a:noFill/>
            </p:spPr>
            <p:txBody>
              <a:bodyPr wrap="none" rtlCol="0">
                <a:spAutoFit/>
              </a:bodyPr>
              <a:lstStyle/>
              <a:p>
                <a14:m>
                  <m:oMath xmlns:m="http://schemas.openxmlformats.org/officeDocument/2006/math">
                    <m:r>
                      <a:rPr lang="en-US" b="1" i="1" smtClean="0">
                        <a:latin typeface="Cambria Math" panose="02040503050406030204" pitchFamily="18" charset="0"/>
                      </a:rPr>
                      <m:t>𝑵</m:t>
                    </m:r>
                  </m:oMath>
                </a14:m>
                <a:r>
                  <a:rPr lang="en-US" b="1" dirty="0"/>
                  <a:t>=4</a:t>
                </a:r>
              </a:p>
            </p:txBody>
          </p:sp>
        </mc:Choice>
        <mc:Fallback xmlns="">
          <p:sp>
            <p:nvSpPr>
              <p:cNvPr id="9" name="TextBox 8"/>
              <p:cNvSpPr txBox="1">
                <a:spLocks noRot="1" noChangeAspect="1" noMove="1" noResize="1" noEditPoints="1" noAdjustHandles="1" noChangeArrowheads="1" noChangeShapeType="1" noTextEdit="1"/>
              </p:cNvSpPr>
              <p:nvPr/>
            </p:nvSpPr>
            <p:spPr>
              <a:xfrm>
                <a:off x="3866336" y="5446634"/>
                <a:ext cx="635110" cy="369332"/>
              </a:xfrm>
              <a:prstGeom prst="rect">
                <a:avLst/>
              </a:prstGeom>
              <a:blipFill>
                <a:blip r:embed="rId6"/>
                <a:stretch>
                  <a:fillRect t="-8197" r="-7692"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5659244" y="3951617"/>
                <a:ext cx="181652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𝒅𝒇</m:t>
                      </m:r>
                      <m:r>
                        <a:rPr lang="en-US" b="1" i="0" smtClean="0">
                          <a:latin typeface="Cambria Math" panose="02040503050406030204" pitchFamily="18" charset="0"/>
                        </a:rPr>
                        <m:t>=</m:t>
                      </m:r>
                      <m:r>
                        <a:rPr lang="en-US" b="1" i="0" smtClean="0">
                          <a:latin typeface="Cambria Math" panose="02040503050406030204" pitchFamily="18" charset="0"/>
                        </a:rPr>
                        <m:t>𝟒</m:t>
                      </m:r>
                      <m:r>
                        <a:rPr lang="en-US" b="1" i="0" smtClean="0">
                          <a:latin typeface="Cambria Math" panose="02040503050406030204" pitchFamily="18" charset="0"/>
                        </a:rPr>
                        <m:t>−</m:t>
                      </m:r>
                      <m:r>
                        <a:rPr lang="en-US" b="1" i="0" smtClean="0">
                          <a:latin typeface="Cambria Math" panose="02040503050406030204" pitchFamily="18" charset="0"/>
                        </a:rPr>
                        <m:t>𝟏</m:t>
                      </m:r>
                      <m:r>
                        <a:rPr lang="en-US" b="1" i="0" smtClean="0">
                          <a:latin typeface="Cambria Math" panose="02040503050406030204" pitchFamily="18" charset="0"/>
                        </a:rPr>
                        <m:t>=</m:t>
                      </m:r>
                      <m:r>
                        <a:rPr lang="en-US" b="1" i="0" smtClean="0">
                          <a:latin typeface="Cambria Math" panose="02040503050406030204" pitchFamily="18" charset="0"/>
                        </a:rPr>
                        <m:t>𝟑</m:t>
                      </m:r>
                    </m:oMath>
                  </m:oMathPara>
                </a14:m>
                <a:endParaRPr lang="en-US" b="1" dirty="0"/>
              </a:p>
            </p:txBody>
          </p:sp>
        </mc:Choice>
        <mc:Fallback xmlns="">
          <p:sp>
            <p:nvSpPr>
              <p:cNvPr id="11" name="TextBox 10"/>
              <p:cNvSpPr txBox="1">
                <a:spLocks noRot="1" noChangeAspect="1" noMove="1" noResize="1" noEditPoints="1" noAdjustHandles="1" noChangeArrowheads="1" noChangeShapeType="1" noTextEdit="1"/>
              </p:cNvSpPr>
              <p:nvPr/>
            </p:nvSpPr>
            <p:spPr>
              <a:xfrm>
                <a:off x="5659244" y="3951617"/>
                <a:ext cx="1816523" cy="369332"/>
              </a:xfrm>
              <a:prstGeom prst="rect">
                <a:avLst/>
              </a:prstGeom>
              <a:blipFill>
                <a:blip r:embed="rId7"/>
                <a:stretch>
                  <a:fillRect b="-13115"/>
                </a:stretch>
              </a:blipFill>
            </p:spPr>
            <p:txBody>
              <a:bodyPr/>
              <a:lstStyle/>
              <a:p>
                <a:r>
                  <a:rPr lang="en-US">
                    <a:noFill/>
                  </a:rPr>
                  <a:t> </a:t>
                </a:r>
              </a:p>
            </p:txBody>
          </p:sp>
        </mc:Fallback>
      </mc:AlternateContent>
      <p:graphicFrame>
        <p:nvGraphicFramePr>
          <p:cNvPr id="15" name="Table 14">
            <a:extLst>
              <a:ext uri="{FF2B5EF4-FFF2-40B4-BE49-F238E27FC236}">
                <a16:creationId xmlns:a16="http://schemas.microsoft.com/office/drawing/2014/main" id="{FEFF5B46-13F9-4C41-B3D9-03D38E4AFBE7}"/>
              </a:ext>
            </a:extLst>
          </p:cNvPr>
          <p:cNvGraphicFramePr>
            <a:graphicFrameLocks noGrp="1"/>
          </p:cNvGraphicFramePr>
          <p:nvPr>
            <p:extLst>
              <p:ext uri="{D42A27DB-BD31-4B8C-83A1-F6EECF244321}">
                <p14:modId xmlns:p14="http://schemas.microsoft.com/office/powerpoint/2010/main" val="2506633575"/>
              </p:ext>
            </p:extLst>
          </p:nvPr>
        </p:nvGraphicFramePr>
        <p:xfrm>
          <a:off x="3234267" y="3505161"/>
          <a:ext cx="1899248" cy="1854200"/>
        </p:xfrm>
        <a:graphic>
          <a:graphicData uri="http://schemas.openxmlformats.org/drawingml/2006/table">
            <a:tbl>
              <a:tblPr firstRow="1" bandRow="1">
                <a:tableStyleId>{21E4AEA4-8DFA-4A89-87EB-49C32662AFE0}</a:tableStyleId>
              </a:tblPr>
              <a:tblGrid>
                <a:gridCol w="1899248">
                  <a:extLst>
                    <a:ext uri="{9D8B030D-6E8A-4147-A177-3AD203B41FA5}">
                      <a16:colId xmlns:a16="http://schemas.microsoft.com/office/drawing/2014/main" val="522177979"/>
                    </a:ext>
                  </a:extLst>
                </a:gridCol>
              </a:tblGrid>
              <a:tr h="370840">
                <a:tc>
                  <a:txBody>
                    <a:bodyPr/>
                    <a:lstStyle/>
                    <a:p>
                      <a:pPr algn="ctr"/>
                      <a:r>
                        <a:rPr lang="en-US" sz="1400" dirty="0" smtClean="0">
                          <a:solidFill>
                            <a:sysClr val="windowText" lastClr="000000"/>
                          </a:solidFill>
                        </a:rPr>
                        <a:t>F1-GB</a:t>
                      </a:r>
                      <a:endParaRPr lang="en-US" sz="1400" dirty="0">
                        <a:solidFill>
                          <a:sysClr val="windowText" lastClr="000000"/>
                        </a:solidFill>
                      </a:endParaRPr>
                    </a:p>
                  </a:txBody>
                  <a:tcPr/>
                </a:tc>
                <a:extLst>
                  <a:ext uri="{0D108BD9-81ED-4DB2-BD59-A6C34878D82A}">
                    <a16:rowId xmlns:a16="http://schemas.microsoft.com/office/drawing/2014/main" val="1161456333"/>
                  </a:ext>
                </a:extLst>
              </a:tr>
              <a:tr h="370840">
                <a:tc>
                  <a:txBody>
                    <a:bodyPr/>
                    <a:lstStyle/>
                    <a:p>
                      <a:pPr algn="ctr"/>
                      <a:r>
                        <a:rPr lang="en-US" sz="1400" dirty="0"/>
                        <a:t>0.2</a:t>
                      </a:r>
                    </a:p>
                  </a:txBody>
                  <a:tcPr/>
                </a:tc>
                <a:extLst>
                  <a:ext uri="{0D108BD9-81ED-4DB2-BD59-A6C34878D82A}">
                    <a16:rowId xmlns:a16="http://schemas.microsoft.com/office/drawing/2014/main" val="4209527493"/>
                  </a:ext>
                </a:extLst>
              </a:tr>
              <a:tr h="370840">
                <a:tc>
                  <a:txBody>
                    <a:bodyPr/>
                    <a:lstStyle/>
                    <a:p>
                      <a:pPr algn="ctr"/>
                      <a:r>
                        <a:rPr lang="en-US" sz="1400" dirty="0"/>
                        <a:t>0.3</a:t>
                      </a:r>
                    </a:p>
                  </a:txBody>
                  <a:tcPr/>
                </a:tc>
                <a:extLst>
                  <a:ext uri="{0D108BD9-81ED-4DB2-BD59-A6C34878D82A}">
                    <a16:rowId xmlns:a16="http://schemas.microsoft.com/office/drawing/2014/main" val="3189708125"/>
                  </a:ext>
                </a:extLst>
              </a:tr>
              <a:tr h="370840">
                <a:tc>
                  <a:txBody>
                    <a:bodyPr/>
                    <a:lstStyle/>
                    <a:p>
                      <a:pPr algn="ctr"/>
                      <a:r>
                        <a:rPr lang="en-US" sz="1400" dirty="0"/>
                        <a:t>0.1</a:t>
                      </a:r>
                    </a:p>
                  </a:txBody>
                  <a:tcPr/>
                </a:tc>
                <a:extLst>
                  <a:ext uri="{0D108BD9-81ED-4DB2-BD59-A6C34878D82A}">
                    <a16:rowId xmlns:a16="http://schemas.microsoft.com/office/drawing/2014/main" val="3494497803"/>
                  </a:ext>
                </a:extLst>
              </a:tr>
              <a:tr h="370840">
                <a:tc>
                  <a:txBody>
                    <a:bodyPr/>
                    <a:lstStyle/>
                    <a:p>
                      <a:pPr algn="ctr"/>
                      <a:r>
                        <a:rPr lang="en-US" sz="1400" dirty="0"/>
                        <a:t>0.6</a:t>
                      </a:r>
                    </a:p>
                  </a:txBody>
                  <a:tcPr/>
                </a:tc>
                <a:extLst>
                  <a:ext uri="{0D108BD9-81ED-4DB2-BD59-A6C34878D82A}">
                    <a16:rowId xmlns:a16="http://schemas.microsoft.com/office/drawing/2014/main" val="2700627175"/>
                  </a:ext>
                </a:extLst>
              </a:tr>
            </a:tbl>
          </a:graphicData>
        </a:graphic>
      </p:graphicFrame>
    </p:spTree>
    <p:extLst>
      <p:ext uri="{BB962C8B-B14F-4D97-AF65-F5344CB8AC3E}">
        <p14:creationId xmlns:p14="http://schemas.microsoft.com/office/powerpoint/2010/main" val="2025214182"/>
      </p:ext>
    </p:extLst>
  </p:cSld>
  <p:clrMapOvr>
    <a:masterClrMapping/>
  </p:clrMapOvr>
  <p:transition spd="slow" advTm="21931">
    <p:push dir="u"/>
  </p:transition>
  <p:timing>
    <p:tnLst>
      <p:par>
        <p:cTn id="1" dur="indefinite" restart="never" nodeType="tmRoot"/>
      </p:par>
    </p:tnLst>
  </p:timing>
  <p:extLst mod="1">
    <p:ext uri="{3A86A75C-4F4B-4683-9AE1-C65F6400EC91}">
      <p14:laserTraceLst xmlns:p14="http://schemas.microsoft.com/office/powerpoint/2010/main">
        <p14:tracePtLst>
          <p14:tracePt t="10026" x="863600" y="5341938"/>
          <p14:tracePt t="10917" x="892175" y="5341938"/>
          <p14:tracePt t="10923" x="1038225" y="5341938"/>
          <p14:tracePt t="10936" x="1255713" y="5341938"/>
          <p14:tracePt t="10954" x="1828800" y="5341938"/>
          <p14:tracePt t="10970" x="1989138" y="5362575"/>
          <p14:tracePt t="10987" x="2046288" y="5370513"/>
          <p14:tracePt t="11003" x="2097088" y="5370513"/>
          <p14:tracePt t="11020" x="2147888" y="5370513"/>
          <p14:tracePt t="11037" x="2192338" y="5370513"/>
          <p14:tracePt t="11053" x="2243138" y="5356225"/>
          <p14:tracePt t="11070" x="2344738" y="5326063"/>
          <p14:tracePt t="11087" x="2481263" y="5291138"/>
          <p14:tracePt t="11104" x="2641600" y="5240338"/>
          <p14:tracePt t="11120" x="2830513" y="5210175"/>
          <p14:tracePt t="11137" x="2968625" y="5203825"/>
          <p14:tracePt t="11154" x="3098800" y="5189538"/>
          <p14:tracePt t="11170" x="3135313" y="5189538"/>
          <p14:tracePt t="11187" x="3171825" y="5189538"/>
          <p14:tracePt t="11203" x="3243263" y="5173663"/>
          <p14:tracePt t="11220" x="3344863" y="5153025"/>
          <p14:tracePt t="11237" x="3454400" y="5145088"/>
          <p14:tracePt t="11254" x="3556000" y="5130800"/>
          <p14:tracePt t="11270" x="3629025" y="5116513"/>
          <p14:tracePt t="11287" x="3671888" y="5108575"/>
          <p14:tracePt t="11303" x="3708400" y="5108575"/>
          <p14:tracePt t="11320" x="3736975" y="5108575"/>
          <p14:tracePt t="11337" x="3787775" y="5108575"/>
          <p14:tracePt t="11354" x="3911600" y="5108575"/>
          <p14:tracePt t="11370" x="4021138" y="5102225"/>
          <p14:tracePt t="11387" x="4129088" y="5087938"/>
          <p14:tracePt t="11404" x="4216400" y="5080000"/>
          <p14:tracePt t="11420" x="4310063" y="5065713"/>
          <p14:tracePt t="11437" x="4391025" y="5051425"/>
          <p14:tracePt t="11454" x="4470400" y="5043488"/>
          <p14:tracePt t="11470" x="4529138" y="5043488"/>
          <p14:tracePt t="11487" x="4600575" y="5043488"/>
          <p14:tracePt t="11504" x="4665663" y="5029200"/>
          <p14:tracePt t="11520" x="4716463" y="5014913"/>
          <p14:tracePt t="11537" x="4775200" y="5014913"/>
          <p14:tracePt t="11554" x="4876800" y="5000625"/>
          <p14:tracePt t="11570" x="5021263" y="5000625"/>
          <p14:tracePt t="11587" x="5130800" y="4978400"/>
          <p14:tracePt t="11603" x="5254625" y="4964113"/>
          <p14:tracePt t="11620" x="5362575" y="4941888"/>
          <p14:tracePt t="11637" x="5472113" y="4927600"/>
          <p14:tracePt t="11655" x="5565775" y="4899025"/>
          <p14:tracePt t="11670" x="5681663" y="4862513"/>
          <p14:tracePt t="11688" x="5799138" y="4826000"/>
          <p14:tracePt t="11704" x="5900738" y="4789488"/>
          <p14:tracePt t="11720" x="5986463" y="4752975"/>
          <p14:tracePt t="11738" x="6081713" y="4716463"/>
          <p14:tracePt t="11754" x="6161088" y="4681538"/>
          <p14:tracePt t="11770" x="6240463" y="4645025"/>
          <p14:tracePt t="11787" x="6291263" y="4614863"/>
          <p14:tracePt t="11804" x="6342063" y="4586288"/>
          <p14:tracePt t="11820" x="6378575" y="4564063"/>
          <p14:tracePt t="11837" x="6408738" y="4549775"/>
          <p14:tracePt t="11854" x="6443663" y="4535488"/>
          <p14:tracePt t="11870" x="6480175" y="4521200"/>
          <p14:tracePt t="11887" x="6530975" y="4513263"/>
          <p14:tracePt t="11904" x="6581775" y="4492625"/>
          <p14:tracePt t="11920" x="6646863" y="4470400"/>
          <p14:tracePt t="11924" x="6713538" y="4441825"/>
          <p14:tracePt t="11937" x="6792913" y="4433888"/>
          <p14:tracePt t="11954" x="6937375" y="4405313"/>
          <p14:tracePt t="11970" x="6981825" y="4405313"/>
          <p14:tracePt t="11987" x="7010400" y="4391025"/>
          <p14:tracePt t="12004" x="7032625" y="4383088"/>
          <p14:tracePt t="12020" x="7046913" y="4376738"/>
          <p14:tracePt t="12037" x="7053263" y="4376738"/>
          <p14:tracePt t="12054" x="7069138" y="4368800"/>
          <p14:tracePt t="12070" x="7075488" y="4368800"/>
          <p14:tracePt t="12087" x="7097713" y="4354513"/>
          <p14:tracePt t="12104" x="7104063" y="4346575"/>
          <p14:tracePt t="12120" x="7134225" y="4325938"/>
          <p14:tracePt t="12137" x="7162800" y="4310063"/>
          <p14:tracePt t="12154" x="7227888" y="4259263"/>
          <p14:tracePt t="12170" x="7264400" y="4230688"/>
          <p14:tracePt t="12187" x="7307263" y="4187825"/>
          <p14:tracePt t="12204" x="7343775" y="4165600"/>
          <p14:tracePt t="12221" x="7366000" y="4137025"/>
          <p14:tracePt t="12237" x="7416800" y="4092575"/>
          <p14:tracePt t="12254" x="7459663" y="4056063"/>
          <p14:tracePt t="12270" x="7510463" y="4027488"/>
          <p14:tracePt t="12287" x="7546975" y="3998913"/>
          <p14:tracePt t="12304" x="7577138" y="3998913"/>
          <p14:tracePt t="12380" x="7583488" y="3990975"/>
          <p14:tracePt t="12405" x="7591425" y="3990975"/>
          <p14:tracePt t="12412" x="7591425" y="3984625"/>
          <p14:tracePt t="12508" x="7597775" y="3984625"/>
          <p14:tracePt t="12516" x="7620000" y="3976688"/>
          <p14:tracePt t="12524" x="7642225" y="3970338"/>
          <p14:tracePt t="12537" x="7648575" y="3970338"/>
          <p14:tracePt t="12554" x="7699375" y="3940175"/>
          <p14:tracePt t="12570" x="7764463" y="3919538"/>
          <p14:tracePt t="12587" x="7851775" y="3903663"/>
          <p14:tracePt t="12604" x="7902575" y="3897313"/>
          <p14:tracePt t="12620" x="7947025" y="3875088"/>
          <p14:tracePt t="12638" x="7989888" y="3852863"/>
          <p14:tracePt t="12654" x="8026400" y="3838575"/>
          <p14:tracePt t="12670" x="8054975" y="3832225"/>
          <p14:tracePt t="12687" x="8077200" y="3824288"/>
          <p14:tracePt t="12704" x="8085138" y="3824288"/>
          <p14:tracePt t="12721" x="8099425" y="3824288"/>
          <p14:tracePt t="12739" x="8120063" y="3810000"/>
          <p14:tracePt t="12754" x="8142288" y="3795713"/>
          <p14:tracePt t="12771" x="8156575" y="3781425"/>
          <p14:tracePt t="12788" x="8164513" y="3773488"/>
          <p14:tracePt t="12804" x="8170863" y="3759200"/>
          <p14:tracePt t="12821" x="8201025" y="3736975"/>
          <p14:tracePt t="12837" x="8215313" y="3730625"/>
          <p14:tracePt t="12854" x="8237538" y="3708400"/>
          <p14:tracePt t="12870" x="8251825" y="3694113"/>
          <p14:tracePt t="12887" x="8258175" y="3679825"/>
          <p14:tracePt t="12904" x="8266113" y="3665538"/>
          <p14:tracePt t="12920" x="8272463" y="3649663"/>
          <p14:tracePt t="12937" x="8280400" y="3635375"/>
          <p14:tracePt t="12954" x="8308975" y="3592513"/>
          <p14:tracePt t="12970" x="8339138" y="3563938"/>
          <p14:tracePt t="12987" x="8367713" y="3541713"/>
          <p14:tracePt t="13004" x="8389938" y="3519488"/>
          <p14:tracePt t="13020" x="8440738" y="3490913"/>
          <p14:tracePt t="13037" x="8483600" y="3476625"/>
          <p14:tracePt t="13054" x="8534400" y="3462338"/>
          <p14:tracePt t="13070" x="8607425" y="3454400"/>
          <p14:tracePt t="13087" x="8678863" y="3432175"/>
          <p14:tracePt t="13104" x="8751888" y="3432175"/>
          <p14:tracePt t="13121" x="8810625" y="3425825"/>
          <p14:tracePt t="13139" x="8875713" y="3425825"/>
          <p14:tracePt t="13154" x="8897938" y="3425825"/>
          <p14:tracePt t="13170" x="8912225" y="3425825"/>
          <p14:tracePt t="13204" x="8926513" y="3425825"/>
          <p14:tracePt t="13220" x="8932863" y="3440113"/>
          <p14:tracePt t="13237" x="8940800" y="3462338"/>
          <p14:tracePt t="13254" x="8955088" y="3482975"/>
          <p14:tracePt t="13270" x="8977313" y="3533775"/>
          <p14:tracePt t="13287" x="8983663" y="3570288"/>
          <p14:tracePt t="13304" x="8991600" y="3598863"/>
          <p14:tracePt t="13320" x="8991600" y="3621088"/>
          <p14:tracePt t="13338" x="8999538" y="3643313"/>
          <p14:tracePt t="13354" x="8999538" y="3665538"/>
          <p14:tracePt t="13371" x="8999538" y="3671888"/>
          <p14:tracePt t="13388" x="8999538" y="3686175"/>
          <p14:tracePt t="13404" x="8999538" y="3716338"/>
          <p14:tracePt t="13421" x="8999538" y="3744913"/>
          <p14:tracePt t="13437" x="8999538" y="3767138"/>
          <p14:tracePt t="13454" x="8999538" y="3795713"/>
          <p14:tracePt t="13471" x="8999538" y="3810000"/>
          <p14:tracePt t="13487" x="8991600" y="3824288"/>
          <p14:tracePt t="13504" x="8983663" y="3838575"/>
          <p14:tracePt t="13521" x="8963025" y="3860800"/>
          <p14:tracePt t="13538" x="8948738" y="3883025"/>
          <p14:tracePt t="13554" x="8912225" y="3919538"/>
          <p14:tracePt t="13571" x="8897938" y="3925888"/>
          <p14:tracePt t="13588" x="8867775" y="3948113"/>
          <p14:tracePt t="13604" x="8853488" y="3948113"/>
          <p14:tracePt t="13621" x="8816975" y="3970338"/>
          <p14:tracePt t="13638" x="8774113" y="3976688"/>
          <p14:tracePt t="13654" x="8723313" y="4005263"/>
          <p14:tracePt t="13671" x="8672513" y="4021138"/>
          <p14:tracePt t="13687" x="8650288" y="4021138"/>
          <p14:tracePt t="13704" x="8613775" y="4027488"/>
          <p14:tracePt t="13721" x="8585200" y="4027488"/>
          <p14:tracePt t="13738" x="8556625" y="4027488"/>
          <p14:tracePt t="13754" x="8534400" y="4027488"/>
          <p14:tracePt t="13771" x="8520113" y="4027488"/>
          <p14:tracePt t="13788" x="8505825" y="4027488"/>
          <p14:tracePt t="13804" x="8475663" y="4027488"/>
          <p14:tracePt t="13821" x="8455025" y="4027488"/>
          <p14:tracePt t="13838" x="8424863" y="4027488"/>
          <p14:tracePt t="13854" x="8396288" y="4021138"/>
          <p14:tracePt t="13871" x="8374063" y="4021138"/>
          <p14:tracePt t="13888" x="8359775" y="4005263"/>
          <p14:tracePt t="13904" x="8331200" y="3990975"/>
          <p14:tracePt t="13921" x="8308975" y="3990975"/>
          <p14:tracePt t="13925" x="8294688" y="3984625"/>
          <p14:tracePt t="13938" x="8258175" y="3970338"/>
          <p14:tracePt t="13954" x="8243888" y="3962400"/>
          <p14:tracePt t="13971" x="8229600" y="3954463"/>
          <p14:tracePt t="13987" x="8221663" y="3948113"/>
          <p14:tracePt t="14004" x="8207375" y="3940175"/>
          <p14:tracePt t="14021" x="8201025" y="3933825"/>
          <p14:tracePt t="14037" x="8186738" y="3925888"/>
          <p14:tracePt t="14054" x="8170863" y="3911600"/>
          <p14:tracePt t="14071" x="8164513" y="3897313"/>
          <p14:tracePt t="14087" x="8142288" y="3889375"/>
          <p14:tracePt t="14104" x="8128000" y="3860800"/>
          <p14:tracePt t="14121" x="8113713" y="3846513"/>
          <p14:tracePt t="14138" x="8099425" y="3817938"/>
          <p14:tracePt t="14154" x="8091488" y="3802063"/>
          <p14:tracePt t="14171" x="8085138" y="3795713"/>
          <p14:tracePt t="14188" x="8085138" y="3787775"/>
          <p14:tracePt t="14205" x="8069263" y="3773488"/>
          <p14:tracePt t="14221" x="8069263" y="3744913"/>
          <p14:tracePt t="14238" x="8069263" y="3730625"/>
          <p14:tracePt t="14254" x="8069263" y="3708400"/>
          <p14:tracePt t="14271" x="8069263" y="3694113"/>
          <p14:tracePt t="14288" x="8069263" y="3679825"/>
          <p14:tracePt t="14305" x="8069263" y="3671888"/>
          <p14:tracePt t="14321" x="8069263" y="3649663"/>
          <p14:tracePt t="14338" x="8069263" y="3629025"/>
          <p14:tracePt t="14373" x="8069263" y="3621088"/>
          <p14:tracePt t="14388" x="8069263" y="3606800"/>
          <p14:tracePt t="14404" x="8091488" y="3584575"/>
          <p14:tracePt t="14421" x="8099425" y="3578225"/>
          <p14:tracePt t="14438" x="8120063" y="3556000"/>
          <p14:tracePt t="14455" x="8135938" y="3548063"/>
          <p14:tracePt t="14471" x="8156575" y="3533775"/>
          <p14:tracePt t="14488" x="8178800" y="3519488"/>
          <p14:tracePt t="14504" x="8207375" y="3505200"/>
          <p14:tracePt t="14521" x="8237538" y="3505200"/>
          <p14:tracePt t="14538" x="8258175" y="3497263"/>
          <p14:tracePt t="14554" x="8288338" y="3482975"/>
          <p14:tracePt t="14571" x="8302625" y="3482975"/>
          <p14:tracePt t="14588" x="8331200" y="3482975"/>
          <p14:tracePt t="14604" x="8339138" y="3482975"/>
          <p14:tracePt t="14621" x="8359775" y="3482975"/>
          <p14:tracePt t="14638" x="8382000" y="3482975"/>
          <p14:tracePt t="14654" x="8396288" y="3482975"/>
          <p14:tracePt t="14671" x="8424863" y="3482975"/>
          <p14:tracePt t="14688" x="8440738" y="3482975"/>
          <p14:tracePt t="14705" x="8461375" y="3482975"/>
          <p14:tracePt t="14721" x="8475663" y="3482975"/>
          <p14:tracePt t="14738" x="8505825" y="3482975"/>
          <p14:tracePt t="14754" x="8520113" y="3482975"/>
          <p14:tracePt t="14771" x="8534400" y="3490913"/>
          <p14:tracePt t="14788" x="8542338" y="3490913"/>
          <p14:tracePt t="14805" x="8556625" y="3505200"/>
          <p14:tracePt t="14822" x="8570913" y="3513138"/>
          <p14:tracePt t="14838" x="8585200" y="3519488"/>
          <p14:tracePt t="14855" x="8593138" y="3527425"/>
          <p14:tracePt t="14871" x="8593138" y="3533775"/>
          <p14:tracePt t="14888" x="8599488" y="3541713"/>
          <p14:tracePt t="14904" x="8613775" y="3548063"/>
          <p14:tracePt t="14922" x="8621713" y="3563938"/>
          <p14:tracePt t="14938" x="8636000" y="3578225"/>
          <p14:tracePt t="14954" x="8636000" y="3592513"/>
          <p14:tracePt t="14971" x="8650288" y="3614738"/>
          <p14:tracePt t="14988" x="8650288" y="3629025"/>
          <p14:tracePt t="15005" x="8658225" y="3635375"/>
          <p14:tracePt t="15021" x="8658225" y="3643313"/>
          <p14:tracePt t="15038" x="8664575" y="3671888"/>
          <p14:tracePt t="15055" x="8664575" y="3708400"/>
          <p14:tracePt t="15071" x="8672513" y="3736975"/>
          <p14:tracePt t="15088" x="8678863" y="3767138"/>
          <p14:tracePt t="15104" x="8678863" y="3773488"/>
          <p14:tracePt t="15122" x="8678863" y="3795713"/>
          <p14:tracePt t="15138" x="8678863" y="3802063"/>
          <p14:tracePt t="15155" x="8678863" y="3817938"/>
          <p14:tracePt t="15171" x="8664575" y="3846513"/>
          <p14:tracePt t="15188" x="8658225" y="3852863"/>
          <p14:tracePt t="15205" x="8636000" y="3875088"/>
          <p14:tracePt t="15238" x="8613775" y="3889375"/>
          <p14:tracePt t="15254" x="8599488" y="3897313"/>
          <p14:tracePt t="15271" x="8577263" y="3919538"/>
          <p14:tracePt t="15288" x="8556625" y="3919538"/>
          <p14:tracePt t="15305" x="8534400" y="3933825"/>
          <p14:tracePt t="15322" x="8497888" y="3940175"/>
          <p14:tracePt t="15338" x="8475663" y="3948113"/>
          <p14:tracePt t="15355" x="8461375" y="3954463"/>
          <p14:tracePt t="15372" x="8440738" y="3954463"/>
          <p14:tracePt t="15388" x="8424863" y="3954463"/>
          <p14:tracePt t="15405" x="8404225" y="3954463"/>
          <p14:tracePt t="15422" x="8389938" y="3954463"/>
          <p14:tracePt t="15438" x="8382000" y="3954463"/>
          <p14:tracePt t="15455" x="8374063" y="3954463"/>
          <p14:tracePt t="15471" x="8359775" y="3954463"/>
          <p14:tracePt t="15488" x="8353425" y="3954463"/>
          <p14:tracePt t="15504" x="8339138" y="3954463"/>
          <p14:tracePt t="15521" x="8323263" y="3954463"/>
          <p14:tracePt t="15538" x="8308975" y="3954463"/>
          <p14:tracePt t="15554" x="8294688" y="3954463"/>
          <p14:tracePt t="15571" x="8288338" y="3948113"/>
          <p14:tracePt t="15588" x="8280400" y="3948113"/>
          <p14:tracePt t="15605" x="8280400" y="3940175"/>
          <p14:tracePt t="15621" x="8272463" y="3940175"/>
          <p14:tracePt t="15638" x="8272463" y="3933825"/>
          <p14:tracePt t="15675" x="8266113" y="3933825"/>
          <p14:tracePt t="15691" x="8266113" y="3925888"/>
          <p14:tracePt t="15707" x="8258175" y="3925888"/>
          <p14:tracePt t="15721" x="8251825" y="3919538"/>
          <p14:tracePt t="15739" x="8243888" y="3911600"/>
          <p14:tracePt t="15755" x="8243888" y="3903663"/>
          <p14:tracePt t="15771" x="8243888" y="3897313"/>
          <p14:tracePt t="15788" x="8243888" y="3889375"/>
          <p14:tracePt t="15805" x="8243888" y="3875088"/>
          <p14:tracePt t="15821" x="8243888" y="3860800"/>
          <p14:tracePt t="15838" x="8243888" y="3846513"/>
          <p14:tracePt t="15855" x="8243888" y="3824288"/>
          <p14:tracePt t="15871" x="8243888" y="3810000"/>
          <p14:tracePt t="15888" x="8243888" y="3787775"/>
          <p14:tracePt t="15905" x="8243888" y="3781425"/>
          <p14:tracePt t="15921" x="8243888" y="3751263"/>
          <p14:tracePt t="15924" x="8251825" y="3736975"/>
          <p14:tracePt t="15939" x="8258175" y="3722688"/>
          <p14:tracePt t="15955" x="8272463" y="3694113"/>
          <p14:tracePt t="15971" x="8288338" y="3679825"/>
          <p14:tracePt t="15988" x="8302625" y="3665538"/>
          <p14:tracePt t="16005" x="8316913" y="3649663"/>
          <p14:tracePt t="16021" x="8323263" y="3643313"/>
          <p14:tracePt t="16038" x="8331200" y="3635375"/>
          <p14:tracePt t="16055" x="8339138" y="3629025"/>
          <p14:tracePt t="16071" x="8345488" y="3629025"/>
          <p14:tracePt t="16088" x="8359775" y="3629025"/>
          <p14:tracePt t="16121" x="8367713" y="3621088"/>
          <p14:tracePt t="16166" x="8382000" y="3621088"/>
          <p14:tracePt t="16198" x="8389938" y="3621088"/>
          <p14:tracePt t="16220" x="8396288" y="3621088"/>
          <p14:tracePt t="16228" x="8404225" y="3621088"/>
          <p14:tracePt t="16238" x="8410575" y="3621088"/>
          <p14:tracePt t="16268" x="8418513" y="3621088"/>
          <p14:tracePt t="16276" x="8424863" y="3621088"/>
          <p14:tracePt t="16288" x="8432800" y="3621088"/>
          <p14:tracePt t="16305" x="8440738" y="3621088"/>
          <p14:tracePt t="16322" x="8455025" y="3621088"/>
          <p14:tracePt t="16356" x="8469313" y="3621088"/>
          <p14:tracePt t="16373" x="8475663" y="3621088"/>
          <p14:tracePt t="16397" x="8483600" y="3629025"/>
          <p14:tracePt t="16420" x="8497888" y="3635375"/>
          <p14:tracePt t="16436" x="8497888" y="3643313"/>
          <p14:tracePt t="16444" x="8505825" y="3643313"/>
          <p14:tracePt t="16460" x="8512175" y="3649663"/>
          <p14:tracePt t="16476" x="8520113" y="3657600"/>
          <p14:tracePt t="16492" x="8526463" y="3665538"/>
          <p14:tracePt t="16508" x="8526463" y="3686175"/>
          <p14:tracePt t="16522" x="8526463" y="3694113"/>
          <p14:tracePt t="16538" x="8534400" y="3708400"/>
          <p14:tracePt t="16555" x="8534400" y="3730625"/>
          <p14:tracePt t="16571" x="8534400" y="3744913"/>
          <p14:tracePt t="16588" x="8534400" y="3773488"/>
          <p14:tracePt t="16605" x="8534400" y="3781425"/>
          <p14:tracePt t="16622" x="8534400" y="3787775"/>
          <p14:tracePt t="16638" x="8534400" y="3802063"/>
          <p14:tracePt t="16672" x="8512175" y="3832225"/>
          <p14:tracePt t="16688" x="8475663" y="3883025"/>
          <p14:tracePt t="16705" x="8440738" y="3919538"/>
          <p14:tracePt t="16722" x="8418513" y="3940175"/>
          <p14:tracePt t="16739" x="8410575" y="3940175"/>
          <p14:tracePt t="16804" x="8404225" y="3919538"/>
          <p14:tracePt t="16812" x="8404225" y="3897313"/>
          <p14:tracePt t="16822" x="8396288" y="3883025"/>
          <p14:tracePt t="16838" x="8396288" y="3860800"/>
          <p14:tracePt t="16855" x="8396288" y="3832225"/>
          <p14:tracePt t="16872" x="8404225" y="3810000"/>
          <p14:tracePt t="16888" x="8424863" y="3795713"/>
          <p14:tracePt t="16906" x="8455025" y="3767138"/>
          <p14:tracePt t="16922" x="8491538" y="3751263"/>
          <p14:tracePt t="16938" x="8526463" y="3736975"/>
          <p14:tracePt t="16955" x="8556625" y="3722688"/>
          <p14:tracePt t="16972" x="8570913" y="3716338"/>
          <p14:tracePt t="16989" x="8577263" y="3708400"/>
          <p14:tracePt t="17086" x="8585200" y="3708400"/>
          <p14:tracePt t="17099" x="8585200" y="3744913"/>
          <p14:tracePt t="17109" x="8585200" y="3759200"/>
          <p14:tracePt t="17122" x="8585200" y="3810000"/>
          <p14:tracePt t="17139" x="8585200" y="3868738"/>
          <p14:tracePt t="17155" x="8542338" y="3954463"/>
          <p14:tracePt t="17172" x="8483600" y="4027488"/>
          <p14:tracePt t="17188" x="8410575" y="4100513"/>
          <p14:tracePt t="17205" x="8316913" y="4187825"/>
          <p14:tracePt t="17222" x="8229600" y="4224338"/>
          <p14:tracePt t="17239" x="8156575" y="4244975"/>
          <p14:tracePt t="17255" x="8105775" y="4267200"/>
          <p14:tracePt t="17272" x="8085138" y="4275138"/>
          <p14:tracePt t="17289" x="8048625" y="4289425"/>
          <p14:tracePt t="17306" x="8026400" y="4295775"/>
          <p14:tracePt t="17322" x="8018463" y="4295775"/>
          <p14:tracePt t="17338" x="8018463" y="4303713"/>
          <p14:tracePt t="17355" x="7997825" y="4318000"/>
          <p14:tracePt t="17374" x="7975600" y="4325938"/>
          <p14:tracePt t="17389" x="7939088" y="4346575"/>
          <p14:tracePt t="17406" x="7881938" y="4383088"/>
          <p14:tracePt t="17422" x="7837488" y="4405313"/>
          <p14:tracePt t="17439" x="7808913" y="4427538"/>
          <p14:tracePt t="17455" x="7772400" y="4441825"/>
          <p14:tracePt t="17472" x="7758113" y="4456113"/>
          <p14:tracePt t="17488" x="7743825" y="4470400"/>
          <p14:tracePt t="17506" x="7721600" y="4484688"/>
          <p14:tracePt t="17522" x="7685088" y="4513263"/>
          <p14:tracePt t="17539" x="7648575" y="4535488"/>
          <p14:tracePt t="17555" x="7620000" y="4557713"/>
          <p14:tracePt t="17572" x="7583488" y="4572000"/>
          <p14:tracePt t="17589" x="7526338" y="4608513"/>
          <p14:tracePt t="17605" x="7453313" y="4645025"/>
          <p14:tracePt t="17622" x="7351713" y="4673600"/>
          <p14:tracePt t="17639" x="7250113" y="4702175"/>
          <p14:tracePt t="17656" x="7134225" y="4738688"/>
          <p14:tracePt t="17672" x="7010400" y="4752975"/>
          <p14:tracePt t="17689" x="6829425" y="4775200"/>
          <p14:tracePt t="17706" x="6510338" y="4818063"/>
          <p14:tracePt t="17722" x="6327775" y="4826000"/>
          <p14:tracePt t="17739" x="6169025" y="4826000"/>
          <p14:tracePt t="17755" x="6045200" y="4826000"/>
          <p14:tracePt t="17772" x="5935663" y="4826000"/>
          <p14:tracePt t="17789" x="5856288" y="4818063"/>
          <p14:tracePt t="17805" x="5754688" y="4803775"/>
          <p14:tracePt t="17822" x="5653088" y="4767263"/>
          <p14:tracePt t="17839" x="5559425" y="4724400"/>
          <p14:tracePt t="17855" x="5478463" y="4673600"/>
          <p14:tracePt t="17872" x="5376863" y="4608513"/>
          <p14:tracePt t="17889" x="5297488" y="4529138"/>
          <p14:tracePt t="17906" x="5240338" y="4478338"/>
          <p14:tracePt t="17922" x="5224463" y="4427538"/>
          <p14:tracePt t="17938" x="5224463" y="4405313"/>
          <p14:tracePt t="17955" x="5224463" y="4360863"/>
          <p14:tracePt t="17972" x="5224463" y="4325938"/>
          <p14:tracePt t="17989" x="5224463" y="4295775"/>
          <p14:tracePt t="18005" x="5246688" y="4244975"/>
          <p14:tracePt t="18022" x="5283200" y="4202113"/>
          <p14:tracePt t="18039" x="5305425" y="4165600"/>
          <p14:tracePt t="18055" x="5341938" y="4122738"/>
          <p14:tracePt t="18072" x="5362575" y="4092575"/>
          <p14:tracePt t="18089" x="5392738" y="4071938"/>
          <p14:tracePt t="18105" x="5435600" y="4049713"/>
          <p14:tracePt t="18122" x="5522913" y="3998913"/>
          <p14:tracePt t="18139" x="5595938" y="3984625"/>
          <p14:tracePt t="18155" x="5681663" y="3962400"/>
          <p14:tracePt t="18172" x="5762625" y="3948113"/>
          <p14:tracePt t="18188" x="5849938" y="3940175"/>
          <p14:tracePt t="18205" x="5965825" y="3933825"/>
          <p14:tracePt t="18222" x="6096000" y="3933825"/>
          <p14:tracePt t="18239" x="6240463" y="3933825"/>
          <p14:tracePt t="18255" x="6372225" y="3933825"/>
          <p14:tracePt t="18272" x="6480175" y="3933825"/>
          <p14:tracePt t="18289" x="6561138" y="3933825"/>
          <p14:tracePt t="18306" x="6697663" y="3933825"/>
          <p14:tracePt t="18322" x="6792913" y="3933825"/>
          <p14:tracePt t="18339" x="6916738" y="3948113"/>
          <p14:tracePt t="18355" x="7032625" y="3962400"/>
          <p14:tracePt t="18373" x="7154863" y="3984625"/>
          <p14:tracePt t="18389" x="7242175" y="3990975"/>
          <p14:tracePt t="18405" x="7307263" y="4013200"/>
          <p14:tracePt t="18422" x="7358063" y="4021138"/>
          <p14:tracePt t="18439" x="7408863" y="4049713"/>
          <p14:tracePt t="18455" x="7424738" y="4056063"/>
          <p14:tracePt t="18472" x="7459663" y="4078288"/>
          <p14:tracePt t="18489" x="7475538" y="4086225"/>
          <p14:tracePt t="18506" x="7510463" y="4106863"/>
          <p14:tracePt t="18522" x="7532688" y="4129088"/>
          <p14:tracePt t="18539" x="7546975" y="4143375"/>
          <p14:tracePt t="18556" x="7561263" y="4165600"/>
          <p14:tracePt t="18572" x="7569200" y="4179888"/>
          <p14:tracePt t="18589" x="7577138" y="4187825"/>
          <p14:tracePt t="18606" x="7577138" y="4194175"/>
          <p14:tracePt t="18622" x="7583488" y="4202113"/>
          <p14:tracePt t="18655" x="7591425" y="4208463"/>
          <p14:tracePt t="19161" x="7577138" y="4216400"/>
          <p14:tracePt t="19167" x="7569200" y="4216400"/>
          <p14:tracePt t="19175" x="7554913" y="4224338"/>
          <p14:tracePt t="19191" x="7540625" y="4224338"/>
          <p14:tracePt t="19206" x="7518400" y="4238625"/>
          <p14:tracePt t="19223" x="7489825" y="4244975"/>
          <p14:tracePt t="19240" x="7453313" y="4252913"/>
          <p14:tracePt t="19256" x="7439025" y="4267200"/>
          <p14:tracePt t="19273" x="7416800" y="4275138"/>
          <p14:tracePt t="19290" x="7402513" y="4275138"/>
          <p14:tracePt t="19306" x="7366000" y="4281488"/>
          <p14:tracePt t="19323" x="7337425" y="4289425"/>
          <p14:tracePt t="19339" x="7307263" y="4295775"/>
          <p14:tracePt t="19356" x="7264400" y="4303713"/>
          <p14:tracePt t="19372" x="7242175" y="4310063"/>
          <p14:tracePt t="19389" x="7227888" y="4310063"/>
          <p14:tracePt t="19406" x="7221538" y="4310063"/>
          <p14:tracePt t="19422" x="7213600" y="4310063"/>
          <p14:tracePt t="19439" x="7191375" y="4310063"/>
          <p14:tracePt t="19473" x="7177088" y="4310063"/>
          <p14:tracePt t="19489" x="7170738" y="4310063"/>
          <p14:tracePt t="19532" x="7162800" y="4310063"/>
          <p14:tracePt t="19556" x="7154863" y="4295775"/>
          <p14:tracePt t="19572" x="7148513" y="4281488"/>
          <p14:tracePt t="19579" x="7140575" y="4267200"/>
          <p14:tracePt t="19589" x="7140575" y="4259263"/>
          <p14:tracePt t="19606" x="7140575" y="4230688"/>
          <p14:tracePt t="19623" x="7140575" y="4194175"/>
          <p14:tracePt t="19639" x="7140575" y="4151313"/>
          <p14:tracePt t="19656" x="7140575" y="4114800"/>
          <p14:tracePt t="19672" x="7154863" y="4086225"/>
          <p14:tracePt t="19689" x="7162800" y="4056063"/>
          <p14:tracePt t="19706" x="7185025" y="4035425"/>
          <p14:tracePt t="19722" x="7199313" y="4013200"/>
          <p14:tracePt t="19739" x="7213600" y="4005263"/>
          <p14:tracePt t="19756" x="7227888" y="3998913"/>
          <p14:tracePt t="19773" x="7242175" y="3984625"/>
          <p14:tracePt t="19789" x="7278688" y="3970338"/>
          <p14:tracePt t="19806" x="7292975" y="3970338"/>
          <p14:tracePt t="19823" x="7329488" y="3962400"/>
          <p14:tracePt t="19839" x="7366000" y="3962400"/>
          <p14:tracePt t="19856" x="7402513" y="3962400"/>
          <p14:tracePt t="19873" x="7424738" y="3962400"/>
          <p14:tracePt t="19890" x="7467600" y="3962400"/>
          <p14:tracePt t="19906" x="7496175" y="3976688"/>
          <p14:tracePt t="19923" x="7532688" y="4005263"/>
          <p14:tracePt t="19940" x="7546975" y="4027488"/>
          <p14:tracePt t="19956" x="7569200" y="4056063"/>
          <p14:tracePt t="19973" x="7591425" y="4100513"/>
          <p14:tracePt t="19989" x="7612063" y="4143375"/>
          <p14:tracePt t="20006" x="7620000" y="4179888"/>
          <p14:tracePt t="20023" x="7620000" y="4208463"/>
          <p14:tracePt t="20040" x="7620000" y="4230688"/>
          <p14:tracePt t="20056" x="7620000" y="4267200"/>
          <p14:tracePt t="20073" x="7597775" y="4318000"/>
          <p14:tracePt t="20090" x="7554913" y="4376738"/>
          <p14:tracePt t="20106" x="7518400" y="4411663"/>
          <p14:tracePt t="20123" x="7504113" y="4419600"/>
          <p14:tracePt t="20140" x="7475538" y="4433888"/>
          <p14:tracePt t="20157" x="7445375" y="4448175"/>
          <p14:tracePt t="20173" x="7388225" y="4462463"/>
          <p14:tracePt t="20190" x="7358063" y="4470400"/>
          <p14:tracePt t="20206" x="7337425" y="4470400"/>
          <p14:tracePt t="20223" x="7307263" y="4470400"/>
          <p14:tracePt t="20240" x="7292975" y="4470400"/>
          <p14:tracePt t="20257" x="7264400" y="4470400"/>
          <p14:tracePt t="20275" x="7227888" y="4448175"/>
          <p14:tracePt t="20291" x="7199313" y="4419600"/>
          <p14:tracePt t="20306" x="7185025" y="4397375"/>
          <p14:tracePt t="20323" x="7185025" y="4383088"/>
          <p14:tracePt t="20340" x="7177088" y="4354513"/>
          <p14:tracePt t="20356" x="7177088" y="4310063"/>
          <p14:tracePt t="20373" x="7177088" y="4252913"/>
          <p14:tracePt t="20390" x="7170738" y="4194175"/>
          <p14:tracePt t="20407" x="7170738" y="4151313"/>
          <p14:tracePt t="20424" x="7170738" y="4100513"/>
          <p14:tracePt t="20431" x="7191375" y="4071938"/>
          <p14:tracePt t="20444" x="7199313" y="4027488"/>
          <p14:tracePt t="20456" x="7199313" y="4013200"/>
          <p14:tracePt t="20473" x="7221538" y="3970338"/>
          <p14:tracePt t="20490" x="7250113" y="3925888"/>
          <p14:tracePt t="20506" x="7272338" y="3889375"/>
          <p14:tracePt t="20523" x="7292975" y="3868738"/>
          <p14:tracePt t="20540" x="7315200" y="3860800"/>
          <p14:tracePt t="20557" x="7337425" y="3852863"/>
          <p14:tracePt t="20573" x="7380288" y="3846513"/>
          <p14:tracePt t="20590" x="7394575" y="3846513"/>
          <p14:tracePt t="20607" x="7424738" y="3846513"/>
          <p14:tracePt t="20623" x="7459663" y="3846513"/>
          <p14:tracePt t="20640" x="7467600" y="3846513"/>
        </p14:tracePtLst>
      </p14:laserTraceLst>
    </p:ext>
  </p:extLs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5AA13D58-D7BC-8747-9F0A-0DB9E6B3595A}" type="slidenum">
              <a:rPr lang="en-US" smtClean="0"/>
              <a:t>27</a:t>
            </a:fld>
            <a:endParaRPr lang="en-US"/>
          </a:p>
        </p:txBody>
      </p:sp>
      <mc:AlternateContent xmlns:mc="http://schemas.openxmlformats.org/markup-compatibility/2006" xmlns:a14="http://schemas.microsoft.com/office/drawing/2010/main">
        <mc:Choice Requires="a14">
          <p:sp>
            <p:nvSpPr>
              <p:cNvPr id="5" name="Title 4"/>
              <p:cNvSpPr>
                <a:spLocks noGrp="1"/>
              </p:cNvSpPr>
              <p:nvPr>
                <p:ph type="title"/>
              </p:nvPr>
            </p:nvSpPr>
            <p:spPr/>
            <p:txBody>
              <a:bodyPr/>
              <a:lstStyle/>
              <a:p>
                <a:r>
                  <a:rPr lang="en-US" dirty="0"/>
                  <a:t>5. Calculation of T-score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𝑠𝑡𝑎𝑡</m:t>
                        </m:r>
                      </m:sub>
                    </m:sSub>
                  </m:oMath>
                </a14:m>
                <a:r>
                  <a:rPr lang="en-US" dirty="0"/>
                  <a:t>) </a:t>
                </a:r>
                <a:r>
                  <a:rPr lang="en-US" dirty="0" smtClean="0"/>
                  <a:t>(3/5</a:t>
                </a:r>
                <a:r>
                  <a:rPr lang="en-US" dirty="0"/>
                  <a:t>)</a:t>
                </a:r>
              </a:p>
            </p:txBody>
          </p:sp>
        </mc:Choice>
        <mc:Fallback xmlns="">
          <p:sp>
            <p:nvSpPr>
              <p:cNvPr id="5" name="Title 4"/>
              <p:cNvSpPr>
                <a:spLocks noGrp="1" noRot="1" noChangeAspect="1" noMove="1" noResize="1" noEditPoints="1" noAdjustHandles="1" noChangeArrowheads="1" noChangeShapeType="1" noTextEdit="1"/>
              </p:cNvSpPr>
              <p:nvPr>
                <p:ph type="title"/>
              </p:nvPr>
            </p:nvSpPr>
            <p:spPr>
              <a:blipFill>
                <a:blip r:embed="rId9"/>
                <a:stretch>
                  <a:fillRect l="-30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6673573" y="2914221"/>
                <a:ext cx="2793778" cy="1412438"/>
              </a:xfrm>
              <a:prstGeom prst="rect">
                <a:avLst/>
              </a:prstGeom>
            </p:spPr>
            <p:style>
              <a:lnRef idx="2">
                <a:schemeClr val="dk1">
                  <a:shade val="50000"/>
                </a:schemeClr>
              </a:lnRef>
              <a:fillRef idx="1">
                <a:schemeClr val="dk1"/>
              </a:fillRef>
              <a:effectRef idx="0">
                <a:schemeClr val="dk1"/>
              </a:effectRef>
              <a:fontRef idx="minor">
                <a:schemeClr val="lt1"/>
              </a:fontRef>
            </p:style>
            <p:txBody>
              <a:bodyPr wrap="none">
                <a:spAutoFit/>
              </a:bodyPr>
              <a:lstStyle/>
              <a:p>
                <a:pPr>
                  <a:lnSpc>
                    <a:spcPct val="150000"/>
                  </a:lnSpc>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𝑠𝑡𝑎𝑡</m:t>
                          </m:r>
                        </m:sub>
                      </m:sSub>
                      <m:r>
                        <a:rPr lang="en-US" i="1">
                          <a:latin typeface="Cambria Math" panose="02040503050406030204" pitchFamily="18" charset="0"/>
                        </a:rPr>
                        <m:t>=</m:t>
                      </m:r>
                      <m:f>
                        <m:fPr>
                          <m:ctrlPr>
                            <a:rPr lang="en-US" i="1">
                              <a:latin typeface="Cambria Math" panose="02040503050406030204" pitchFamily="18" charset="0"/>
                            </a:rPr>
                          </m:ctrlPr>
                        </m:fPr>
                        <m:num>
                          <m:nary>
                            <m:naryPr>
                              <m:chr m:val="∑"/>
                              <m:subHide m:val="on"/>
                              <m:supHide m:val="on"/>
                              <m:ctrlPr>
                                <a:rPr lang="en-US" i="1">
                                  <a:latin typeface="Cambria Math" panose="02040503050406030204" pitchFamily="18" charset="0"/>
                                </a:rPr>
                              </m:ctrlPr>
                            </m:naryPr>
                            <m:sub/>
                            <m:sup/>
                            <m:e>
                              <m:r>
                                <a:rPr lang="en-US" i="1">
                                  <a:latin typeface="Cambria Math" panose="02040503050406030204" pitchFamily="18" charset="0"/>
                                </a:rPr>
                                <m:t>𝐷</m:t>
                              </m:r>
                            </m:e>
                          </m:nary>
                        </m:num>
                        <m:den>
                          <m:rad>
                            <m:radPr>
                              <m:degHide m:val="on"/>
                              <m:ctrlPr>
                                <a:rPr lang="en-US" i="1">
                                  <a:latin typeface="Cambria Math" panose="02040503050406030204" pitchFamily="18" charset="0"/>
                                </a:rPr>
                              </m:ctrlPr>
                            </m:radPr>
                            <m:deg/>
                            <m:e>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𝑁</m:t>
                                      </m:r>
                                      <m:nary>
                                        <m:naryPr>
                                          <m:chr m:val="∑"/>
                                          <m:subHide m:val="on"/>
                                          <m:supHide m:val="on"/>
                                          <m:ctrlPr>
                                            <a:rPr lang="en-US" i="1">
                                              <a:latin typeface="Cambria Math" panose="02040503050406030204" pitchFamily="18" charset="0"/>
                                            </a:rPr>
                                          </m:ctrlPr>
                                        </m:naryPr>
                                        <m:sub/>
                                        <m:sup/>
                                        <m:e>
                                          <m:r>
                                            <a:rPr lang="en-US" i="1">
                                              <a:latin typeface="Cambria Math" panose="02040503050406030204" pitchFamily="18" charset="0"/>
                                            </a:rPr>
                                            <m:t>𝐷</m:t>
                                          </m:r>
                                        </m:e>
                                      </m:nary>
                                    </m:e>
                                    <m:sup>
                                      <m:r>
                                        <a:rPr lang="en-US" i="1">
                                          <a:latin typeface="Cambria Math" panose="02040503050406030204" pitchFamily="18" charset="0"/>
                                        </a:rPr>
                                        <m:t>2</m:t>
                                      </m:r>
                                    </m:sup>
                                  </m:sSup>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m:t>
                                      </m:r>
                                      <m:nary>
                                        <m:naryPr>
                                          <m:chr m:val="∑"/>
                                          <m:subHide m:val="on"/>
                                          <m:supHide m:val="on"/>
                                          <m:ctrlPr>
                                            <a:rPr lang="en-US" i="1">
                                              <a:latin typeface="Cambria Math" panose="02040503050406030204" pitchFamily="18" charset="0"/>
                                            </a:rPr>
                                          </m:ctrlPr>
                                        </m:naryPr>
                                        <m:sub/>
                                        <m:sup/>
                                        <m:e>
                                          <m:r>
                                            <a:rPr lang="en-US" i="1">
                                              <a:latin typeface="Cambria Math" panose="02040503050406030204" pitchFamily="18" charset="0"/>
                                            </a:rPr>
                                            <m:t>𝐷</m:t>
                                          </m:r>
                                        </m:e>
                                      </m:nary>
                                      <m:r>
                                        <a:rPr lang="en-US" i="1">
                                          <a:latin typeface="Cambria Math" panose="02040503050406030204" pitchFamily="18" charset="0"/>
                                        </a:rPr>
                                        <m:t>)</m:t>
                                      </m:r>
                                    </m:e>
                                    <m:sup>
                                      <m:r>
                                        <a:rPr lang="en-US" i="1">
                                          <a:latin typeface="Cambria Math" panose="02040503050406030204" pitchFamily="18" charset="0"/>
                                        </a:rPr>
                                        <m:t>2</m:t>
                                      </m:r>
                                    </m:sup>
                                  </m:sSup>
                                </m:num>
                                <m:den>
                                  <m:r>
                                    <a:rPr lang="en-US" i="1">
                                      <a:latin typeface="Cambria Math" panose="02040503050406030204" pitchFamily="18" charset="0"/>
                                    </a:rPr>
                                    <m:t>𝑁</m:t>
                                  </m:r>
                                  <m:r>
                                    <a:rPr lang="en-US" i="1">
                                      <a:latin typeface="Cambria Math" panose="02040503050406030204" pitchFamily="18" charset="0"/>
                                    </a:rPr>
                                    <m:t>−1</m:t>
                                  </m:r>
                                </m:den>
                              </m:f>
                            </m:e>
                          </m:rad>
                        </m:den>
                      </m:f>
                    </m:oMath>
                  </m:oMathPara>
                </a14:m>
                <a:endParaRPr lang="en-US" dirty="0"/>
              </a:p>
            </p:txBody>
          </p:sp>
        </mc:Choice>
        <mc:Fallback xmlns="">
          <p:sp>
            <p:nvSpPr>
              <p:cNvPr id="8" name="Rectangle 7"/>
              <p:cNvSpPr>
                <a:spLocks noRot="1" noChangeAspect="1" noMove="1" noResize="1" noEditPoints="1" noAdjustHandles="1" noChangeArrowheads="1" noChangeShapeType="1" noTextEdit="1"/>
              </p:cNvSpPr>
              <p:nvPr/>
            </p:nvSpPr>
            <p:spPr>
              <a:xfrm>
                <a:off x="6673573" y="2914221"/>
                <a:ext cx="2793778" cy="1412438"/>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5687405" y="5410532"/>
                <a:ext cx="4766113" cy="618952"/>
              </a:xfrm>
              <a:prstGeom prst="rect">
                <a:avLst/>
              </a:prstGeom>
              <a:noFill/>
            </p:spPr>
            <p:txBody>
              <a:bodyPr wrap="none" lIns="0" tIns="0" rIns="0" bIns="0" rtlCol="0">
                <a:spAutoFit/>
              </a:bodyPr>
              <a:lstStyle/>
              <a:p>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𝑠𝑡𝑎𝑡</m:t>
                        </m:r>
                      </m:sub>
                    </m:sSub>
                    <m:r>
                      <a:rPr lang="en-US" b="0" i="1" smtClean="0">
                        <a:latin typeface="Cambria Math" panose="02040503050406030204" pitchFamily="18" charset="0"/>
                      </a:rPr>
                      <m:t>=</m:t>
                    </m:r>
                    <m:f>
                      <m:fPr>
                        <m:ctrlPr>
                          <a:rPr lang="en-US" i="1" smtClean="0">
                            <a:latin typeface="Cambria Math" panose="02040503050406030204" pitchFamily="18" charset="0"/>
                          </a:rPr>
                        </m:ctrlPr>
                      </m:fPr>
                      <m:num>
                        <m:r>
                          <a:rPr lang="en-US" b="0" i="1" smtClean="0">
                            <a:latin typeface="Cambria Math" panose="02040503050406030204" pitchFamily="18" charset="0"/>
                          </a:rPr>
                          <m:t>0.3</m:t>
                        </m:r>
                      </m:num>
                      <m:den>
                        <m:rad>
                          <m:radPr>
                            <m:degHide m:val="on"/>
                            <m:ctrlPr>
                              <a:rPr lang="en-US" i="1" smtClean="0">
                                <a:latin typeface="Cambria Math" panose="02040503050406030204" pitchFamily="18" charset="0"/>
                              </a:rPr>
                            </m:ctrlPr>
                          </m:radPr>
                          <m:deg/>
                          <m:e>
                            <m:f>
                              <m:fPr>
                                <m:ctrlPr>
                                  <a:rPr lang="en-US" i="1" smtClean="0">
                                    <a:latin typeface="Cambria Math" panose="02040503050406030204" pitchFamily="18" charset="0"/>
                                  </a:rPr>
                                </m:ctrlPr>
                              </m:fPr>
                              <m:num>
                                <m:r>
                                  <a:rPr lang="en-US" i="1">
                                    <a:latin typeface="Cambria Math" panose="02040503050406030204" pitchFamily="18" charset="0"/>
                                  </a:rPr>
                                  <m:t>4 </m:t>
                                </m:r>
                                <m:d>
                                  <m:dPr>
                                    <m:ctrlPr>
                                      <a:rPr lang="en-US" i="1">
                                        <a:latin typeface="Cambria Math" panose="02040503050406030204" pitchFamily="18" charset="0"/>
                                      </a:rPr>
                                    </m:ctrlPr>
                                  </m:dPr>
                                  <m:e>
                                    <m:r>
                                      <a:rPr lang="en-US" i="1">
                                        <a:latin typeface="Cambria Math" panose="02040503050406030204" pitchFamily="18" charset="0"/>
                                      </a:rPr>
                                      <m:t>0.21</m:t>
                                    </m:r>
                                  </m:e>
                                </m:d>
                                <m:r>
                                  <a:rPr lang="en-US" i="1">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0.3</m:t>
                                        </m:r>
                                      </m:e>
                                    </m:d>
                                  </m:e>
                                  <m:sup>
                                    <m:r>
                                      <a:rPr lang="en-US" i="1">
                                        <a:latin typeface="Cambria Math" panose="02040503050406030204" pitchFamily="18" charset="0"/>
                                      </a:rPr>
                                      <m:t>2</m:t>
                                    </m:r>
                                  </m:sup>
                                </m:sSup>
                              </m:num>
                              <m:den>
                                <m:r>
                                  <a:rPr lang="en-US" b="0" i="1" smtClean="0">
                                    <a:latin typeface="Cambria Math" panose="02040503050406030204" pitchFamily="18" charset="0"/>
                                  </a:rPr>
                                  <m:t>3</m:t>
                                </m:r>
                              </m:den>
                            </m:f>
                          </m:e>
                        </m:rad>
                      </m:den>
                    </m:f>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0.3</m:t>
                        </m:r>
                      </m:num>
                      <m:den>
                        <m:rad>
                          <m:radPr>
                            <m:degHide m:val="on"/>
                            <m:ctrlPr>
                              <a:rPr lang="en-US" i="1">
                                <a:latin typeface="Cambria Math" panose="02040503050406030204" pitchFamily="18" charset="0"/>
                              </a:rPr>
                            </m:ctrlPr>
                          </m:radPr>
                          <m:deg/>
                          <m:e>
                            <m:f>
                              <m:fPr>
                                <m:ctrlPr>
                                  <a:rPr lang="en-US" i="1">
                                    <a:latin typeface="Cambria Math" panose="02040503050406030204" pitchFamily="18" charset="0"/>
                                  </a:rPr>
                                </m:ctrlPr>
                              </m:fPr>
                              <m:num>
                                <m:r>
                                  <a:rPr lang="en-US" b="0" i="1" smtClean="0">
                                    <a:latin typeface="Cambria Math" panose="02040503050406030204" pitchFamily="18" charset="0"/>
                                  </a:rPr>
                                  <m:t>0.84</m:t>
                                </m:r>
                                <m:r>
                                  <a:rPr lang="en-US" i="1">
                                    <a:latin typeface="Cambria Math" panose="02040503050406030204" pitchFamily="18" charset="0"/>
                                  </a:rPr>
                                  <m:t>−</m:t>
                                </m:r>
                                <m:r>
                                  <a:rPr lang="en-US" b="0" i="1" smtClean="0">
                                    <a:latin typeface="Cambria Math" panose="02040503050406030204" pitchFamily="18" charset="0"/>
                                  </a:rPr>
                                  <m:t>0.09</m:t>
                                </m:r>
                              </m:num>
                              <m:den>
                                <m:r>
                                  <a:rPr lang="en-US" i="1">
                                    <a:latin typeface="Cambria Math" panose="02040503050406030204" pitchFamily="18" charset="0"/>
                                  </a:rPr>
                                  <m:t>3</m:t>
                                </m:r>
                              </m:den>
                            </m:f>
                          </m:e>
                        </m:rad>
                      </m:den>
                    </m:f>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0.3</m:t>
                        </m:r>
                      </m:num>
                      <m:den>
                        <m:rad>
                          <m:radPr>
                            <m:degHide m:val="on"/>
                            <m:ctrlPr>
                              <a:rPr lang="en-US" i="1">
                                <a:latin typeface="Cambria Math" panose="02040503050406030204" pitchFamily="18" charset="0"/>
                              </a:rPr>
                            </m:ctrlPr>
                          </m:radPr>
                          <m:deg/>
                          <m:e>
                            <m:f>
                              <m:fPr>
                                <m:ctrlPr>
                                  <a:rPr lang="en-US" i="1">
                                    <a:latin typeface="Cambria Math" panose="02040503050406030204" pitchFamily="18" charset="0"/>
                                  </a:rPr>
                                </m:ctrlPr>
                              </m:fPr>
                              <m:num>
                                <m:r>
                                  <a:rPr lang="en-US" b="0" i="1" smtClean="0">
                                    <a:latin typeface="Cambria Math" panose="02040503050406030204" pitchFamily="18" charset="0"/>
                                  </a:rPr>
                                  <m:t>0.75</m:t>
                                </m:r>
                              </m:num>
                              <m:den>
                                <m:r>
                                  <a:rPr lang="en-US" i="1">
                                    <a:latin typeface="Cambria Math" panose="02040503050406030204" pitchFamily="18" charset="0"/>
                                  </a:rPr>
                                  <m:t>3</m:t>
                                </m:r>
                              </m:den>
                            </m:f>
                          </m:e>
                        </m:rad>
                      </m:den>
                    </m:f>
                  </m:oMath>
                </a14:m>
                <a:r>
                  <a:rPr lang="en-US" dirty="0"/>
                  <a:t> = </a:t>
                </a:r>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0.3</m:t>
                        </m:r>
                      </m:num>
                      <m:den>
                        <m:r>
                          <a:rPr lang="en-US" b="0" i="1" smtClean="0">
                            <a:latin typeface="Cambria Math" panose="02040503050406030204" pitchFamily="18" charset="0"/>
                          </a:rPr>
                          <m:t>0.5</m:t>
                        </m:r>
                      </m:den>
                    </m:f>
                    <m:r>
                      <a:rPr lang="en-US" b="0" i="0" smtClean="0">
                        <a:latin typeface="Cambria Math" panose="02040503050406030204" pitchFamily="18" charset="0"/>
                      </a:rPr>
                      <m:t>=0.6</m:t>
                    </m:r>
                  </m:oMath>
                </a14:m>
                <a:endParaRPr lang="en-US" dirty="0"/>
              </a:p>
            </p:txBody>
          </p:sp>
        </mc:Choice>
        <mc:Fallback xmlns="">
          <p:sp>
            <p:nvSpPr>
              <p:cNvPr id="9" name="TextBox 8"/>
              <p:cNvSpPr txBox="1">
                <a:spLocks noRot="1" noChangeAspect="1" noMove="1" noResize="1" noEditPoints="1" noAdjustHandles="1" noChangeArrowheads="1" noChangeShapeType="1" noTextEdit="1"/>
              </p:cNvSpPr>
              <p:nvPr/>
            </p:nvSpPr>
            <p:spPr>
              <a:xfrm>
                <a:off x="5687405" y="5410532"/>
                <a:ext cx="4766113" cy="618952"/>
              </a:xfrm>
              <a:prstGeom prst="rect">
                <a:avLst/>
              </a:prstGeom>
              <a:blipFill>
                <a:blip r:embed="rId11"/>
                <a:stretch>
                  <a:fillRect l="-1662" t="-2970" r="-895" b="-297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4" name="Table 13"/>
              <p:cNvGraphicFramePr>
                <a:graphicFrameLocks noGrp="1"/>
              </p:cNvGraphicFramePr>
              <p:nvPr>
                <p:extLst>
                  <p:ext uri="{D42A27DB-BD31-4B8C-83A1-F6EECF244321}">
                    <p14:modId xmlns:p14="http://schemas.microsoft.com/office/powerpoint/2010/main" val="3533984989"/>
                  </p:ext>
                </p:extLst>
              </p:nvPr>
            </p:nvGraphicFramePr>
            <p:xfrm>
              <a:off x="1024128" y="2367593"/>
              <a:ext cx="3925940" cy="2476952"/>
            </p:xfrm>
            <a:graphic>
              <a:graphicData uri="http://schemas.openxmlformats.org/drawingml/2006/table">
                <a:tbl>
                  <a:tblPr firstRow="1" bandRow="1">
                    <a:tableStyleId>{21E4AEA4-8DFA-4A89-87EB-49C32662AFE0}</a:tableStyleId>
                  </a:tblPr>
                  <a:tblGrid>
                    <a:gridCol w="848634">
                      <a:extLst>
                        <a:ext uri="{9D8B030D-6E8A-4147-A177-3AD203B41FA5}">
                          <a16:colId xmlns:a16="http://schemas.microsoft.com/office/drawing/2014/main" val="4016524795"/>
                        </a:ext>
                      </a:extLst>
                    </a:gridCol>
                    <a:gridCol w="2391507">
                      <a:extLst>
                        <a:ext uri="{9D8B030D-6E8A-4147-A177-3AD203B41FA5}">
                          <a16:colId xmlns:a16="http://schemas.microsoft.com/office/drawing/2014/main" val="1170499020"/>
                        </a:ext>
                      </a:extLst>
                    </a:gridCol>
                    <a:gridCol w="685799">
                      <a:extLst>
                        <a:ext uri="{9D8B030D-6E8A-4147-A177-3AD203B41FA5}">
                          <a16:colId xmlns:a16="http://schemas.microsoft.com/office/drawing/2014/main" val="355660146"/>
                        </a:ext>
                      </a:extLst>
                    </a:gridCol>
                  </a:tblGrid>
                  <a:tr h="410776">
                    <a:tc>
                      <a:txBody>
                        <a:bodyPr/>
                        <a:lstStyle/>
                        <a:p>
                          <a:pPr algn="ctr"/>
                          <a:r>
                            <a:rPr lang="en-US" sz="1400" dirty="0">
                              <a:solidFill>
                                <a:schemeClr val="tx1"/>
                              </a:solidFill>
                            </a:rPr>
                            <a:t>Notation</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Meaning</a:t>
                          </a:r>
                        </a:p>
                      </a:txBody>
                      <a:tcPr/>
                    </a:tc>
                    <a:tc>
                      <a:txBody>
                        <a:bodyPr/>
                        <a:lstStyle/>
                        <a:p>
                          <a:pPr algn="ctr"/>
                          <a:r>
                            <a:rPr lang="en-US" sz="1400" dirty="0">
                              <a:solidFill>
                                <a:schemeClr val="tx1"/>
                              </a:solidFill>
                            </a:rPr>
                            <a:t>Value</a:t>
                          </a:r>
                        </a:p>
                      </a:txBody>
                      <a:tcPr/>
                    </a:tc>
                    <a:extLst>
                      <a:ext uri="{0D108BD9-81ED-4DB2-BD59-A6C34878D82A}">
                        <a16:rowId xmlns:a16="http://schemas.microsoft.com/office/drawing/2014/main" val="1196686448"/>
                      </a:ext>
                    </a:extLst>
                  </a:tr>
                  <a:tr h="766955">
                    <a:tc>
                      <a:txBody>
                        <a:bodyPr/>
                        <a:lstStyle/>
                        <a:p>
                          <a:pPr algn="ctr"/>
                          <a14:m>
                            <m:oMathPara xmlns:m="http://schemas.openxmlformats.org/officeDocument/2006/math">
                              <m:oMathParaPr>
                                <m:jc m:val="centerGroup"/>
                              </m:oMathParaPr>
                              <m:oMath xmlns:m="http://schemas.openxmlformats.org/officeDocument/2006/math">
                                <m:nary>
                                  <m:naryPr>
                                    <m:chr m:val="∑"/>
                                    <m:subHide m:val="on"/>
                                    <m:supHide m:val="on"/>
                                    <m:ctrlPr>
                                      <a:rPr lang="en-US" sz="1200" i="1" smtClean="0">
                                        <a:latin typeface="Cambria Math" panose="02040503050406030204" pitchFamily="18" charset="0"/>
                                      </a:rPr>
                                    </m:ctrlPr>
                                  </m:naryPr>
                                  <m:sub/>
                                  <m:sup/>
                                  <m:e>
                                    <m:r>
                                      <a:rPr lang="en-US" sz="1200" smtClean="0">
                                        <a:latin typeface="Cambria Math" panose="02040503050406030204" pitchFamily="18" charset="0"/>
                                      </a:rPr>
                                      <m:t>𝐷</m:t>
                                    </m:r>
                                  </m:e>
                                </m:nary>
                              </m:oMath>
                            </m:oMathPara>
                          </a14:m>
                          <a:endParaRPr lang="en-US"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t>The sum of the </a:t>
                          </a:r>
                          <a:r>
                            <a:rPr lang="en-US" sz="1200" baseline="0" dirty="0"/>
                            <a:t>distance between two distribution</a:t>
                          </a:r>
                          <a:endParaRPr lang="en-US" sz="1200" dirty="0"/>
                        </a:p>
                      </a:txBody>
                      <a:tcPr/>
                    </a:tc>
                    <a:tc>
                      <a:txBody>
                        <a:bodyPr/>
                        <a:lstStyle/>
                        <a:p>
                          <a:pPr algn="ctr"/>
                          <a14:m>
                            <m:oMathPara xmlns:m="http://schemas.openxmlformats.org/officeDocument/2006/math">
                              <m:oMathParaPr>
                                <m:jc m:val="centerGroup"/>
                              </m:oMathParaPr>
                              <m:oMath xmlns:m="http://schemas.openxmlformats.org/officeDocument/2006/math">
                                <m:r>
                                  <a:rPr lang="en-US" sz="1200" smtClean="0">
                                    <a:latin typeface="Cambria Math" panose="02040503050406030204" pitchFamily="18" charset="0"/>
                                  </a:rPr>
                                  <m:t>0.3</m:t>
                                </m:r>
                              </m:oMath>
                            </m:oMathPara>
                          </a14:m>
                          <a:endParaRPr lang="en-US" sz="1200" dirty="0"/>
                        </a:p>
                      </a:txBody>
                      <a:tcPr/>
                    </a:tc>
                    <a:extLst>
                      <a:ext uri="{0D108BD9-81ED-4DB2-BD59-A6C34878D82A}">
                        <a16:rowId xmlns:a16="http://schemas.microsoft.com/office/drawing/2014/main" val="3685889961"/>
                      </a:ext>
                    </a:extLst>
                  </a:tr>
                  <a:tr h="766955">
                    <a:tc>
                      <a:txBody>
                        <a:bodyPr/>
                        <a:lstStyle/>
                        <a:p>
                          <a:pPr algn="ctr"/>
                          <a14:m>
                            <m:oMathPara xmlns:m="http://schemas.openxmlformats.org/officeDocument/2006/math">
                              <m:oMathParaPr>
                                <m:jc m:val="centerGroup"/>
                              </m:oMathParaPr>
                              <m:oMath xmlns:m="http://schemas.openxmlformats.org/officeDocument/2006/math">
                                <m:nary>
                                  <m:naryPr>
                                    <m:chr m:val="∑"/>
                                    <m:subHide m:val="on"/>
                                    <m:supHide m:val="on"/>
                                    <m:ctrlPr>
                                      <a:rPr lang="en-US" sz="1200" i="1" smtClean="0">
                                        <a:latin typeface="Cambria Math" panose="02040503050406030204" pitchFamily="18" charset="0"/>
                                      </a:rPr>
                                    </m:ctrlPr>
                                  </m:naryPr>
                                  <m:sub/>
                                  <m:sup/>
                                  <m:e>
                                    <m:sSup>
                                      <m:sSupPr>
                                        <m:ctrlPr>
                                          <a:rPr lang="en-US" sz="1200" i="1" smtClean="0">
                                            <a:latin typeface="Cambria Math" panose="02040503050406030204" pitchFamily="18" charset="0"/>
                                          </a:rPr>
                                        </m:ctrlPr>
                                      </m:sSupPr>
                                      <m:e>
                                        <m:r>
                                          <a:rPr lang="en-US" sz="1200" smtClean="0">
                                            <a:latin typeface="Cambria Math" panose="02040503050406030204" pitchFamily="18" charset="0"/>
                                          </a:rPr>
                                          <m:t>𝐷</m:t>
                                        </m:r>
                                      </m:e>
                                      <m:sup>
                                        <m:r>
                                          <a:rPr lang="en-US" sz="1200" smtClean="0">
                                            <a:latin typeface="Cambria Math" panose="02040503050406030204" pitchFamily="18" charset="0"/>
                                          </a:rPr>
                                          <m:t>2</m:t>
                                        </m:r>
                                      </m:sup>
                                    </m:sSup>
                                  </m:e>
                                </m:nary>
                              </m:oMath>
                            </m:oMathPara>
                          </a14:m>
                          <a:endParaRPr lang="en-US"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t>The</a:t>
                          </a:r>
                          <a:r>
                            <a:rPr lang="en-US" sz="1200" baseline="0" dirty="0"/>
                            <a:t> sum of the s</a:t>
                          </a:r>
                          <a:r>
                            <a:rPr lang="en-US" sz="1200" dirty="0"/>
                            <a:t>quare</a:t>
                          </a:r>
                          <a:r>
                            <a:rPr lang="en-US" sz="1200" baseline="0" dirty="0"/>
                            <a:t> of distance between two distribution</a:t>
                          </a:r>
                          <a:endParaRPr lang="en-US" sz="1200" dirty="0"/>
                        </a:p>
                      </a:txBody>
                      <a:tcPr/>
                    </a:tc>
                    <a:tc>
                      <a:txBody>
                        <a:bodyPr/>
                        <a:lstStyle/>
                        <a:p>
                          <a:pPr algn="ctr"/>
                          <a14:m>
                            <m:oMathPara xmlns:m="http://schemas.openxmlformats.org/officeDocument/2006/math">
                              <m:oMathParaPr>
                                <m:jc m:val="centerGroup"/>
                              </m:oMathParaPr>
                              <m:oMath xmlns:m="http://schemas.openxmlformats.org/officeDocument/2006/math">
                                <m:r>
                                  <a:rPr lang="en-US" sz="1200" smtClean="0">
                                    <a:latin typeface="Cambria Math" panose="02040503050406030204" pitchFamily="18" charset="0"/>
                                  </a:rPr>
                                  <m:t>0.21</m:t>
                                </m:r>
                              </m:oMath>
                            </m:oMathPara>
                          </a14:m>
                          <a:endParaRPr lang="en-US" sz="1200" dirty="0"/>
                        </a:p>
                      </a:txBody>
                      <a:tcPr/>
                    </a:tc>
                    <a:extLst>
                      <a:ext uri="{0D108BD9-81ED-4DB2-BD59-A6C34878D82A}">
                        <a16:rowId xmlns:a16="http://schemas.microsoft.com/office/drawing/2014/main" val="1564827869"/>
                      </a:ext>
                    </a:extLst>
                  </a:tr>
                  <a:tr h="532266">
                    <a:tc>
                      <a:txBody>
                        <a:bodyPr/>
                        <a:lstStyle/>
                        <a:p>
                          <a:pPr algn="ctr"/>
                          <a14:m>
                            <m:oMathPara xmlns:m="http://schemas.openxmlformats.org/officeDocument/2006/math">
                              <m:oMathParaPr>
                                <m:jc m:val="centerGroup"/>
                              </m:oMathParaPr>
                              <m:oMath xmlns:m="http://schemas.openxmlformats.org/officeDocument/2006/math">
                                <m:r>
                                  <a:rPr lang="en-US" sz="1200" smtClean="0">
                                    <a:latin typeface="Cambria Math" panose="02040503050406030204" pitchFamily="18" charset="0"/>
                                  </a:rPr>
                                  <m:t>𝑁</m:t>
                                </m:r>
                              </m:oMath>
                            </m:oMathPara>
                          </a14:m>
                          <a:endParaRPr lang="en-US" sz="1200" dirty="0"/>
                        </a:p>
                      </a:txBody>
                      <a:tcPr/>
                    </a:tc>
                    <a:tc>
                      <a:txBody>
                        <a:bodyPr/>
                        <a:lstStyle/>
                        <a:p>
                          <a:r>
                            <a:rPr lang="en-US" sz="1200" dirty="0"/>
                            <a:t>Sample size of each group</a:t>
                          </a:r>
                        </a:p>
                      </a:txBody>
                      <a:tcPr/>
                    </a:tc>
                    <a:tc>
                      <a:txBody>
                        <a:bodyPr/>
                        <a:lstStyle/>
                        <a:p>
                          <a:pPr algn="ctr"/>
                          <a14:m>
                            <m:oMathPara xmlns:m="http://schemas.openxmlformats.org/officeDocument/2006/math">
                              <m:oMathParaPr>
                                <m:jc m:val="centerGroup"/>
                              </m:oMathParaPr>
                              <m:oMath xmlns:m="http://schemas.openxmlformats.org/officeDocument/2006/math">
                                <m:r>
                                  <a:rPr lang="en-US" sz="1200" smtClean="0">
                                    <a:latin typeface="Cambria Math" panose="02040503050406030204" pitchFamily="18" charset="0"/>
                                  </a:rPr>
                                  <m:t>4</m:t>
                                </m:r>
                              </m:oMath>
                            </m:oMathPara>
                          </a14:m>
                          <a:endParaRPr lang="en-US" sz="1200" dirty="0"/>
                        </a:p>
                      </a:txBody>
                      <a:tcPr/>
                    </a:tc>
                    <a:extLst>
                      <a:ext uri="{0D108BD9-81ED-4DB2-BD59-A6C34878D82A}">
                        <a16:rowId xmlns:a16="http://schemas.microsoft.com/office/drawing/2014/main" val="2759482170"/>
                      </a:ext>
                    </a:extLst>
                  </a:tr>
                </a:tbl>
              </a:graphicData>
            </a:graphic>
          </p:graphicFrame>
        </mc:Choice>
        <mc:Fallback xmlns="">
          <p:graphicFrame>
            <p:nvGraphicFramePr>
              <p:cNvPr id="14" name="Table 13"/>
              <p:cNvGraphicFramePr>
                <a:graphicFrameLocks noGrp="1"/>
              </p:cNvGraphicFramePr>
              <p:nvPr>
                <p:extLst>
                  <p:ext uri="{D42A27DB-BD31-4B8C-83A1-F6EECF244321}">
                    <p14:modId xmlns:p14="http://schemas.microsoft.com/office/powerpoint/2010/main" val="3533984989"/>
                  </p:ext>
                </p:extLst>
              </p:nvPr>
            </p:nvGraphicFramePr>
            <p:xfrm>
              <a:off x="1024128" y="2367593"/>
              <a:ext cx="3925940" cy="2476952"/>
            </p:xfrm>
            <a:graphic>
              <a:graphicData uri="http://schemas.openxmlformats.org/drawingml/2006/table">
                <a:tbl>
                  <a:tblPr firstRow="1" bandRow="1">
                    <a:tableStyleId>{21E4AEA4-8DFA-4A89-87EB-49C32662AFE0}</a:tableStyleId>
                  </a:tblPr>
                  <a:tblGrid>
                    <a:gridCol w="848634">
                      <a:extLst>
                        <a:ext uri="{9D8B030D-6E8A-4147-A177-3AD203B41FA5}">
                          <a16:colId xmlns:a16="http://schemas.microsoft.com/office/drawing/2014/main" val="4016524795"/>
                        </a:ext>
                      </a:extLst>
                    </a:gridCol>
                    <a:gridCol w="2391507">
                      <a:extLst>
                        <a:ext uri="{9D8B030D-6E8A-4147-A177-3AD203B41FA5}">
                          <a16:colId xmlns:a16="http://schemas.microsoft.com/office/drawing/2014/main" val="1170499020"/>
                        </a:ext>
                      </a:extLst>
                    </a:gridCol>
                    <a:gridCol w="685799">
                      <a:extLst>
                        <a:ext uri="{9D8B030D-6E8A-4147-A177-3AD203B41FA5}">
                          <a16:colId xmlns:a16="http://schemas.microsoft.com/office/drawing/2014/main" val="355660146"/>
                        </a:ext>
                      </a:extLst>
                    </a:gridCol>
                  </a:tblGrid>
                  <a:tr h="410776">
                    <a:tc>
                      <a:txBody>
                        <a:bodyPr/>
                        <a:lstStyle/>
                        <a:p>
                          <a:pPr algn="ctr"/>
                          <a:r>
                            <a:rPr lang="en-US" sz="1400" dirty="0" smtClean="0">
                              <a:solidFill>
                                <a:schemeClr val="tx1"/>
                              </a:solidFill>
                            </a:rPr>
                            <a:t>Notation</a:t>
                          </a:r>
                          <a:endParaRPr lang="en-US" sz="1400" dirty="0">
                            <a:solidFill>
                              <a:schemeClr val="tx1"/>
                            </a:solidFill>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smtClean="0">
                              <a:solidFill>
                                <a:schemeClr val="tx1"/>
                              </a:solidFill>
                            </a:rPr>
                            <a:t>Meaning</a:t>
                          </a:r>
                        </a:p>
                      </a:txBody>
                      <a:tcPr/>
                    </a:tc>
                    <a:tc>
                      <a:txBody>
                        <a:bodyPr/>
                        <a:lstStyle/>
                        <a:p>
                          <a:pPr algn="ctr"/>
                          <a:r>
                            <a:rPr lang="en-US" sz="1400" dirty="0" smtClean="0">
                              <a:solidFill>
                                <a:schemeClr val="tx1"/>
                              </a:solidFill>
                            </a:rPr>
                            <a:t>Value</a:t>
                          </a:r>
                          <a:endParaRPr lang="en-US" sz="1400" dirty="0">
                            <a:solidFill>
                              <a:schemeClr val="tx1"/>
                            </a:solidFill>
                          </a:endParaRPr>
                        </a:p>
                      </a:txBody>
                      <a:tcPr/>
                    </a:tc>
                    <a:extLst>
                      <a:ext uri="{0D108BD9-81ED-4DB2-BD59-A6C34878D82A}">
                        <a16:rowId xmlns:a16="http://schemas.microsoft.com/office/drawing/2014/main" val="1196686448"/>
                      </a:ext>
                    </a:extLst>
                  </a:tr>
                  <a:tr h="766955">
                    <a:tc>
                      <a:txBody>
                        <a:bodyPr/>
                        <a:lstStyle/>
                        <a:p>
                          <a:endParaRPr lang="en-US"/>
                        </a:p>
                      </a:txBody>
                      <a:tcPr>
                        <a:blipFill>
                          <a:blip r:embed="rId5"/>
                          <a:stretch>
                            <a:fillRect l="-1439" t="-80315" r="-366906" b="-184252"/>
                          </a:stretch>
                        </a:blip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The sum of the </a:t>
                          </a:r>
                          <a:r>
                            <a:rPr lang="en-US" sz="1200" baseline="0" dirty="0" smtClean="0"/>
                            <a:t>distance between two distribution</a:t>
                          </a:r>
                          <a:endParaRPr lang="en-US" sz="1200" dirty="0" smtClean="0"/>
                        </a:p>
                      </a:txBody>
                      <a:tcPr/>
                    </a:tc>
                    <a:tc>
                      <a:txBody>
                        <a:bodyPr/>
                        <a:lstStyle/>
                        <a:p>
                          <a:endParaRPr lang="en-US"/>
                        </a:p>
                      </a:txBody>
                      <a:tcPr>
                        <a:blipFill>
                          <a:blip r:embed="rId5"/>
                          <a:stretch>
                            <a:fillRect l="-472566" t="-80315" r="-3540" b="-184252"/>
                          </a:stretch>
                        </a:blipFill>
                      </a:tcPr>
                    </a:tc>
                    <a:extLst>
                      <a:ext uri="{0D108BD9-81ED-4DB2-BD59-A6C34878D82A}">
                        <a16:rowId xmlns:a16="http://schemas.microsoft.com/office/drawing/2014/main" val="3685889961"/>
                      </a:ext>
                    </a:extLst>
                  </a:tr>
                  <a:tr h="766955">
                    <a:tc>
                      <a:txBody>
                        <a:bodyPr/>
                        <a:lstStyle/>
                        <a:p>
                          <a:endParaRPr lang="en-US"/>
                        </a:p>
                      </a:txBody>
                      <a:tcPr>
                        <a:blipFill>
                          <a:blip r:embed="rId5"/>
                          <a:stretch>
                            <a:fillRect l="-1439" t="-181746" r="-366906" b="-85714"/>
                          </a:stretch>
                        </a:blip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The</a:t>
                          </a:r>
                          <a:r>
                            <a:rPr lang="en-US" sz="1200" baseline="0" dirty="0" smtClean="0"/>
                            <a:t> sum of the s</a:t>
                          </a:r>
                          <a:r>
                            <a:rPr lang="en-US" sz="1200" dirty="0" smtClean="0"/>
                            <a:t>quare</a:t>
                          </a:r>
                          <a:r>
                            <a:rPr lang="en-US" sz="1200" baseline="0" dirty="0" smtClean="0"/>
                            <a:t> of distance between two distribution</a:t>
                          </a:r>
                          <a:endParaRPr lang="en-US" sz="1200" dirty="0" smtClean="0"/>
                        </a:p>
                      </a:txBody>
                      <a:tcPr/>
                    </a:tc>
                    <a:tc>
                      <a:txBody>
                        <a:bodyPr/>
                        <a:lstStyle/>
                        <a:p>
                          <a:endParaRPr lang="en-US"/>
                        </a:p>
                      </a:txBody>
                      <a:tcPr>
                        <a:blipFill>
                          <a:blip r:embed="rId5"/>
                          <a:stretch>
                            <a:fillRect l="-472566" t="-181746" r="-3540" b="-85714"/>
                          </a:stretch>
                        </a:blipFill>
                      </a:tcPr>
                    </a:tc>
                    <a:extLst>
                      <a:ext uri="{0D108BD9-81ED-4DB2-BD59-A6C34878D82A}">
                        <a16:rowId xmlns:a16="http://schemas.microsoft.com/office/drawing/2014/main" val="1564827869"/>
                      </a:ext>
                    </a:extLst>
                  </a:tr>
                  <a:tr h="532266">
                    <a:tc>
                      <a:txBody>
                        <a:bodyPr/>
                        <a:lstStyle/>
                        <a:p>
                          <a:endParaRPr lang="en-US"/>
                        </a:p>
                      </a:txBody>
                      <a:tcPr>
                        <a:blipFill>
                          <a:blip r:embed="rId5"/>
                          <a:stretch>
                            <a:fillRect l="-1439" t="-408046" r="-366906" b="-24138"/>
                          </a:stretch>
                        </a:blipFill>
                      </a:tcPr>
                    </a:tc>
                    <a:tc>
                      <a:txBody>
                        <a:bodyPr/>
                        <a:lstStyle/>
                        <a:p>
                          <a:r>
                            <a:rPr lang="en-US" sz="1200" dirty="0" smtClean="0"/>
                            <a:t>Sample size of each group</a:t>
                          </a:r>
                          <a:endParaRPr lang="en-US" sz="1200" dirty="0"/>
                        </a:p>
                      </a:txBody>
                      <a:tcPr/>
                    </a:tc>
                    <a:tc>
                      <a:txBody>
                        <a:bodyPr/>
                        <a:lstStyle/>
                        <a:p>
                          <a:endParaRPr lang="en-US"/>
                        </a:p>
                      </a:txBody>
                      <a:tcPr>
                        <a:blipFill>
                          <a:blip r:embed="rId5"/>
                          <a:stretch>
                            <a:fillRect l="-472566" t="-408046" r="-3540" b="-24138"/>
                          </a:stretch>
                        </a:blipFill>
                      </a:tcPr>
                    </a:tc>
                    <a:extLst>
                      <a:ext uri="{0D108BD9-81ED-4DB2-BD59-A6C34878D82A}">
                        <a16:rowId xmlns:a16="http://schemas.microsoft.com/office/drawing/2014/main" val="2759482170"/>
                      </a:ext>
                    </a:extLst>
                  </a:tr>
                </a:tbl>
              </a:graphicData>
            </a:graphic>
          </p:graphicFrame>
        </mc:Fallback>
      </mc:AlternateContent>
      <p:sp>
        <p:nvSpPr>
          <p:cNvPr id="2" name="Right Arrow 1"/>
          <p:cNvSpPr/>
          <p:nvPr/>
        </p:nvSpPr>
        <p:spPr>
          <a:xfrm>
            <a:off x="5255740" y="3374895"/>
            <a:ext cx="1248508" cy="527539"/>
          </a:xfrm>
          <a:prstGeom prst="rightArrow">
            <a:avLst/>
          </a:prstGeom>
        </p:spPr>
        <p:style>
          <a:lnRef idx="3">
            <a:schemeClr val="lt1"/>
          </a:lnRef>
          <a:fillRef idx="1">
            <a:schemeClr val="dk1"/>
          </a:fillRef>
          <a:effectRef idx="1">
            <a:schemeClr val="dk1"/>
          </a:effectRef>
          <a:fontRef idx="minor">
            <a:schemeClr val="lt1"/>
          </a:fontRef>
        </p:style>
        <p:txBody>
          <a:bodyPr rtlCol="0" anchor="ctr"/>
          <a:lstStyle/>
          <a:p>
            <a:pPr algn="ctr"/>
            <a:endParaRPr lang="en-US"/>
          </a:p>
        </p:txBody>
      </p:sp>
      <p:sp>
        <p:nvSpPr>
          <p:cNvPr id="10" name="Rectangle 9"/>
          <p:cNvSpPr/>
          <p:nvPr/>
        </p:nvSpPr>
        <p:spPr>
          <a:xfrm>
            <a:off x="9787523" y="3440769"/>
            <a:ext cx="548709" cy="461665"/>
          </a:xfrm>
          <a:prstGeom prst="rect">
            <a:avLst/>
          </a:prstGeom>
        </p:spPr>
        <p:txBody>
          <a:bodyPr wrap="square">
            <a:spAutoFit/>
          </a:bodyPr>
          <a:lstStyle/>
          <a:p>
            <a:r>
              <a:rPr lang="en-US" sz="2400" dirty="0"/>
              <a:t>(3)</a:t>
            </a:r>
          </a:p>
        </p:txBody>
      </p:sp>
    </p:spTree>
    <p:extLst>
      <p:ext uri="{BB962C8B-B14F-4D97-AF65-F5344CB8AC3E}">
        <p14:creationId xmlns:p14="http://schemas.microsoft.com/office/powerpoint/2010/main" val="4196620121"/>
      </p:ext>
    </p:extLst>
  </p:cSld>
  <p:clrMapOvr>
    <a:masterClrMapping/>
  </p:clrMapOvr>
  <p:transition spd="slow" advTm="38280">
    <p:push dir="u"/>
  </p:transition>
  <p:timing>
    <p:tnLst>
      <p:par>
        <p:cTn id="1" dur="indefinite" restart="never" nodeType="tmRoot"/>
      </p:par>
    </p:tnLst>
  </p:timing>
  <p:extLst mod="1">
    <p:ext uri="{3A86A75C-4F4B-4683-9AE1-C65F6400EC91}">
      <p14:laserTraceLst xmlns:p14="http://schemas.microsoft.com/office/powerpoint/2010/main">
        <p14:tracePtLst>
          <p14:tracePt t="3437" x="965200" y="5356225"/>
          <p14:tracePt t="4255" x="973138" y="5348288"/>
          <p14:tracePt t="4262" x="1001713" y="5348288"/>
          <p14:tracePt t="4270" x="1058863" y="5348288"/>
          <p14:tracePt t="4284" x="1103313" y="5348288"/>
          <p14:tracePt t="4301" x="1233488" y="5348288"/>
          <p14:tracePt t="4318" x="1538288" y="5370513"/>
          <p14:tracePt t="4334" x="1922463" y="5392738"/>
          <p14:tracePt t="4351" x="2336800" y="5392738"/>
          <p14:tracePt t="4368" x="2887663" y="5407025"/>
          <p14:tracePt t="4384" x="3381375" y="5407025"/>
          <p14:tracePt t="4401" x="3976688" y="5407025"/>
          <p14:tracePt t="4418" x="4586288" y="5407025"/>
          <p14:tracePt t="4434" x="5080000" y="5407025"/>
          <p14:tracePt t="4451" x="5478463" y="5399088"/>
          <p14:tracePt t="4468" x="5768975" y="5326063"/>
          <p14:tracePt t="4484" x="6053138" y="5195888"/>
          <p14:tracePt t="4501" x="6248400" y="5080000"/>
          <p14:tracePt t="4518" x="6510338" y="4941888"/>
          <p14:tracePt t="4534" x="6626225" y="4891088"/>
          <p14:tracePt t="4551" x="6719888" y="4848225"/>
          <p14:tracePt t="4568" x="6778625" y="4818063"/>
          <p14:tracePt t="4584" x="6815138" y="4789488"/>
          <p14:tracePt t="4601" x="6872288" y="4760913"/>
          <p14:tracePt t="4618" x="6973888" y="4724400"/>
          <p14:tracePt t="4634" x="7134225" y="4687888"/>
          <p14:tracePt t="4651" x="7286625" y="4673600"/>
          <p14:tracePt t="4668" x="7402513" y="4645025"/>
          <p14:tracePt t="4684" x="7459663" y="4608513"/>
          <p14:tracePt t="4701" x="7481888" y="4586288"/>
          <p14:tracePt t="4718" x="7496175" y="4543425"/>
          <p14:tracePt t="4734" x="7496175" y="4506913"/>
          <p14:tracePt t="4752" x="7504113" y="4462463"/>
          <p14:tracePt t="4768" x="7510463" y="4411663"/>
          <p14:tracePt t="4784" x="7518400" y="4360863"/>
          <p14:tracePt t="4801" x="7518400" y="4310063"/>
          <p14:tracePt t="4818" x="7518400" y="4267200"/>
          <p14:tracePt t="4834" x="7526338" y="4230688"/>
          <p14:tracePt t="4851" x="7546975" y="4179888"/>
          <p14:tracePt t="4853" x="7561263" y="4143375"/>
          <p14:tracePt t="4868" x="7561263" y="4122738"/>
          <p14:tracePt t="4884" x="7569200" y="4086225"/>
          <p14:tracePt t="4901" x="7569200" y="4056063"/>
          <p14:tracePt t="4918" x="7569200" y="4041775"/>
          <p14:tracePt t="4951" x="7569200" y="4027488"/>
          <p14:tracePt t="4968" x="7569200" y="4013200"/>
          <p14:tracePt t="4984" x="7569200" y="3990975"/>
          <p14:tracePt t="5001" x="7569200" y="3970338"/>
          <p14:tracePt t="5018" x="7569200" y="3954463"/>
          <p14:tracePt t="5034" x="7569200" y="3948113"/>
          <p14:tracePt t="5051" x="7569200" y="3940175"/>
          <p14:tracePt t="5068" x="7569200" y="3925888"/>
          <p14:tracePt t="5084" x="7569200" y="3919538"/>
          <p14:tracePt t="5101" x="7569200" y="3903663"/>
          <p14:tracePt t="5118" x="7569200" y="3897313"/>
          <p14:tracePt t="5135" x="7569200" y="3889375"/>
          <p14:tracePt t="5246" x="7561263" y="3889375"/>
          <p14:tracePt t="5254" x="7554913" y="3889375"/>
          <p14:tracePt t="5262" x="7540625" y="3897313"/>
          <p14:tracePt t="5270" x="7532688" y="3897313"/>
          <p14:tracePt t="5284" x="7518400" y="3911600"/>
          <p14:tracePt t="5301" x="7475538" y="3925888"/>
          <p14:tracePt t="5318" x="7445375" y="3933825"/>
          <p14:tracePt t="5334" x="7408863" y="3948113"/>
          <p14:tracePt t="5351" x="7373938" y="3948113"/>
          <p14:tracePt t="5368" x="7343775" y="3948113"/>
          <p14:tracePt t="5385" x="7329488" y="3948113"/>
          <p14:tracePt t="5401" x="7307263" y="3948113"/>
          <p14:tracePt t="5418" x="7286625" y="3948113"/>
          <p14:tracePt t="5434" x="7264400" y="3948113"/>
          <p14:tracePt t="5451" x="7242175" y="3948113"/>
          <p14:tracePt t="5468" x="7205663" y="3948113"/>
          <p14:tracePt t="5485" x="7177088" y="3948113"/>
          <p14:tracePt t="5501" x="7148513" y="3948113"/>
          <p14:tracePt t="5518" x="7134225" y="3948113"/>
          <p14:tracePt t="5535" x="7126288" y="3948113"/>
          <p14:tracePt t="5551" x="7112000" y="3948113"/>
          <p14:tracePt t="5568" x="7097713" y="3948113"/>
          <p14:tracePt t="5585" x="7075488" y="3940175"/>
          <p14:tracePt t="5601" x="7061200" y="3933825"/>
          <p14:tracePt t="5618" x="7046913" y="3925888"/>
          <p14:tracePt t="5635" x="7032625" y="3919538"/>
          <p14:tracePt t="5651" x="7018338" y="3911600"/>
          <p14:tracePt t="5668" x="6996113" y="3903663"/>
          <p14:tracePt t="5685" x="6973888" y="3897313"/>
          <p14:tracePt t="5701" x="6951663" y="3883025"/>
          <p14:tracePt t="5718" x="6931025" y="3868738"/>
          <p14:tracePt t="5751" x="6916738" y="3860800"/>
          <p14:tracePt t="5768" x="6908800" y="3860800"/>
          <p14:tracePt t="5785" x="6908800" y="3852863"/>
          <p14:tracePt t="5801" x="6894513" y="3838575"/>
          <p14:tracePt t="5818" x="6880225" y="3824288"/>
          <p14:tracePt t="5835" x="6872288" y="3817938"/>
          <p14:tracePt t="5851" x="6865938" y="3802063"/>
          <p14:tracePt t="5854" x="6858000" y="3795713"/>
          <p14:tracePt t="5878" x="6858000" y="3781425"/>
          <p14:tracePt t="5894" x="6850063" y="3781425"/>
          <p14:tracePt t="5918" x="6850063" y="3773488"/>
          <p14:tracePt t="5926" x="6850063" y="3759200"/>
          <p14:tracePt t="5943" x="6850063" y="3744913"/>
          <p14:tracePt t="5951" x="6850063" y="3730625"/>
          <p14:tracePt t="5968" x="6850063" y="3700463"/>
          <p14:tracePt t="5985" x="6850063" y="3679825"/>
          <p14:tracePt t="6001" x="6850063" y="3643313"/>
          <p14:tracePt t="6018" x="6850063" y="3606800"/>
          <p14:tracePt t="6035" x="6850063" y="3592513"/>
          <p14:tracePt t="6052" x="6850063" y="3563938"/>
          <p14:tracePt t="6069" x="6865938" y="3541713"/>
          <p14:tracePt t="6085" x="6872288" y="3519488"/>
          <p14:tracePt t="6102" x="6894513" y="3482975"/>
          <p14:tracePt t="6118" x="6908800" y="3462338"/>
          <p14:tracePt t="6135" x="6923088" y="3446463"/>
          <p14:tracePt t="6152" x="6931025" y="3432175"/>
          <p14:tracePt t="6169" x="6945313" y="3411538"/>
          <p14:tracePt t="6185" x="6959600" y="3395663"/>
          <p14:tracePt t="6202" x="6967538" y="3389313"/>
          <p14:tracePt t="6219" x="6973888" y="3375025"/>
          <p14:tracePt t="6235" x="6981825" y="3360738"/>
          <p14:tracePt t="6253" x="6996113" y="3344863"/>
          <p14:tracePt t="6270" x="7010400" y="3330575"/>
          <p14:tracePt t="6285" x="7018338" y="3330575"/>
          <p14:tracePt t="6302" x="7032625" y="3316288"/>
          <p14:tracePt t="6319" x="7038975" y="3309938"/>
          <p14:tracePt t="6335" x="7046913" y="3302000"/>
          <p14:tracePt t="6352" x="7061200" y="3294063"/>
          <p14:tracePt t="6377" x="7061200" y="3287713"/>
          <p14:tracePt t="6386" x="7069138" y="3287713"/>
          <p14:tracePt t="6434" x="7075488" y="3287713"/>
          <p14:tracePt t="6457" x="7083425" y="3287713"/>
          <p14:tracePt t="6473" x="7089775" y="3279775"/>
          <p14:tracePt t="6505" x="7104063" y="3273425"/>
          <p14:tracePt t="6521" x="7112000" y="3273425"/>
          <p14:tracePt t="6528" x="7119938" y="3273425"/>
          <p14:tracePt t="6537" x="7119938" y="3265488"/>
          <p14:tracePt t="6552" x="7134225" y="3265488"/>
          <p14:tracePt t="6569" x="7148513" y="3265488"/>
          <p14:tracePt t="6586" x="7162800" y="3265488"/>
          <p14:tracePt t="6602" x="7177088" y="3259138"/>
          <p14:tracePt t="6619" x="7185025" y="3259138"/>
          <p14:tracePt t="6635" x="7199313" y="3259138"/>
          <p14:tracePt t="6652" x="7205663" y="3259138"/>
          <p14:tracePt t="6669" x="7213600" y="3251200"/>
          <p14:tracePt t="6685" x="7227888" y="3251200"/>
          <p14:tracePt t="6719" x="7235825" y="3251200"/>
          <p14:tracePt t="6735" x="7250113" y="3243263"/>
          <p14:tracePt t="6779" x="7256463" y="3243263"/>
          <p14:tracePt t="6801" x="7264400" y="3243263"/>
          <p14:tracePt t="6817" x="7272338" y="3243263"/>
          <p14:tracePt t="6858" x="7278688" y="3243263"/>
          <p14:tracePt t="6881" x="7286625" y="3243263"/>
          <p14:tracePt t="6929" x="7292975" y="3243263"/>
          <p14:tracePt t="6954" x="7300913" y="3243263"/>
          <p14:tracePt t="6960" x="7307263" y="3243263"/>
          <p14:tracePt t="6977" x="7315200" y="3243263"/>
          <p14:tracePt t="6985" x="7323138" y="3243263"/>
          <p14:tracePt t="7002" x="7337425" y="3243263"/>
          <p14:tracePt t="7019" x="7351713" y="3243263"/>
          <p14:tracePt t="7035" x="7358063" y="3243263"/>
          <p14:tracePt t="7053" x="7380288" y="3243263"/>
          <p14:tracePt t="7069" x="7388225" y="3251200"/>
          <p14:tracePt t="7085" x="7408863" y="3251200"/>
          <p14:tracePt t="7103" x="7424738" y="3251200"/>
          <p14:tracePt t="7119" x="7439025" y="3265488"/>
          <p14:tracePt t="7136" x="7453313" y="3265488"/>
          <p14:tracePt t="7152" x="7467600" y="3273425"/>
          <p14:tracePt t="7186" x="7475538" y="3273425"/>
          <p14:tracePt t="7202" x="7489825" y="3287713"/>
          <p14:tracePt t="7219" x="7496175" y="3287713"/>
          <p14:tracePt t="7236" x="7510463" y="3294063"/>
          <p14:tracePt t="7253" x="7518400" y="3302000"/>
          <p14:tracePt t="7269" x="7540625" y="3316288"/>
          <p14:tracePt t="7286" x="7546975" y="3324225"/>
          <p14:tracePt t="7302" x="7561263" y="3338513"/>
          <p14:tracePt t="7319" x="7561263" y="3344863"/>
          <p14:tracePt t="7335" x="7577138" y="3360738"/>
          <p14:tracePt t="7353" x="7583488" y="3367088"/>
          <p14:tracePt t="7358" x="7583488" y="3375025"/>
          <p14:tracePt t="7369" x="7583488" y="3381375"/>
          <p14:tracePt t="7385" x="7605713" y="3403600"/>
          <p14:tracePt t="7402" x="7605713" y="3411538"/>
          <p14:tracePt t="7419" x="7620000" y="3425825"/>
          <p14:tracePt t="7436" x="7620000" y="3446463"/>
          <p14:tracePt t="7453" x="7627938" y="3454400"/>
          <p14:tracePt t="7470" x="7627938" y="3462338"/>
          <p14:tracePt t="7486" x="7634288" y="3476625"/>
          <p14:tracePt t="7502" x="7634288" y="3490913"/>
          <p14:tracePt t="7519" x="7642225" y="3497263"/>
          <p14:tracePt t="7536" x="7648575" y="3519488"/>
          <p14:tracePt t="7553" x="7648575" y="3527425"/>
          <p14:tracePt t="7569" x="7648575" y="3533775"/>
          <p14:tracePt t="7586" x="7648575" y="3541713"/>
          <p14:tracePt t="7603" x="7648575" y="3556000"/>
          <p14:tracePt t="7619" x="7648575" y="3563938"/>
          <p14:tracePt t="7636" x="7648575" y="3578225"/>
          <p14:tracePt t="7652" x="7648575" y="3606800"/>
          <p14:tracePt t="7669" x="7648575" y="3629025"/>
          <p14:tracePt t="7686" x="7648575" y="3635375"/>
          <p14:tracePt t="7703" x="7648575" y="3657600"/>
          <p14:tracePt t="7719" x="7648575" y="3671888"/>
          <p14:tracePt t="7737" x="7642225" y="3679825"/>
          <p14:tracePt t="7769" x="7634288" y="3694113"/>
          <p14:tracePt t="7786" x="7627938" y="3694113"/>
          <p14:tracePt t="7802" x="7627938" y="3700463"/>
          <p14:tracePt t="7825" x="7620000" y="3716338"/>
          <p14:tracePt t="7873" x="7612063" y="3722688"/>
          <p14:tracePt t="8095" x="7612063" y="3716338"/>
          <p14:tracePt t="8104" x="7634288" y="3700463"/>
          <p14:tracePt t="8111" x="7656513" y="3679825"/>
          <p14:tracePt t="8119" x="7685088" y="3649663"/>
          <p14:tracePt t="8135" x="7743825" y="3606800"/>
          <p14:tracePt t="8152" x="7794625" y="3584575"/>
          <p14:tracePt t="8169" x="7859713" y="3548063"/>
          <p14:tracePt t="8185" x="7924800" y="3527425"/>
          <p14:tracePt t="8202" x="8026400" y="3505200"/>
          <p14:tracePt t="8219" x="8113713" y="3482975"/>
          <p14:tracePt t="8235" x="8229600" y="3454400"/>
          <p14:tracePt t="8252" x="8308975" y="3446463"/>
          <p14:tracePt t="8269" x="8367713" y="3432175"/>
          <p14:tracePt t="8285" x="8455025" y="3432175"/>
          <p14:tracePt t="8302" x="8520113" y="3432175"/>
          <p14:tracePt t="8319" x="8593138" y="3432175"/>
          <p14:tracePt t="8336" x="8628063" y="3432175"/>
          <p14:tracePt t="8352" x="8643938" y="3432175"/>
          <p14:tracePt t="8382" x="8650288" y="3432175"/>
          <p14:tracePt t="8398" x="8658225" y="3432175"/>
          <p14:tracePt t="8406" x="8672513" y="3440113"/>
          <p14:tracePt t="8419" x="8701088" y="3440113"/>
          <p14:tracePt t="8435" x="8745538" y="3440113"/>
          <p14:tracePt t="8452" x="8810625" y="3440113"/>
          <p14:tracePt t="8469" x="8839200" y="3446463"/>
          <p14:tracePt t="8486" x="8861425" y="3454400"/>
          <p14:tracePt t="8542" x="8867775" y="3454400"/>
          <p14:tracePt t="8550" x="8875713" y="3454400"/>
          <p14:tracePt t="8558" x="8882063" y="3454400"/>
          <p14:tracePt t="8575" x="8890000" y="3454400"/>
          <p14:tracePt t="8586" x="8897938" y="3454400"/>
          <p14:tracePt t="8638" x="8904288" y="3454400"/>
          <p14:tracePt t="8670" x="8912225" y="3454400"/>
          <p14:tracePt t="8687" x="8918575" y="3454400"/>
          <p14:tracePt t="8694" x="8926513" y="3454400"/>
          <p14:tracePt t="8783" x="8932863" y="3454400"/>
          <p14:tracePt t="8798" x="8932863" y="3468688"/>
          <p14:tracePt t="8806" x="8932863" y="3476625"/>
          <p14:tracePt t="8814" x="8932863" y="3497263"/>
          <p14:tracePt t="8822" x="8932863" y="3513138"/>
          <p14:tracePt t="8836" x="8932863" y="3527425"/>
          <p14:tracePt t="8852" x="8918575" y="3563938"/>
          <p14:tracePt t="8870" x="8890000" y="3606800"/>
          <p14:tracePt t="8886" x="8882063" y="3606800"/>
          <p14:tracePt t="8902" x="8867775" y="3621088"/>
          <p14:tracePt t="8919" x="8861425" y="3629025"/>
          <p14:tracePt t="8936" x="8847138" y="3643313"/>
          <p14:tracePt t="8952" x="8824913" y="3657600"/>
          <p14:tracePt t="8969" x="8810625" y="3665538"/>
          <p14:tracePt t="8986" x="8788400" y="3671888"/>
          <p14:tracePt t="9002" x="8774113" y="3679825"/>
          <p14:tracePt t="9019" x="8751888" y="3686175"/>
          <p14:tracePt t="9036" x="8729663" y="3686175"/>
          <p14:tracePt t="9053" x="8678863" y="3694113"/>
          <p14:tracePt t="9069" x="8628063" y="3700463"/>
          <p14:tracePt t="9086" x="8599488" y="3708400"/>
          <p14:tracePt t="9102" x="8570913" y="3708400"/>
          <p14:tracePt t="9119" x="8542338" y="3708400"/>
          <p14:tracePt t="9136" x="8520113" y="3708400"/>
          <p14:tracePt t="9152" x="8505825" y="3708400"/>
          <p14:tracePt t="9169" x="8491538" y="3708400"/>
          <p14:tracePt t="9186" x="8475663" y="3708400"/>
          <p14:tracePt t="9202" x="8447088" y="3708400"/>
          <p14:tracePt t="9219" x="8424863" y="3708400"/>
          <p14:tracePt t="9236" x="8396288" y="3708400"/>
          <p14:tracePt t="9252" x="8382000" y="3708400"/>
          <p14:tracePt t="9269" x="8353425" y="3708400"/>
          <p14:tracePt t="9286" x="8331200" y="3708400"/>
          <p14:tracePt t="9303" x="8316913" y="3708400"/>
          <p14:tracePt t="9319" x="8308975" y="3708400"/>
          <p14:tracePt t="9336" x="8294688" y="3708400"/>
          <p14:tracePt t="9353" x="8288338" y="3708400"/>
          <p14:tracePt t="9369" x="8280400" y="3708400"/>
          <p14:tracePt t="9386" x="8266113" y="3708400"/>
          <p14:tracePt t="9402" x="8258175" y="3708400"/>
          <p14:tracePt t="9419" x="8237538" y="3694113"/>
          <p14:tracePt t="9436" x="8229600" y="3694113"/>
          <p14:tracePt t="9453" x="8207375" y="3671888"/>
          <p14:tracePt t="9469" x="8207375" y="3665538"/>
          <p14:tracePt t="9486" x="8201025" y="3657600"/>
          <p14:tracePt t="9503" x="8186738" y="3649663"/>
          <p14:tracePt t="9519" x="8186738" y="3643313"/>
          <p14:tracePt t="9536" x="8186738" y="3635375"/>
          <p14:tracePt t="9553" x="8178800" y="3621088"/>
          <p14:tracePt t="9569" x="8178800" y="3614738"/>
          <p14:tracePt t="9603" x="8178800" y="3606800"/>
          <p14:tracePt t="9620" x="8178800" y="3598863"/>
          <p14:tracePt t="9637" x="8178800" y="3592513"/>
          <p14:tracePt t="9653" x="8178800" y="3584575"/>
          <p14:tracePt t="9669" x="8178800" y="3578225"/>
          <p14:tracePt t="9686" x="8178800" y="3570288"/>
          <p14:tracePt t="9703" x="8178800" y="3563938"/>
          <p14:tracePt t="9719" x="8178800" y="3556000"/>
          <p14:tracePt t="9736" x="8178800" y="3541713"/>
          <p14:tracePt t="9753" x="8178800" y="3527425"/>
          <p14:tracePt t="9786" x="8178800" y="3519488"/>
          <p14:tracePt t="9803" x="8178800" y="3505200"/>
          <p14:tracePt t="9820" x="8186738" y="3490913"/>
          <p14:tracePt t="9836" x="8186738" y="3482975"/>
          <p14:tracePt t="9853" x="8201025" y="3462338"/>
          <p14:tracePt t="9870" x="8201025" y="3446463"/>
          <p14:tracePt t="9886" x="8215313" y="3432175"/>
          <p14:tracePt t="9903" x="8221663" y="3417888"/>
          <p14:tracePt t="9919" x="8229600" y="3403600"/>
          <p14:tracePt t="9936" x="8229600" y="3395663"/>
          <p14:tracePt t="9953" x="8251825" y="3375025"/>
          <p14:tracePt t="9969" x="8258175" y="3367088"/>
          <p14:tracePt t="9986" x="8272463" y="3352800"/>
          <p14:tracePt t="10003" x="8272463" y="3344863"/>
          <p14:tracePt t="10020" x="8280400" y="3344863"/>
          <p14:tracePt t="10036" x="8288338" y="3338513"/>
          <p14:tracePt t="10063" x="8294688" y="3338513"/>
          <p14:tracePt t="10070" x="8294688" y="3330575"/>
          <p14:tracePt t="10087" x="8308975" y="3324225"/>
          <p14:tracePt t="10103" x="8316913" y="3324225"/>
          <p14:tracePt t="10120" x="8331200" y="3324225"/>
          <p14:tracePt t="10136" x="8331200" y="3316288"/>
          <p14:tracePt t="10153" x="8353425" y="3316288"/>
          <p14:tracePt t="10170" x="8359775" y="3309938"/>
          <p14:tracePt t="10187" x="8374063" y="3302000"/>
          <p14:tracePt t="10203" x="8396288" y="3302000"/>
          <p14:tracePt t="10220" x="8410575" y="3302000"/>
          <p14:tracePt t="10236" x="8424863" y="3302000"/>
          <p14:tracePt t="10253" x="8455025" y="3302000"/>
          <p14:tracePt t="10270" x="8483600" y="3302000"/>
          <p14:tracePt t="10286" x="8497888" y="3302000"/>
          <p14:tracePt t="10303" x="8520113" y="3302000"/>
          <p14:tracePt t="10336" x="8534400" y="3302000"/>
          <p14:tracePt t="10353" x="8556625" y="3302000"/>
          <p14:tracePt t="10370" x="8562975" y="3302000"/>
          <p14:tracePt t="10386" x="8585200" y="3302000"/>
          <p14:tracePt t="10403" x="8599488" y="3302000"/>
          <p14:tracePt t="10420" x="8607425" y="3302000"/>
          <p14:tracePt t="10436" x="8621713" y="3309938"/>
          <p14:tracePt t="10453" x="8643938" y="3324225"/>
          <p14:tracePt t="10470" x="8664575" y="3338513"/>
          <p14:tracePt t="10486" x="8672513" y="3338513"/>
          <p14:tracePt t="10503" x="8694738" y="3352800"/>
          <p14:tracePt t="10520" x="8715375" y="3360738"/>
          <p14:tracePt t="10536" x="8729663" y="3381375"/>
          <p14:tracePt t="10553" x="8745538" y="3403600"/>
          <p14:tracePt t="10570" x="8774113" y="3417888"/>
          <p14:tracePt t="10586" x="8788400" y="3440113"/>
          <p14:tracePt t="10604" x="8802688" y="3462338"/>
          <p14:tracePt t="10620" x="8816975" y="3482975"/>
          <p14:tracePt t="10637" x="8831263" y="3497263"/>
          <p14:tracePt t="10653" x="8853488" y="3527425"/>
          <p14:tracePt t="10670" x="8853488" y="3541713"/>
          <p14:tracePt t="10686" x="8875713" y="3563938"/>
          <p14:tracePt t="10703" x="8875713" y="3570288"/>
          <p14:tracePt t="10720" x="8875713" y="3584575"/>
          <p14:tracePt t="10736" x="8875713" y="3592513"/>
          <p14:tracePt t="10753" x="8882063" y="3606800"/>
          <p14:tracePt t="10770" x="8882063" y="3614738"/>
          <p14:tracePt t="10786" x="8882063" y="3629025"/>
          <p14:tracePt t="10803" x="8882063" y="3635375"/>
          <p14:tracePt t="10820" x="8882063" y="3649663"/>
          <p14:tracePt t="10837" x="8882063" y="3665538"/>
          <p14:tracePt t="10839" x="8882063" y="3671888"/>
          <p14:tracePt t="10856" x="8882063" y="3679825"/>
          <p14:tracePt t="10870" x="8882063" y="3694113"/>
          <p14:tracePt t="10887" x="8875713" y="3708400"/>
          <p14:tracePt t="10903" x="8867775" y="3716338"/>
          <p14:tracePt t="10920" x="8867775" y="3730625"/>
          <p14:tracePt t="10937" x="8861425" y="3730625"/>
          <p14:tracePt t="10975" x="8853488" y="3744913"/>
          <p14:tracePt t="11647" x="8853488" y="3751263"/>
          <p14:tracePt t="11663" x="8853488" y="3759200"/>
          <p14:tracePt t="11687" x="8875713" y="3767138"/>
          <p14:tracePt t="11695" x="8890000" y="3767138"/>
          <p14:tracePt t="11703" x="8897938" y="3773488"/>
          <p14:tracePt t="11720" x="8932863" y="3781425"/>
          <p14:tracePt t="11737" x="8955088" y="3802063"/>
          <p14:tracePt t="11753" x="8991600" y="3810000"/>
          <p14:tracePt t="11770" x="9013825" y="3824288"/>
          <p14:tracePt t="11787" x="9028113" y="3832225"/>
          <p14:tracePt t="11803" x="9042400" y="3838575"/>
          <p14:tracePt t="11837" x="9064625" y="3846513"/>
          <p14:tracePt t="11856" x="9078913" y="3852863"/>
          <p14:tracePt t="11870" x="9093200" y="3860800"/>
          <p14:tracePt t="11887" x="9101138" y="3868738"/>
          <p14:tracePt t="11904" x="9107488" y="3875088"/>
          <p14:tracePt t="11967" x="9115425" y="3883025"/>
          <p14:tracePt t="12151" x="9115425" y="3889375"/>
          <p14:tracePt t="12184" x="9121775" y="3903663"/>
          <p14:tracePt t="12199" x="9129713" y="3911600"/>
          <p14:tracePt t="12207" x="9136063" y="3911600"/>
          <p14:tracePt t="12224" x="9144000" y="3911600"/>
          <p14:tracePt t="12231" x="9144000" y="3919538"/>
          <p14:tracePt t="12239" x="9151938" y="3919538"/>
          <p14:tracePt t="12255" x="9158288" y="3919538"/>
          <p14:tracePt t="12280" x="9166225" y="3933825"/>
          <p14:tracePt t="12295" x="9172575" y="3948113"/>
          <p14:tracePt t="12303" x="9186863" y="3970338"/>
          <p14:tracePt t="12320" x="9202738" y="3998913"/>
          <p14:tracePt t="12338" x="9217025" y="4021138"/>
          <p14:tracePt t="12354" x="9217025" y="4027488"/>
          <p14:tracePt t="12370" x="9217025" y="4035425"/>
          <p14:tracePt t="12387" x="9217025" y="4056063"/>
          <p14:tracePt t="12403" x="9217025" y="4064000"/>
          <p14:tracePt t="12420" x="9209088" y="4078288"/>
          <p14:tracePt t="12437" x="9194800" y="4092575"/>
          <p14:tracePt t="12453" x="9151938" y="4106863"/>
          <p14:tracePt t="12470" x="9129713" y="4106863"/>
          <p14:tracePt t="12487" x="9107488" y="4114800"/>
          <p14:tracePt t="12504" x="9085263" y="4114800"/>
          <p14:tracePt t="12520" x="9056688" y="4114800"/>
          <p14:tracePt t="12537" x="9028113" y="4114800"/>
          <p14:tracePt t="12554" x="8983663" y="4114800"/>
          <p14:tracePt t="12570" x="8926513" y="4114800"/>
          <p14:tracePt t="12587" x="8890000" y="4114800"/>
          <p14:tracePt t="12604" x="8867775" y="4106863"/>
          <p14:tracePt t="12620" x="8853488" y="4106863"/>
          <p14:tracePt t="12637" x="8831263" y="4100513"/>
          <p14:tracePt t="12654" x="8824913" y="4100513"/>
          <p14:tracePt t="12670" x="8810625" y="4100513"/>
          <p14:tracePt t="12687" x="8802688" y="4092575"/>
          <p14:tracePt t="12704" x="8796338" y="4092575"/>
          <p14:tracePt t="12720" x="8788400" y="4086225"/>
          <p14:tracePt t="12754" x="8780463" y="4078288"/>
          <p14:tracePt t="12783" x="8780463" y="4071938"/>
          <p14:tracePt t="12791" x="8780463" y="4064000"/>
          <p14:tracePt t="12808" x="8780463" y="4049713"/>
          <p14:tracePt t="12820" x="8780463" y="4041775"/>
          <p14:tracePt t="12837" x="8780463" y="4021138"/>
          <p14:tracePt t="12840" x="8780463" y="4005263"/>
          <p14:tracePt t="12854" x="8788400" y="3984625"/>
          <p14:tracePt t="12870" x="8802688" y="3948113"/>
          <p14:tracePt t="12887" x="8810625" y="3933825"/>
          <p14:tracePt t="12904" x="8831263" y="3903663"/>
          <p14:tracePt t="12920" x="8847138" y="3883025"/>
          <p14:tracePt t="12937" x="8875713" y="3860800"/>
          <p14:tracePt t="12954" x="8890000" y="3846513"/>
          <p14:tracePt t="12970" x="8912225" y="3838575"/>
          <p14:tracePt t="12987" x="8940800" y="3832225"/>
          <p14:tracePt t="13004" x="8969375" y="3810000"/>
          <p14:tracePt t="13020" x="8999538" y="3802063"/>
          <p14:tracePt t="13037" x="9034463" y="3802063"/>
          <p14:tracePt t="13054" x="9064625" y="3802063"/>
          <p14:tracePt t="13070" x="9101138" y="3802063"/>
          <p14:tracePt t="13088" x="9129713" y="3802063"/>
          <p14:tracePt t="13104" x="9151938" y="3802063"/>
          <p14:tracePt t="13120" x="9166225" y="3802063"/>
          <p14:tracePt t="13137" x="9186863" y="3810000"/>
          <p14:tracePt t="13154" x="9202738" y="3810000"/>
          <p14:tracePt t="13171" x="9217025" y="3817938"/>
          <p14:tracePt t="13187" x="9237663" y="3838575"/>
          <p14:tracePt t="13204" x="9253538" y="3860800"/>
          <p14:tracePt t="13220" x="9267825" y="3883025"/>
          <p14:tracePt t="13237" x="9274175" y="3889375"/>
          <p14:tracePt t="13254" x="9282113" y="3903663"/>
          <p14:tracePt t="13270" x="9282113" y="3925888"/>
          <p14:tracePt t="13287" x="9282113" y="3948113"/>
          <p14:tracePt t="13304" x="9282113" y="3970338"/>
          <p14:tracePt t="13321" x="9282113" y="3998913"/>
          <p14:tracePt t="13337" x="9282113" y="4013200"/>
          <p14:tracePt t="13354" x="9274175" y="4021138"/>
          <p14:tracePt t="13370" x="9259888" y="4035425"/>
          <p14:tracePt t="13387" x="9253538" y="4041775"/>
          <p14:tracePt t="13404" x="9223375" y="4049713"/>
          <p14:tracePt t="13421" x="9180513" y="4064000"/>
          <p14:tracePt t="13437" x="9136063" y="4071938"/>
          <p14:tracePt t="13454" x="9101138" y="4071938"/>
          <p14:tracePt t="13471" x="9085263" y="4071938"/>
          <p14:tracePt t="13487" x="9070975" y="4071938"/>
          <p14:tracePt t="13504" x="9064625" y="4071938"/>
          <p14:tracePt t="13537" x="9056688" y="4071938"/>
          <p14:tracePt t="13599" x="9050338" y="4071938"/>
          <p14:tracePt t="15287" x="9042400" y="4071938"/>
          <p14:tracePt t="15295" x="9034463" y="4064000"/>
          <p14:tracePt t="15304" x="9034463" y="4056063"/>
          <p14:tracePt t="15327" x="9028113" y="4049713"/>
          <p14:tracePt t="15343" x="9020175" y="4049713"/>
          <p14:tracePt t="15359" x="9020175" y="4035425"/>
          <p14:tracePt t="15407" x="9013825" y="4035425"/>
          <p14:tracePt t="15456" x="9005888" y="4027488"/>
          <p14:tracePt t="15471" x="8999538" y="4027488"/>
          <p14:tracePt t="15479" x="8999538" y="4021138"/>
          <p14:tracePt t="15496" x="8991600" y="4021138"/>
          <p14:tracePt t="15504" x="8983663" y="4021138"/>
          <p14:tracePt t="15528" x="8977313" y="4021138"/>
          <p14:tracePt t="15538" x="8969375" y="4013200"/>
          <p14:tracePt t="15554" x="8969375" y="4005263"/>
          <p14:tracePt t="15571" x="8963025" y="4005263"/>
          <p14:tracePt t="15588" x="8955088" y="4005263"/>
          <p14:tracePt t="15606" x="8948738" y="4005263"/>
          <p14:tracePt t="15633" x="8940800" y="3998913"/>
          <p14:tracePt t="15674" x="8932863" y="3998913"/>
          <p14:tracePt t="15683" x="8926513" y="3998913"/>
          <p14:tracePt t="15697" x="8918575" y="3998913"/>
          <p14:tracePt t="15706" x="8912225" y="3998913"/>
          <p14:tracePt t="15722" x="8897938" y="3984625"/>
          <p14:tracePt t="15738" x="8882063" y="3984625"/>
          <p14:tracePt t="15755" x="8875713" y="3984625"/>
          <p14:tracePt t="15772" x="8867775" y="3984625"/>
          <p14:tracePt t="15788" x="8861425" y="3976688"/>
          <p14:tracePt t="15808" x="8839200" y="3976688"/>
          <p14:tracePt t="15822" x="8831263" y="3976688"/>
          <p14:tracePt t="15838" x="8816975" y="3976688"/>
          <p14:tracePt t="15855" x="8796338" y="3976688"/>
          <p14:tracePt t="15872" x="8774113" y="3976688"/>
          <p14:tracePt t="15888" x="8766175" y="3976688"/>
          <p14:tracePt t="15906" x="8751888" y="3976688"/>
          <p14:tracePt t="15922" x="8745538" y="3976688"/>
          <p14:tracePt t="15939" x="8729663" y="3976688"/>
          <p14:tracePt t="15955" x="8715375" y="3976688"/>
          <p14:tracePt t="15973" x="8709025" y="3976688"/>
          <p14:tracePt t="15989" x="8694738" y="3976688"/>
          <p14:tracePt t="16007" x="8678863" y="3976688"/>
          <p14:tracePt t="16022" x="8672513" y="3976688"/>
          <p14:tracePt t="16039" x="8658225" y="3976688"/>
          <p14:tracePt t="16055" x="8650288" y="3976688"/>
          <p14:tracePt t="16072" x="8643938" y="3976688"/>
          <p14:tracePt t="16123" x="8636000" y="3976688"/>
          <p14:tracePt t="16139" x="8628063" y="3976688"/>
          <p14:tracePt t="16145" x="8621713" y="3976688"/>
          <p14:tracePt t="16177" x="8613775" y="3976688"/>
          <p14:tracePt t="16187" x="8607425" y="3976688"/>
          <p14:tracePt t="16201" x="8599488" y="3976688"/>
          <p14:tracePt t="16210" x="8593138" y="3970338"/>
          <p14:tracePt t="16226" x="8585200" y="3970338"/>
          <p14:tracePt t="16249" x="8577263" y="3970338"/>
          <p14:tracePt t="16266" x="8562975" y="3970338"/>
          <p14:tracePt t="16291" x="8556625" y="3970338"/>
          <p14:tracePt t="16305" x="8542338" y="3970338"/>
          <p14:tracePt t="16319" x="8534400" y="3970338"/>
          <p14:tracePt t="16335" x="8520113" y="3970338"/>
          <p14:tracePt t="16367" x="8512175" y="3970338"/>
          <p14:tracePt t="16383" x="8505825" y="3970338"/>
          <p14:tracePt t="16399" x="8491538" y="3970338"/>
          <p14:tracePt t="16415" x="8475663" y="3970338"/>
          <p14:tracePt t="16423" x="8469313" y="3970338"/>
          <p14:tracePt t="16447" x="8455025" y="3970338"/>
          <p14:tracePt t="16455" x="8447088" y="3970338"/>
          <p14:tracePt t="16474" x="8432800" y="3962400"/>
          <p14:tracePt t="16483" x="8424863" y="3962400"/>
          <p14:tracePt t="16490" x="8410575" y="3962400"/>
          <p14:tracePt t="16505" x="8396288" y="3954463"/>
          <p14:tracePt t="16522" x="8382000" y="3954463"/>
          <p14:tracePt t="16555" x="8374063" y="3954463"/>
          <p14:tracePt t="16572" x="8367713" y="3954463"/>
          <p14:tracePt t="16588" x="8359775" y="3954463"/>
          <p14:tracePt t="16608" x="8345488" y="3954463"/>
          <p14:tracePt t="16639" x="8339138" y="3954463"/>
          <p14:tracePt t="16656" x="8331200" y="3954463"/>
          <p14:tracePt t="16672" x="8323263" y="3954463"/>
          <p14:tracePt t="16726" x="8316913" y="3954463"/>
          <p14:tracePt t="16787" x="8302625" y="3954463"/>
          <p14:tracePt t="16827" x="8294688" y="3954463"/>
          <p14:tracePt t="16844" x="8288338" y="3962400"/>
          <p14:tracePt t="16850" x="8280400" y="3962400"/>
          <p14:tracePt t="16875" x="8272463" y="3962400"/>
          <p14:tracePt t="16882" x="8266113" y="3962400"/>
          <p14:tracePt t="16897" x="8258175" y="3970338"/>
          <p14:tracePt t="16914" x="8251825" y="3970338"/>
          <p14:tracePt t="16922" x="8243888" y="3976688"/>
          <p14:tracePt t="16940" x="8229600" y="3984625"/>
          <p14:tracePt t="16955" x="8229600" y="3990975"/>
          <p14:tracePt t="16972" x="8221663" y="3990975"/>
          <p14:tracePt t="16989" x="8207375" y="3998913"/>
          <p14:tracePt t="17005" x="8201025" y="4005263"/>
          <p14:tracePt t="17033" x="8193088" y="4013200"/>
          <p14:tracePt t="17042" x="8186738" y="4013200"/>
          <p14:tracePt t="17060" x="8178800" y="4021138"/>
          <p14:tracePt t="17091" x="8170863" y="4021138"/>
          <p14:tracePt t="17097" x="8156575" y="4027488"/>
          <p14:tracePt t="17113" x="8150225" y="4027488"/>
          <p14:tracePt t="17122" x="8142288" y="4035425"/>
          <p14:tracePt t="17138" x="8135938" y="4035425"/>
          <p14:tracePt t="17155" x="8120063" y="4035425"/>
          <p14:tracePt t="17172" x="8091488" y="4035425"/>
          <p14:tracePt t="17188" x="8069263" y="4035425"/>
          <p14:tracePt t="17205" x="8034338" y="4035425"/>
          <p14:tracePt t="17222" x="8018463" y="4035425"/>
          <p14:tracePt t="17239" x="8004175" y="4035425"/>
          <p14:tracePt t="17256" x="7989888" y="4035425"/>
          <p14:tracePt t="17272" x="7975600" y="4035425"/>
          <p14:tracePt t="17289" x="7953375" y="4035425"/>
          <p14:tracePt t="17306" x="7939088" y="4035425"/>
          <p14:tracePt t="17322" x="7932738" y="4035425"/>
          <p14:tracePt t="17356" x="7916863" y="4035425"/>
          <p14:tracePt t="17387" x="7910513" y="4035425"/>
          <p14:tracePt t="17402" x="7910513" y="4027488"/>
          <p14:tracePt t="17435" x="7902575" y="4027488"/>
          <p14:tracePt t="17443" x="7896225" y="4027488"/>
          <p14:tracePt t="17459" x="7888288" y="4027488"/>
          <p14:tracePt t="17472" x="7888288" y="4021138"/>
          <p14:tracePt t="17505" x="7881938" y="4021138"/>
          <p14:tracePt t="17515" x="7881938" y="4013200"/>
          <p14:tracePt t="17539" x="7881938" y="4005263"/>
          <p14:tracePt t="17545" x="7874000" y="4005263"/>
          <p14:tracePt t="17556" x="7874000" y="3998913"/>
          <p14:tracePt t="17572" x="7874000" y="3990975"/>
          <p14:tracePt t="17590" x="7874000" y="3970338"/>
          <p14:tracePt t="17622" x="7874000" y="3948113"/>
          <p14:tracePt t="17639" x="7874000" y="3940175"/>
          <p14:tracePt t="17656" x="7874000" y="3925888"/>
          <p14:tracePt t="17672" x="7881938" y="3919538"/>
          <p14:tracePt t="17689" x="7896225" y="3897313"/>
          <p14:tracePt t="17706" x="7916863" y="3875088"/>
          <p14:tracePt t="17722" x="7932738" y="3868738"/>
          <p14:tracePt t="17739" x="7953375" y="3852863"/>
          <p14:tracePt t="17756" x="7975600" y="3846513"/>
          <p14:tracePt t="17772" x="8004175" y="3838575"/>
          <p14:tracePt t="17790" x="8069263" y="3817938"/>
          <p14:tracePt t="17807" x="8113713" y="3810000"/>
          <p14:tracePt t="17822" x="8170863" y="3802063"/>
          <p14:tracePt t="17839" x="8215313" y="3795713"/>
          <p14:tracePt t="17847" x="8221663" y="3795713"/>
          <p14:tracePt t="17856" x="8237538" y="3795713"/>
          <p14:tracePt t="17873" x="8243888" y="3795713"/>
          <p14:tracePt t="17913" x="8251825" y="3795713"/>
          <p14:tracePt t="17929" x="8258175" y="3795713"/>
          <p14:tracePt t="17939" x="8266113" y="3795713"/>
          <p14:tracePt t="17956" x="8280400" y="3795713"/>
          <p14:tracePt t="17972" x="8302625" y="3802063"/>
          <p14:tracePt t="17990" x="8302625" y="3810000"/>
          <p14:tracePt t="18006" x="8316913" y="3817938"/>
          <p14:tracePt t="18022" x="8323263" y="3824288"/>
          <p14:tracePt t="18039" x="8323263" y="3838575"/>
          <p14:tracePt t="18058" x="8331200" y="3852863"/>
          <p14:tracePt t="18091" x="8331200" y="3860800"/>
          <p14:tracePt t="18123" x="8331200" y="3868738"/>
          <p14:tracePt t="18130" x="8331200" y="3875088"/>
          <p14:tracePt t="18139" x="8331200" y="3883025"/>
          <p14:tracePt t="18156" x="8331200" y="3897313"/>
          <p14:tracePt t="18173" x="8331200" y="3903663"/>
          <p14:tracePt t="18190" x="8331200" y="3925888"/>
          <p14:tracePt t="18206" x="8316913" y="3940175"/>
          <p14:tracePt t="18222" x="8308975" y="3948113"/>
          <p14:tracePt t="18239" x="8302625" y="3954463"/>
          <p14:tracePt t="18256" x="8288338" y="3970338"/>
          <p14:tracePt t="18273" x="8288338" y="3976688"/>
          <p14:tracePt t="18289" x="8280400" y="3984625"/>
          <p14:tracePt t="18308" x="8266113" y="3990975"/>
          <p14:tracePt t="18340" x="8243888" y="3998913"/>
          <p14:tracePt t="18361" x="8229600" y="4005263"/>
          <p14:tracePt t="18378" x="8221663" y="4005263"/>
          <p14:tracePt t="18390" x="8207375" y="4005263"/>
          <p14:tracePt t="18406" x="8186738" y="4005263"/>
          <p14:tracePt t="18423" x="8170863" y="4005263"/>
          <p14:tracePt t="18439" x="8164513" y="4005263"/>
          <p14:tracePt t="18456" x="8156575" y="4005263"/>
          <p14:tracePt t="18473" x="8150225" y="4005263"/>
          <p14:tracePt t="18489" x="8135938" y="4005263"/>
          <p14:tracePt t="18506" x="8128000" y="4005263"/>
          <p14:tracePt t="18523" x="8113713" y="4005263"/>
          <p14:tracePt t="18541" x="8105775" y="4005263"/>
          <p14:tracePt t="18556" x="8091488" y="4005263"/>
          <p14:tracePt t="18574" x="8085138" y="3998913"/>
          <p14:tracePt t="18591" x="8077200" y="3998913"/>
          <p14:tracePt t="18607" x="8069263" y="3990975"/>
          <p14:tracePt t="18624" x="8062913" y="3990975"/>
          <p14:tracePt t="18640" x="8054975" y="3984625"/>
          <p14:tracePt t="18656" x="8054975" y="3976688"/>
          <p14:tracePt t="18673" x="8048625" y="3976688"/>
          <p14:tracePt t="18689" x="8048625" y="3970338"/>
          <p14:tracePt t="18706" x="8048625" y="3962400"/>
          <p14:tracePt t="18724" x="8040688" y="3954463"/>
          <p14:tracePt t="18740" x="8034338" y="3948113"/>
          <p14:tracePt t="18762" x="8034338" y="3940175"/>
          <p14:tracePt t="18772" x="8026400" y="3940175"/>
          <p14:tracePt t="18799" x="8026400" y="3933825"/>
          <p14:tracePt t="18815" x="8026400" y="3925888"/>
          <p14:tracePt t="18832" x="8026400" y="3919538"/>
          <p14:tracePt t="18844" x="8026400" y="3911600"/>
          <p14:tracePt t="18859" x="8026400" y="3903663"/>
          <p14:tracePt t="18873" x="8026400" y="3897313"/>
          <p14:tracePt t="18890" x="8026400" y="3889375"/>
          <p14:tracePt t="18922" x="8026400" y="3883025"/>
          <p14:tracePt t="18939" x="8026400" y="3875088"/>
          <p14:tracePt t="18962" x="8026400" y="3868738"/>
          <p14:tracePt t="18977" x="8026400" y="3860800"/>
          <p14:tracePt t="19002" x="8026400" y="3852863"/>
          <p14:tracePt t="19010" x="8026400" y="3846513"/>
          <p14:tracePt t="19028" x="8034338" y="3838575"/>
          <p14:tracePt t="19039" x="8034338" y="3832225"/>
          <p14:tracePt t="19056" x="8048625" y="3824288"/>
          <p14:tracePt t="19073" x="8054975" y="3824288"/>
          <p14:tracePt t="19089" x="8069263" y="3817938"/>
          <p14:tracePt t="19106" x="8085138" y="3810000"/>
          <p14:tracePt t="19126" x="8113713" y="3795713"/>
          <p14:tracePt t="19139" x="8128000" y="3795713"/>
          <p14:tracePt t="19156" x="8150225" y="3795713"/>
          <p14:tracePt t="19174" x="8193088" y="3781425"/>
          <p14:tracePt t="19191" x="8221663" y="3773488"/>
          <p14:tracePt t="19206" x="8251825" y="3773488"/>
          <p14:tracePt t="19223" x="8280400" y="3767138"/>
          <p14:tracePt t="19240" x="8302625" y="3759200"/>
          <p14:tracePt t="19257" x="8316913" y="3759200"/>
          <p14:tracePt t="19273" x="8345488" y="3751263"/>
          <p14:tracePt t="19290" x="8353425" y="3751263"/>
          <p14:tracePt t="19306" x="8367713" y="3751263"/>
          <p14:tracePt t="19323" x="8389938" y="3744913"/>
          <p14:tracePt t="19340" x="8396288" y="3744913"/>
          <p14:tracePt t="19356" x="8410575" y="3744913"/>
          <p14:tracePt t="19373" x="8418513" y="3744913"/>
          <p14:tracePt t="19394" x="8432800" y="3744913"/>
          <p14:tracePt t="19418" x="8440738" y="3744913"/>
          <p14:tracePt t="19435" x="8447088" y="3744913"/>
          <p14:tracePt t="19443" x="8455025" y="3744913"/>
          <p14:tracePt t="19456" x="8461375" y="3751263"/>
          <p14:tracePt t="19473" x="8483600" y="3767138"/>
          <p14:tracePt t="19489" x="8491538" y="3773488"/>
          <p14:tracePt t="19506" x="8497888" y="3781425"/>
          <p14:tracePt t="19523" x="8505825" y="3787775"/>
          <p14:tracePt t="19539" x="8512175" y="3802063"/>
          <p14:tracePt t="19558" x="8512175" y="3810000"/>
          <p14:tracePt t="19573" x="8512175" y="3817938"/>
          <p14:tracePt t="19592" x="8520113" y="3824288"/>
          <p14:tracePt t="19606" x="8520113" y="3846513"/>
          <p14:tracePt t="19625" x="8520113" y="3852863"/>
          <p14:tracePt t="19640" x="8526463" y="3868738"/>
          <p14:tracePt t="19656" x="8526463" y="3889375"/>
          <p14:tracePt t="19673" x="8526463" y="3897313"/>
          <p14:tracePt t="19690" x="8526463" y="3911600"/>
          <p14:tracePt t="19708" x="8526463" y="3919538"/>
          <p14:tracePt t="19723" x="8526463" y="3933825"/>
          <p14:tracePt t="19756" x="8526463" y="3940175"/>
          <p14:tracePt t="19774" x="8505825" y="3970338"/>
          <p14:tracePt t="19790" x="8497888" y="3984625"/>
          <p14:tracePt t="19807" x="8475663" y="3990975"/>
          <p14:tracePt t="19823" x="8455025" y="3998913"/>
          <p14:tracePt t="19840" x="8440738" y="3998913"/>
          <p14:tracePt t="19849" x="8432800" y="4005263"/>
          <p14:tracePt t="19859" x="8424863" y="4005263"/>
          <p14:tracePt t="19873" x="8404225" y="4013200"/>
          <p14:tracePt t="19890" x="8359775" y="4013200"/>
          <p14:tracePt t="19906" x="8294688" y="4013200"/>
          <p14:tracePt t="19923" x="8258175" y="4013200"/>
          <p14:tracePt t="19940" x="8215313" y="4013200"/>
          <p14:tracePt t="19957" x="8201025" y="4013200"/>
          <p14:tracePt t="19974" x="8186738" y="4013200"/>
          <p14:tracePt t="19990" x="8170863" y="4013200"/>
          <p14:tracePt t="20006" x="8150225" y="4005263"/>
          <p14:tracePt t="20023" x="8135938" y="3998913"/>
          <p14:tracePt t="20040" x="8120063" y="3990975"/>
          <p14:tracePt t="20057" x="8099425" y="3990975"/>
          <p14:tracePt t="20073" x="8077200" y="3976688"/>
          <p14:tracePt t="20090" x="8054975" y="3970338"/>
          <p14:tracePt t="20107" x="8040688" y="3970338"/>
          <p14:tracePt t="20123" x="8026400" y="3954463"/>
          <p14:tracePt t="20140" x="8018463" y="3954463"/>
          <p14:tracePt t="20157" x="8012113" y="3940175"/>
          <p14:tracePt t="20174" x="7989888" y="3919538"/>
          <p14:tracePt t="20190" x="7975600" y="3897313"/>
          <p14:tracePt t="20207" x="7975600" y="3883025"/>
          <p14:tracePt t="20223" x="7975600" y="3852863"/>
          <p14:tracePt t="20240" x="7975600" y="3838575"/>
          <p14:tracePt t="20256" x="7975600" y="3817938"/>
          <p14:tracePt t="20273" x="7975600" y="3810000"/>
          <p14:tracePt t="20307" x="7975600" y="3795713"/>
          <p14:tracePt t="20909" x="8012113" y="3817938"/>
          <p14:tracePt t="20923" x="8034338" y="3824288"/>
          <p14:tracePt t="20940" x="8077200" y="3846513"/>
          <p14:tracePt t="20958" x="8128000" y="3883025"/>
          <p14:tracePt t="20974" x="8142288" y="3903663"/>
          <p14:tracePt t="20990" x="8156575" y="3911600"/>
          <p14:tracePt t="21007" x="8170863" y="3919538"/>
          <p14:tracePt t="21024" x="8193088" y="3954463"/>
          <p14:tracePt t="21040" x="8207375" y="3984625"/>
          <p14:tracePt t="21059" x="8229600" y="4027488"/>
          <p14:tracePt t="21073" x="8243888" y="4064000"/>
          <p14:tracePt t="21090" x="8258175" y="4078288"/>
          <p14:tracePt t="21107" x="8258175" y="4086225"/>
          <p14:tracePt t="21124" x="8258175" y="4092575"/>
          <p14:tracePt t="21140" x="8266113" y="4106863"/>
          <p14:tracePt t="21158" x="8266113" y="4129088"/>
          <p14:tracePt t="21175" x="8266113" y="4151313"/>
          <p14:tracePt t="21191" x="8266113" y="4157663"/>
          <p14:tracePt t="21208" x="8266113" y="4173538"/>
          <p14:tracePt t="21224" x="8266113" y="4187825"/>
          <p14:tracePt t="21240" x="8266113" y="4202113"/>
          <p14:tracePt t="21257" x="8258175" y="4238625"/>
          <p14:tracePt t="21274" x="8251825" y="4252913"/>
          <p14:tracePt t="21291" x="8243888" y="4267200"/>
          <p14:tracePt t="21308" x="8237538" y="4275138"/>
          <p14:tracePt t="21330" x="8229600" y="4281488"/>
          <p14:tracePt t="21362" x="8221663" y="4281488"/>
          <p14:tracePt t="21411" x="8215313" y="4281488"/>
          <p14:tracePt t="21436" x="8207375" y="4281488"/>
          <p14:tracePt t="21443" x="8201025" y="4281488"/>
          <p14:tracePt t="21457" x="8201025" y="4275138"/>
          <p14:tracePt t="21473" x="8201025" y="4259263"/>
          <p14:tracePt t="21490" x="8201025" y="4252913"/>
          <p14:tracePt t="21507" x="8201025" y="4230688"/>
          <p14:tracePt t="21523" x="8201025" y="4208463"/>
          <p14:tracePt t="21540" x="8201025" y="4187825"/>
          <p14:tracePt t="21559" x="8201025" y="4157663"/>
          <p14:tracePt t="21575" x="8207375" y="4143375"/>
          <p14:tracePt t="21590" x="8215313" y="4129088"/>
          <p14:tracePt t="21607" x="8237538" y="4106863"/>
          <p14:tracePt t="21624" x="8243888" y="4100513"/>
          <p14:tracePt t="21641" x="8258175" y="4086225"/>
          <p14:tracePt t="21657" x="8272463" y="4078288"/>
          <p14:tracePt t="21674" x="8288338" y="4078288"/>
          <p14:tracePt t="21690" x="8302625" y="4064000"/>
          <p14:tracePt t="21707" x="8316913" y="4064000"/>
          <p14:tracePt t="21724" x="8323263" y="4049713"/>
          <p14:tracePt t="21741" x="8331200" y="4049713"/>
          <p14:tracePt t="21757" x="8339138" y="4041775"/>
          <p14:tracePt t="21781" x="8345488" y="4041775"/>
          <p14:tracePt t="21812" x="8353425" y="4041775"/>
          <p14:tracePt t="21833" x="8359775" y="4041775"/>
          <p14:tracePt t="21860" x="8367713" y="4041775"/>
          <p14:tracePt t="21882" x="8374063" y="4041775"/>
          <p14:tracePt t="21889" x="8382000" y="4041775"/>
          <p14:tracePt t="21897" x="8389938" y="4041775"/>
          <p14:tracePt t="21907" x="8389938" y="4049713"/>
          <p14:tracePt t="21923" x="8410575" y="4049713"/>
          <p14:tracePt t="21940" x="8418513" y="4064000"/>
          <p14:tracePt t="21956" x="8432800" y="4064000"/>
          <p14:tracePt t="21973" x="8447088" y="4071938"/>
          <p14:tracePt t="21990" x="8455025" y="4078288"/>
          <p14:tracePt t="22007" x="8455025" y="4086225"/>
          <p14:tracePt t="22024" x="8461375" y="4092575"/>
          <p14:tracePt t="22041" x="8475663" y="4106863"/>
          <p14:tracePt t="22057" x="8475663" y="4122738"/>
          <p14:tracePt t="22074" x="8475663" y="4143375"/>
          <p14:tracePt t="22090" x="8475663" y="4165600"/>
          <p14:tracePt t="22107" x="8475663" y="4187825"/>
          <p14:tracePt t="22124" x="8475663" y="4208463"/>
          <p14:tracePt t="22140" x="8475663" y="4224338"/>
          <p14:tracePt t="22158" x="8469313" y="4259263"/>
          <p14:tracePt t="22174" x="8461375" y="4275138"/>
          <p14:tracePt t="22191" x="8447088" y="4303713"/>
          <p14:tracePt t="22207" x="8432800" y="4318000"/>
          <p14:tracePt t="22224" x="8424863" y="4318000"/>
          <p14:tracePt t="22241" x="8410575" y="4325938"/>
          <p14:tracePt t="22257" x="8396288" y="4340225"/>
          <p14:tracePt t="22275" x="8382000" y="4346575"/>
          <p14:tracePt t="22290" x="8353425" y="4346575"/>
          <p14:tracePt t="22308" x="8308975" y="4346575"/>
          <p14:tracePt t="22324" x="8288338" y="4346575"/>
          <p14:tracePt t="22340" x="8266113" y="4346575"/>
          <p14:tracePt t="22346" x="8258175" y="4346575"/>
          <p14:tracePt t="22358" x="8237538" y="4346575"/>
          <p14:tracePt t="22374" x="8221663" y="4340225"/>
          <p14:tracePt t="22391" x="8215313" y="4340225"/>
          <p14:tracePt t="22407" x="8201025" y="4332288"/>
          <p14:tracePt t="22424" x="8186738" y="4310063"/>
          <p14:tracePt t="22441" x="8186738" y="4303713"/>
          <p14:tracePt t="22457" x="8178800" y="4267200"/>
          <p14:tracePt t="22474" x="8178800" y="4238625"/>
          <p14:tracePt t="22491" x="8178800" y="4194175"/>
          <p14:tracePt t="22507" x="8178800" y="4157663"/>
          <p14:tracePt t="22524" x="8193088" y="4114800"/>
          <p14:tracePt t="22541" x="8201025" y="4092575"/>
          <p14:tracePt t="22557" x="8207375" y="4086225"/>
          <p14:tracePt t="22573" x="8215313" y="4078288"/>
          <p14:tracePt t="22590" x="8243888" y="4064000"/>
          <p14:tracePt t="22607" x="8251825" y="4064000"/>
          <p14:tracePt t="22623" x="8258175" y="4064000"/>
          <p14:tracePt t="22640" x="8280400" y="4056063"/>
          <p14:tracePt t="22657" x="8308975" y="4056063"/>
          <p14:tracePt t="22674" x="8339138" y="4056063"/>
          <p14:tracePt t="22690" x="8382000" y="4056063"/>
          <p14:tracePt t="22707" x="8389938" y="4056063"/>
          <p14:tracePt t="22723" x="8396288" y="4056063"/>
          <p14:tracePt t="22968" x="8389938" y="4056063"/>
          <p14:tracePt t="22975" x="8359775" y="4064000"/>
          <p14:tracePt t="22983" x="8323263" y="4071938"/>
          <p14:tracePt t="22991" x="8243888" y="4092575"/>
          <p14:tracePt t="23007" x="8012113" y="4122738"/>
          <p14:tracePt t="23024" x="7597775" y="4122738"/>
          <p14:tracePt t="23040" x="7002463" y="4122738"/>
          <p14:tracePt t="23057" x="6494463" y="4122738"/>
          <p14:tracePt t="23074" x="6175375" y="4122738"/>
          <p14:tracePt t="23090" x="6002338" y="4122738"/>
          <p14:tracePt t="23107" x="5884863" y="4106863"/>
          <p14:tracePt t="23124" x="5805488" y="4092575"/>
          <p14:tracePt t="23140" x="5740400" y="4086225"/>
          <p14:tracePt t="23157" x="5565775" y="4086225"/>
          <p14:tracePt t="23174" x="5421313" y="4064000"/>
          <p14:tracePt t="23190" x="5246688" y="4041775"/>
          <p14:tracePt t="23207" x="5072063" y="4021138"/>
          <p14:tracePt t="23224" x="4884738" y="4005263"/>
          <p14:tracePt t="23240" x="4732338" y="4005263"/>
          <p14:tracePt t="23257" x="4637088" y="4005263"/>
          <p14:tracePt t="23274" x="4586288" y="4005263"/>
          <p14:tracePt t="23291" x="4549775" y="4005263"/>
          <p14:tracePt t="23307" x="4521200" y="4021138"/>
          <p14:tracePt t="23324" x="4484688" y="4027488"/>
          <p14:tracePt t="23341" x="4411663" y="4064000"/>
          <p14:tracePt t="23344" x="4360863" y="4078288"/>
          <p14:tracePt t="23358" x="4230688" y="4114800"/>
          <p14:tracePt t="23374" x="4064000" y="4143375"/>
          <p14:tracePt t="23390" x="3875088" y="4157663"/>
          <p14:tracePt t="23407" x="3722688" y="4173538"/>
          <p14:tracePt t="23424" x="3592513" y="4179888"/>
          <p14:tracePt t="23440" x="3497263" y="4194175"/>
          <p14:tracePt t="23457" x="3454400" y="4202113"/>
          <p14:tracePt t="23474" x="3440113" y="4202113"/>
          <p14:tracePt t="23491" x="3411538" y="4208463"/>
          <p14:tracePt t="23508" x="3381375" y="4224338"/>
          <p14:tracePt t="23524" x="3344863" y="4230688"/>
          <p14:tracePt t="23540" x="3259138" y="4252913"/>
          <p14:tracePt t="23557" x="3135313" y="4267200"/>
          <p14:tracePt t="23574" x="3062288" y="4275138"/>
          <p14:tracePt t="23590" x="2982913" y="4289425"/>
          <p14:tracePt t="23607" x="2909888" y="4295775"/>
          <p14:tracePt t="23624" x="2836863" y="4295775"/>
          <p14:tracePt t="23640" x="2743200" y="4295775"/>
          <p14:tracePt t="23657" x="2633663" y="4295775"/>
          <p14:tracePt t="23674" x="2554288" y="4295775"/>
          <p14:tracePt t="23691" x="2466975" y="4289425"/>
          <p14:tracePt t="23707" x="2401888" y="4267200"/>
          <p14:tracePt t="23724" x="2365375" y="4252913"/>
          <p14:tracePt t="23741" x="2328863" y="4230688"/>
          <p14:tracePt t="23757" x="2263775" y="4173538"/>
          <p14:tracePt t="23774" x="2184400" y="4122738"/>
          <p14:tracePt t="23791" x="2105025" y="4056063"/>
          <p14:tracePt t="23807" x="2003425" y="3984625"/>
          <p14:tracePt t="23824" x="1893888" y="3911600"/>
          <p14:tracePt t="23841" x="1770063" y="3838575"/>
          <p14:tracePt t="23857" x="1647825" y="3781425"/>
          <p14:tracePt t="23874" x="1524000" y="3700463"/>
          <p14:tracePt t="23890" x="1422400" y="3635375"/>
          <p14:tracePt t="23907" x="1385888" y="3578225"/>
          <p14:tracePt t="23924" x="1343025" y="3482975"/>
          <p14:tracePt t="23941" x="1292225" y="3395663"/>
          <p14:tracePt t="23958" x="1262063" y="3309938"/>
          <p14:tracePt t="23974" x="1255713" y="3259138"/>
          <p14:tracePt t="23991" x="1255713" y="3208338"/>
          <p14:tracePt t="24007" x="1247775" y="3157538"/>
          <p14:tracePt t="24024" x="1241425" y="3106738"/>
          <p14:tracePt t="24040" x="1233488" y="3070225"/>
          <p14:tracePt t="24057" x="1233488" y="3025775"/>
          <p14:tracePt t="24074" x="1233488" y="2974975"/>
          <p14:tracePt t="24091" x="1241425" y="2932113"/>
          <p14:tracePt t="24107" x="1277938" y="2887663"/>
          <p14:tracePt t="24124" x="1306513" y="2822575"/>
          <p14:tracePt t="24141" x="1357313" y="2751138"/>
          <p14:tracePt t="24157" x="1422400" y="2649538"/>
          <p14:tracePt t="24174" x="1487488" y="2568575"/>
          <p14:tracePt t="24191" x="1566863" y="2489200"/>
          <p14:tracePt t="24207" x="1633538" y="2424113"/>
          <p14:tracePt t="24224" x="1668463" y="2387600"/>
          <p14:tracePt t="24241" x="1698625" y="2365375"/>
          <p14:tracePt t="24257" x="1727200" y="2328863"/>
          <p14:tracePt t="24274" x="1755775" y="2308225"/>
          <p14:tracePt t="24291" x="1806575" y="2271713"/>
          <p14:tracePt t="24308" x="1865313" y="2235200"/>
          <p14:tracePt t="24324" x="1901825" y="2198688"/>
          <p14:tracePt t="24341" x="1958975" y="2170113"/>
          <p14:tracePt t="24344" x="1995488" y="2147888"/>
          <p14:tracePt t="24357" x="2039938" y="2125663"/>
          <p14:tracePt t="24374" x="2074863" y="2119313"/>
          <p14:tracePt t="24391" x="2125663" y="2097088"/>
          <p14:tracePt t="24408" x="2176463" y="2082800"/>
          <p14:tracePt t="24424" x="2235200" y="2074863"/>
          <p14:tracePt t="24441" x="2293938" y="2068513"/>
          <p14:tracePt t="24457" x="2344738" y="2068513"/>
          <p14:tracePt t="24474" x="2395538" y="2068513"/>
          <p14:tracePt t="24491" x="2446338" y="2068513"/>
          <p14:tracePt t="24507" x="2517775" y="2068513"/>
          <p14:tracePt t="24524" x="2598738" y="2068513"/>
          <p14:tracePt t="24541" x="2692400" y="2068513"/>
          <p14:tracePt t="24557" x="2844800" y="2074863"/>
          <p14:tracePt t="24574" x="2938463" y="2097088"/>
          <p14:tracePt t="24591" x="3055938" y="2119313"/>
          <p14:tracePt t="24607" x="3163888" y="2147888"/>
          <p14:tracePt t="24625" x="3279775" y="2170113"/>
          <p14:tracePt t="24641" x="3403600" y="2206625"/>
          <p14:tracePt t="24657" x="3513138" y="2227263"/>
          <p14:tracePt t="24674" x="3635375" y="2278063"/>
          <p14:tracePt t="24691" x="3759200" y="2322513"/>
          <p14:tracePt t="24707" x="3860800" y="2373313"/>
          <p14:tracePt t="24724" x="3948113" y="2409825"/>
          <p14:tracePt t="24741" x="4092575" y="2474913"/>
          <p14:tracePt t="24757" x="4173538" y="2511425"/>
          <p14:tracePt t="24774" x="4267200" y="2562225"/>
          <p14:tracePt t="24791" x="4360863" y="2627313"/>
          <p14:tracePt t="24808" x="4470400" y="2700338"/>
          <p14:tracePt t="24824" x="4579938" y="2786063"/>
          <p14:tracePt t="24841" x="4681538" y="2873375"/>
          <p14:tracePt t="24857" x="4760913" y="2932113"/>
          <p14:tracePt t="24874" x="4840288" y="3011488"/>
          <p14:tracePt t="24891" x="4913313" y="3076575"/>
          <p14:tracePt t="24908" x="4978400" y="3157538"/>
          <p14:tracePt t="24924" x="5029200" y="3236913"/>
          <p14:tracePt t="24941" x="5080000" y="3352800"/>
          <p14:tracePt t="24957" x="5094288" y="3425825"/>
          <p14:tracePt t="24974" x="5122863" y="3513138"/>
          <p14:tracePt t="24991" x="5159375" y="3606800"/>
          <p14:tracePt t="25008" x="5189538" y="3686175"/>
          <p14:tracePt t="25024" x="5224463" y="3751263"/>
          <p14:tracePt t="25041" x="5240338" y="3810000"/>
          <p14:tracePt t="25059" x="5240338" y="3846513"/>
          <p14:tracePt t="25074" x="5246688" y="3883025"/>
          <p14:tracePt t="25091" x="5246688" y="3933825"/>
          <p14:tracePt t="25108" x="5246688" y="3976688"/>
          <p14:tracePt t="25124" x="5246688" y="4027488"/>
          <p14:tracePt t="25141" x="5240338" y="4086225"/>
          <p14:tracePt t="25158" x="5224463" y="4114800"/>
          <p14:tracePt t="25175" x="5210175" y="4151313"/>
          <p14:tracePt t="25191" x="5189538" y="4179888"/>
          <p14:tracePt t="25208" x="5167313" y="4230688"/>
          <p14:tracePt t="25224" x="5138738" y="4259263"/>
          <p14:tracePt t="25241" x="5122863" y="4289425"/>
          <p14:tracePt t="25258" x="5087938" y="4325938"/>
          <p14:tracePt t="25275" x="5057775" y="4354513"/>
          <p14:tracePt t="25291" x="5006975" y="4383088"/>
          <p14:tracePt t="25308" x="4964113" y="4405313"/>
          <p14:tracePt t="25324" x="4913313" y="4433888"/>
          <p14:tracePt t="25341" x="4848225" y="4462463"/>
          <p14:tracePt t="25358" x="4775200" y="4492625"/>
          <p14:tracePt t="25374" x="4724400" y="4506913"/>
          <p14:tracePt t="25391" x="4681538" y="4521200"/>
          <p14:tracePt t="25408" x="4645025" y="4535488"/>
          <p14:tracePt t="25424" x="4608513" y="4549775"/>
          <p14:tracePt t="25441" x="4579938" y="4557713"/>
          <p14:tracePt t="25458" x="4535488" y="4564063"/>
          <p14:tracePt t="25475" x="4492625" y="4579938"/>
          <p14:tracePt t="25491" x="4441825" y="4594225"/>
          <p14:tracePt t="25508" x="4405313" y="4608513"/>
          <p14:tracePt t="25525" x="4360863" y="4614863"/>
          <p14:tracePt t="25542" x="4303713" y="4614863"/>
          <p14:tracePt t="25558" x="4275138" y="4622800"/>
          <p14:tracePt t="25574" x="4224338" y="4622800"/>
          <p14:tracePt t="25591" x="4157663" y="4645025"/>
          <p14:tracePt t="25608" x="4100513" y="4645025"/>
          <p14:tracePt t="25624" x="4027488" y="4651375"/>
          <p14:tracePt t="25641" x="3948113" y="4651375"/>
          <p14:tracePt t="25658" x="3883025" y="4651375"/>
          <p14:tracePt t="25675" x="3802063" y="4651375"/>
          <p14:tracePt t="25691" x="3736975" y="4651375"/>
          <p14:tracePt t="25708" x="3649663" y="4651375"/>
          <p14:tracePt t="25724" x="3598863" y="4630738"/>
          <p14:tracePt t="25741" x="3548063" y="4608513"/>
          <p14:tracePt t="25758" x="3497263" y="4579938"/>
          <p14:tracePt t="25774" x="3468688" y="4564063"/>
          <p14:tracePt t="25791" x="3432175" y="4535488"/>
          <p14:tracePt t="25809" x="3381375" y="4506913"/>
          <p14:tracePt t="25825" x="3352800" y="4470400"/>
          <p14:tracePt t="25841" x="3324225" y="4441825"/>
          <p14:tracePt t="25845" x="3302000" y="4411663"/>
          <p14:tracePt t="25859" x="3294063" y="4391025"/>
          <p14:tracePt t="25875" x="3259138" y="4325938"/>
          <p14:tracePt t="25891" x="3222625" y="4244975"/>
          <p14:tracePt t="25908" x="3192463" y="4173538"/>
          <p14:tracePt t="25925" x="3171825" y="4100513"/>
          <p14:tracePt t="25941" x="3149600" y="4005263"/>
          <p14:tracePt t="25958" x="3135313" y="3940175"/>
          <p14:tracePt t="25975" x="3127375" y="3897313"/>
          <p14:tracePt t="25991" x="3121025" y="3846513"/>
          <p14:tracePt t="26008" x="3106738" y="3795713"/>
          <p14:tracePt t="26025" x="3106738" y="3744913"/>
          <p14:tracePt t="26042" x="3106738" y="3694113"/>
          <p14:tracePt t="26058" x="3106738" y="3643313"/>
          <p14:tracePt t="26075" x="3106738" y="3606800"/>
          <p14:tracePt t="26091" x="3106738" y="3578225"/>
          <p14:tracePt t="26108" x="3106738" y="3533775"/>
          <p14:tracePt t="26125" x="3106738" y="3468688"/>
          <p14:tracePt t="26141" x="3113088" y="3411538"/>
          <p14:tracePt t="26158" x="3135313" y="3367088"/>
          <p14:tracePt t="26175" x="3163888" y="3302000"/>
          <p14:tracePt t="26191" x="3192463" y="3243263"/>
          <p14:tracePt t="26208" x="3214688" y="3171825"/>
          <p14:tracePt t="26225" x="3243263" y="3121025"/>
          <p14:tracePt t="26241" x="3265488" y="3090863"/>
          <p14:tracePt t="26259" x="3294063" y="3048000"/>
          <p14:tracePt t="26275" x="3330575" y="3019425"/>
          <p14:tracePt t="26291" x="3375025" y="2974975"/>
          <p14:tracePt t="26308" x="3403600" y="2946400"/>
          <p14:tracePt t="26325" x="3432175" y="2909888"/>
          <p14:tracePt t="26342" x="3490913" y="2873375"/>
          <p14:tracePt t="26358" x="3533775" y="2844800"/>
          <p14:tracePt t="26375" x="3570288" y="2822575"/>
          <p14:tracePt t="26392" x="3614738" y="2801938"/>
          <p14:tracePt t="26408" x="3665538" y="2779713"/>
          <p14:tracePt t="26425" x="3730625" y="2743200"/>
          <p14:tracePt t="26442" x="3781425" y="2720975"/>
          <p14:tracePt t="26458" x="3832225" y="2692400"/>
          <p14:tracePt t="26475" x="3868738" y="2678113"/>
          <p14:tracePt t="26492" x="3903663" y="2663825"/>
          <p14:tracePt t="26508" x="3933825" y="2655888"/>
          <p14:tracePt t="26525" x="3976688" y="2649538"/>
          <p14:tracePt t="26542" x="4021138" y="2633663"/>
          <p14:tracePt t="26559" x="4064000" y="2627313"/>
          <p14:tracePt t="26575" x="4122738" y="2605088"/>
          <p14:tracePt t="26591" x="4187825" y="2605088"/>
          <p14:tracePt t="26608" x="4238625" y="2598738"/>
          <p14:tracePt t="26625" x="4289425" y="2590800"/>
          <p14:tracePt t="26642" x="4325938" y="2590800"/>
          <p14:tracePt t="26658" x="4340225" y="2590800"/>
          <p14:tracePt t="26675" x="4346575" y="2590800"/>
          <p14:tracePt t="26692" x="4368800" y="2590800"/>
          <p14:tracePt t="26708" x="4397375" y="2590800"/>
          <p14:tracePt t="26726" x="4456113" y="2613025"/>
          <p14:tracePt t="26742" x="4484688" y="2641600"/>
          <p14:tracePt t="26758" x="4521200" y="2670175"/>
          <p14:tracePt t="26775" x="4549775" y="2700338"/>
          <p14:tracePt t="26792" x="4586288" y="2735263"/>
          <p14:tracePt t="26808" x="4622800" y="2808288"/>
          <p14:tracePt t="26825" x="4681538" y="2881313"/>
          <p14:tracePt t="26842" x="4716463" y="2946400"/>
          <p14:tracePt t="26846" x="4746625" y="2982913"/>
          <p14:tracePt t="26858" x="4767263" y="3025775"/>
          <p14:tracePt t="26875" x="4783138" y="3070225"/>
          <p14:tracePt t="26892" x="4803775" y="3106738"/>
          <p14:tracePt t="26908" x="4826000" y="3149600"/>
          <p14:tracePt t="26925" x="4862513" y="3243263"/>
          <p14:tracePt t="26942" x="4891088" y="3330575"/>
          <p14:tracePt t="26959" x="4905375" y="3395663"/>
          <p14:tracePt t="26975" x="4927600" y="3462338"/>
          <p14:tracePt t="26992" x="4927600" y="3505200"/>
          <p14:tracePt t="27009" x="4927600" y="3541713"/>
          <p14:tracePt t="27025" x="4935538" y="3592513"/>
          <p14:tracePt t="27042" x="4941888" y="3657600"/>
          <p14:tracePt t="27058" x="4956175" y="3722688"/>
          <p14:tracePt t="27075" x="4964113" y="3773488"/>
          <p14:tracePt t="27092" x="4964113" y="3810000"/>
          <p14:tracePt t="27108" x="4964113" y="3838575"/>
          <p14:tracePt t="27126" x="4964113" y="3903663"/>
          <p14:tracePt t="27142" x="4964113" y="3948113"/>
          <p14:tracePt t="27158" x="4964113" y="3998913"/>
          <p14:tracePt t="27175" x="4964113" y="4041775"/>
          <p14:tracePt t="27192" x="4964113" y="4071938"/>
          <p14:tracePt t="27208" x="4956175" y="4092575"/>
          <p14:tracePt t="27225" x="4949825" y="4106863"/>
          <p14:tracePt t="27242" x="4935538" y="4137025"/>
          <p14:tracePt t="27259" x="4927600" y="4157663"/>
          <p14:tracePt t="27276" x="4899025" y="4194175"/>
          <p14:tracePt t="27292" x="4876800" y="4230688"/>
          <p14:tracePt t="27309" x="4840288" y="4275138"/>
          <p14:tracePt t="27327" x="4803775" y="4318000"/>
          <p14:tracePt t="27342" x="4783138" y="4340225"/>
          <p14:tracePt t="27359" x="4767263" y="4360863"/>
          <p14:tracePt t="27376" x="4732338" y="4391025"/>
          <p14:tracePt t="27392" x="4665663" y="4433888"/>
          <p14:tracePt t="27409" x="4608513" y="4462463"/>
          <p14:tracePt t="27426" x="4543425" y="4513263"/>
          <p14:tracePt t="27442" x="4470400" y="4543425"/>
          <p14:tracePt t="27459" x="4411663" y="4557713"/>
          <p14:tracePt t="27476" x="4383088" y="4564063"/>
          <p14:tracePt t="27492" x="4340225" y="4572000"/>
          <p14:tracePt t="27509" x="4310063" y="4579938"/>
          <p14:tracePt t="27526" x="4259263" y="4579938"/>
          <p14:tracePt t="27542" x="4187825" y="4579938"/>
          <p14:tracePt t="27558" x="4137025" y="4579938"/>
          <p14:tracePt t="27575" x="4078288" y="4557713"/>
          <p14:tracePt t="27592" x="4027488" y="4549775"/>
          <p14:tracePt t="27608" x="3990975" y="4529138"/>
          <p14:tracePt t="27625" x="3933825" y="4498975"/>
          <p14:tracePt t="27642" x="3925888" y="4498975"/>
          <p14:tracePt t="27675" x="3919538" y="4492625"/>
          <p14:tracePt t="27728" x="3911600" y="4484688"/>
          <p14:tracePt t="27751" x="3911600" y="4478338"/>
          <p14:tracePt t="27760" x="3911600" y="4462463"/>
          <p14:tracePt t="27767" x="3911600" y="4456113"/>
          <p14:tracePt t="27775" x="3911600" y="4448175"/>
          <p14:tracePt t="27792" x="3911600" y="4419600"/>
          <p14:tracePt t="27808" x="3911600" y="4383088"/>
          <p14:tracePt t="27825" x="3911600" y="4346575"/>
          <p14:tracePt t="27842" x="3911600" y="4303713"/>
          <p14:tracePt t="27845" x="3911600" y="4275138"/>
          <p14:tracePt t="27858" x="3911600" y="4244975"/>
          <p14:tracePt t="27875" x="3919538" y="4179888"/>
          <p14:tracePt t="27892" x="3940175" y="4129088"/>
          <p14:tracePt t="27909" x="3970338" y="4041775"/>
          <p14:tracePt t="27925" x="3976688" y="3990975"/>
          <p14:tracePt t="27942" x="3998913" y="3933825"/>
          <p14:tracePt t="27959" x="4013200" y="3838575"/>
          <p14:tracePt t="27975" x="4035425" y="3773488"/>
          <p14:tracePt t="27992" x="4049713" y="3708400"/>
          <p14:tracePt t="28009" x="4064000" y="3649663"/>
          <p14:tracePt t="28026" x="4078288" y="3606800"/>
          <p14:tracePt t="28042" x="4092575" y="3541713"/>
          <p14:tracePt t="28058" x="4100513" y="3476625"/>
          <p14:tracePt t="28075" x="4129088" y="3411538"/>
          <p14:tracePt t="28092" x="4137025" y="3367088"/>
          <p14:tracePt t="28108" x="4157663" y="3330575"/>
          <p14:tracePt t="28125" x="4173538" y="3273425"/>
          <p14:tracePt t="28142" x="4187825" y="3236913"/>
          <p14:tracePt t="28159" x="4208463" y="3178175"/>
          <p14:tracePt t="28175" x="4224338" y="3157538"/>
          <p14:tracePt t="28192" x="4244975" y="3127375"/>
          <p14:tracePt t="28209" x="4259263" y="3090863"/>
          <p14:tracePt t="28225" x="4275138" y="3070225"/>
          <p14:tracePt t="28242" x="4281488" y="3025775"/>
          <p14:tracePt t="28259" x="4295775" y="2997200"/>
          <p14:tracePt t="28276" x="4303713" y="2974975"/>
          <p14:tracePt t="28292" x="4318000" y="2938463"/>
          <p14:tracePt t="28309" x="4325938" y="2909888"/>
          <p14:tracePt t="28325" x="4332288" y="2881313"/>
          <p14:tracePt t="28342" x="4346575" y="2844800"/>
          <p14:tracePt t="28359" x="4354513" y="2816225"/>
          <p14:tracePt t="28375" x="4360863" y="2801938"/>
          <p14:tracePt t="28392" x="4368800" y="2771775"/>
          <p14:tracePt t="28409" x="4383088" y="2757488"/>
          <p14:tracePt t="28425" x="4383088" y="2751138"/>
          <p14:tracePt t="28459" x="4383088" y="2743200"/>
          <p14:tracePt t="28475" x="4391025" y="2735263"/>
          <p14:tracePt t="28492" x="4397375" y="2728913"/>
          <p14:tracePt t="28509" x="4419600" y="2720975"/>
          <p14:tracePt t="28525" x="4448175" y="2720975"/>
          <p14:tracePt t="28542" x="4470400" y="2720975"/>
          <p14:tracePt t="28559" x="4498975" y="2720975"/>
          <p14:tracePt t="28575" x="4521200" y="2720975"/>
          <p14:tracePt t="28592" x="4543425" y="2720975"/>
          <p14:tracePt t="28610" x="4572000" y="2720975"/>
          <p14:tracePt t="28626" x="4614863" y="2720975"/>
          <p14:tracePt t="28642" x="4637088" y="2728913"/>
          <p14:tracePt t="28659" x="4651375" y="2728913"/>
          <p14:tracePt t="28676" x="4665663" y="2735263"/>
          <p14:tracePt t="28692" x="4673600" y="2735263"/>
          <p14:tracePt t="28710" x="4702175" y="2757488"/>
          <p14:tracePt t="28726" x="4716463" y="2765425"/>
          <p14:tracePt t="28743" x="4738688" y="2786063"/>
          <p14:tracePt t="28759" x="4752975" y="2808288"/>
          <p14:tracePt t="28776" x="4760913" y="2836863"/>
          <p14:tracePt t="28793" x="4783138" y="2867025"/>
          <p14:tracePt t="28809" x="4803775" y="2903538"/>
          <p14:tracePt t="28826" x="4826000" y="2938463"/>
          <p14:tracePt t="28843" x="4840288" y="2968625"/>
          <p14:tracePt t="28851" x="4854575" y="2989263"/>
          <p14:tracePt t="28865" x="4868863" y="3025775"/>
          <p14:tracePt t="28876" x="4876800" y="3055938"/>
          <p14:tracePt t="28894" x="4919663" y="3135313"/>
          <p14:tracePt t="28910" x="4949825" y="3171825"/>
          <p14:tracePt t="28926" x="4970463" y="3236913"/>
          <p14:tracePt t="28943" x="4992688" y="3294063"/>
          <p14:tracePt t="28959" x="5014913" y="3367088"/>
          <p14:tracePt t="28976" x="5043488" y="3440113"/>
          <p14:tracePt t="28993" x="5072063" y="3541713"/>
          <p14:tracePt t="29009" x="5094288" y="3635375"/>
          <p14:tracePt t="29026" x="5116513" y="3730625"/>
          <p14:tracePt t="29043" x="5122863" y="3817938"/>
          <p14:tracePt t="29059" x="5130800" y="3897313"/>
          <p14:tracePt t="29076" x="5130800" y="3976688"/>
          <p14:tracePt t="29093" x="5153025" y="4049713"/>
          <p14:tracePt t="29110" x="5153025" y="4106863"/>
          <p14:tracePt t="29126" x="5153025" y="4187825"/>
          <p14:tracePt t="29143" x="5153025" y="4230688"/>
          <p14:tracePt t="29159" x="5138738" y="4289425"/>
          <p14:tracePt t="29176" x="5108575" y="4354513"/>
          <p14:tracePt t="29193" x="5087938" y="4397375"/>
          <p14:tracePt t="29209" x="5072063" y="4441825"/>
          <p14:tracePt t="29226" x="5051425" y="4484688"/>
          <p14:tracePt t="29242" x="5021263" y="4529138"/>
          <p14:tracePt t="29259" x="5006975" y="4564063"/>
          <p14:tracePt t="29278" x="4986338" y="4586288"/>
          <p14:tracePt t="29293" x="4986338" y="4600575"/>
          <p14:tracePt t="29311" x="4970463" y="4622800"/>
          <p14:tracePt t="29346" x="4964113" y="4630738"/>
          <p14:tracePt t="29954" x="4964113" y="4645025"/>
          <p14:tracePt t="29962" x="4964113" y="4651375"/>
          <p14:tracePt t="29970" x="4964113" y="4673600"/>
          <p14:tracePt t="29977" x="4964113" y="4687888"/>
          <p14:tracePt t="29993" x="4978400" y="4710113"/>
          <p14:tracePt t="30010" x="4986338" y="4716463"/>
          <p14:tracePt t="30048" x="4986338" y="4724400"/>
          <p14:tracePt t="30064" x="4992688" y="4724400"/>
          <p14:tracePt t="30137" x="5000625" y="4724400"/>
          <p14:tracePt t="30169" x="5014913" y="4724400"/>
          <p14:tracePt t="30175" x="5021263" y="4724400"/>
          <p14:tracePt t="30192" x="5037138" y="4724400"/>
          <p14:tracePt t="30200" x="5057775" y="4724400"/>
          <p14:tracePt t="30209" x="5094288" y="4716463"/>
          <p14:tracePt t="30226" x="5181600" y="4695825"/>
          <p14:tracePt t="30243" x="5283200" y="4659313"/>
          <p14:tracePt t="30259" x="5384800" y="4645025"/>
          <p14:tracePt t="30278" x="5580063" y="4645025"/>
          <p14:tracePt t="30293" x="5661025" y="4645025"/>
          <p14:tracePt t="30311" x="6088063" y="4724400"/>
          <p14:tracePt t="30326" x="6451600" y="4840288"/>
          <p14:tracePt t="30343" x="6778625" y="4899025"/>
          <p14:tracePt t="30359" x="6959600" y="4935538"/>
          <p14:tracePt t="30376" x="7061200" y="4970463"/>
          <p14:tracePt t="30393" x="7170738" y="4992688"/>
          <p14:tracePt t="30409" x="7250113" y="5014913"/>
          <p14:tracePt t="30426" x="7337425" y="5037138"/>
          <p14:tracePt t="30443" x="7416800" y="5037138"/>
          <p14:tracePt t="30460" x="7475538" y="5037138"/>
          <p14:tracePt t="30476" x="7496175" y="5037138"/>
          <p14:tracePt t="30493" x="7510463" y="5037138"/>
          <p14:tracePt t="30510" x="7526338" y="5029200"/>
          <p14:tracePt t="30526" x="7532688" y="5006975"/>
          <p14:tracePt t="30544" x="7540625" y="4986338"/>
          <p14:tracePt t="30560" x="7554913" y="4978400"/>
          <p14:tracePt t="30576" x="7561263" y="4964113"/>
          <p14:tracePt t="30593" x="7569200" y="4956175"/>
          <p14:tracePt t="30610" x="7569200" y="4941888"/>
          <p14:tracePt t="30626" x="7569200" y="4919663"/>
          <p14:tracePt t="30643" x="7569200" y="4899025"/>
          <p14:tracePt t="30659" x="7546975" y="4862513"/>
          <p14:tracePt t="30676" x="7504113" y="4811713"/>
          <p14:tracePt t="30693" x="7431088" y="4695825"/>
          <p14:tracePt t="30710" x="7380288" y="4586288"/>
          <p14:tracePt t="30726" x="7343775" y="4521200"/>
          <p14:tracePt t="30743" x="7323138" y="4462463"/>
          <p14:tracePt t="30759" x="7323138" y="4411663"/>
          <p14:tracePt t="30776" x="7315200" y="4376738"/>
          <p14:tracePt t="30793" x="7315200" y="4310063"/>
          <p14:tracePt t="30810" x="7315200" y="4259263"/>
          <p14:tracePt t="30826" x="7315200" y="4194175"/>
          <p14:tracePt t="30843" x="7315200" y="4143375"/>
          <p14:tracePt t="30848" x="7315200" y="4114800"/>
          <p14:tracePt t="30859" x="7315200" y="4092575"/>
          <p14:tracePt t="30876" x="7337425" y="4027488"/>
          <p14:tracePt t="30893" x="7402513" y="3925888"/>
          <p14:tracePt t="30909" x="7445375" y="3883025"/>
          <p14:tracePt t="30926" x="7489825" y="3838575"/>
          <p14:tracePt t="30943" x="7540625" y="3795713"/>
          <p14:tracePt t="30959" x="7620000" y="3744913"/>
          <p14:tracePt t="30976" x="7713663" y="3700463"/>
          <p14:tracePt t="30993" x="7772400" y="3679825"/>
          <p14:tracePt t="31010" x="7837488" y="3679825"/>
          <p14:tracePt t="31027" x="7932738" y="3679825"/>
          <p14:tracePt t="31043" x="8034338" y="3679825"/>
          <p14:tracePt t="31060" x="8150225" y="3679825"/>
          <p14:tracePt t="31077" x="8266113" y="3679825"/>
          <p14:tracePt t="31093" x="8404225" y="3657600"/>
          <p14:tracePt t="31110" x="8512175" y="3657600"/>
          <p14:tracePt t="31126" x="8599488" y="3657600"/>
          <p14:tracePt t="31143" x="8678863" y="3657600"/>
          <p14:tracePt t="31160" x="8745538" y="3665538"/>
          <p14:tracePt t="31176" x="8796338" y="3686175"/>
          <p14:tracePt t="31193" x="8831263" y="3694113"/>
          <p14:tracePt t="31210" x="8867775" y="3708400"/>
          <p14:tracePt t="31226" x="8904288" y="3736975"/>
          <p14:tracePt t="31243" x="8926513" y="3759200"/>
          <p14:tracePt t="31260" x="8932863" y="3781425"/>
          <p14:tracePt t="31276" x="8955088" y="3810000"/>
          <p14:tracePt t="31294" x="8983663" y="3875088"/>
          <p14:tracePt t="31310" x="8999538" y="3933825"/>
          <p14:tracePt t="31326" x="9020175" y="3990975"/>
          <p14:tracePt t="31343" x="9020175" y="4049713"/>
          <p14:tracePt t="31360" x="9020175" y="4100513"/>
          <p14:tracePt t="31376" x="9020175" y="4143375"/>
          <p14:tracePt t="31393" x="9020175" y="4165600"/>
          <p14:tracePt t="31410" x="9013825" y="4208463"/>
          <p14:tracePt t="31426" x="8999538" y="4252913"/>
          <p14:tracePt t="31443" x="8983663" y="4267200"/>
          <p14:tracePt t="31460" x="8969375" y="4281488"/>
          <p14:tracePt t="31476" x="8963025" y="4289425"/>
          <p14:tracePt t="31494" x="8948738" y="4295775"/>
          <p14:tracePt t="31526" x="8940800" y="4295775"/>
          <p14:tracePt t="31545" x="8932863" y="4303713"/>
          <p14:tracePt t="31648" x="8918575" y="4318000"/>
          <p14:tracePt t="31665" x="8918575" y="4340225"/>
          <p14:tracePt t="31672" x="8918575" y="4354513"/>
          <p14:tracePt t="31680" x="8912225" y="4376738"/>
          <p14:tracePt t="31693" x="8897938" y="4456113"/>
          <p14:tracePt t="31710" x="8861425" y="4549775"/>
          <p14:tracePt t="31726" x="8802688" y="4645025"/>
          <p14:tracePt t="31744" x="8745538" y="4767263"/>
          <p14:tracePt t="31760" x="8694738" y="4854575"/>
          <p14:tracePt t="31777" x="8621713" y="4956175"/>
          <p14:tracePt t="31793" x="8534400" y="5051425"/>
          <p14:tracePt t="31810" x="8432800" y="5159375"/>
          <p14:tracePt t="31826" x="8345488" y="5254625"/>
          <p14:tracePt t="31843" x="8288338" y="5311775"/>
          <p14:tracePt t="31848" x="8272463" y="5341938"/>
          <p14:tracePt t="31860" x="8251825" y="5362575"/>
          <p14:tracePt t="31877" x="8237538" y="5392738"/>
          <p14:tracePt t="31894" x="8186738" y="5478463"/>
          <p14:tracePt t="31910" x="8150225" y="5573713"/>
          <p14:tracePt t="31927" x="8120063" y="5624513"/>
          <p14:tracePt t="31947" x="8062913" y="5697538"/>
          <p14:tracePt t="31967" x="8004175" y="5768975"/>
          <p14:tracePt t="31980" x="7983538" y="5783263"/>
          <p14:tracePt t="31994" x="7932738" y="5834063"/>
          <p14:tracePt t="32010" x="7874000" y="5892800"/>
          <p14:tracePt t="32027" x="7772400" y="5965825"/>
          <p14:tracePt t="32043" x="7685088" y="6022975"/>
          <p14:tracePt t="32060" x="7577138" y="6073775"/>
          <p14:tracePt t="32077" x="7489825" y="6118225"/>
          <p14:tracePt t="32094" x="7337425" y="6161088"/>
          <p14:tracePt t="32110" x="7242175" y="6183313"/>
          <p14:tracePt t="32127" x="7140575" y="6197600"/>
          <p14:tracePt t="32143" x="7046913" y="6205538"/>
          <p14:tracePt t="32160" x="6967538" y="6211888"/>
          <p14:tracePt t="32177" x="6886575" y="6211888"/>
          <p14:tracePt t="32193" x="6815138" y="6211888"/>
          <p14:tracePt t="32211" x="6748463" y="6211888"/>
          <p14:tracePt t="32227" x="6646863" y="6211888"/>
          <p14:tracePt t="32244" x="6553200" y="6211888"/>
          <p14:tracePt t="32261" x="6473825" y="6211888"/>
          <p14:tracePt t="32278" x="6378575" y="6211888"/>
          <p14:tracePt t="32296" x="6276975" y="6211888"/>
          <p14:tracePt t="32310" x="6175375" y="6183313"/>
          <p14:tracePt t="32327" x="6067425" y="6154738"/>
          <p14:tracePt t="32345" x="5980113" y="6124575"/>
          <p14:tracePt t="32350" x="5951538" y="6118225"/>
          <p14:tracePt t="32360" x="5915025" y="6118225"/>
          <p14:tracePt t="32379" x="5849938" y="6081713"/>
          <p14:tracePt t="32393" x="5776913" y="6045200"/>
          <p14:tracePt t="32410" x="5681663" y="5994400"/>
          <p14:tracePt t="32427" x="5580063" y="5943600"/>
          <p14:tracePt t="32444" x="5500688" y="5907088"/>
          <p14:tracePt t="32460" x="5443538" y="5884863"/>
          <p14:tracePt t="32477" x="5399088" y="5864225"/>
          <p14:tracePt t="32493" x="5376863" y="5834063"/>
          <p14:tracePt t="32510" x="5370513" y="5805488"/>
          <p14:tracePt t="32527" x="5356225" y="5740400"/>
          <p14:tracePt t="32544" x="5348288" y="5689600"/>
          <p14:tracePt t="32561" x="5348288" y="5653088"/>
          <p14:tracePt t="32579" x="5348288" y="5610225"/>
          <p14:tracePt t="32594" x="5348288" y="5580063"/>
          <p14:tracePt t="32610" x="5348288" y="5551488"/>
          <p14:tracePt t="32627" x="5362575" y="5522913"/>
          <p14:tracePt t="32644" x="5384800" y="5472113"/>
          <p14:tracePt t="32660" x="5421313" y="5427663"/>
          <p14:tracePt t="32678" x="5486400" y="5370513"/>
          <p14:tracePt t="32693" x="5537200" y="5341938"/>
          <p14:tracePt t="32710" x="5616575" y="5311775"/>
          <p14:tracePt t="32727" x="5661025" y="5283200"/>
          <p14:tracePt t="32744" x="5732463" y="5268913"/>
          <p14:tracePt t="32762" x="5849938" y="5240338"/>
          <p14:tracePt t="32777" x="5972175" y="5203825"/>
          <p14:tracePt t="32794" x="6132513" y="5173663"/>
          <p14:tracePt t="32812" x="6299200" y="5159375"/>
          <p14:tracePt t="32827" x="6459538" y="5130800"/>
          <p14:tracePt t="32844" x="6589713" y="5122863"/>
          <p14:tracePt t="32850" x="6662738" y="5102225"/>
          <p14:tracePt t="32860" x="6727825" y="5094288"/>
          <p14:tracePt t="32878" x="6931025" y="5087938"/>
          <p14:tracePt t="32894" x="7089775" y="5087938"/>
          <p14:tracePt t="32911" x="7235825" y="5087938"/>
          <p14:tracePt t="32927" x="7380288" y="5080000"/>
          <p14:tracePt t="32944" x="7496175" y="5080000"/>
          <p14:tracePt t="32961" x="7612063" y="5080000"/>
          <p14:tracePt t="32977" x="7735888" y="5080000"/>
          <p14:tracePt t="32994" x="7823200" y="5080000"/>
          <p14:tracePt t="33011" x="7932738" y="5080000"/>
          <p14:tracePt t="33027" x="8018463" y="5080000"/>
          <p14:tracePt t="33044" x="8099425" y="5080000"/>
          <p14:tracePt t="33061" x="8170863" y="5080000"/>
          <p14:tracePt t="33079" x="8272463" y="5080000"/>
          <p14:tracePt t="33094" x="8374063" y="5080000"/>
          <p14:tracePt t="33111" x="8461375" y="5080000"/>
          <p14:tracePt t="33127" x="8548688" y="5080000"/>
          <p14:tracePt t="33144" x="8650288" y="5080000"/>
          <p14:tracePt t="33161" x="8737600" y="5087938"/>
          <p14:tracePt t="33177" x="8847138" y="5094288"/>
          <p14:tracePt t="33194" x="8955088" y="5108575"/>
          <p14:tracePt t="33211" x="9070975" y="5122863"/>
          <p14:tracePt t="33227" x="9194800" y="5130800"/>
          <p14:tracePt t="33246" x="9304338" y="5145088"/>
          <p14:tracePt t="33261" x="9347200" y="5159375"/>
          <p14:tracePt t="33280" x="9398000" y="5167313"/>
          <p14:tracePt t="33294" x="9456738" y="5173663"/>
          <p14:tracePt t="33311" x="9521825" y="5173663"/>
          <p14:tracePt t="33327" x="9601200" y="5189538"/>
          <p14:tracePt t="33344" x="9674225" y="5195888"/>
          <p14:tracePt t="33350" x="9702800" y="5195888"/>
          <p14:tracePt t="33361" x="9725025" y="5203825"/>
          <p14:tracePt t="33377" x="9761538" y="5210175"/>
          <p14:tracePt t="33394" x="9804400" y="5210175"/>
          <p14:tracePt t="33410" x="9869488" y="5224463"/>
          <p14:tracePt t="33427" x="9928225" y="5232400"/>
          <p14:tracePt t="33444" x="9971088" y="5232400"/>
          <p14:tracePt t="33461" x="10015538" y="5232400"/>
          <p14:tracePt t="33478" x="10036175" y="5240338"/>
          <p14:tracePt t="33496" x="10066338" y="5246688"/>
          <p14:tracePt t="33511" x="10094913" y="5246688"/>
          <p14:tracePt t="33528" x="10123488" y="5254625"/>
          <p14:tracePt t="33544" x="10145713" y="5254625"/>
          <p14:tracePt t="33561" x="10174288" y="5260975"/>
          <p14:tracePt t="33577" x="10196513" y="5260975"/>
          <p14:tracePt t="33594" x="10225088" y="5260975"/>
          <p14:tracePt t="33611" x="10269538" y="5260975"/>
          <p14:tracePt t="33627" x="10304463" y="5268913"/>
          <p14:tracePt t="33644" x="10326688" y="5268913"/>
          <p14:tracePt t="33661" x="10355263" y="5275263"/>
          <p14:tracePt t="33677" x="10385425" y="5283200"/>
          <p14:tracePt t="33694" x="10436225" y="5283200"/>
          <p14:tracePt t="33711" x="10479088" y="5291138"/>
          <p14:tracePt t="33728" x="10493375" y="5305425"/>
          <p14:tracePt t="33744" x="10523538" y="5311775"/>
          <p14:tracePt t="33761" x="10537825" y="5319713"/>
          <p14:tracePt t="33780" x="10574338" y="5326063"/>
          <p14:tracePt t="33794" x="10588625" y="5334000"/>
          <p14:tracePt t="33812" x="10617200" y="5341938"/>
          <p14:tracePt t="33827" x="10631488" y="5341938"/>
          <p14:tracePt t="33844" x="10645775" y="5356225"/>
          <p14:tracePt t="33861" x="10653713" y="5356225"/>
          <p14:tracePt t="33878" x="10675938" y="5362575"/>
          <p14:tracePt t="33894" x="10690225" y="5376863"/>
          <p14:tracePt t="33911" x="10704513" y="5392738"/>
          <p14:tracePt t="33928" x="10718800" y="5407025"/>
          <p14:tracePt t="33945" x="10733088" y="5421313"/>
          <p14:tracePt t="33961" x="10755313" y="5449888"/>
          <p14:tracePt t="33978" x="10777538" y="5472113"/>
          <p14:tracePt t="33995" x="10806113" y="5508625"/>
          <p14:tracePt t="34011" x="10812463" y="5522913"/>
          <p14:tracePt t="34028" x="10828338" y="5551488"/>
          <p14:tracePt t="34044" x="10834688" y="5573713"/>
          <p14:tracePt t="34063" x="10856913" y="5630863"/>
          <p14:tracePt t="34078" x="10885488" y="5689600"/>
          <p14:tracePt t="34094" x="10885488" y="5740400"/>
          <p14:tracePt t="34112" x="10885488" y="5776913"/>
          <p14:tracePt t="34128" x="10885488" y="5799138"/>
          <p14:tracePt t="34145" x="10885488" y="5819775"/>
          <p14:tracePt t="34161" x="10885488" y="5849938"/>
          <p14:tracePt t="34178" x="10885488" y="5884863"/>
          <p14:tracePt t="34194" x="10885488" y="5935663"/>
          <p14:tracePt t="34211" x="10879138" y="5972175"/>
          <p14:tracePt t="34227" x="10856913" y="6016625"/>
          <p14:tracePt t="34247" x="10848975" y="6059488"/>
          <p14:tracePt t="34262" x="10834688" y="6067425"/>
          <p14:tracePt t="34278" x="10828338" y="6110288"/>
          <p14:tracePt t="34294" x="10812463" y="6146800"/>
          <p14:tracePt t="34312" x="10798175" y="6175375"/>
          <p14:tracePt t="34328" x="10783888" y="6211888"/>
          <p14:tracePt t="34345" x="10761663" y="6262688"/>
          <p14:tracePt t="34351" x="10747375" y="6284913"/>
          <p14:tracePt t="34361" x="10741025" y="6307138"/>
          <p14:tracePt t="34378" x="10704513" y="6357938"/>
          <p14:tracePt t="34394" x="10682288" y="6386513"/>
          <p14:tracePt t="34411" x="10645775" y="6423025"/>
          <p14:tracePt t="34428" x="10602913" y="6451600"/>
          <p14:tracePt t="34444" x="10558463" y="6480175"/>
          <p14:tracePt t="34463" x="10507663" y="6510338"/>
          <p14:tracePt t="34479" x="10479088" y="6524625"/>
          <p14:tracePt t="34494" x="10456863" y="6530975"/>
          <p14:tracePt t="34511" x="10421938" y="6545263"/>
          <p14:tracePt t="34528" x="10391775" y="6553200"/>
          <p14:tracePt t="34544" x="10377488" y="6561138"/>
          <p14:tracePt t="34561" x="10355263" y="6561138"/>
          <p14:tracePt t="34578" x="10334625" y="6567488"/>
          <p14:tracePt t="34611" x="10326688" y="6567488"/>
          <p14:tracePt t="34628" x="10312400" y="6575425"/>
          <p14:tracePt t="35050" x="10298113" y="6575425"/>
          <p14:tracePt t="35067" x="10290175" y="6575425"/>
          <p14:tracePt t="35114" x="10283825" y="6575425"/>
          <p14:tracePt t="35146" x="10275888" y="6575425"/>
          <p14:tracePt t="35162" x="10269538" y="6575425"/>
          <p14:tracePt t="35179" x="10261600" y="6575425"/>
          <p14:tracePt t="35192" x="10253663" y="6567488"/>
          <p14:tracePt t="35210" x="10247313" y="6561138"/>
          <p14:tracePt t="35218" x="10239375" y="6553200"/>
          <p14:tracePt t="35266" x="10233025" y="6553200"/>
          <p14:tracePt t="35284" x="10233025" y="6545263"/>
          <p14:tracePt t="35297" x="10225088" y="6538913"/>
          <p14:tracePt t="35338" x="10218738" y="6530975"/>
          <p14:tracePt t="35403" x="10210800" y="6524625"/>
          <p14:tracePt t="35467" x="10202863" y="6516688"/>
          <p14:tracePt t="35516" x="10202863" y="6502400"/>
          <p14:tracePt t="35597" x="10202863" y="6494463"/>
          <p14:tracePt t="35673" x="10196513" y="6494463"/>
          <p14:tracePt t="35748" x="10188575" y="6488113"/>
          <p14:tracePt t="36203" x="10188575" y="6480175"/>
          <p14:tracePt t="36210" x="10188575" y="6473825"/>
          <p14:tracePt t="36225" x="10188575" y="6459538"/>
          <p14:tracePt t="36232" x="10188575" y="6451600"/>
          <p14:tracePt t="36248" x="10196513" y="6437313"/>
          <p14:tracePt t="36261" x="10196513" y="6429375"/>
          <p14:tracePt t="36278" x="10210800" y="6408738"/>
          <p14:tracePt t="36295" x="10210800" y="6400800"/>
          <p14:tracePt t="36328" x="10218738" y="6378575"/>
          <p14:tracePt t="36345" x="10233025" y="6372225"/>
          <p14:tracePt t="36361" x="10233025" y="6364288"/>
          <p14:tracePt t="36378" x="10239375" y="6364288"/>
          <p14:tracePt t="36396" x="10253663" y="6350000"/>
          <p14:tracePt t="36411" x="10253663" y="6342063"/>
          <p14:tracePt t="36428" x="10261600" y="6335713"/>
          <p14:tracePt t="36444" x="10261600" y="6321425"/>
          <p14:tracePt t="36462" x="10275888" y="6313488"/>
          <p14:tracePt t="36478" x="10275888" y="6299200"/>
          <p14:tracePt t="36495" x="10283825" y="6291263"/>
          <p14:tracePt t="36512" x="10290175" y="6276975"/>
          <p14:tracePt t="36528" x="10290175" y="6256338"/>
          <p14:tracePt t="36545" x="10298113" y="6248400"/>
          <p14:tracePt t="36561" x="10298113" y="6226175"/>
          <p14:tracePt t="36578" x="10298113" y="6211888"/>
          <p14:tracePt t="36595" x="10298113" y="6205538"/>
          <p14:tracePt t="36611" x="10298113" y="6175375"/>
          <p14:tracePt t="36628" x="10298113" y="6138863"/>
          <p14:tracePt t="36645" x="10298113" y="6103938"/>
          <p14:tracePt t="36661" x="10298113" y="6073775"/>
          <p14:tracePt t="36678" x="10298113" y="6030913"/>
          <p14:tracePt t="36695" x="10298113" y="6022975"/>
          <p14:tracePt t="36712" x="10298113" y="6002338"/>
          <p14:tracePt t="36728" x="10298113" y="5972175"/>
          <p14:tracePt t="36745" x="10298113" y="5935663"/>
          <p14:tracePt t="36761" x="10298113" y="5915025"/>
          <p14:tracePt t="36778" x="10304463" y="5900738"/>
          <p14:tracePt t="36795" x="10304463" y="5884863"/>
          <p14:tracePt t="36811" x="10304463" y="5878513"/>
          <p14:tracePt t="36841" x="10304463" y="5864225"/>
          <p14:tracePt t="36889" x="10312400" y="5856288"/>
          <p14:tracePt t="36944" x="10312400" y="5849938"/>
          <p14:tracePt t="36952" x="10312400" y="5842000"/>
          <p14:tracePt t="36961" x="10320338" y="5842000"/>
          <p14:tracePt t="36979" x="10320338" y="5834063"/>
          <p14:tracePt t="36996" x="10326688" y="5834063"/>
          <p14:tracePt t="37017" x="10326688" y="5819775"/>
          <p14:tracePt t="37031" x="10334625" y="5813425"/>
          <p14:tracePt t="37046" x="10348913" y="5805488"/>
          <p14:tracePt t="37062" x="10371138" y="5791200"/>
          <p14:tracePt t="37079" x="10377488" y="5791200"/>
          <p14:tracePt t="37095" x="10399713" y="5783263"/>
          <p14:tracePt t="37112" x="10414000" y="5783263"/>
          <p14:tracePt t="37129" x="10436225" y="5768975"/>
          <p14:tracePt t="37145" x="10442575" y="5768975"/>
        </p14:tracePtLst>
      </p14:laserTraceLst>
    </p:ext>
  </p:extLs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a:xfrm>
                <a:off x="733982" y="270089"/>
                <a:ext cx="8541903" cy="1499616"/>
              </a:xfrm>
            </p:spPr>
            <p:txBody>
              <a:bodyPr>
                <a:normAutofit/>
              </a:bodyPr>
              <a:lstStyle/>
              <a:p>
                <a:r>
                  <a:rPr lang="en-US" dirty="0" smtClean="0"/>
                  <a:t>Determining t-critical value </a:t>
                </a:r>
                <a14:m>
                  <m:oMath xmlns:m="http://schemas.openxmlformats.org/officeDocument/2006/math">
                    <m:d>
                      <m:dPr>
                        <m:ctrlPr>
                          <a:rPr lang="en-US" b="0" i="1" smtClean="0">
                            <a:latin typeface="Cambria Math" panose="02040503050406030204" pitchFamily="18" charset="0"/>
                          </a:rPr>
                        </m:ctrlPr>
                      </m:dPr>
                      <m:e>
                        <m:sSub>
                          <m:sSubPr>
                            <m:ctrlPr>
                              <a:rPr lang="en-US"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𝑐𝑟𝑖𝑡</m:t>
                            </m:r>
                          </m:sub>
                        </m:sSub>
                      </m:e>
                    </m:d>
                  </m:oMath>
                </a14:m>
                <a:r>
                  <a:rPr lang="en-US" b="0" dirty="0"/>
                  <a:t/>
                </a:r>
                <a:br>
                  <a:rPr lang="en-US" b="0" dirty="0"/>
                </a:br>
                <a:r>
                  <a:rPr lang="en-US" dirty="0"/>
                  <a:t>on the T-table </a:t>
                </a:r>
                <a:r>
                  <a:rPr lang="en-US" dirty="0" smtClean="0"/>
                  <a:t>(4/5</a:t>
                </a:r>
                <a:r>
                  <a:rPr lang="en-US" dirty="0"/>
                  <a:t>)</a:t>
                </a:r>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733982" y="270089"/>
                <a:ext cx="8541903" cy="1499616"/>
              </a:xfrm>
              <a:blipFill>
                <a:blip r:embed="rId7"/>
                <a:stretch>
                  <a:fillRect l="-3424" t="-12195" b="-17480"/>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5AA13D58-D7BC-8747-9F0A-0DB9E6B3595A}" type="slidenum">
              <a:rPr lang="en-US" smtClean="0"/>
              <a:t>28</a:t>
            </a:fld>
            <a:endParaRPr lang="en-US"/>
          </a:p>
        </p:txBody>
      </p:sp>
      <p:pic>
        <p:nvPicPr>
          <p:cNvPr id="5" name="Picture 4"/>
          <p:cNvPicPr>
            <a:picLocks noChangeAspect="1"/>
          </p:cNvPicPr>
          <p:nvPr/>
        </p:nvPicPr>
        <p:blipFill rotWithShape="1">
          <a:blip r:embed="rId8">
            <a:extLst>
              <a:ext uri="{28A0092B-C50C-407E-A947-70E740481C1C}">
                <a14:useLocalDpi xmlns:a14="http://schemas.microsoft.com/office/drawing/2010/main" val="0"/>
              </a:ext>
            </a:extLst>
          </a:blip>
          <a:srcRect r="22823" b="73175"/>
          <a:stretch/>
        </p:blipFill>
        <p:spPr>
          <a:xfrm>
            <a:off x="3846811" y="2454564"/>
            <a:ext cx="6658405" cy="2251897"/>
          </a:xfrm>
          <a:prstGeom prst="rect">
            <a:avLst/>
          </a:prstGeom>
        </p:spPr>
      </p:pic>
      <p:sp>
        <p:nvSpPr>
          <p:cNvPr id="6" name="Rectangle 5"/>
          <p:cNvSpPr/>
          <p:nvPr/>
        </p:nvSpPr>
        <p:spPr>
          <a:xfrm>
            <a:off x="4490338" y="4002800"/>
            <a:ext cx="475623" cy="204236"/>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9135454" y="4002800"/>
            <a:ext cx="600147" cy="186597"/>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4126666" y="3204674"/>
            <a:ext cx="727345" cy="248884"/>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9135454" y="3197539"/>
            <a:ext cx="600147" cy="248884"/>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p:cNvSpPr/>
          <p:nvPr/>
        </p:nvSpPr>
        <p:spPr>
          <a:xfrm>
            <a:off x="733982" y="2934170"/>
            <a:ext cx="2905411" cy="369332"/>
          </a:xfrm>
          <a:prstGeom prst="rect">
            <a:avLst/>
          </a:prstGeom>
        </p:spPr>
        <p:txBody>
          <a:bodyPr wrap="none">
            <a:spAutoFit/>
          </a:bodyPr>
          <a:lstStyle/>
          <a:p>
            <a:pPr marL="285750" indent="-285750">
              <a:buFont typeface="Arial" panose="020B0604020202020204" pitchFamily="34" charset="0"/>
              <a:buChar char="•"/>
            </a:pPr>
            <a:r>
              <a:rPr lang="en-US" dirty="0"/>
              <a:t>Degree of freedom (</a:t>
            </a:r>
            <a:r>
              <a:rPr lang="en-US" dirty="0" err="1"/>
              <a:t>df</a:t>
            </a:r>
            <a:r>
              <a:rPr lang="en-US" dirty="0"/>
              <a:t>): 3</a:t>
            </a:r>
          </a:p>
        </p:txBody>
      </p:sp>
      <p:sp>
        <p:nvSpPr>
          <p:cNvPr id="9" name="Rectangle 8"/>
          <p:cNvSpPr/>
          <p:nvPr/>
        </p:nvSpPr>
        <p:spPr>
          <a:xfrm>
            <a:off x="733982" y="3290133"/>
            <a:ext cx="1778051" cy="369332"/>
          </a:xfrm>
          <a:prstGeom prst="rect">
            <a:avLst/>
          </a:prstGeom>
        </p:spPr>
        <p:txBody>
          <a:bodyPr wrap="none">
            <a:spAutoFit/>
          </a:bodyPr>
          <a:lstStyle/>
          <a:p>
            <a:pPr marL="285750" indent="-285750">
              <a:buFont typeface="Arial" panose="020B0604020202020204" pitchFamily="34" charset="0"/>
              <a:buChar char="•"/>
            </a:pPr>
            <a:r>
              <a:rPr lang="el-GR" dirty="0">
                <a:latin typeface="Times New Roman" panose="02020603050405020304" pitchFamily="18" charset="0"/>
                <a:cs typeface="Times New Roman" panose="02020603050405020304" pitchFamily="18" charset="0"/>
              </a:rPr>
              <a:t>α </a:t>
            </a:r>
            <a:r>
              <a:rPr lang="en-US" dirty="0">
                <a:latin typeface="Times New Roman" panose="02020603050405020304" pitchFamily="18" charset="0"/>
                <a:cs typeface="Times New Roman" panose="02020603050405020304" pitchFamily="18" charset="0"/>
              </a:rPr>
              <a:t>= </a:t>
            </a:r>
            <a:r>
              <a:rPr lang="en-US" dirty="0"/>
              <a:t>0.05 (5%)</a:t>
            </a:r>
          </a:p>
        </p:txBody>
      </p:sp>
      <mc:AlternateContent xmlns:mc="http://schemas.openxmlformats.org/markup-compatibility/2006" xmlns:a14="http://schemas.microsoft.com/office/drawing/2010/main">
        <mc:Choice Requires="a14">
          <p:sp>
            <p:nvSpPr>
              <p:cNvPr id="10" name="Rectangle 9"/>
              <p:cNvSpPr/>
              <p:nvPr/>
            </p:nvSpPr>
            <p:spPr>
              <a:xfrm>
                <a:off x="733982" y="2565438"/>
                <a:ext cx="2256708" cy="369332"/>
              </a:xfrm>
              <a:prstGeom prst="rect">
                <a:avLst/>
              </a:prstGeom>
            </p:spPr>
            <p:txBody>
              <a:bodyPr wrap="none">
                <a:spAutoFit/>
              </a:bodyPr>
              <a:lstStyle/>
              <a:p>
                <a:pPr marL="285750" indent="-285750" algn="just">
                  <a:buFont typeface="Arial" panose="020B0604020202020204" pitchFamily="34" charset="0"/>
                  <a:buChar char="•"/>
                </a:pPr>
                <a:r>
                  <a:rPr lang="en-US" dirty="0" smtClean="0"/>
                  <a:t>T-score(</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𝑠𝑡𝑎𝑡</m:t>
                        </m:r>
                      </m:sub>
                    </m:sSub>
                  </m:oMath>
                </a14:m>
                <a:r>
                  <a:rPr lang="en-US" dirty="0" smtClean="0"/>
                  <a:t>) </a:t>
                </a:r>
                <a:r>
                  <a:rPr lang="en-US" dirty="0"/>
                  <a:t>= 0.6</a:t>
                </a:r>
              </a:p>
            </p:txBody>
          </p:sp>
        </mc:Choice>
        <mc:Fallback xmlns="">
          <p:sp>
            <p:nvSpPr>
              <p:cNvPr id="10" name="Rectangle 9"/>
              <p:cNvSpPr>
                <a:spLocks noRot="1" noChangeAspect="1" noMove="1" noResize="1" noEditPoints="1" noAdjustHandles="1" noChangeArrowheads="1" noChangeShapeType="1" noTextEdit="1"/>
              </p:cNvSpPr>
              <p:nvPr/>
            </p:nvSpPr>
            <p:spPr>
              <a:xfrm>
                <a:off x="733982" y="2565438"/>
                <a:ext cx="2256708" cy="369332"/>
              </a:xfrm>
              <a:prstGeom prst="rect">
                <a:avLst/>
              </a:prstGeom>
              <a:blipFill>
                <a:blip r:embed="rId9"/>
                <a:stretch>
                  <a:fillRect l="-1617" t="-10000" r="-1348" b="-26667"/>
                </a:stretch>
              </a:blipFill>
            </p:spPr>
            <p:txBody>
              <a:bodyPr/>
              <a:lstStyle/>
              <a:p>
                <a:r>
                  <a:rPr lang="en-US">
                    <a:noFill/>
                  </a:rPr>
                  <a:t> </a:t>
                </a:r>
              </a:p>
            </p:txBody>
          </p:sp>
        </mc:Fallback>
      </mc:AlternateContent>
      <p:cxnSp>
        <p:nvCxnSpPr>
          <p:cNvPr id="14" name="Straight Arrow Connector 13"/>
          <p:cNvCxnSpPr>
            <a:stCxn id="6" idx="3"/>
            <a:endCxn id="7" idx="1"/>
          </p:cNvCxnSpPr>
          <p:nvPr/>
        </p:nvCxnSpPr>
        <p:spPr>
          <a:xfrm flipV="1">
            <a:off x="4965961" y="4096099"/>
            <a:ext cx="4169493" cy="8819"/>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12" idx="2"/>
            <a:endCxn id="7" idx="0"/>
          </p:cNvCxnSpPr>
          <p:nvPr/>
        </p:nvCxnSpPr>
        <p:spPr>
          <a:xfrm>
            <a:off x="9435528" y="3446423"/>
            <a:ext cx="0" cy="556377"/>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2501828920"/>
      </p:ext>
    </p:extLst>
  </p:cSld>
  <p:clrMapOvr>
    <a:masterClrMapping/>
  </p:clrMapOvr>
  <p:transition spd="slow" advTm="37677">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500"/>
                                        <p:tgtEl>
                                          <p:spTgt spid="16"/>
                                        </p:tgtEl>
                                      </p:cBhvr>
                                    </p:animEffect>
                                  </p:childTnLst>
                                </p:cTn>
                              </p:par>
                              <p:par>
                                <p:cTn id="24" presetID="10" presetClass="entr" presetSubtype="0" fill="hold" nodeType="with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500"/>
                                        <p:tgtEl>
                                          <p:spTgt spid="14"/>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12" grpId="0" animBg="1"/>
      <p:bldP spid="3" grpId="0"/>
      <p:bldP spid="9" grpId="0"/>
    </p:bldLst>
  </p:timing>
  <p:extLst mod="1">
    <p:ext uri="{3A86A75C-4F4B-4683-9AE1-C65F6400EC91}">
      <p14:laserTraceLst xmlns:p14="http://schemas.microsoft.com/office/powerpoint/2010/main">
        <p14:tracePtLst>
          <p14:tracePt t="3218" x="885825" y="5370513"/>
          <p14:tracePt t="4051" x="892175" y="5370513"/>
          <p14:tracePt t="4059" x="900113" y="5376863"/>
          <p14:tracePt t="4075" x="906463" y="5376863"/>
          <p14:tracePt t="4091" x="906463" y="5384800"/>
          <p14:tracePt t="4107" x="922338" y="5384800"/>
          <p14:tracePt t="4118" x="936625" y="5392738"/>
          <p14:tracePt t="4135" x="993775" y="5392738"/>
          <p14:tracePt t="4151" x="1131888" y="5392738"/>
          <p14:tracePt t="4168" x="1343025" y="5362575"/>
          <p14:tracePt t="4185" x="1698625" y="5254625"/>
          <p14:tracePt t="4202" x="2359025" y="4941888"/>
          <p14:tracePt t="4218" x="2598738" y="4783138"/>
          <p14:tracePt t="4235" x="2728913" y="4651375"/>
          <p14:tracePt t="4251" x="2822575" y="4484688"/>
          <p14:tracePt t="4268" x="2881313" y="4303713"/>
          <p14:tracePt t="4285" x="2960688" y="4027488"/>
          <p14:tracePt t="4301" x="3033713" y="3716338"/>
          <p14:tracePt t="4318" x="3127375" y="3468688"/>
          <p14:tracePt t="4335" x="3236913" y="3259138"/>
          <p14:tracePt t="4351" x="3338513" y="3113088"/>
          <p14:tracePt t="4368" x="3505200" y="2924175"/>
          <p14:tracePt t="4385" x="3679825" y="2728913"/>
          <p14:tracePt t="4402" x="3954463" y="2438400"/>
          <p14:tracePt t="4418" x="4106863" y="2308225"/>
          <p14:tracePt t="4435" x="4208463" y="2212975"/>
          <p14:tracePt t="4451" x="4275138" y="2147888"/>
          <p14:tracePt t="4468" x="4354513" y="2082800"/>
          <p14:tracePt t="4485" x="4456113" y="2009775"/>
          <p14:tracePt t="4501" x="4564063" y="1958975"/>
          <p14:tracePt t="4518" x="4732338" y="1879600"/>
          <p14:tracePt t="4535" x="4854575" y="1785938"/>
          <p14:tracePt t="4551" x="4949825" y="1735138"/>
          <p14:tracePt t="4568" x="4986338" y="1704975"/>
          <p14:tracePt t="4585" x="5000625" y="1690688"/>
          <p14:tracePt t="4601" x="5014913" y="1684338"/>
          <p14:tracePt t="4618" x="5021263" y="1668463"/>
          <p14:tracePt t="4691" x="5021263" y="1662113"/>
          <p14:tracePt t="4715" x="5021263" y="1647825"/>
          <p14:tracePt t="4723" x="4992688" y="1639888"/>
          <p14:tracePt t="4731" x="4927600" y="1633538"/>
          <p14:tracePt t="4738" x="4848225" y="1625600"/>
          <p14:tracePt t="4751" x="4767263" y="1625600"/>
          <p14:tracePt t="4768" x="4586288" y="1625600"/>
          <p14:tracePt t="4785" x="4433888" y="1611313"/>
          <p14:tracePt t="4802" x="4295775" y="1597025"/>
          <p14:tracePt t="4818" x="4129088" y="1574800"/>
          <p14:tracePt t="4835" x="4035425" y="1574800"/>
          <p14:tracePt t="4851" x="3990975" y="1574800"/>
          <p14:tracePt t="4868" x="3970338" y="1574800"/>
          <p14:tracePt t="4902" x="3962400" y="1560513"/>
          <p14:tracePt t="4918" x="3948113" y="1538288"/>
          <p14:tracePt t="4935" x="3919538" y="1495425"/>
          <p14:tracePt t="4952" x="3897313" y="1458913"/>
          <p14:tracePt t="4968" x="3875088" y="1422400"/>
          <p14:tracePt t="4986" x="3868738" y="1385888"/>
          <p14:tracePt t="5002" x="3868738" y="1349375"/>
          <p14:tracePt t="5018" x="3868738" y="1298575"/>
          <p14:tracePt t="5035" x="3868738" y="1270000"/>
          <p14:tracePt t="5052" x="3868738" y="1241425"/>
          <p14:tracePt t="5068" x="3883025" y="1204913"/>
          <p14:tracePt t="5085" x="3903663" y="1176338"/>
          <p14:tracePt t="5101" x="3925888" y="1139825"/>
          <p14:tracePt t="5118" x="3933825" y="1117600"/>
          <p14:tracePt t="5135" x="3954463" y="1089025"/>
          <p14:tracePt t="5151" x="3990975" y="1058863"/>
          <p14:tracePt t="5168" x="4027488" y="1030288"/>
          <p14:tracePt t="5185" x="4071938" y="1001713"/>
          <p14:tracePt t="5202" x="4122738" y="965200"/>
          <p14:tracePt t="5218" x="4165600" y="942975"/>
          <p14:tracePt t="5235" x="4202113" y="928688"/>
          <p14:tracePt t="5252" x="4230688" y="914400"/>
          <p14:tracePt t="5268" x="4275138" y="906463"/>
          <p14:tracePt t="5285" x="4325938" y="906463"/>
          <p14:tracePt t="5302" x="4346575" y="906463"/>
          <p14:tracePt t="5318" x="4376738" y="906463"/>
          <p14:tracePt t="5335" x="4383088" y="906463"/>
          <p14:tracePt t="5352" x="4391025" y="906463"/>
          <p14:tracePt t="5368" x="4411663" y="906463"/>
          <p14:tracePt t="5385" x="4427538" y="922338"/>
          <p14:tracePt t="5402" x="4441825" y="973138"/>
          <p14:tracePt t="5418" x="4462463" y="1016000"/>
          <p14:tracePt t="5435" x="4470400" y="1074738"/>
          <p14:tracePt t="5452" x="4478338" y="1117600"/>
          <p14:tracePt t="5468" x="4498975" y="1176338"/>
          <p14:tracePt t="5485" x="4506913" y="1233488"/>
          <p14:tracePt t="5502" x="4506913" y="1277938"/>
          <p14:tracePt t="5518" x="4506913" y="1312863"/>
          <p14:tracePt t="5535" x="4506913" y="1335088"/>
          <p14:tracePt t="5552" x="4498975" y="1363663"/>
          <p14:tracePt t="5568" x="4484688" y="1393825"/>
          <p14:tracePt t="5585" x="4470400" y="1414463"/>
          <p14:tracePt t="5602" x="4441825" y="1450975"/>
          <p14:tracePt t="5618" x="4405313" y="1481138"/>
          <p14:tracePt t="5635" x="4354513" y="1495425"/>
          <p14:tracePt t="5652" x="4281488" y="1509713"/>
          <p14:tracePt t="5668" x="4194175" y="1531938"/>
          <p14:tracePt t="5685" x="4143375" y="1538288"/>
          <p14:tracePt t="5702" x="4122738" y="1538288"/>
          <p14:tracePt t="5718" x="4086225" y="1538288"/>
          <p14:tracePt t="5735" x="4071938" y="1538288"/>
          <p14:tracePt t="5752" x="4041775" y="1538288"/>
          <p14:tracePt t="5768" x="3998913" y="1531938"/>
          <p14:tracePt t="5785" x="3954463" y="1524000"/>
          <p14:tracePt t="5802" x="3897313" y="1495425"/>
          <p14:tracePt t="5818" x="3868738" y="1495425"/>
          <p14:tracePt t="5835" x="3846513" y="1473200"/>
          <p14:tracePt t="5852" x="3802063" y="1458913"/>
          <p14:tracePt t="5868" x="3767138" y="1444625"/>
          <p14:tracePt t="5885" x="3736975" y="1430338"/>
          <p14:tracePt t="5902" x="3722688" y="1414463"/>
          <p14:tracePt t="5919" x="3700463" y="1393825"/>
          <p14:tracePt t="5935" x="3686175" y="1357313"/>
          <p14:tracePt t="5952" x="3671888" y="1312863"/>
          <p14:tracePt t="5968" x="3649663" y="1262063"/>
          <p14:tracePt t="5985" x="3649663" y="1227138"/>
          <p14:tracePt t="6002" x="3643313" y="1176338"/>
          <p14:tracePt t="6019" x="3643313" y="1168400"/>
          <p14:tracePt t="6035" x="3643313" y="1154113"/>
          <p14:tracePt t="6052" x="3643313" y="1139825"/>
          <p14:tracePt t="6069" x="3649663" y="1117600"/>
          <p14:tracePt t="6085" x="3657600" y="1095375"/>
          <p14:tracePt t="6102" x="3679825" y="1074738"/>
          <p14:tracePt t="6119" x="3700463" y="1052513"/>
          <p14:tracePt t="6135" x="3722688" y="1030288"/>
          <p14:tracePt t="6152" x="3736975" y="1016000"/>
          <p14:tracePt t="6169" x="3751263" y="1008063"/>
          <p14:tracePt t="6185" x="3759200" y="1001713"/>
          <p14:tracePt t="6202" x="3773488" y="993775"/>
          <p14:tracePt t="6218" x="3795713" y="987425"/>
          <p14:tracePt t="6235" x="3817938" y="987425"/>
          <p14:tracePt t="6252" x="3852863" y="973138"/>
          <p14:tracePt t="6269" x="3903663" y="965200"/>
          <p14:tracePt t="6285" x="3962400" y="942975"/>
          <p14:tracePt t="6302" x="4013200" y="936625"/>
          <p14:tracePt t="6319" x="4092575" y="928688"/>
          <p14:tracePt t="6335" x="4165600" y="922338"/>
          <p14:tracePt t="6352" x="4252913" y="900113"/>
          <p14:tracePt t="6369" x="4325938" y="900113"/>
          <p14:tracePt t="6385" x="4419600" y="877888"/>
          <p14:tracePt t="6402" x="4579938" y="863600"/>
          <p14:tracePt t="6419" x="4695825" y="855663"/>
          <p14:tracePt t="6435" x="4803775" y="855663"/>
          <p14:tracePt t="6452" x="4941888" y="855663"/>
          <p14:tracePt t="6469" x="5102225" y="855663"/>
          <p14:tracePt t="6485" x="5260975" y="855663"/>
          <p14:tracePt t="6502" x="5427663" y="855663"/>
          <p14:tracePt t="6519" x="5602288" y="855663"/>
          <p14:tracePt t="6535" x="5754688" y="871538"/>
          <p14:tracePt t="6552" x="5915025" y="885825"/>
          <p14:tracePt t="6569" x="6022975" y="906463"/>
          <p14:tracePt t="6586" x="6124575" y="928688"/>
          <p14:tracePt t="6602" x="6175375" y="950913"/>
          <p14:tracePt t="6619" x="6197600" y="957263"/>
          <p14:tracePt t="6635" x="6211888" y="973138"/>
          <p14:tracePt t="6652" x="6234113" y="993775"/>
          <p14:tracePt t="6669" x="6256338" y="1044575"/>
          <p14:tracePt t="6685" x="6262688" y="1081088"/>
          <p14:tracePt t="6702" x="6262688" y="1125538"/>
          <p14:tracePt t="6719" x="6248400" y="1190625"/>
          <p14:tracePt t="6736" x="6183313" y="1270000"/>
          <p14:tracePt t="6752" x="6110288" y="1357313"/>
          <p14:tracePt t="6769" x="6037263" y="1436688"/>
          <p14:tracePt t="6785" x="5957888" y="1501775"/>
          <p14:tracePt t="6802" x="5819775" y="1566863"/>
          <p14:tracePt t="6819" x="5711825" y="1574800"/>
          <p14:tracePt t="6835" x="5610225" y="1574800"/>
          <p14:tracePt t="6852" x="5514975" y="1574800"/>
          <p14:tracePt t="6869" x="5427663" y="1574800"/>
          <p14:tracePt t="6885" x="5341938" y="1574800"/>
          <p14:tracePt t="6902" x="5232400" y="1574800"/>
          <p14:tracePt t="6919" x="5108575" y="1574800"/>
          <p14:tracePt t="6935" x="5000625" y="1574800"/>
          <p14:tracePt t="6952" x="4905375" y="1574800"/>
          <p14:tracePt t="6969" x="4833938" y="1574800"/>
          <p14:tracePt t="6986" x="4767263" y="1574800"/>
          <p14:tracePt t="7003" x="4665663" y="1574800"/>
          <p14:tracePt t="7019" x="4579938" y="1574800"/>
          <p14:tracePt t="7035" x="4484688" y="1574800"/>
          <p14:tracePt t="7052" x="4376738" y="1574800"/>
          <p14:tracePt t="7069" x="4259263" y="1574800"/>
          <p14:tracePt t="7086" x="4122738" y="1582738"/>
          <p14:tracePt t="7102" x="3990975" y="1603375"/>
          <p14:tracePt t="7119" x="3846513" y="1617663"/>
          <p14:tracePt t="7136" x="3708400" y="1639888"/>
          <p14:tracePt t="7152" x="3592513" y="1647825"/>
          <p14:tracePt t="7169" x="3476625" y="1654175"/>
          <p14:tracePt t="7186" x="3330575" y="1684338"/>
          <p14:tracePt t="7202" x="3273425" y="1684338"/>
          <p14:tracePt t="7219" x="3200400" y="1690688"/>
          <p14:tracePt t="7235" x="3113088" y="1690688"/>
          <p14:tracePt t="7252" x="3048000" y="1690688"/>
          <p14:tracePt t="7269" x="2974975" y="1690688"/>
          <p14:tracePt t="7286" x="2887663" y="1690688"/>
          <p14:tracePt t="7302" x="2786063" y="1690688"/>
          <p14:tracePt t="7319" x="2714625" y="1690688"/>
          <p14:tracePt t="7336" x="2649538" y="1690688"/>
          <p14:tracePt t="7352" x="2605088" y="1690688"/>
          <p14:tracePt t="7369" x="2582863" y="1690688"/>
          <p14:tracePt t="7386" x="2547938" y="1690688"/>
          <p14:tracePt t="7402" x="2466975" y="1684338"/>
          <p14:tracePt t="7419" x="2424113" y="1676400"/>
          <p14:tracePt t="7436" x="2365375" y="1647825"/>
          <p14:tracePt t="7452" x="2322513" y="1639888"/>
          <p14:tracePt t="7469" x="2293938" y="1617663"/>
          <p14:tracePt t="7486" x="2249488" y="1611313"/>
          <p14:tracePt t="7502" x="2220913" y="1589088"/>
          <p14:tracePt t="7519" x="2198688" y="1582738"/>
          <p14:tracePt t="7536" x="2184400" y="1566863"/>
          <p14:tracePt t="7569" x="2176463" y="1552575"/>
          <p14:tracePt t="7586" x="2176463" y="1546225"/>
          <p14:tracePt t="7602" x="2176463" y="1524000"/>
          <p14:tracePt t="7619" x="2176463" y="1501775"/>
          <p14:tracePt t="7636" x="2176463" y="1481138"/>
          <p14:tracePt t="7652" x="2184400" y="1450975"/>
          <p14:tracePt t="7669" x="2198688" y="1422400"/>
          <p14:tracePt t="7686" x="2243138" y="1363663"/>
          <p14:tracePt t="7702" x="2286000" y="1320800"/>
          <p14:tracePt t="7719" x="2351088" y="1270000"/>
          <p14:tracePt t="7736" x="2401888" y="1227138"/>
          <p14:tracePt t="7752" x="2466975" y="1176338"/>
          <p14:tracePt t="7769" x="2525713" y="1131888"/>
          <p14:tracePt t="7786" x="2619375" y="1089025"/>
          <p14:tracePt t="7802" x="2684463" y="1066800"/>
          <p14:tracePt t="7819" x="2757488" y="1038225"/>
          <p14:tracePt t="7836" x="2816225" y="1023938"/>
          <p14:tracePt t="7853" x="2859088" y="1023938"/>
          <p14:tracePt t="7869" x="2909888" y="1008063"/>
          <p14:tracePt t="7886" x="2954338" y="1008063"/>
          <p14:tracePt t="7902" x="2989263" y="1008063"/>
          <p14:tracePt t="7919" x="3055938" y="1044575"/>
          <p14:tracePt t="7922" x="3098800" y="1074738"/>
          <p14:tracePt t="7936" x="3135313" y="1103313"/>
          <p14:tracePt t="7953" x="3214688" y="1160463"/>
          <p14:tracePt t="7969" x="3309938" y="1233488"/>
          <p14:tracePt t="7987" x="3425825" y="1371600"/>
          <p14:tracePt t="8003" x="3482975" y="1450975"/>
          <p14:tracePt t="8019" x="3505200" y="1509713"/>
          <p14:tracePt t="8036" x="3513138" y="1531938"/>
          <p14:tracePt t="8053" x="3527425" y="1560513"/>
          <p14:tracePt t="8069" x="3527425" y="1582738"/>
          <p14:tracePt t="8086" x="3519488" y="1633538"/>
          <p14:tracePt t="8103" x="3497263" y="1676400"/>
          <p14:tracePt t="8119" x="3446463" y="1755775"/>
          <p14:tracePt t="8136" x="3403600" y="1814513"/>
          <p14:tracePt t="8153" x="3338513" y="1871663"/>
          <p14:tracePt t="8169" x="3279775" y="1901825"/>
          <p14:tracePt t="8186" x="3200400" y="1938338"/>
          <p14:tracePt t="8203" x="3171825" y="1944688"/>
          <p14:tracePt t="8219" x="3127375" y="1952625"/>
          <p14:tracePt t="8236" x="3090863" y="1958975"/>
          <p14:tracePt t="8254" x="3070225" y="1958975"/>
          <p14:tracePt t="8269" x="3055938" y="1958975"/>
          <p14:tracePt t="8286" x="3048000" y="1958975"/>
          <p14:tracePt t="8303" x="3025775" y="1958975"/>
          <p14:tracePt t="8319" x="3005138" y="1958975"/>
          <p14:tracePt t="8336" x="2982913" y="1952625"/>
          <p14:tracePt t="8353" x="2968625" y="1944688"/>
          <p14:tracePt t="8370" x="2968625" y="1938338"/>
          <p14:tracePt t="8900" x="2982913" y="1944688"/>
          <p14:tracePt t="8908" x="3025775" y="1966913"/>
          <p14:tracePt t="8919" x="3048000" y="1981200"/>
          <p14:tracePt t="8936" x="3113088" y="2024063"/>
          <p14:tracePt t="8953" x="3178175" y="2046288"/>
          <p14:tracePt t="8970" x="3287713" y="2090738"/>
          <p14:tracePt t="8986" x="3533775" y="2198688"/>
          <p14:tracePt t="9003" x="3700463" y="2257425"/>
          <p14:tracePt t="9020" x="3860800" y="2293938"/>
          <p14:tracePt t="9036" x="4027488" y="2359025"/>
          <p14:tracePt t="9053" x="4208463" y="2409825"/>
          <p14:tracePt t="9069" x="4411663" y="2460625"/>
          <p14:tracePt t="9086" x="4586288" y="2532063"/>
          <p14:tracePt t="9103" x="4783138" y="2605088"/>
          <p14:tracePt t="9120" x="4949825" y="2663825"/>
          <p14:tracePt t="9136" x="5130800" y="2743200"/>
          <p14:tracePt t="9153" x="5341938" y="2830513"/>
          <p14:tracePt t="9170" x="5522913" y="2932113"/>
          <p14:tracePt t="9186" x="5754688" y="3062288"/>
          <p14:tracePt t="9203" x="5870575" y="3127375"/>
          <p14:tracePt t="9220" x="5965825" y="3178175"/>
          <p14:tracePt t="9237" x="6002338" y="3208338"/>
          <p14:tracePt t="9253" x="6030913" y="3236913"/>
          <p14:tracePt t="9270" x="6053138" y="3265488"/>
          <p14:tracePt t="9286" x="6067425" y="3279775"/>
          <p14:tracePt t="9303" x="6081713" y="3316288"/>
          <p14:tracePt t="9320" x="6088063" y="3360738"/>
          <p14:tracePt t="9336" x="6118225" y="3417888"/>
          <p14:tracePt t="9353" x="6146800" y="3482975"/>
          <p14:tracePt t="9370" x="6205538" y="3598863"/>
          <p14:tracePt t="9386" x="6248400" y="3665538"/>
          <p14:tracePt t="9403" x="6270625" y="3708400"/>
          <p14:tracePt t="9420" x="6284913" y="3730625"/>
          <p14:tracePt t="9436" x="6299200" y="3759200"/>
          <p14:tracePt t="9453" x="6313488" y="3781425"/>
          <p14:tracePt t="9470" x="6335713" y="3802063"/>
          <p14:tracePt t="9487" x="6357938" y="3868738"/>
          <p14:tracePt t="9503" x="6378575" y="3925888"/>
          <p14:tracePt t="9520" x="6392863" y="3954463"/>
          <p14:tracePt t="9536" x="6392863" y="3998913"/>
          <p14:tracePt t="9553" x="6408738" y="4035425"/>
          <p14:tracePt t="9570" x="6408738" y="4056063"/>
          <p14:tracePt t="9587" x="6408738" y="4086225"/>
          <p14:tracePt t="9603" x="6408738" y="4106863"/>
          <p14:tracePt t="9620" x="6408738" y="4137025"/>
          <p14:tracePt t="9636" x="6386513" y="4187825"/>
          <p14:tracePt t="9653" x="6372225" y="4208463"/>
          <p14:tracePt t="9670" x="6342063" y="4238625"/>
          <p14:tracePt t="9686" x="6321425" y="4259263"/>
          <p14:tracePt t="9703" x="6299200" y="4281488"/>
          <p14:tracePt t="9720" x="6276975" y="4303713"/>
          <p14:tracePt t="9737" x="6256338" y="4318000"/>
          <p14:tracePt t="9753" x="6234113" y="4340225"/>
          <p14:tracePt t="9771" x="6183313" y="4376738"/>
          <p14:tracePt t="9787" x="6154738" y="4397375"/>
          <p14:tracePt t="9803" x="6138863" y="4405313"/>
          <p14:tracePt t="9820" x="6118225" y="4411663"/>
          <p14:tracePt t="9836" x="6088063" y="4419600"/>
          <p14:tracePt t="9853" x="6059488" y="4427538"/>
          <p14:tracePt t="9870" x="6008688" y="4441825"/>
          <p14:tracePt t="9887" x="5965825" y="4441825"/>
          <p14:tracePt t="9903" x="5929313" y="4441825"/>
          <p14:tracePt t="9920" x="5907088" y="4441825"/>
          <p14:tracePt t="9923" x="5900738" y="4441825"/>
          <p14:tracePt t="9937" x="5884863" y="4441825"/>
          <p14:tracePt t="9953" x="5878513" y="4441825"/>
          <p14:tracePt t="9970" x="5849938" y="4433888"/>
          <p14:tracePt t="9987" x="5799138" y="4411663"/>
          <p14:tracePt t="10003" x="5768975" y="4391025"/>
          <p14:tracePt t="10020" x="5740400" y="4368800"/>
          <p14:tracePt t="10037" x="5726113" y="4354513"/>
          <p14:tracePt t="10053" x="5711825" y="4332288"/>
          <p14:tracePt t="10070" x="5689600" y="4303713"/>
          <p14:tracePt t="10087" x="5661025" y="4259263"/>
          <p14:tracePt t="10103" x="5630863" y="4208463"/>
          <p14:tracePt t="10120" x="5616575" y="4173538"/>
          <p14:tracePt t="10137" x="5602288" y="4129088"/>
          <p14:tracePt t="10153" x="5602288" y="4092575"/>
          <p14:tracePt t="10170" x="5602288" y="4035425"/>
          <p14:tracePt t="10186" x="5602288" y="4013200"/>
          <p14:tracePt t="10203" x="5602288" y="3984625"/>
          <p14:tracePt t="10220" x="5602288" y="3962400"/>
          <p14:tracePt t="10237" x="5602288" y="3925888"/>
          <p14:tracePt t="10253" x="5602288" y="3903663"/>
          <p14:tracePt t="10270" x="5602288" y="3875088"/>
          <p14:tracePt t="10287" x="5602288" y="3852863"/>
          <p14:tracePt t="10303" x="5602288" y="3824288"/>
          <p14:tracePt t="10320" x="5602288" y="3795713"/>
          <p14:tracePt t="10337" x="5616575" y="3744913"/>
          <p14:tracePt t="10354" x="5653088" y="3665538"/>
          <p14:tracePt t="10370" x="5681663" y="3598863"/>
          <p14:tracePt t="10387" x="5703888" y="3556000"/>
          <p14:tracePt t="10403" x="5740400" y="3490913"/>
          <p14:tracePt t="10420" x="5768975" y="3440113"/>
          <p14:tracePt t="10437" x="5819775" y="3381375"/>
          <p14:tracePt t="10454" x="5870575" y="3309938"/>
          <p14:tracePt t="10470" x="5921375" y="3259138"/>
          <p14:tracePt t="10487" x="5994400" y="3178175"/>
          <p14:tracePt t="10503" x="6037263" y="3135313"/>
          <p14:tracePt t="10520" x="6073775" y="3098800"/>
          <p14:tracePt t="10537" x="6110288" y="3070225"/>
          <p14:tracePt t="10553" x="6154738" y="3040063"/>
          <p14:tracePt t="10570" x="6197600" y="2997200"/>
          <p14:tracePt t="10587" x="6240463" y="2968625"/>
          <p14:tracePt t="10604" x="6270625" y="2946400"/>
          <p14:tracePt t="10620" x="6321425" y="2932113"/>
          <p14:tracePt t="10637" x="6350000" y="2909888"/>
          <p14:tracePt t="10653" x="6386513" y="2903538"/>
          <p14:tracePt t="10670" x="6437313" y="2881313"/>
          <p14:tracePt t="10687" x="6502400" y="2873375"/>
          <p14:tracePt t="10704" x="6575425" y="2852738"/>
          <p14:tracePt t="10720" x="6646863" y="2844800"/>
          <p14:tracePt t="10737" x="6705600" y="2836863"/>
          <p14:tracePt t="10754" x="6792913" y="2816225"/>
          <p14:tracePt t="10770" x="6843713" y="2816225"/>
          <p14:tracePt t="10787" x="6872288" y="2808288"/>
          <p14:tracePt t="10804" x="6931025" y="2808288"/>
          <p14:tracePt t="10820" x="6973888" y="2808288"/>
          <p14:tracePt t="10837" x="7018338" y="2808288"/>
          <p14:tracePt t="10853" x="7061200" y="2808288"/>
          <p14:tracePt t="10870" x="7089775" y="2808288"/>
          <p14:tracePt t="10887" x="7112000" y="2808288"/>
          <p14:tracePt t="10904" x="7148513" y="2808288"/>
          <p14:tracePt t="10920" x="7177088" y="2808288"/>
          <p14:tracePt t="10923" x="7199313" y="2808288"/>
          <p14:tracePt t="10937" x="7213600" y="2808288"/>
          <p14:tracePt t="10954" x="7272338" y="2808288"/>
          <p14:tracePt t="10970" x="7307263" y="2816225"/>
          <p14:tracePt t="10987" x="7373938" y="2822575"/>
          <p14:tracePt t="11004" x="7453313" y="2830513"/>
          <p14:tracePt t="11020" x="7526338" y="2836863"/>
          <p14:tracePt t="11037" x="7627938" y="2859088"/>
          <p14:tracePt t="11053" x="7693025" y="2873375"/>
          <p14:tracePt t="11070" x="7758113" y="2881313"/>
          <p14:tracePt t="11087" x="7800975" y="2887663"/>
          <p14:tracePt t="11104" x="7851775" y="2895600"/>
          <p14:tracePt t="11120" x="7910513" y="2903538"/>
          <p14:tracePt t="11137" x="7967663" y="2917825"/>
          <p14:tracePt t="11154" x="8048625" y="2932113"/>
          <p14:tracePt t="11170" x="8099425" y="2954338"/>
          <p14:tracePt t="11187" x="8120063" y="2954338"/>
          <p14:tracePt t="11204" x="8150225" y="2960688"/>
          <p14:tracePt t="11220" x="8164513" y="2968625"/>
          <p14:tracePt t="11255" x="8178800" y="2968625"/>
          <p14:tracePt t="11270" x="8186738" y="2974975"/>
          <p14:tracePt t="11287" x="8193088" y="2974975"/>
          <p14:tracePt t="11303" x="8207375" y="2982913"/>
          <p14:tracePt t="11320" x="8229600" y="2989263"/>
          <p14:tracePt t="11337" x="8243888" y="3005138"/>
          <p14:tracePt t="11354" x="8258175" y="3005138"/>
          <p14:tracePt t="11370" x="8266113" y="3019425"/>
          <p14:tracePt t="11387" x="8272463" y="3019425"/>
          <p14:tracePt t="11404" x="8280400" y="3025775"/>
          <p14:tracePt t="11420" x="8302625" y="3055938"/>
          <p14:tracePt t="11437" x="8331200" y="3098800"/>
          <p14:tracePt t="11455" x="8367713" y="3141663"/>
          <p14:tracePt t="11471" x="8396288" y="3214688"/>
          <p14:tracePt t="11487" x="8440738" y="3287713"/>
          <p14:tracePt t="11505" x="8483600" y="3367088"/>
          <p14:tracePt t="11521" x="8520113" y="3446463"/>
          <p14:tracePt t="11539" x="8570913" y="3578225"/>
          <p14:tracePt t="11555" x="8585200" y="3649663"/>
          <p14:tracePt t="11573" x="8607425" y="3730625"/>
          <p14:tracePt t="11588" x="8607425" y="3802063"/>
          <p14:tracePt t="11604" x="8607425" y="3868738"/>
          <p14:tracePt t="11621" x="8607425" y="3940175"/>
          <p14:tracePt t="11638" x="8607425" y="4027488"/>
          <p14:tracePt t="11654" x="8577263" y="4114800"/>
          <p14:tracePt t="11671" x="8534400" y="4208463"/>
          <p14:tracePt t="11688" x="8497888" y="4275138"/>
          <p14:tracePt t="11704" x="8455025" y="4354513"/>
          <p14:tracePt t="11721" x="8396288" y="4419600"/>
          <p14:tracePt t="11738" x="8345488" y="4492625"/>
          <p14:tracePt t="11754" x="8272463" y="4557713"/>
          <p14:tracePt t="11771" x="8156575" y="4614863"/>
          <p14:tracePt t="11788" x="8085138" y="4665663"/>
          <p14:tracePt t="11804" x="7975600" y="4710113"/>
          <p14:tracePt t="11821" x="7874000" y="4738688"/>
          <p14:tracePt t="11837" x="7764463" y="4760913"/>
          <p14:tracePt t="11854" x="7656513" y="4789488"/>
          <p14:tracePt t="11871" x="7526338" y="4811713"/>
          <p14:tracePt t="11888" x="7402513" y="4811713"/>
          <p14:tracePt t="11904" x="7256463" y="4811713"/>
          <p14:tracePt t="11921" x="7134225" y="4811713"/>
          <p14:tracePt t="11928" x="7083425" y="4811713"/>
          <p14:tracePt t="11938" x="7032625" y="4811713"/>
          <p14:tracePt t="11955" x="6996113" y="4811713"/>
          <p14:tracePt t="11973" x="6967538" y="4811713"/>
          <p14:tracePt t="11988" x="6937375" y="4803775"/>
          <p14:tracePt t="12004" x="6900863" y="4797425"/>
          <p14:tracePt t="12021" x="6894513" y="4789488"/>
          <p14:tracePt t="12037" x="6880225" y="4789488"/>
          <p14:tracePt t="12888" x="6858000" y="4789488"/>
          <p14:tracePt t="12894" x="6821488" y="4789488"/>
          <p14:tracePt t="12904" x="6792913" y="4789488"/>
          <p14:tracePt t="12922" x="6713538" y="4789488"/>
          <p14:tracePt t="12938" x="6567488" y="4716463"/>
          <p14:tracePt t="12955" x="6335713" y="4594225"/>
          <p14:tracePt t="12971" x="6219825" y="4521200"/>
          <p14:tracePt t="12988" x="6161088" y="4456113"/>
          <p14:tracePt t="13006" x="6132513" y="4405313"/>
          <p14:tracePt t="13021" x="6103938" y="4360863"/>
          <p14:tracePt t="13039" x="6067425" y="4303713"/>
          <p14:tracePt t="13055" x="5994400" y="4208463"/>
          <p14:tracePt t="13073" x="5892800" y="4137025"/>
          <p14:tracePt t="13089" x="5805488" y="4071938"/>
          <p14:tracePt t="13105" x="5748338" y="4035425"/>
          <p14:tracePt t="13122" x="5697538" y="3998913"/>
          <p14:tracePt t="13138" x="5630863" y="3940175"/>
          <p14:tracePt t="13155" x="5551488" y="3875088"/>
          <p14:tracePt t="13172" x="5435600" y="3810000"/>
          <p14:tracePt t="13188" x="5334000" y="3751263"/>
          <p14:tracePt t="13205" x="5240338" y="3716338"/>
          <p14:tracePt t="13221" x="5145088" y="3679825"/>
          <p14:tracePt t="13238" x="5051425" y="3643313"/>
          <p14:tracePt t="13257" x="4941888" y="3598863"/>
          <p14:tracePt t="13271" x="4848225" y="3556000"/>
          <p14:tracePt t="13288" x="4783138" y="3527425"/>
          <p14:tracePt t="13305" x="4760913" y="3519488"/>
          <p14:tracePt t="13323" x="4738688" y="3505200"/>
          <p14:tracePt t="13339" x="4732338" y="3505200"/>
          <p14:tracePt t="13355" x="4687888" y="3490913"/>
          <p14:tracePt t="13371" x="4645025" y="3476625"/>
          <p14:tracePt t="13388" x="4608513" y="3462338"/>
          <p14:tracePt t="13404" x="4572000" y="3454400"/>
          <p14:tracePt t="13421" x="4557713" y="3446463"/>
          <p14:tracePt t="13479" x="4549775" y="3446463"/>
          <p14:tracePt t="13493" x="4543425" y="3446463"/>
          <p14:tracePt t="13582" x="4535488" y="3446463"/>
          <p14:tracePt t="13600" x="4529138" y="3446463"/>
          <p14:tracePt t="13606" x="4521200" y="3446463"/>
          <p14:tracePt t="13615" x="4513263" y="3446463"/>
          <p14:tracePt t="13623" x="4506913" y="3446463"/>
          <p14:tracePt t="13638" x="4492625" y="3454400"/>
          <p14:tracePt t="13655" x="4462463" y="3454400"/>
          <p14:tracePt t="13671" x="4419600" y="3462338"/>
          <p14:tracePt t="13689" x="4383088" y="3468688"/>
          <p14:tracePt t="13704" x="4340225" y="3468688"/>
          <p14:tracePt t="13721" x="4310063" y="3468688"/>
          <p14:tracePt t="13738" x="4303713" y="3468688"/>
          <p14:tracePt t="13838" x="4295775" y="3476625"/>
          <p14:tracePt t="13960" x="4295775" y="3482975"/>
          <p14:tracePt t="13967" x="4295775" y="3490913"/>
          <p14:tracePt t="13975" x="4303713" y="3490913"/>
          <p14:tracePt t="13992" x="4310063" y="3490913"/>
          <p14:tracePt t="14005" x="4332288" y="3490913"/>
          <p14:tracePt t="14022" x="4368800" y="3505200"/>
          <p14:tracePt t="14038" x="4391025" y="3513138"/>
          <p14:tracePt t="14055" x="4411663" y="3513138"/>
          <p14:tracePt t="14071" x="4433888" y="3513138"/>
          <p14:tracePt t="14088" x="4456113" y="3513138"/>
          <p14:tracePt t="14122" x="4470400" y="3513138"/>
          <p14:tracePt t="14139" x="4478338" y="3513138"/>
          <p14:tracePt t="14183" x="4484688" y="3513138"/>
          <p14:tracePt t="14208" x="4492625" y="3513138"/>
          <p14:tracePt t="14225" x="4498975" y="3513138"/>
          <p14:tracePt t="14237" x="4506913" y="3513138"/>
          <p14:tracePt t="14245" x="4513263" y="3513138"/>
          <p14:tracePt t="14256" x="4521200" y="3513138"/>
          <p14:tracePt t="14272" x="4535488" y="3513138"/>
          <p14:tracePt t="14289" x="4549775" y="3513138"/>
          <p14:tracePt t="14305" x="4557713" y="3505200"/>
          <p14:tracePt t="14323" x="4572000" y="3497263"/>
          <p14:tracePt t="14338" x="4586288" y="3490913"/>
          <p14:tracePt t="14355" x="4600575" y="3476625"/>
          <p14:tracePt t="14406" x="4614863" y="3468688"/>
          <p14:tracePt t="14440" x="4614863" y="3462338"/>
          <p14:tracePt t="14463" x="4614863" y="3454400"/>
          <p14:tracePt t="14470" x="4622800" y="3440113"/>
          <p14:tracePt t="14487" x="4630738" y="3432175"/>
          <p14:tracePt t="14494" x="4630738" y="3425825"/>
          <p14:tracePt t="14505" x="4637088" y="3425825"/>
          <p14:tracePt t="14522" x="4637088" y="3411538"/>
          <p14:tracePt t="14539" x="4645025" y="3395663"/>
          <p14:tracePt t="14555" x="4651375" y="3395663"/>
          <p14:tracePt t="14572" x="4659313" y="3375025"/>
          <p14:tracePt t="14606" x="4659313" y="3367088"/>
          <p14:tracePt t="14622" x="4659313" y="3352800"/>
          <p14:tracePt t="14639" x="4673600" y="3338513"/>
          <p14:tracePt t="14655" x="4673600" y="3330575"/>
          <p14:tracePt t="14672" x="4673600" y="3324225"/>
          <p14:tracePt t="14695" x="4673600" y="3316288"/>
          <p14:tracePt t="14705" x="4673600" y="3309938"/>
          <p14:tracePt t="14750" x="4673600" y="3294063"/>
          <p14:tracePt t="14760" x="4673600" y="3287713"/>
          <p14:tracePt t="14791" x="4665663" y="3287713"/>
          <p14:tracePt t="14807" x="4659313" y="3287713"/>
          <p14:tracePt t="14830" x="4651375" y="3287713"/>
          <p14:tracePt t="14848" x="4637088" y="3287713"/>
          <p14:tracePt t="14863" x="4630738" y="3287713"/>
          <p14:tracePt t="14887" x="4614863" y="3287713"/>
          <p14:tracePt t="14902" x="4608513" y="3287713"/>
          <p14:tracePt t="14921" x="4600575" y="3294063"/>
          <p14:tracePt t="14927" x="4586288" y="3302000"/>
          <p14:tracePt t="14944" x="4579938" y="3309938"/>
          <p14:tracePt t="14955" x="4564063" y="3330575"/>
          <p14:tracePt t="14972" x="4549775" y="3344863"/>
          <p14:tracePt t="14989" x="4529138" y="3360738"/>
          <p14:tracePt t="15006" x="4521200" y="3367088"/>
          <p14:tracePt t="15022" x="4498975" y="3381375"/>
          <p14:tracePt t="15039" x="4492625" y="3389313"/>
          <p14:tracePt t="15055" x="4484688" y="3389313"/>
          <p14:tracePt t="15072" x="4462463" y="3389313"/>
          <p14:tracePt t="15089" x="4448175" y="3389313"/>
          <p14:tracePt t="15107" x="4419600" y="3389313"/>
          <p14:tracePt t="15122" x="4397375" y="3389313"/>
          <p14:tracePt t="15139" x="4383088" y="3389313"/>
          <p14:tracePt t="15155" x="4376738" y="3389313"/>
          <p14:tracePt t="15172" x="4360863" y="3389313"/>
          <p14:tracePt t="15189" x="4354513" y="3389313"/>
          <p14:tracePt t="15205" x="4332288" y="3389313"/>
          <p14:tracePt t="15222" x="4325938" y="3389313"/>
          <p14:tracePt t="15238" x="4318000" y="3389313"/>
          <p14:tracePt t="15255" x="4310063" y="3389313"/>
          <p14:tracePt t="15272" x="4295775" y="3389313"/>
          <p14:tracePt t="15288" x="4289425" y="3389313"/>
          <p14:tracePt t="15310" x="4281488" y="3389313"/>
          <p14:tracePt t="15322" x="4275138" y="3389313"/>
          <p14:tracePt t="15339" x="4259263" y="3389313"/>
          <p14:tracePt t="15356" x="4252913" y="3381375"/>
          <p14:tracePt t="15398" x="4238625" y="3375025"/>
          <p14:tracePt t="16479" x="4252913" y="3375025"/>
          <p14:tracePt t="16486" x="4295775" y="3375025"/>
          <p14:tracePt t="16494" x="4346575" y="3381375"/>
          <p14:tracePt t="16507" x="4543425" y="3395663"/>
          <p14:tracePt t="16522" x="4738688" y="3432175"/>
          <p14:tracePt t="16539" x="4876800" y="3446463"/>
          <p14:tracePt t="16556" x="4919663" y="3462338"/>
          <p14:tracePt t="16573" x="4949825" y="3462338"/>
          <p14:tracePt t="16754" x="4956175" y="3462338"/>
          <p14:tracePt t="16776" x="4956175" y="3454400"/>
          <p14:tracePt t="16782" x="4949825" y="3446463"/>
          <p14:tracePt t="16792" x="4941888" y="3440113"/>
          <p14:tracePt t="16806" x="4935538" y="3432175"/>
          <p14:tracePt t="16848" x="4935538" y="3425825"/>
          <p14:tracePt t="16855" x="4927600" y="3425825"/>
          <p14:tracePt t="16944" x="4927600" y="3417888"/>
          <p14:tracePt t="16966" x="4927600" y="3411538"/>
          <p14:tracePt t="16976" x="4927600" y="3403600"/>
          <p14:tracePt t="16992" x="4941888" y="3395663"/>
          <p14:tracePt t="16998" x="4956175" y="3395663"/>
          <p14:tracePt t="17006" x="4978400" y="3389313"/>
          <p14:tracePt t="17023" x="5072063" y="3375025"/>
          <p14:tracePt t="17040" x="5167313" y="3367088"/>
          <p14:tracePt t="17056" x="5268913" y="3360738"/>
          <p14:tracePt t="17073" x="5341938" y="3360738"/>
          <p14:tracePt t="17089" x="5384800" y="3360738"/>
          <p14:tracePt t="17106" x="5427663" y="3360738"/>
          <p14:tracePt t="17123" x="5500688" y="3360738"/>
          <p14:tracePt t="17139" x="5559425" y="3360738"/>
          <p14:tracePt t="17156" x="5616575" y="3360738"/>
          <p14:tracePt t="17173" x="5681663" y="3360738"/>
          <p14:tracePt t="17190" x="5748338" y="3360738"/>
          <p14:tracePt t="17206" x="5805488" y="3360738"/>
          <p14:tracePt t="17223" x="5856288" y="3360738"/>
          <p14:tracePt t="17239" x="5915025" y="3360738"/>
          <p14:tracePt t="17256" x="5986463" y="3360738"/>
          <p14:tracePt t="17273" x="6096000" y="3360738"/>
          <p14:tracePt t="17289" x="6197600" y="3360738"/>
          <p14:tracePt t="17307" x="6364288" y="3360738"/>
          <p14:tracePt t="17323" x="6443663" y="3360738"/>
          <p14:tracePt t="17340" x="6524625" y="3360738"/>
          <p14:tracePt t="17356" x="6604000" y="3360738"/>
          <p14:tracePt t="17373" x="6691313" y="3360738"/>
          <p14:tracePt t="17389" x="6756400" y="3360738"/>
          <p14:tracePt t="17406" x="6821488" y="3360738"/>
          <p14:tracePt t="17423" x="6865938" y="3360738"/>
          <p14:tracePt t="17431" x="6880225" y="3367088"/>
          <p14:tracePt t="17441" x="6908800" y="3367088"/>
          <p14:tracePt t="17456" x="6959600" y="3367088"/>
          <p14:tracePt t="17473" x="7018338" y="3367088"/>
          <p14:tracePt t="17490" x="7089775" y="3367088"/>
          <p14:tracePt t="17510" x="7221538" y="3381375"/>
          <p14:tracePt t="17523" x="7329488" y="3411538"/>
          <p14:tracePt t="17540" x="7408863" y="3411538"/>
          <p14:tracePt t="17556" x="7504113" y="3417888"/>
          <p14:tracePt t="17572" x="7605713" y="3440113"/>
          <p14:tracePt t="17589" x="7699375" y="3446463"/>
          <p14:tracePt t="17606" x="7780338" y="3468688"/>
          <p14:tracePt t="17623" x="7874000" y="3468688"/>
          <p14:tracePt t="17639" x="7947025" y="3476625"/>
          <p14:tracePt t="17656" x="8048625" y="3476625"/>
          <p14:tracePt t="17673" x="8135938" y="3476625"/>
          <p14:tracePt t="17690" x="8294688" y="3490913"/>
          <p14:tracePt t="17707" x="8367713" y="3490913"/>
          <p14:tracePt t="17723" x="8447088" y="3513138"/>
          <p14:tracePt t="17740" x="8491538" y="3519488"/>
          <p14:tracePt t="17756" x="8526463" y="3519488"/>
          <p14:tracePt t="17773" x="8570913" y="3527425"/>
          <p14:tracePt t="17790" x="8607425" y="3527425"/>
          <p14:tracePt t="17806" x="8650288" y="3527425"/>
          <p14:tracePt t="17823" x="8678863" y="3527425"/>
          <p14:tracePt t="17839" x="8709025" y="3527425"/>
          <p14:tracePt t="17856" x="8729663" y="3527425"/>
          <p14:tracePt t="17872" x="8751888" y="3527425"/>
          <p14:tracePt t="17889" x="8780463" y="3533775"/>
          <p14:tracePt t="17906" x="8824913" y="3541713"/>
          <p14:tracePt t="17922" x="8853488" y="3541713"/>
          <p14:tracePt t="17939" x="8875713" y="3541713"/>
          <p14:tracePt t="17956" x="8904288" y="3548063"/>
          <p14:tracePt t="17972" x="8926513" y="3556000"/>
          <p14:tracePt t="17989" x="8932863" y="3556000"/>
          <p14:tracePt t="18006" x="8955088" y="3556000"/>
          <p14:tracePt t="18023" x="8969375" y="3556000"/>
          <p14:tracePt t="18056" x="8977313" y="3556000"/>
          <p14:tracePt t="18072" x="8999538" y="3563938"/>
          <p14:tracePt t="18106" x="9013825" y="3563938"/>
          <p14:tracePt t="18122" x="9020175" y="3563938"/>
          <p14:tracePt t="18788" x="9034463" y="3570288"/>
          <p14:tracePt t="18803" x="9042400" y="3570288"/>
          <p14:tracePt t="18812" x="9050338" y="3570288"/>
          <p14:tracePt t="18822" x="9070975" y="3584575"/>
          <p14:tracePt t="18839" x="9085263" y="3584575"/>
          <p14:tracePt t="18856" x="9121775" y="3584575"/>
          <p14:tracePt t="18873" x="9144000" y="3584575"/>
          <p14:tracePt t="18889" x="9166225" y="3584575"/>
          <p14:tracePt t="18906" x="9186863" y="3584575"/>
          <p14:tracePt t="18923" x="9202738" y="3584575"/>
          <p14:tracePt t="18940" x="9209088" y="3584575"/>
          <p14:tracePt t="18956" x="9223375" y="3584575"/>
          <p14:tracePt t="18973" x="9223375" y="3592513"/>
          <p14:tracePt t="18989" x="9231313" y="3592513"/>
          <p14:tracePt t="19006" x="9237663" y="3592513"/>
          <p14:tracePt t="19075" x="9245600" y="3592513"/>
          <p14:tracePt t="19212" x="9253538" y="3592513"/>
          <p14:tracePt t="20552" x="9231313" y="3592513"/>
          <p14:tracePt t="20558" x="9144000" y="3592513"/>
          <p14:tracePt t="20567" x="9056688" y="3621088"/>
          <p14:tracePt t="20574" x="8948738" y="3629025"/>
          <p14:tracePt t="20590" x="8759825" y="3679825"/>
          <p14:tracePt t="20607" x="8556625" y="3708400"/>
          <p14:tracePt t="20624" x="8272463" y="3744913"/>
          <p14:tracePt t="20640" x="7983538" y="3787775"/>
          <p14:tracePt t="20657" x="7656513" y="3838575"/>
          <p14:tracePt t="20674" x="7154863" y="3903663"/>
          <p14:tracePt t="20692" x="6872288" y="3911600"/>
          <p14:tracePt t="20707" x="6596063" y="3911600"/>
          <p14:tracePt t="20724" x="6313488" y="3911600"/>
          <p14:tracePt t="20740" x="6037263" y="3911600"/>
          <p14:tracePt t="20760" x="5827713" y="3911600"/>
          <p14:tracePt t="20774" x="5630863" y="3911600"/>
          <p14:tracePt t="20790" x="5443538" y="3911600"/>
          <p14:tracePt t="20807" x="5260975" y="3911600"/>
          <p14:tracePt t="20824" x="5057775" y="3911600"/>
          <p14:tracePt t="20841" x="4803775" y="3911600"/>
          <p14:tracePt t="20858" x="4543425" y="3911600"/>
          <p14:tracePt t="20874" x="4173538" y="3911600"/>
          <p14:tracePt t="20890" x="3919538" y="3889375"/>
          <p14:tracePt t="20907" x="3694113" y="3860800"/>
          <p14:tracePt t="20915" x="3621088" y="3852863"/>
          <p14:tracePt t="20925" x="3556000" y="3846513"/>
          <p14:tracePt t="20941" x="3490913" y="3817938"/>
          <p14:tracePt t="20957" x="3462338" y="3810000"/>
          <p14:tracePt t="20974" x="3411538" y="3787775"/>
          <p14:tracePt t="20991" x="3338513" y="3773488"/>
          <p14:tracePt t="21007" x="3214688" y="3736975"/>
          <p14:tracePt t="21024" x="3070225" y="3700463"/>
          <p14:tracePt t="21041" x="3019425" y="3679825"/>
          <p14:tracePt t="21111" x="3019425" y="3671888"/>
          <p14:tracePt t="23823" x="3019425" y="3665538"/>
          <p14:tracePt t="23830" x="3019425" y="3657600"/>
          <p14:tracePt t="23847" x="3025775" y="3643313"/>
          <p14:tracePt t="23859" x="3033713" y="3629025"/>
          <p14:tracePt t="23874" x="3040063" y="3614738"/>
          <p14:tracePt t="23892" x="3048000" y="3598863"/>
          <p14:tracePt t="23908" x="3055938" y="3584575"/>
          <p14:tracePt t="23928" x="3062288" y="3584575"/>
          <p14:tracePt t="23941" x="3084513" y="3556000"/>
          <p14:tracePt t="23958" x="3106738" y="3527425"/>
          <p14:tracePt t="23977" x="3121025" y="3513138"/>
          <p14:tracePt t="23991" x="3149600" y="3482975"/>
          <p14:tracePt t="24011" x="3171825" y="3454400"/>
          <p14:tracePt t="24025" x="3186113" y="3446463"/>
          <p14:tracePt t="24042" x="3243263" y="3389313"/>
          <p14:tracePt t="24059" x="3273425" y="3360738"/>
          <p14:tracePt t="24075" x="3302000" y="3338513"/>
          <p14:tracePt t="24092" x="3302000" y="3316288"/>
          <p14:tracePt t="24108" x="3316288" y="3302000"/>
          <p14:tracePt t="24125" x="3330575" y="3279775"/>
          <p14:tracePt t="24142" x="3344863" y="3259138"/>
          <p14:tracePt t="24158" x="3352800" y="3251200"/>
          <p14:tracePt t="24175" x="3360738" y="3243263"/>
          <p14:tracePt t="24192" x="3367088" y="3236913"/>
          <p14:tracePt t="24208" x="3367088" y="3228975"/>
          <p14:tracePt t="24238" x="3375025" y="3228975"/>
          <p14:tracePt t="24247" x="3381375" y="3222625"/>
          <p14:tracePt t="24258" x="3389313" y="3222625"/>
          <p14:tracePt t="24275" x="3395663" y="3208338"/>
          <p14:tracePt t="24292" x="3403600" y="3208338"/>
          <p14:tracePt t="24368" x="3411538" y="3208338"/>
          <p14:tracePt t="24383" x="3425825" y="3208338"/>
          <p14:tracePt t="24406" x="3432175" y="3208338"/>
          <p14:tracePt t="24424" x="3440113" y="3208338"/>
          <p14:tracePt t="24430" x="3454400" y="3208338"/>
          <p14:tracePt t="24448" x="3468688" y="3208338"/>
          <p14:tracePt t="24458" x="3476625" y="3208338"/>
          <p14:tracePt t="24475" x="3505200" y="3208338"/>
          <p14:tracePt t="24492" x="3519488" y="3208338"/>
          <p14:tracePt t="24508" x="3533775" y="3214688"/>
          <p14:tracePt t="24525" x="3548063" y="3214688"/>
          <p14:tracePt t="24542" x="3563938" y="3214688"/>
          <p14:tracePt t="24558" x="3578225" y="3228975"/>
          <p14:tracePt t="24575" x="3584575" y="3228975"/>
          <p14:tracePt t="24592" x="3592513" y="3228975"/>
          <p14:tracePt t="24608" x="3598863" y="3236913"/>
          <p14:tracePt t="24638" x="3606800" y="3236913"/>
          <p14:tracePt t="24664" x="3614738" y="3236913"/>
          <p14:tracePt t="24681" x="3621088" y="3236913"/>
          <p14:tracePt t="24687" x="3629025" y="3236913"/>
          <p14:tracePt t="24702" x="3635375" y="3236913"/>
          <p14:tracePt t="24735" x="3643313" y="3236913"/>
          <p14:tracePt t="24774" x="3649663" y="3236913"/>
          <p14:tracePt t="24799" x="3657600" y="3236913"/>
          <p14:tracePt t="25760" x="3665538" y="3236913"/>
          <p14:tracePt t="26143" x="3657600" y="3236913"/>
          <p14:tracePt t="27559" x="3635375" y="3236913"/>
          <p14:tracePt t="27569" x="3584575" y="3236913"/>
          <p14:tracePt t="27576" x="3513138" y="3236913"/>
          <p14:tracePt t="27593" x="3360738" y="3208338"/>
          <p14:tracePt t="27609" x="3251200" y="3171825"/>
          <p14:tracePt t="27629" x="3228975" y="3149600"/>
          <p14:tracePt t="27663" x="3222625" y="3149600"/>
          <p14:tracePt t="27676" x="3208338" y="3149600"/>
          <p14:tracePt t="27693" x="3178175" y="3149600"/>
          <p14:tracePt t="27709" x="3135313" y="3149600"/>
          <p14:tracePt t="27726" x="3055938" y="3149600"/>
          <p14:tracePt t="27744" x="2873375" y="3149600"/>
          <p14:tracePt t="27759" x="2649538" y="3149600"/>
          <p14:tracePt t="27776" x="2379663" y="3149600"/>
          <p14:tracePt t="27793" x="2155825" y="3149600"/>
          <p14:tracePt t="27810" x="1981200" y="3149600"/>
          <p14:tracePt t="27826" x="1792288" y="3149600"/>
          <p14:tracePt t="27842" x="1698625" y="3171825"/>
          <p14:tracePt t="27860" x="1639888" y="3192463"/>
          <p14:tracePt t="27878" x="1611313" y="3208338"/>
          <p14:tracePt t="27893" x="1589088" y="3228975"/>
          <p14:tracePt t="27911" x="1574800" y="3243263"/>
          <p14:tracePt t="27919" x="1552575" y="3259138"/>
          <p14:tracePt t="27926" x="1546225" y="3259138"/>
          <p14:tracePt t="27942" x="1531938" y="3265488"/>
          <p14:tracePt t="27959" x="1516063" y="3279775"/>
          <p14:tracePt t="27976" x="1495425" y="3294063"/>
          <p14:tracePt t="27993" x="1473200" y="3330575"/>
          <p14:tracePt t="28011" x="1450975" y="3367088"/>
          <p14:tracePt t="28026" x="1444625" y="3395663"/>
          <p14:tracePt t="28044" x="1444625" y="3411538"/>
          <p14:tracePt t="28059" x="1444625" y="3425825"/>
          <p14:tracePt t="28076" x="1444625" y="3440113"/>
          <p14:tracePt t="28093" x="1444625" y="3446463"/>
          <p14:tracePt t="28109" x="1444625" y="3468688"/>
          <p14:tracePt t="28127" x="1444625" y="3482975"/>
          <p14:tracePt t="28143" x="1450975" y="3490913"/>
          <p14:tracePt t="28159" x="1465263" y="3505200"/>
          <p14:tracePt t="28176" x="1473200" y="3513138"/>
          <p14:tracePt t="28193" x="1487488" y="3519488"/>
          <p14:tracePt t="28212" x="1516063" y="3541713"/>
          <p14:tracePt t="28227" x="1552575" y="3548063"/>
          <p14:tracePt t="28243" x="1574800" y="3548063"/>
          <p14:tracePt t="28261" x="1597025" y="3548063"/>
          <p14:tracePt t="28276" x="1611313" y="3548063"/>
          <p14:tracePt t="28310" x="1617663" y="3548063"/>
          <p14:tracePt t="28335" x="1625600" y="3548063"/>
          <p14:tracePt t="28342" x="1633538" y="3548063"/>
          <p14:tracePt t="28360" x="1654175" y="3548063"/>
          <p14:tracePt t="28376" x="1684338" y="3548063"/>
          <p14:tracePt t="28393" x="1704975" y="3548063"/>
          <p14:tracePt t="28410" x="1712913" y="3548063"/>
          <p14:tracePt t="28417" x="1727200" y="3541713"/>
          <p14:tracePt t="28431" x="1735138" y="3541713"/>
          <p14:tracePt t="28443" x="1741488" y="3533775"/>
          <p14:tracePt t="28460" x="1755775" y="3527425"/>
          <p14:tracePt t="28477" x="1770063" y="3519488"/>
          <p14:tracePt t="28509" x="1778000" y="3513138"/>
          <p14:tracePt t="28526" x="1785938" y="3513138"/>
          <p14:tracePt t="28543" x="1800225" y="3513138"/>
          <p14:tracePt t="28559" x="1814513" y="3505200"/>
          <p14:tracePt t="28576" x="1828800" y="3490913"/>
          <p14:tracePt t="28593" x="1851025" y="3490913"/>
          <p14:tracePt t="28609" x="1865313" y="3482975"/>
          <p14:tracePt t="28654" x="1871663" y="3482975"/>
          <p14:tracePt t="28686" x="1887538" y="3482975"/>
          <p14:tracePt t="28696" x="1893888" y="3482975"/>
          <p14:tracePt t="28703" x="1901825" y="3482975"/>
          <p14:tracePt t="28710" x="1908175" y="3482975"/>
          <p14:tracePt t="28728" x="1916113" y="3482975"/>
          <p14:tracePt t="28743" x="1944688" y="3482975"/>
          <p14:tracePt t="28760" x="2003425" y="3490913"/>
          <p14:tracePt t="28776" x="2097088" y="3497263"/>
          <p14:tracePt t="28793" x="2170113" y="3513138"/>
          <p14:tracePt t="28811" x="2212975" y="3527425"/>
          <p14:tracePt t="28826" x="2235200" y="3527425"/>
          <p14:tracePt t="28863" x="2243138" y="3527425"/>
          <p14:tracePt t="28881" x="2249488" y="3527425"/>
          <p14:tracePt t="28893" x="2286000" y="3533775"/>
          <p14:tracePt t="28910" x="2328863" y="3548063"/>
          <p14:tracePt t="28919" x="2379663" y="3556000"/>
          <p14:tracePt t="28927" x="2424113" y="3563938"/>
          <p14:tracePt t="28943" x="2562225" y="3598863"/>
          <p14:tracePt t="28960" x="2751138" y="3643313"/>
          <p14:tracePt t="28976" x="2997200" y="3694113"/>
          <p14:tracePt t="28993" x="3259138" y="3730625"/>
          <p14:tracePt t="29011" x="3533775" y="3773488"/>
          <p14:tracePt t="29027" x="3643313" y="3787775"/>
          <p14:tracePt t="29043" x="3730625" y="3787775"/>
          <p14:tracePt t="29060" x="3773488" y="3787775"/>
          <p14:tracePt t="29076" x="3817938" y="3787775"/>
          <p14:tracePt t="29093" x="3838575" y="3787775"/>
          <p14:tracePt t="29110" x="3852863" y="3787775"/>
          <p14:tracePt t="29129" x="3875088" y="3795713"/>
          <p14:tracePt t="29143" x="3919538" y="3802063"/>
          <p14:tracePt t="29161" x="3976688" y="3810000"/>
          <p14:tracePt t="29177" x="4049713" y="3832225"/>
          <p14:tracePt t="29193" x="4143375" y="3868738"/>
          <p14:tracePt t="29211" x="4208463" y="3889375"/>
          <p14:tracePt t="29227" x="4244975" y="3897313"/>
          <p14:tracePt t="29243" x="4275138" y="3911600"/>
          <p14:tracePt t="29260" x="4340225" y="3933825"/>
          <p14:tracePt t="29276" x="4441825" y="3970338"/>
          <p14:tracePt t="29293" x="4564063" y="4021138"/>
          <p14:tracePt t="29310" x="4695825" y="4049713"/>
          <p14:tracePt t="29326" x="4775200" y="4078288"/>
          <p14:tracePt t="29343" x="4811713" y="4086225"/>
          <p14:tracePt t="29361" x="4826000" y="4086225"/>
          <p14:tracePt t="29378" x="4833938" y="4100513"/>
          <p14:tracePt t="29393" x="4840288" y="4100513"/>
          <p14:tracePt t="29411" x="4848225" y="4100513"/>
          <p14:tracePt t="29431" x="4854575" y="4100513"/>
          <p14:tracePt t="29488" x="4862513" y="4100513"/>
          <p14:tracePt t="29495" x="4868863" y="4100513"/>
          <p14:tracePt t="29514" x="4884738" y="4100513"/>
          <p14:tracePt t="29542" x="4891088" y="4100513"/>
          <p14:tracePt t="29560" x="4905375" y="4100513"/>
          <p14:tracePt t="29573" x="4913313" y="4100513"/>
          <p14:tracePt t="29583" x="4919663" y="4092575"/>
          <p14:tracePt t="29593" x="4927600" y="4092575"/>
          <p14:tracePt t="33296" x="4935538" y="4092575"/>
          <p14:tracePt t="33303" x="5000625" y="4092575"/>
          <p14:tracePt t="33311" x="5108575" y="4064000"/>
          <p14:tracePt t="33327" x="5376863" y="4041775"/>
          <p14:tracePt t="33345" x="5573713" y="4027488"/>
          <p14:tracePt t="33361" x="5762625" y="4027488"/>
          <p14:tracePt t="33378" x="6110288" y="4027488"/>
          <p14:tracePt t="33396" x="6364288" y="4027488"/>
          <p14:tracePt t="33411" x="6530975" y="4041775"/>
          <p14:tracePt t="33428" x="6669088" y="4071938"/>
          <p14:tracePt t="33445" x="6756400" y="4078288"/>
          <p14:tracePt t="33461" x="6872288" y="4100513"/>
          <p14:tracePt t="33478" x="7038975" y="4137025"/>
          <p14:tracePt t="33494" x="7205663" y="4179888"/>
          <p14:tracePt t="33511" x="7408863" y="4216400"/>
          <p14:tracePt t="33528" x="7605713" y="4238625"/>
          <p14:tracePt t="33544" x="7794625" y="4267200"/>
          <p14:tracePt t="33561" x="8034338" y="4267200"/>
          <p14:tracePt t="33578" x="8323263" y="4289425"/>
          <p14:tracePt t="33595" x="8613775" y="4325938"/>
          <p14:tracePt t="33611" x="8737600" y="4332288"/>
          <p14:tracePt t="33630" x="8802688" y="4332288"/>
          <p14:tracePt t="33644" x="8847138" y="4310063"/>
          <p14:tracePt t="33661" x="8875713" y="4289425"/>
          <p14:tracePt t="33678" x="8932863" y="4281488"/>
          <p14:tracePt t="33695" x="9013825" y="4275138"/>
          <p14:tracePt t="33711" x="9129713" y="4252913"/>
          <p14:tracePt t="33728" x="9217025" y="4238625"/>
          <p14:tracePt t="33744" x="9267825" y="4224338"/>
          <p14:tracePt t="33761" x="9304338" y="4208463"/>
          <p14:tracePt t="33779" x="9390063" y="4187825"/>
          <p14:tracePt t="33794" x="9477375" y="4179888"/>
          <p14:tracePt t="33811" x="9578975" y="4179888"/>
          <p14:tracePt t="33827" x="9637713" y="4179888"/>
          <p14:tracePt t="33844" x="9666288" y="4179888"/>
          <p14:tracePt t="34048" x="9659938" y="4179888"/>
          <p14:tracePt t="34055" x="9644063" y="4179888"/>
          <p14:tracePt t="34063" x="9637713" y="4179888"/>
          <p14:tracePt t="34078" x="9586913" y="4179888"/>
          <p14:tracePt t="34096" x="9521825" y="4179888"/>
          <p14:tracePt t="34111" x="9463088" y="4179888"/>
          <p14:tracePt t="34128" x="9412288" y="4179888"/>
          <p14:tracePt t="34145" x="9383713" y="4179888"/>
          <p14:tracePt t="34161" x="9361488" y="4179888"/>
          <p14:tracePt t="34178" x="9339263" y="4179888"/>
          <p14:tracePt t="34194" x="9318625" y="4165600"/>
          <p14:tracePt t="34540" x="9332913" y="4173538"/>
          <p14:tracePt t="34547" x="9339263" y="4173538"/>
          <p14:tracePt t="34555" x="9347200" y="4173538"/>
          <p14:tracePt t="34564" x="9355138" y="4179888"/>
          <p14:tracePt t="34578" x="9361488" y="4187825"/>
          <p14:tracePt t="34612" x="9375775" y="4187825"/>
          <p14:tracePt t="34845" x="9383713" y="4187825"/>
          <p14:tracePt t="34932" x="9390063" y="4187825"/>
          <p14:tracePt t="34956" x="9398000" y="4187825"/>
          <p14:tracePt t="34980" x="9405938" y="4179888"/>
          <p14:tracePt t="35005" x="9420225" y="4179888"/>
          <p14:tracePt t="35012" x="9426575" y="4179888"/>
          <p14:tracePt t="35028" x="9434513" y="4179888"/>
          <p14:tracePt t="35037" x="9440863" y="4173538"/>
          <p14:tracePt t="35060" x="9448800" y="4165600"/>
          <p14:tracePt t="35067" x="9456738" y="4165600"/>
          <p14:tracePt t="35084" x="9463088" y="4157663"/>
          <p14:tracePt t="35116" x="9477375" y="4157663"/>
          <p14:tracePt t="35500" x="9485313" y="4157663"/>
          <p14:tracePt t="35507" x="9491663" y="4157663"/>
          <p14:tracePt t="35532" x="9499600" y="4157663"/>
          <p14:tracePt t="35540" x="9507538" y="4157663"/>
          <p14:tracePt t="35549" x="9513888" y="4157663"/>
          <p14:tracePt t="35561" x="9521825" y="4157663"/>
          <p14:tracePt t="35578" x="9536113" y="4157663"/>
        </p14:tracePtLst>
      </p14:laserTraceLst>
    </p:ext>
  </p:extLs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3982" y="270089"/>
            <a:ext cx="8541903" cy="1499616"/>
          </a:xfrm>
        </p:spPr>
        <p:txBody>
          <a:bodyPr>
            <a:normAutofit/>
          </a:bodyPr>
          <a:lstStyle/>
          <a:p>
            <a:r>
              <a:rPr lang="en-US" dirty="0" smtClean="0"/>
              <a:t>Determining Range p-value</a:t>
            </a:r>
            <a:br>
              <a:rPr lang="en-US" dirty="0" smtClean="0"/>
            </a:br>
            <a:r>
              <a:rPr lang="en-US" dirty="0" smtClean="0"/>
              <a:t>on </a:t>
            </a:r>
            <a:r>
              <a:rPr lang="en-US" dirty="0"/>
              <a:t>the T-table </a:t>
            </a:r>
            <a:r>
              <a:rPr lang="en-US" dirty="0" smtClean="0"/>
              <a:t>(4/5</a:t>
            </a:r>
            <a:r>
              <a:rPr lang="en-US" dirty="0"/>
              <a:t>)</a:t>
            </a:r>
          </a:p>
        </p:txBody>
      </p:sp>
      <p:sp>
        <p:nvSpPr>
          <p:cNvPr id="4" name="Slide Number Placeholder 3"/>
          <p:cNvSpPr>
            <a:spLocks noGrp="1"/>
          </p:cNvSpPr>
          <p:nvPr>
            <p:ph type="sldNum" sz="quarter" idx="12"/>
          </p:nvPr>
        </p:nvSpPr>
        <p:spPr/>
        <p:txBody>
          <a:bodyPr/>
          <a:lstStyle/>
          <a:p>
            <a:fld id="{5AA13D58-D7BC-8747-9F0A-0DB9E6B3595A}" type="slidenum">
              <a:rPr lang="en-US" smtClean="0"/>
              <a:t>29</a:t>
            </a:fld>
            <a:endParaRPr lang="en-US"/>
          </a:p>
        </p:txBody>
      </p:sp>
      <p:pic>
        <p:nvPicPr>
          <p:cNvPr id="5" name="Picture 4"/>
          <p:cNvPicPr>
            <a:picLocks noChangeAspect="1"/>
          </p:cNvPicPr>
          <p:nvPr/>
        </p:nvPicPr>
        <p:blipFill rotWithShape="1">
          <a:blip r:embed="rId4">
            <a:extLst>
              <a:ext uri="{28A0092B-C50C-407E-A947-70E740481C1C}">
                <a14:useLocalDpi xmlns:a14="http://schemas.microsoft.com/office/drawing/2010/main" val="0"/>
              </a:ext>
            </a:extLst>
          </a:blip>
          <a:srcRect r="22823" b="73175"/>
          <a:stretch/>
        </p:blipFill>
        <p:spPr>
          <a:xfrm>
            <a:off x="3846811" y="2454564"/>
            <a:ext cx="6658405" cy="2251897"/>
          </a:xfrm>
          <a:prstGeom prst="rect">
            <a:avLst/>
          </a:prstGeom>
        </p:spPr>
      </p:pic>
      <p:sp>
        <p:nvSpPr>
          <p:cNvPr id="6" name="Rectangle 5"/>
          <p:cNvSpPr/>
          <p:nvPr/>
        </p:nvSpPr>
        <p:spPr>
          <a:xfrm>
            <a:off x="4490338" y="4002800"/>
            <a:ext cx="5946753" cy="186597"/>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9135454" y="4002800"/>
            <a:ext cx="600147" cy="186597"/>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4126666" y="3204674"/>
            <a:ext cx="727345" cy="248884"/>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9135454" y="3197539"/>
            <a:ext cx="600147" cy="248884"/>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p:cNvSpPr/>
          <p:nvPr/>
        </p:nvSpPr>
        <p:spPr>
          <a:xfrm>
            <a:off x="733982" y="2934170"/>
            <a:ext cx="2905411" cy="369332"/>
          </a:xfrm>
          <a:prstGeom prst="rect">
            <a:avLst/>
          </a:prstGeom>
        </p:spPr>
        <p:txBody>
          <a:bodyPr wrap="none">
            <a:spAutoFit/>
          </a:bodyPr>
          <a:lstStyle/>
          <a:p>
            <a:pPr marL="285750" indent="-285750">
              <a:buFont typeface="Arial" panose="020B0604020202020204" pitchFamily="34" charset="0"/>
              <a:buChar char="•"/>
            </a:pPr>
            <a:r>
              <a:rPr lang="en-US" dirty="0"/>
              <a:t>Degree of freedom (</a:t>
            </a:r>
            <a:r>
              <a:rPr lang="en-US" dirty="0" err="1"/>
              <a:t>df</a:t>
            </a:r>
            <a:r>
              <a:rPr lang="en-US" dirty="0"/>
              <a:t>): 3</a:t>
            </a:r>
          </a:p>
        </p:txBody>
      </p:sp>
      <p:sp>
        <p:nvSpPr>
          <p:cNvPr id="9" name="Rectangle 8"/>
          <p:cNvSpPr/>
          <p:nvPr/>
        </p:nvSpPr>
        <p:spPr>
          <a:xfrm>
            <a:off x="733982" y="3290133"/>
            <a:ext cx="1778051" cy="369332"/>
          </a:xfrm>
          <a:prstGeom prst="rect">
            <a:avLst/>
          </a:prstGeom>
        </p:spPr>
        <p:txBody>
          <a:bodyPr wrap="none">
            <a:spAutoFit/>
          </a:bodyPr>
          <a:lstStyle/>
          <a:p>
            <a:pPr marL="285750" indent="-285750">
              <a:buFont typeface="Arial" panose="020B0604020202020204" pitchFamily="34" charset="0"/>
              <a:buChar char="•"/>
            </a:pPr>
            <a:r>
              <a:rPr lang="el-GR" dirty="0">
                <a:latin typeface="Times New Roman" panose="02020603050405020304" pitchFamily="18" charset="0"/>
                <a:cs typeface="Times New Roman" panose="02020603050405020304" pitchFamily="18" charset="0"/>
              </a:rPr>
              <a:t>α </a:t>
            </a:r>
            <a:r>
              <a:rPr lang="en-US" dirty="0">
                <a:latin typeface="Times New Roman" panose="02020603050405020304" pitchFamily="18" charset="0"/>
                <a:cs typeface="Times New Roman" panose="02020603050405020304" pitchFamily="18" charset="0"/>
              </a:rPr>
              <a:t>= </a:t>
            </a:r>
            <a:r>
              <a:rPr lang="en-US" dirty="0"/>
              <a:t>0.05 (5%)</a:t>
            </a:r>
          </a:p>
        </p:txBody>
      </p:sp>
      <mc:AlternateContent xmlns:mc="http://schemas.openxmlformats.org/markup-compatibility/2006" xmlns:a14="http://schemas.microsoft.com/office/drawing/2010/main">
        <mc:Choice Requires="a14">
          <p:sp>
            <p:nvSpPr>
              <p:cNvPr id="10" name="Rectangle 9"/>
              <p:cNvSpPr/>
              <p:nvPr/>
            </p:nvSpPr>
            <p:spPr>
              <a:xfrm>
                <a:off x="733982" y="2565438"/>
                <a:ext cx="2256708" cy="369332"/>
              </a:xfrm>
              <a:prstGeom prst="rect">
                <a:avLst/>
              </a:prstGeom>
            </p:spPr>
            <p:txBody>
              <a:bodyPr wrap="none">
                <a:spAutoFit/>
              </a:bodyPr>
              <a:lstStyle/>
              <a:p>
                <a:pPr marL="285750" indent="-285750" algn="just">
                  <a:buFont typeface="Arial" panose="020B0604020202020204" pitchFamily="34" charset="0"/>
                  <a:buChar char="•"/>
                </a:pPr>
                <a:r>
                  <a:rPr lang="en-US" dirty="0" smtClean="0"/>
                  <a:t>T-score(</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𝑠𝑡𝑎𝑡</m:t>
                        </m:r>
                      </m:sub>
                    </m:sSub>
                  </m:oMath>
                </a14:m>
                <a:r>
                  <a:rPr lang="en-US" dirty="0" smtClean="0"/>
                  <a:t>) </a:t>
                </a:r>
                <a:r>
                  <a:rPr lang="en-US" dirty="0"/>
                  <a:t>= </a:t>
                </a:r>
                <a:r>
                  <a:rPr lang="en-US" b="1" dirty="0">
                    <a:solidFill>
                      <a:srgbClr val="00B050"/>
                    </a:solidFill>
                  </a:rPr>
                  <a:t>0.6</a:t>
                </a:r>
              </a:p>
            </p:txBody>
          </p:sp>
        </mc:Choice>
        <mc:Fallback xmlns="">
          <p:sp>
            <p:nvSpPr>
              <p:cNvPr id="10" name="Rectangle 9"/>
              <p:cNvSpPr>
                <a:spLocks noRot="1" noChangeAspect="1" noMove="1" noResize="1" noEditPoints="1" noAdjustHandles="1" noChangeArrowheads="1" noChangeShapeType="1" noTextEdit="1"/>
              </p:cNvSpPr>
              <p:nvPr/>
            </p:nvSpPr>
            <p:spPr>
              <a:xfrm>
                <a:off x="733982" y="2565438"/>
                <a:ext cx="2256708" cy="369332"/>
              </a:xfrm>
              <a:prstGeom prst="rect">
                <a:avLst/>
              </a:prstGeom>
              <a:blipFill>
                <a:blip r:embed="rId7"/>
                <a:stretch>
                  <a:fillRect l="-1617" t="-10000" r="-1348" b="-26667"/>
                </a:stretch>
              </a:blipFill>
            </p:spPr>
            <p:txBody>
              <a:bodyPr/>
              <a:lstStyle/>
              <a:p>
                <a:r>
                  <a:rPr lang="en-US">
                    <a:noFill/>
                  </a:rPr>
                  <a:t> </a:t>
                </a:r>
              </a:p>
            </p:txBody>
          </p:sp>
        </mc:Fallback>
      </mc:AlternateContent>
      <p:cxnSp>
        <p:nvCxnSpPr>
          <p:cNvPr id="16" name="Straight Arrow Connector 15"/>
          <p:cNvCxnSpPr>
            <a:stCxn id="12" idx="2"/>
            <a:endCxn id="7" idx="0"/>
          </p:cNvCxnSpPr>
          <p:nvPr/>
        </p:nvCxnSpPr>
        <p:spPr>
          <a:xfrm>
            <a:off x="9435528" y="3446423"/>
            <a:ext cx="0" cy="556377"/>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645082" y="5090358"/>
            <a:ext cx="2096921" cy="369332"/>
          </a:xfrm>
          <a:prstGeom prst="rect">
            <a:avLst/>
          </a:prstGeom>
          <a:ln>
            <a:solidFill>
              <a:srgbClr val="92D050"/>
            </a:solidFill>
          </a:ln>
        </p:spPr>
        <p:txBody>
          <a:bodyPr wrap="none">
            <a:spAutoFit/>
          </a:bodyPr>
          <a:lstStyle/>
          <a:p>
            <a:r>
              <a:rPr lang="en-US" dirty="0" smtClean="0">
                <a:solidFill>
                  <a:srgbClr val="00B050"/>
                </a:solidFill>
              </a:rPr>
              <a:t>Find Range P-VALUE:</a:t>
            </a:r>
            <a:endParaRPr lang="en-US" dirty="0">
              <a:solidFill>
                <a:srgbClr val="00B050"/>
              </a:solidFill>
            </a:endParaRPr>
          </a:p>
        </p:txBody>
      </p:sp>
      <p:sp>
        <p:nvSpPr>
          <p:cNvPr id="15" name="Oval 14"/>
          <p:cNvSpPr/>
          <p:nvPr/>
        </p:nvSpPr>
        <p:spPr>
          <a:xfrm>
            <a:off x="5472328" y="3967758"/>
            <a:ext cx="274320" cy="274320"/>
          </a:xfrm>
          <a:prstGeom prst="ellipse">
            <a:avLst/>
          </a:prstGeom>
          <a:solidFill>
            <a:srgbClr val="00B050"/>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cxnSp>
        <p:nvCxnSpPr>
          <p:cNvPr id="17" name="Straight Connector 16"/>
          <p:cNvCxnSpPr/>
          <p:nvPr/>
        </p:nvCxnSpPr>
        <p:spPr>
          <a:xfrm>
            <a:off x="5472328" y="3321981"/>
            <a:ext cx="274320" cy="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a:stCxn id="15" idx="0"/>
          </p:cNvCxnSpPr>
          <p:nvPr/>
        </p:nvCxnSpPr>
        <p:spPr>
          <a:xfrm flipV="1">
            <a:off x="5609488" y="3329116"/>
            <a:ext cx="0" cy="638642"/>
          </a:xfrm>
          <a:prstGeom prst="line">
            <a:avLst/>
          </a:prstGeom>
          <a:ln w="38100">
            <a:solidFill>
              <a:srgbClr val="00B050"/>
            </a:solidFill>
            <a:prstDash val="sysDot"/>
          </a:ln>
        </p:spPr>
        <p:style>
          <a:lnRef idx="1">
            <a:schemeClr val="accent1"/>
          </a:lnRef>
          <a:fillRef idx="0">
            <a:schemeClr val="accent1"/>
          </a:fillRef>
          <a:effectRef idx="0">
            <a:schemeClr val="accent1"/>
          </a:effectRef>
          <a:fontRef idx="minor">
            <a:schemeClr val="tx1"/>
          </a:fontRef>
        </p:style>
      </p:cxnSp>
      <p:sp>
        <p:nvSpPr>
          <p:cNvPr id="21" name="Rectangle 20"/>
          <p:cNvSpPr/>
          <p:nvPr/>
        </p:nvSpPr>
        <p:spPr>
          <a:xfrm>
            <a:off x="645081" y="5459690"/>
            <a:ext cx="2096921" cy="369332"/>
          </a:xfrm>
          <a:prstGeom prst="rect">
            <a:avLst/>
          </a:prstGeom>
          <a:solidFill>
            <a:srgbClr val="00B050"/>
          </a:solidFill>
          <a:ln>
            <a:solidFill>
              <a:srgbClr val="92D050"/>
            </a:solidFill>
          </a:ln>
        </p:spPr>
        <p:txBody>
          <a:bodyPr wrap="square">
            <a:spAutoFit/>
          </a:bodyPr>
          <a:lstStyle/>
          <a:p>
            <a:pPr algn="ctr"/>
            <a:r>
              <a:rPr lang="en-US" dirty="0" smtClean="0">
                <a:solidFill>
                  <a:schemeClr val="bg1"/>
                </a:solidFill>
              </a:rPr>
              <a:t>0.5&lt;P-value&lt;1.00</a:t>
            </a:r>
            <a:endParaRPr lang="en-US" dirty="0">
              <a:solidFill>
                <a:schemeClr val="bg1"/>
              </a:solidFill>
            </a:endParaRPr>
          </a:p>
        </p:txBody>
      </p:sp>
      <p:sp>
        <p:nvSpPr>
          <p:cNvPr id="19" name="Rectangle 18"/>
          <p:cNvSpPr/>
          <p:nvPr/>
        </p:nvSpPr>
        <p:spPr>
          <a:xfrm>
            <a:off x="645082" y="5816176"/>
            <a:ext cx="3692155" cy="369332"/>
          </a:xfrm>
          <a:prstGeom prst="rect">
            <a:avLst/>
          </a:prstGeom>
          <a:noFill/>
          <a:ln>
            <a:solidFill>
              <a:srgbClr val="00B050"/>
            </a:solidFill>
          </a:ln>
        </p:spPr>
        <p:txBody>
          <a:bodyPr wrap="square">
            <a:spAutoFit/>
          </a:bodyPr>
          <a:lstStyle/>
          <a:p>
            <a:pPr algn="ctr"/>
            <a:r>
              <a:rPr lang="en-US" dirty="0" smtClean="0">
                <a:solidFill>
                  <a:srgbClr val="00B050"/>
                </a:solidFill>
              </a:rPr>
              <a:t>Check using system: 0.591</a:t>
            </a:r>
            <a:endParaRPr lang="en-US" dirty="0">
              <a:solidFill>
                <a:srgbClr val="00B050"/>
              </a:solidFill>
            </a:endParaRPr>
          </a:p>
        </p:txBody>
      </p:sp>
    </p:spTree>
    <p:custDataLst>
      <p:tags r:id="rId1"/>
    </p:custDataLst>
    <p:extLst>
      <p:ext uri="{BB962C8B-B14F-4D97-AF65-F5344CB8AC3E}">
        <p14:creationId xmlns:p14="http://schemas.microsoft.com/office/powerpoint/2010/main" val="3010410066"/>
      </p:ext>
    </p:extLst>
  </p:cSld>
  <p:clrMapOvr>
    <a:masterClrMapping/>
  </p:clrMapOvr>
  <p:transition spd="slow" advTm="43503">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00"/>
                                        <p:tgtEl>
                                          <p:spTgt spid="20"/>
                                        </p:tgtEl>
                                      </p:cBhvr>
                                    </p:animEffect>
                                  </p:childTnLst>
                                </p:cTn>
                              </p:par>
                              <p:par>
                                <p:cTn id="13" presetID="10" presetClass="entr" presetSubtype="0" fill="hold" nodeType="with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500"/>
                                        <p:tgtEl>
                                          <p:spTgt spid="1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500"/>
                                        <p:tgtEl>
                                          <p:spTgt spid="2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21" grpId="0" animBg="1"/>
      <p:bldP spid="19"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Make decision </a:t>
            </a:r>
            <a:r>
              <a:rPr lang="en-US" dirty="0" smtClean="0"/>
              <a:t>(5/5</a:t>
            </a:r>
            <a:r>
              <a:rPr lang="en-US" dirty="0"/>
              <a:t>)</a:t>
            </a:r>
          </a:p>
        </p:txBody>
      </p:sp>
      <p:sp>
        <p:nvSpPr>
          <p:cNvPr id="4" name="Slide Number Placeholder 3"/>
          <p:cNvSpPr>
            <a:spLocks noGrp="1"/>
          </p:cNvSpPr>
          <p:nvPr>
            <p:ph type="sldNum" sz="quarter" idx="12"/>
          </p:nvPr>
        </p:nvSpPr>
        <p:spPr/>
        <p:txBody>
          <a:bodyPr/>
          <a:lstStyle/>
          <a:p>
            <a:fld id="{5AA13D58-D7BC-8747-9F0A-0DB9E6B3595A}" type="slidenum">
              <a:rPr lang="en-US" smtClean="0"/>
              <a:t>30</a:t>
            </a:fld>
            <a:endParaRPr lang="en-US"/>
          </a:p>
        </p:txBody>
      </p:sp>
      <p:cxnSp>
        <p:nvCxnSpPr>
          <p:cNvPr id="5" name="Straight Connector 4"/>
          <p:cNvCxnSpPr/>
          <p:nvPr/>
        </p:nvCxnSpPr>
        <p:spPr>
          <a:xfrm>
            <a:off x="7837537" y="2713987"/>
            <a:ext cx="3371353" cy="0"/>
          </a:xfrm>
          <a:prstGeom prst="line">
            <a:avLst/>
          </a:prstGeom>
        </p:spPr>
        <p:style>
          <a:lnRef idx="1">
            <a:schemeClr val="dk1"/>
          </a:lnRef>
          <a:fillRef idx="0">
            <a:schemeClr val="dk1"/>
          </a:fillRef>
          <a:effectRef idx="0">
            <a:schemeClr val="dk1"/>
          </a:effectRef>
          <a:fontRef idx="minor">
            <a:schemeClr val="tx1"/>
          </a:fontRef>
        </p:style>
      </p:cxnSp>
      <p:cxnSp>
        <p:nvCxnSpPr>
          <p:cNvPr id="6" name="Straight Connector 5"/>
          <p:cNvCxnSpPr/>
          <p:nvPr/>
        </p:nvCxnSpPr>
        <p:spPr>
          <a:xfrm flipH="1" flipV="1">
            <a:off x="9547068" y="1383095"/>
            <a:ext cx="23606" cy="1330892"/>
          </a:xfrm>
          <a:prstGeom prst="line">
            <a:avLst/>
          </a:prstGeom>
          <a:ln>
            <a:prstDash val="dash"/>
          </a:ln>
        </p:spPr>
        <p:style>
          <a:lnRef idx="1">
            <a:schemeClr val="dk1"/>
          </a:lnRef>
          <a:fillRef idx="0">
            <a:schemeClr val="dk1"/>
          </a:fillRef>
          <a:effectRef idx="0">
            <a:schemeClr val="dk1"/>
          </a:effectRef>
          <a:fontRef idx="minor">
            <a:schemeClr val="tx1"/>
          </a:fontRef>
        </p:style>
      </p:cxnSp>
      <p:sp>
        <p:nvSpPr>
          <p:cNvPr id="7" name="Freeform 6"/>
          <p:cNvSpPr/>
          <p:nvPr/>
        </p:nvSpPr>
        <p:spPr>
          <a:xfrm>
            <a:off x="7829586" y="1383095"/>
            <a:ext cx="3371353" cy="1216550"/>
          </a:xfrm>
          <a:custGeom>
            <a:avLst/>
            <a:gdLst>
              <a:gd name="connsiteX0" fmla="*/ 0 w 3371353"/>
              <a:gd name="connsiteY0" fmla="*/ 1160891 h 1216550"/>
              <a:gd name="connsiteX1" fmla="*/ 492981 w 3371353"/>
              <a:gd name="connsiteY1" fmla="*/ 1033670 h 1216550"/>
              <a:gd name="connsiteX2" fmla="*/ 1741335 w 3371353"/>
              <a:gd name="connsiteY2" fmla="*/ 0 h 1216550"/>
              <a:gd name="connsiteX3" fmla="*/ 2806810 w 3371353"/>
              <a:gd name="connsiteY3" fmla="*/ 1033670 h 1216550"/>
              <a:gd name="connsiteX4" fmla="*/ 3371353 w 3371353"/>
              <a:gd name="connsiteY4" fmla="*/ 1216550 h 1216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353" h="1216550">
                <a:moveTo>
                  <a:pt x="0" y="1160891"/>
                </a:moveTo>
                <a:cubicBezTo>
                  <a:pt x="101379" y="1194021"/>
                  <a:pt x="202759" y="1227152"/>
                  <a:pt x="492981" y="1033670"/>
                </a:cubicBezTo>
                <a:cubicBezTo>
                  <a:pt x="783204" y="840188"/>
                  <a:pt x="1355697" y="0"/>
                  <a:pt x="1741335" y="0"/>
                </a:cubicBezTo>
                <a:cubicBezTo>
                  <a:pt x="2126973" y="0"/>
                  <a:pt x="2535140" y="830912"/>
                  <a:pt x="2806810" y="1033670"/>
                </a:cubicBezTo>
                <a:cubicBezTo>
                  <a:pt x="3078480" y="1236428"/>
                  <a:pt x="3233530" y="1187395"/>
                  <a:pt x="3371353" y="121655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9439067" y="2755169"/>
            <a:ext cx="263214" cy="261610"/>
          </a:xfrm>
          <a:prstGeom prst="rect">
            <a:avLst/>
          </a:prstGeom>
          <a:noFill/>
        </p:spPr>
        <p:txBody>
          <a:bodyPr wrap="none" rtlCol="0">
            <a:spAutoFit/>
          </a:bodyPr>
          <a:lstStyle/>
          <a:p>
            <a:r>
              <a:rPr lang="en-US" sz="1100" b="1" dirty="0"/>
              <a:t>0</a:t>
            </a:r>
          </a:p>
        </p:txBody>
      </p:sp>
      <p:sp>
        <p:nvSpPr>
          <p:cNvPr id="9" name="Rectangle 8"/>
          <p:cNvSpPr/>
          <p:nvPr/>
        </p:nvSpPr>
        <p:spPr>
          <a:xfrm>
            <a:off x="7821636" y="2502532"/>
            <a:ext cx="381416" cy="203504"/>
          </a:xfrm>
          <a:prstGeom prst="rect">
            <a:avLst/>
          </a:prstGeom>
          <a:pattFill prst="dkDnDiag">
            <a:fgClr>
              <a:schemeClr val="accent1"/>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10819523" y="2516630"/>
            <a:ext cx="381416" cy="203504"/>
          </a:xfrm>
          <a:prstGeom prst="rect">
            <a:avLst/>
          </a:prstGeom>
          <a:pattFill prst="dkDnDiag">
            <a:fgClr>
              <a:schemeClr val="accent1"/>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1" name="TextBox 10"/>
              <p:cNvSpPr txBox="1"/>
              <p:nvPr/>
            </p:nvSpPr>
            <p:spPr>
              <a:xfrm>
                <a:off x="8118845" y="4130563"/>
                <a:ext cx="3692155" cy="92333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dirty="0"/>
                  <a:t>T-score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𝑠𝑡𝑎𝑡</m:t>
                        </m:r>
                      </m:sub>
                    </m:sSub>
                  </m:oMath>
                </a14:m>
                <a:r>
                  <a:rPr lang="en-US" dirty="0"/>
                  <a:t>) = 0.6</a:t>
                </a:r>
              </a:p>
              <a:p>
                <a:r>
                  <a:rPr lang="en-US" dirty="0"/>
                  <a:t>T-table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𝑐𝑟𝑖𝑡</m:t>
                        </m:r>
                      </m:sub>
                    </m:sSub>
                  </m:oMath>
                </a14:m>
                <a:r>
                  <a:rPr lang="en-US" dirty="0"/>
                  <a:t>) = ± </a:t>
                </a:r>
                <a:r>
                  <a:rPr lang="en-US" dirty="0" smtClean="0"/>
                  <a:t>3.182</a:t>
                </a:r>
              </a:p>
              <a:p>
                <a:r>
                  <a:rPr lang="en-US" dirty="0" smtClean="0"/>
                  <a:t>P-value	      = </a:t>
                </a:r>
                <a:r>
                  <a:rPr lang="en-US" dirty="0" smtClean="0">
                    <a:solidFill>
                      <a:schemeClr val="tx1"/>
                    </a:solidFill>
                  </a:rPr>
                  <a:t>0.5&lt;P-value&lt;1.00</a:t>
                </a:r>
                <a:endParaRPr lang="en-US" dirty="0">
                  <a:solidFill>
                    <a:schemeClr val="tx1"/>
                  </a:solidFill>
                </a:endParaRPr>
              </a:p>
            </p:txBody>
          </p:sp>
        </mc:Choice>
        <mc:Fallback xmlns="">
          <p:sp>
            <p:nvSpPr>
              <p:cNvPr id="11" name="TextBox 10"/>
              <p:cNvSpPr txBox="1">
                <a:spLocks noRot="1" noChangeAspect="1" noMove="1" noResize="1" noEditPoints="1" noAdjustHandles="1" noChangeArrowheads="1" noChangeShapeType="1" noTextEdit="1"/>
              </p:cNvSpPr>
              <p:nvPr/>
            </p:nvSpPr>
            <p:spPr>
              <a:xfrm>
                <a:off x="8118845" y="4130563"/>
                <a:ext cx="3692155" cy="923330"/>
              </a:xfrm>
              <a:prstGeom prst="rect">
                <a:avLst/>
              </a:prstGeom>
              <a:blipFill>
                <a:blip r:embed="rId5"/>
                <a:stretch>
                  <a:fillRect l="-1314" t="-3247" b="-8442"/>
                </a:stretch>
              </a:blipFill>
            </p:spPr>
            <p:txBody>
              <a:bodyPr/>
              <a:lstStyle/>
              <a:p>
                <a:r>
                  <a:rPr lang="en-US">
                    <a:noFill/>
                  </a:rPr>
                  <a:t> </a:t>
                </a:r>
              </a:p>
            </p:txBody>
          </p:sp>
        </mc:Fallback>
      </mc:AlternateContent>
      <p:sp>
        <p:nvSpPr>
          <p:cNvPr id="13" name="TextBox 12"/>
          <p:cNvSpPr txBox="1"/>
          <p:nvPr/>
        </p:nvSpPr>
        <p:spPr>
          <a:xfrm>
            <a:off x="10645280" y="2741512"/>
            <a:ext cx="558166" cy="276999"/>
          </a:xfrm>
          <a:prstGeom prst="rect">
            <a:avLst/>
          </a:prstGeom>
          <a:noFill/>
        </p:spPr>
        <p:txBody>
          <a:bodyPr wrap="none" rtlCol="0">
            <a:spAutoFit/>
          </a:bodyPr>
          <a:lstStyle/>
          <a:p>
            <a:r>
              <a:rPr lang="en-US" sz="1200" dirty="0"/>
              <a:t>3.182</a:t>
            </a:r>
          </a:p>
        </p:txBody>
      </p:sp>
      <p:cxnSp>
        <p:nvCxnSpPr>
          <p:cNvPr id="15" name="Straight Connector 14"/>
          <p:cNvCxnSpPr/>
          <p:nvPr/>
        </p:nvCxnSpPr>
        <p:spPr>
          <a:xfrm>
            <a:off x="10820352" y="2662303"/>
            <a:ext cx="0" cy="103367"/>
          </a:xfrm>
          <a:prstGeom prst="line">
            <a:avLst/>
          </a:prstGeom>
        </p:spPr>
        <p:style>
          <a:lnRef idx="1">
            <a:schemeClr val="dk1"/>
          </a:lnRef>
          <a:fillRef idx="0">
            <a:schemeClr val="dk1"/>
          </a:fillRef>
          <a:effectRef idx="0">
            <a:schemeClr val="dk1"/>
          </a:effectRef>
          <a:fontRef idx="minor">
            <a:schemeClr val="tx1"/>
          </a:fontRef>
        </p:style>
      </p:cxnSp>
      <p:cxnSp>
        <p:nvCxnSpPr>
          <p:cNvPr id="17" name="Straight Connector 16"/>
          <p:cNvCxnSpPr/>
          <p:nvPr/>
        </p:nvCxnSpPr>
        <p:spPr>
          <a:xfrm>
            <a:off x="9770785" y="2662303"/>
            <a:ext cx="0" cy="103367"/>
          </a:xfrm>
          <a:prstGeom prst="line">
            <a:avLst/>
          </a:prstGeom>
        </p:spPr>
        <p:style>
          <a:lnRef idx="1">
            <a:schemeClr val="dk1"/>
          </a:lnRef>
          <a:fillRef idx="0">
            <a:schemeClr val="dk1"/>
          </a:fillRef>
          <a:effectRef idx="0">
            <a:schemeClr val="dk1"/>
          </a:effectRef>
          <a:fontRef idx="minor">
            <a:schemeClr val="tx1"/>
          </a:fontRef>
        </p:style>
      </p:cxnSp>
      <p:sp>
        <p:nvSpPr>
          <p:cNvPr id="18" name="TextBox 17"/>
          <p:cNvSpPr txBox="1"/>
          <p:nvPr/>
        </p:nvSpPr>
        <p:spPr>
          <a:xfrm>
            <a:off x="9650204" y="2747474"/>
            <a:ext cx="388248" cy="276999"/>
          </a:xfrm>
          <a:prstGeom prst="rect">
            <a:avLst/>
          </a:prstGeom>
          <a:noFill/>
        </p:spPr>
        <p:txBody>
          <a:bodyPr wrap="none" rtlCol="0">
            <a:spAutoFit/>
          </a:bodyPr>
          <a:lstStyle/>
          <a:p>
            <a:r>
              <a:rPr lang="en-US" sz="1200" dirty="0"/>
              <a:t>0.6</a:t>
            </a:r>
          </a:p>
        </p:txBody>
      </p:sp>
      <p:sp>
        <p:nvSpPr>
          <p:cNvPr id="20" name="TextBox 19"/>
          <p:cNvSpPr txBox="1"/>
          <p:nvPr/>
        </p:nvSpPr>
        <p:spPr>
          <a:xfrm>
            <a:off x="857909" y="5011894"/>
            <a:ext cx="10832646" cy="923330"/>
          </a:xfrm>
          <a:prstGeom prst="rect">
            <a:avLst/>
          </a:prstGeom>
          <a:noFill/>
        </p:spPr>
        <p:txBody>
          <a:bodyPr wrap="square" rtlCol="0">
            <a:spAutoFit/>
          </a:bodyPr>
          <a:lstStyle/>
          <a:p>
            <a:r>
              <a:rPr lang="en-US" dirty="0"/>
              <a:t>Result:</a:t>
            </a:r>
          </a:p>
          <a:p>
            <a:pPr marL="285750" indent="-285750">
              <a:buFont typeface="Wingdings" panose="05000000000000000000" pitchFamily="2" charset="2"/>
              <a:buChar char="v"/>
            </a:pPr>
            <a:r>
              <a:rPr lang="en-US" dirty="0" smtClean="0"/>
              <a:t>The </a:t>
            </a:r>
            <a:r>
              <a:rPr lang="en-US" dirty="0"/>
              <a:t>t-stat is </a:t>
            </a:r>
            <a:r>
              <a:rPr lang="en-US" b="1" dirty="0"/>
              <a:t>not </a:t>
            </a:r>
            <a:r>
              <a:rPr lang="en-US" dirty="0"/>
              <a:t>in region of rejection so that we </a:t>
            </a:r>
            <a:r>
              <a:rPr lang="en-US" b="1" dirty="0" smtClean="0"/>
              <a:t>accept</a:t>
            </a:r>
            <a:r>
              <a:rPr lang="en-US" dirty="0" smtClean="0"/>
              <a:t> </a:t>
            </a:r>
            <a:r>
              <a:rPr lang="en-US" dirty="0"/>
              <a:t>the </a:t>
            </a:r>
            <a:r>
              <a:rPr lang="en-US" b="1" dirty="0"/>
              <a:t>null </a:t>
            </a:r>
            <a:r>
              <a:rPr lang="en-US" b="1" dirty="0" smtClean="0"/>
              <a:t>Hypothesis </a:t>
            </a:r>
            <a:r>
              <a:rPr lang="en-US" dirty="0" smtClean="0"/>
              <a:t>= Reject Alternative hypothesis</a:t>
            </a:r>
            <a:endParaRPr lang="en-US" dirty="0"/>
          </a:p>
          <a:p>
            <a:pPr marL="285750" indent="-285750">
              <a:buFont typeface="Wingdings" panose="05000000000000000000" pitchFamily="2" charset="2"/>
              <a:buChar char="v"/>
            </a:pPr>
            <a:r>
              <a:rPr lang="en-US" dirty="0"/>
              <a:t>p-value ≥ </a:t>
            </a:r>
            <a:r>
              <a:rPr lang="en-US" dirty="0" smtClean="0"/>
              <a:t>0.05; The feature </a:t>
            </a:r>
            <a:r>
              <a:rPr lang="en-US" b="1" dirty="0"/>
              <a:t>has no</a:t>
            </a:r>
            <a:r>
              <a:rPr lang="en-US" dirty="0"/>
              <a:t> significant difference </a:t>
            </a:r>
            <a:r>
              <a:rPr lang="en-US" dirty="0">
                <a:sym typeface="Wingdings" panose="05000000000000000000" pitchFamily="2" charset="2"/>
              </a:rPr>
              <a:t> The feature can’t be used.</a:t>
            </a:r>
            <a:endParaRPr lang="en-US" dirty="0"/>
          </a:p>
        </p:txBody>
      </p:sp>
      <mc:AlternateContent xmlns:mc="http://schemas.openxmlformats.org/markup-compatibility/2006" xmlns:a14="http://schemas.microsoft.com/office/drawing/2010/main">
        <mc:Choice Requires="a14">
          <p:sp>
            <p:nvSpPr>
              <p:cNvPr id="3" name="TextBox 2"/>
              <p:cNvSpPr txBox="1"/>
              <p:nvPr/>
            </p:nvSpPr>
            <p:spPr>
              <a:xfrm>
                <a:off x="9501413" y="3273387"/>
                <a:ext cx="68582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𝑠𝑡𝑎𝑡</m:t>
                          </m:r>
                        </m:sub>
                      </m:sSub>
                    </m:oMath>
                  </m:oMathPara>
                </a14:m>
                <a:endParaRPr lang="en-US" dirty="0"/>
              </a:p>
            </p:txBody>
          </p:sp>
        </mc:Choice>
        <mc:Fallback xmlns="">
          <p:sp>
            <p:nvSpPr>
              <p:cNvPr id="3" name="TextBox 2"/>
              <p:cNvSpPr txBox="1">
                <a:spLocks noRot="1" noChangeAspect="1" noMove="1" noResize="1" noEditPoints="1" noAdjustHandles="1" noChangeArrowheads="1" noChangeShapeType="1" noTextEdit="1"/>
              </p:cNvSpPr>
              <p:nvPr/>
            </p:nvSpPr>
            <p:spPr>
              <a:xfrm>
                <a:off x="9501413" y="3273387"/>
                <a:ext cx="685829" cy="369332"/>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1" name="TextBox 20"/>
              <p:cNvSpPr txBox="1"/>
              <p:nvPr/>
            </p:nvSpPr>
            <p:spPr>
              <a:xfrm>
                <a:off x="10581448" y="3273387"/>
                <a:ext cx="65857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𝑐𝑟𝑖𝑡</m:t>
                          </m:r>
                        </m:sub>
                      </m:sSub>
                    </m:oMath>
                  </m:oMathPara>
                </a14:m>
                <a:endParaRPr lang="en-US" dirty="0"/>
              </a:p>
            </p:txBody>
          </p:sp>
        </mc:Choice>
        <mc:Fallback xmlns="">
          <p:sp>
            <p:nvSpPr>
              <p:cNvPr id="21" name="TextBox 20"/>
              <p:cNvSpPr txBox="1">
                <a:spLocks noRot="1" noChangeAspect="1" noMove="1" noResize="1" noEditPoints="1" noAdjustHandles="1" noChangeArrowheads="1" noChangeShapeType="1" noTextEdit="1"/>
              </p:cNvSpPr>
              <p:nvPr/>
            </p:nvSpPr>
            <p:spPr>
              <a:xfrm>
                <a:off x="10581448" y="3273387"/>
                <a:ext cx="658578" cy="369332"/>
              </a:xfrm>
              <a:prstGeom prst="rect">
                <a:avLst/>
              </a:prstGeom>
              <a:blipFill>
                <a:blip r:embed="rId7"/>
                <a:stretch>
                  <a:fillRect/>
                </a:stretch>
              </a:blipFill>
            </p:spPr>
            <p:txBody>
              <a:bodyPr/>
              <a:lstStyle/>
              <a:p>
                <a:r>
                  <a:rPr lang="en-GB">
                    <a:noFill/>
                  </a:rPr>
                  <a:t> </a:t>
                </a:r>
              </a:p>
            </p:txBody>
          </p:sp>
        </mc:Fallback>
      </mc:AlternateContent>
      <p:cxnSp>
        <p:nvCxnSpPr>
          <p:cNvPr id="23" name="Straight Arrow Connector 22"/>
          <p:cNvCxnSpPr>
            <a:endCxn id="18" idx="2"/>
          </p:cNvCxnSpPr>
          <p:nvPr/>
        </p:nvCxnSpPr>
        <p:spPr>
          <a:xfrm flipV="1">
            <a:off x="9844327" y="3024473"/>
            <a:ext cx="1" cy="37007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p:cNvCxnSpPr/>
          <p:nvPr/>
        </p:nvCxnSpPr>
        <p:spPr>
          <a:xfrm flipV="1">
            <a:off x="10924361" y="2947741"/>
            <a:ext cx="1" cy="37007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2" name="TextBox 21"/>
          <p:cNvSpPr txBox="1"/>
          <p:nvPr/>
        </p:nvSpPr>
        <p:spPr>
          <a:xfrm>
            <a:off x="7949588" y="2757153"/>
            <a:ext cx="609462" cy="276999"/>
          </a:xfrm>
          <a:prstGeom prst="rect">
            <a:avLst/>
          </a:prstGeom>
          <a:noFill/>
        </p:spPr>
        <p:txBody>
          <a:bodyPr wrap="none" rtlCol="0">
            <a:spAutoFit/>
          </a:bodyPr>
          <a:lstStyle/>
          <a:p>
            <a:r>
              <a:rPr lang="en-US" sz="1200" dirty="0"/>
              <a:t>-3.182</a:t>
            </a:r>
          </a:p>
        </p:txBody>
      </p:sp>
      <p:cxnSp>
        <p:nvCxnSpPr>
          <p:cNvPr id="24" name="Straight Connector 23"/>
          <p:cNvCxnSpPr/>
          <p:nvPr/>
        </p:nvCxnSpPr>
        <p:spPr>
          <a:xfrm>
            <a:off x="8194038" y="2681533"/>
            <a:ext cx="0" cy="103367"/>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5" name="TextBox 24"/>
              <p:cNvSpPr txBox="1"/>
              <p:nvPr/>
            </p:nvSpPr>
            <p:spPr>
              <a:xfrm>
                <a:off x="7900472" y="3292987"/>
                <a:ext cx="65857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𝑐𝑟𝑖𝑡</m:t>
                          </m:r>
                        </m:sub>
                      </m:sSub>
                    </m:oMath>
                  </m:oMathPara>
                </a14:m>
                <a:endParaRPr lang="en-US" dirty="0"/>
              </a:p>
            </p:txBody>
          </p:sp>
        </mc:Choice>
        <mc:Fallback xmlns="">
          <p:sp>
            <p:nvSpPr>
              <p:cNvPr id="25" name="TextBox 24"/>
              <p:cNvSpPr txBox="1">
                <a:spLocks noRot="1" noChangeAspect="1" noMove="1" noResize="1" noEditPoints="1" noAdjustHandles="1" noChangeArrowheads="1" noChangeShapeType="1" noTextEdit="1"/>
              </p:cNvSpPr>
              <p:nvPr/>
            </p:nvSpPr>
            <p:spPr>
              <a:xfrm>
                <a:off x="7900472" y="3292987"/>
                <a:ext cx="658578" cy="369332"/>
              </a:xfrm>
              <a:prstGeom prst="rect">
                <a:avLst/>
              </a:prstGeom>
              <a:blipFill>
                <a:blip r:embed="rId8"/>
                <a:stretch>
                  <a:fillRect/>
                </a:stretch>
              </a:blipFill>
            </p:spPr>
            <p:txBody>
              <a:bodyPr/>
              <a:lstStyle/>
              <a:p>
                <a:r>
                  <a:rPr lang="en-GB">
                    <a:noFill/>
                  </a:rPr>
                  <a:t> </a:t>
                </a:r>
              </a:p>
            </p:txBody>
          </p:sp>
        </mc:Fallback>
      </mc:AlternateContent>
      <p:cxnSp>
        <p:nvCxnSpPr>
          <p:cNvPr id="27" name="Straight Arrow Connector 26"/>
          <p:cNvCxnSpPr/>
          <p:nvPr/>
        </p:nvCxnSpPr>
        <p:spPr>
          <a:xfrm flipV="1">
            <a:off x="8243385" y="2967341"/>
            <a:ext cx="1" cy="37007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Straight Connector 27"/>
          <p:cNvCxnSpPr/>
          <p:nvPr/>
        </p:nvCxnSpPr>
        <p:spPr>
          <a:xfrm>
            <a:off x="1637770" y="3092558"/>
            <a:ext cx="3371353" cy="0"/>
          </a:xfrm>
          <a:prstGeom prst="line">
            <a:avLst/>
          </a:prstGeom>
        </p:spPr>
        <p:style>
          <a:lnRef idx="1">
            <a:schemeClr val="dk1"/>
          </a:lnRef>
          <a:fillRef idx="0">
            <a:schemeClr val="dk1"/>
          </a:fillRef>
          <a:effectRef idx="0">
            <a:schemeClr val="dk1"/>
          </a:effectRef>
          <a:fontRef idx="minor">
            <a:schemeClr val="tx1"/>
          </a:fontRef>
        </p:style>
      </p:cxnSp>
      <p:cxnSp>
        <p:nvCxnSpPr>
          <p:cNvPr id="29" name="Straight Connector 28"/>
          <p:cNvCxnSpPr/>
          <p:nvPr/>
        </p:nvCxnSpPr>
        <p:spPr>
          <a:xfrm flipH="1" flipV="1">
            <a:off x="3347301" y="1761666"/>
            <a:ext cx="23606" cy="1330892"/>
          </a:xfrm>
          <a:prstGeom prst="line">
            <a:avLst/>
          </a:prstGeom>
          <a:ln>
            <a:prstDash val="dash"/>
          </a:ln>
        </p:spPr>
        <p:style>
          <a:lnRef idx="1">
            <a:schemeClr val="dk1"/>
          </a:lnRef>
          <a:fillRef idx="0">
            <a:schemeClr val="dk1"/>
          </a:fillRef>
          <a:effectRef idx="0">
            <a:schemeClr val="dk1"/>
          </a:effectRef>
          <a:fontRef idx="minor">
            <a:schemeClr val="tx1"/>
          </a:fontRef>
        </p:style>
      </p:cxnSp>
      <p:sp>
        <p:nvSpPr>
          <p:cNvPr id="30" name="Freeform 29"/>
          <p:cNvSpPr/>
          <p:nvPr/>
        </p:nvSpPr>
        <p:spPr>
          <a:xfrm>
            <a:off x="1629819" y="1761666"/>
            <a:ext cx="3371353" cy="1216550"/>
          </a:xfrm>
          <a:custGeom>
            <a:avLst/>
            <a:gdLst>
              <a:gd name="connsiteX0" fmla="*/ 0 w 3371353"/>
              <a:gd name="connsiteY0" fmla="*/ 1160891 h 1216550"/>
              <a:gd name="connsiteX1" fmla="*/ 492981 w 3371353"/>
              <a:gd name="connsiteY1" fmla="*/ 1033670 h 1216550"/>
              <a:gd name="connsiteX2" fmla="*/ 1741335 w 3371353"/>
              <a:gd name="connsiteY2" fmla="*/ 0 h 1216550"/>
              <a:gd name="connsiteX3" fmla="*/ 2806810 w 3371353"/>
              <a:gd name="connsiteY3" fmla="*/ 1033670 h 1216550"/>
              <a:gd name="connsiteX4" fmla="*/ 3371353 w 3371353"/>
              <a:gd name="connsiteY4" fmla="*/ 1216550 h 1216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353" h="1216550">
                <a:moveTo>
                  <a:pt x="0" y="1160891"/>
                </a:moveTo>
                <a:cubicBezTo>
                  <a:pt x="101379" y="1194021"/>
                  <a:pt x="202759" y="1227152"/>
                  <a:pt x="492981" y="1033670"/>
                </a:cubicBezTo>
                <a:cubicBezTo>
                  <a:pt x="783204" y="840188"/>
                  <a:pt x="1355697" y="0"/>
                  <a:pt x="1741335" y="0"/>
                </a:cubicBezTo>
                <a:cubicBezTo>
                  <a:pt x="2126973" y="0"/>
                  <a:pt x="2535140" y="830912"/>
                  <a:pt x="2806810" y="1033670"/>
                </a:cubicBezTo>
                <a:cubicBezTo>
                  <a:pt x="3078480" y="1236428"/>
                  <a:pt x="3233530" y="1187395"/>
                  <a:pt x="3371353" y="121655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p:cNvSpPr txBox="1"/>
          <p:nvPr/>
        </p:nvSpPr>
        <p:spPr>
          <a:xfrm>
            <a:off x="3239300" y="3133740"/>
            <a:ext cx="263214" cy="261610"/>
          </a:xfrm>
          <a:prstGeom prst="rect">
            <a:avLst/>
          </a:prstGeom>
          <a:noFill/>
        </p:spPr>
        <p:txBody>
          <a:bodyPr wrap="none" rtlCol="0">
            <a:spAutoFit/>
          </a:bodyPr>
          <a:lstStyle/>
          <a:p>
            <a:r>
              <a:rPr lang="en-US" sz="1100" dirty="0"/>
              <a:t>0</a:t>
            </a:r>
          </a:p>
        </p:txBody>
      </p:sp>
      <p:sp>
        <p:nvSpPr>
          <p:cNvPr id="32" name="Rectangle 31"/>
          <p:cNvSpPr/>
          <p:nvPr/>
        </p:nvSpPr>
        <p:spPr>
          <a:xfrm>
            <a:off x="1621869" y="2881103"/>
            <a:ext cx="381416" cy="203504"/>
          </a:xfrm>
          <a:prstGeom prst="rect">
            <a:avLst/>
          </a:prstGeom>
          <a:pattFill prst="dkDnDiag">
            <a:fgClr>
              <a:schemeClr val="accent1"/>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p:cNvSpPr/>
          <p:nvPr/>
        </p:nvSpPr>
        <p:spPr>
          <a:xfrm>
            <a:off x="4619756" y="2895201"/>
            <a:ext cx="381416" cy="203504"/>
          </a:xfrm>
          <a:prstGeom prst="rect">
            <a:avLst/>
          </a:prstGeom>
          <a:pattFill prst="dkDnDiag">
            <a:fgClr>
              <a:schemeClr val="accent1"/>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p:cNvSpPr txBox="1"/>
          <p:nvPr/>
        </p:nvSpPr>
        <p:spPr>
          <a:xfrm>
            <a:off x="1239252" y="3168413"/>
            <a:ext cx="1620957" cy="276999"/>
          </a:xfrm>
          <a:prstGeom prst="rect">
            <a:avLst/>
          </a:prstGeom>
          <a:noFill/>
        </p:spPr>
        <p:txBody>
          <a:bodyPr wrap="none" rtlCol="0">
            <a:spAutoFit/>
          </a:bodyPr>
          <a:lstStyle/>
          <a:p>
            <a:r>
              <a:rPr lang="en-US" sz="1200" dirty="0"/>
              <a:t>Region of </a:t>
            </a:r>
            <a:r>
              <a:rPr lang="en-US" sz="1200" dirty="0" smtClean="0"/>
              <a:t>rejection </a:t>
            </a:r>
            <a:r>
              <a:rPr lang="en-US" sz="1200" b="1" dirty="0"/>
              <a:t>(H</a:t>
            </a:r>
            <a:r>
              <a:rPr lang="en-US" sz="1200" b="1" baseline="-25000" dirty="0"/>
              <a:t>0</a:t>
            </a:r>
            <a:r>
              <a:rPr lang="en-US" sz="1200" b="1" dirty="0"/>
              <a:t>)</a:t>
            </a:r>
            <a:endParaRPr lang="en-US" sz="1200" dirty="0"/>
          </a:p>
        </p:txBody>
      </p:sp>
      <p:sp>
        <p:nvSpPr>
          <p:cNvPr id="35" name="Curved Right Arrow 34"/>
          <p:cNvSpPr/>
          <p:nvPr/>
        </p:nvSpPr>
        <p:spPr>
          <a:xfrm rot="2724704">
            <a:off x="1166468" y="2562963"/>
            <a:ext cx="362120" cy="752981"/>
          </a:xfrm>
          <a:prstGeom prst="curvedRightArrow">
            <a:avLst>
              <a:gd name="adj1" fmla="val 0"/>
              <a:gd name="adj2" fmla="val 50000"/>
              <a:gd name="adj3" fmla="val 25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6" name="TextBox 35"/>
          <p:cNvSpPr txBox="1"/>
          <p:nvPr/>
        </p:nvSpPr>
        <p:spPr>
          <a:xfrm>
            <a:off x="4199797" y="3157562"/>
            <a:ext cx="1620957" cy="276999"/>
          </a:xfrm>
          <a:prstGeom prst="rect">
            <a:avLst/>
          </a:prstGeom>
          <a:noFill/>
        </p:spPr>
        <p:txBody>
          <a:bodyPr wrap="none" rtlCol="0">
            <a:spAutoFit/>
          </a:bodyPr>
          <a:lstStyle/>
          <a:p>
            <a:r>
              <a:rPr lang="en-US" sz="1200" dirty="0"/>
              <a:t>Region of </a:t>
            </a:r>
            <a:r>
              <a:rPr lang="en-US" sz="1200" dirty="0" smtClean="0"/>
              <a:t>rejection </a:t>
            </a:r>
            <a:r>
              <a:rPr lang="en-US" sz="1200" b="1" dirty="0"/>
              <a:t>(H</a:t>
            </a:r>
            <a:r>
              <a:rPr lang="en-US" sz="1200" b="1" baseline="-25000" dirty="0"/>
              <a:t>0</a:t>
            </a:r>
            <a:r>
              <a:rPr lang="en-US" sz="1200" b="1" dirty="0"/>
              <a:t>)</a:t>
            </a:r>
            <a:endParaRPr lang="en-US" sz="1200" dirty="0"/>
          </a:p>
        </p:txBody>
      </p:sp>
      <p:sp>
        <p:nvSpPr>
          <p:cNvPr id="37" name="Curved Right Arrow 36"/>
          <p:cNvSpPr/>
          <p:nvPr/>
        </p:nvSpPr>
        <p:spPr>
          <a:xfrm rot="18616679" flipH="1">
            <a:off x="5235219" y="2563269"/>
            <a:ext cx="345879" cy="752981"/>
          </a:xfrm>
          <a:prstGeom prst="curvedRightArrow">
            <a:avLst>
              <a:gd name="adj1" fmla="val 0"/>
              <a:gd name="adj2" fmla="val 50000"/>
              <a:gd name="adj3" fmla="val 25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8" name="TextBox 37"/>
          <p:cNvSpPr txBox="1"/>
          <p:nvPr/>
        </p:nvSpPr>
        <p:spPr>
          <a:xfrm>
            <a:off x="1566166" y="3530399"/>
            <a:ext cx="3636137" cy="923330"/>
          </a:xfrm>
          <a:prstGeom prst="rect">
            <a:avLst/>
          </a:prstGeom>
          <a:noFill/>
        </p:spPr>
        <p:txBody>
          <a:bodyPr wrap="square" rtlCol="0">
            <a:spAutoFit/>
          </a:bodyPr>
          <a:lstStyle/>
          <a:p>
            <a:r>
              <a:rPr lang="en-US" dirty="0"/>
              <a:t>Region of rejection contains the value from t-table to </a:t>
            </a:r>
            <a:r>
              <a:rPr lang="en-US" b="1" dirty="0"/>
              <a:t>reject the null hypothesis</a:t>
            </a:r>
          </a:p>
        </p:txBody>
      </p:sp>
      <p:sp>
        <p:nvSpPr>
          <p:cNvPr id="16" name="Rectangle 15"/>
          <p:cNvSpPr/>
          <p:nvPr/>
        </p:nvSpPr>
        <p:spPr>
          <a:xfrm>
            <a:off x="846667" y="1614311"/>
            <a:ext cx="5113866" cy="2935111"/>
          </a:xfrm>
          <a:prstGeom prst="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n-GB"/>
          </a:p>
        </p:txBody>
      </p:sp>
      <p:sp>
        <p:nvSpPr>
          <p:cNvPr id="39" name="TextBox 38"/>
          <p:cNvSpPr txBox="1"/>
          <p:nvPr/>
        </p:nvSpPr>
        <p:spPr>
          <a:xfrm>
            <a:off x="10444920" y="1297176"/>
            <a:ext cx="1505477" cy="923330"/>
          </a:xfrm>
          <a:prstGeom prst="rect">
            <a:avLst/>
          </a:prstGeom>
          <a:noFill/>
        </p:spPr>
        <p:txBody>
          <a:bodyPr wrap="none" rtlCol="0">
            <a:spAutoFit/>
          </a:bodyPr>
          <a:lstStyle/>
          <a:p>
            <a:r>
              <a:rPr lang="en-US" dirty="0" smtClean="0"/>
              <a:t>Right tail</a:t>
            </a:r>
            <a:br>
              <a:rPr lang="en-US" dirty="0" smtClean="0"/>
            </a:br>
            <a:r>
              <a:rPr lang="en-US" dirty="0" smtClean="0"/>
              <a:t>(Positive Area)</a:t>
            </a:r>
          </a:p>
          <a:p>
            <a:endParaRPr lang="en-US" dirty="0"/>
          </a:p>
        </p:txBody>
      </p:sp>
    </p:spTree>
    <p:custDataLst>
      <p:tags r:id="rId1"/>
    </p:custDataLst>
    <p:extLst>
      <p:ext uri="{BB962C8B-B14F-4D97-AF65-F5344CB8AC3E}">
        <p14:creationId xmlns:p14="http://schemas.microsoft.com/office/powerpoint/2010/main" val="335261774"/>
      </p:ext>
    </p:extLst>
  </p:cSld>
  <p:clrMapOvr>
    <a:masterClrMapping/>
  </p:clrMapOvr>
  <p:transition spd="slow" advTm="88308">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500"/>
                                        <p:tgtEl>
                                          <p:spTgt spid="3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4"/>
                                        </p:tgtEl>
                                        <p:attrNameLst>
                                          <p:attrName>style.visibility</p:attrName>
                                        </p:attrNameLst>
                                      </p:cBhvr>
                                      <p:to>
                                        <p:strVal val="visible"/>
                                      </p:to>
                                    </p:set>
                                    <p:animEffect transition="in" filter="fade">
                                      <p:cBhvr>
                                        <p:cTn id="10" dur="500"/>
                                        <p:tgtEl>
                                          <p:spTgt spid="3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7"/>
                                        </p:tgtEl>
                                        <p:attrNameLst>
                                          <p:attrName>style.visibility</p:attrName>
                                        </p:attrNameLst>
                                      </p:cBhvr>
                                      <p:to>
                                        <p:strVal val="visible"/>
                                      </p:to>
                                    </p:set>
                                    <p:animEffect transition="in" filter="fade">
                                      <p:cBhvr>
                                        <p:cTn id="13" dur="500"/>
                                        <p:tgtEl>
                                          <p:spTgt spid="3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6"/>
                                        </p:tgtEl>
                                        <p:attrNameLst>
                                          <p:attrName>style.visibility</p:attrName>
                                        </p:attrNameLst>
                                      </p:cBhvr>
                                      <p:to>
                                        <p:strVal val="visible"/>
                                      </p:to>
                                    </p:set>
                                    <p:animEffect transition="in" filter="fade">
                                      <p:cBhvr>
                                        <p:cTn id="16" dur="500"/>
                                        <p:tgtEl>
                                          <p:spTgt spid="3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2"/>
                                        </p:tgtEl>
                                        <p:attrNameLst>
                                          <p:attrName>style.visibility</p:attrName>
                                        </p:attrNameLst>
                                      </p:cBhvr>
                                      <p:to>
                                        <p:strVal val="visible"/>
                                      </p:to>
                                    </p:set>
                                    <p:animEffect transition="in" filter="fade">
                                      <p:cBhvr>
                                        <p:cTn id="19" dur="500"/>
                                        <p:tgtEl>
                                          <p:spTgt spid="32"/>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3"/>
                                        </p:tgtEl>
                                        <p:attrNameLst>
                                          <p:attrName>style.visibility</p:attrName>
                                        </p:attrNameLst>
                                      </p:cBhvr>
                                      <p:to>
                                        <p:strVal val="visible"/>
                                      </p:to>
                                    </p:set>
                                    <p:animEffect transition="in" filter="fade">
                                      <p:cBhvr>
                                        <p:cTn id="22" dur="500"/>
                                        <p:tgtEl>
                                          <p:spTgt spid="3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8"/>
                                        </p:tgtEl>
                                        <p:attrNameLst>
                                          <p:attrName>style.visibility</p:attrName>
                                        </p:attrNameLst>
                                      </p:cBhvr>
                                      <p:to>
                                        <p:strVal val="visible"/>
                                      </p:to>
                                    </p:set>
                                    <p:animEffect transition="in" filter="fade">
                                      <p:cBhvr>
                                        <p:cTn id="27" dur="500"/>
                                        <p:tgtEl>
                                          <p:spTgt spid="3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fade">
                                      <p:cBhvr>
                                        <p:cTn id="32" dur="500"/>
                                        <p:tgtEl>
                                          <p:spTgt spid="3"/>
                                        </p:tgtEl>
                                      </p:cBhvr>
                                    </p:animEffect>
                                  </p:childTnLst>
                                </p:cTn>
                              </p:par>
                              <p:par>
                                <p:cTn id="33" presetID="10" presetClass="entr" presetSubtype="0" fill="hold" nodeType="with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fade">
                                      <p:cBhvr>
                                        <p:cTn id="35" dur="500"/>
                                        <p:tgtEl>
                                          <p:spTgt spid="2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500"/>
                                        <p:tgtEl>
                                          <p:spTgt spid="18"/>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26"/>
                                        </p:tgtEl>
                                        <p:attrNameLst>
                                          <p:attrName>style.visibility</p:attrName>
                                        </p:attrNameLst>
                                      </p:cBhvr>
                                      <p:to>
                                        <p:strVal val="visible"/>
                                      </p:to>
                                    </p:set>
                                    <p:animEffect transition="in" filter="fade">
                                      <p:cBhvr>
                                        <p:cTn id="43" dur="500"/>
                                        <p:tgtEl>
                                          <p:spTgt spid="2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500"/>
                                        <p:tgtEl>
                                          <p:spTgt spid="13"/>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fade">
                                      <p:cBhvr>
                                        <p:cTn id="49" dur="500"/>
                                        <p:tgtEl>
                                          <p:spTgt spid="21"/>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500"/>
                                        <p:tgtEl>
                                          <p:spTgt spid="22"/>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fade">
                                      <p:cBhvr>
                                        <p:cTn id="57" dur="500"/>
                                        <p:tgtEl>
                                          <p:spTgt spid="27"/>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5"/>
                                        </p:tgtEl>
                                        <p:attrNameLst>
                                          <p:attrName>style.visibility</p:attrName>
                                        </p:attrNameLst>
                                      </p:cBhvr>
                                      <p:to>
                                        <p:strVal val="visible"/>
                                      </p:to>
                                    </p:set>
                                    <p:animEffect transition="in" filter="fade">
                                      <p:cBhvr>
                                        <p:cTn id="60" dur="500"/>
                                        <p:tgtEl>
                                          <p:spTgt spid="25"/>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20"/>
                                        </p:tgtEl>
                                        <p:attrNameLst>
                                          <p:attrName>style.visibility</p:attrName>
                                        </p:attrNameLst>
                                      </p:cBhvr>
                                      <p:to>
                                        <p:strVal val="visible"/>
                                      </p:to>
                                    </p:set>
                                    <p:animEffect transition="in" filter="fade">
                                      <p:cBhvr>
                                        <p:cTn id="65"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8" grpId="0"/>
      <p:bldP spid="20" grpId="0"/>
      <p:bldP spid="3" grpId="0"/>
      <p:bldP spid="21" grpId="0"/>
      <p:bldP spid="22" grpId="0"/>
      <p:bldP spid="25" grpId="0"/>
      <p:bldP spid="32" grpId="0" animBg="1"/>
      <p:bldP spid="33" grpId="0" animBg="1"/>
      <p:bldP spid="34" grpId="0"/>
      <p:bldP spid="35" grpId="0" animBg="1"/>
      <p:bldP spid="36" grpId="0"/>
      <p:bldP spid="37" grpId="0" animBg="1"/>
      <p:bldP spid="38"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4EBED-0BF8-C641-9789-2F2D62CA1E8C}"/>
              </a:ext>
            </a:extLst>
          </p:cNvPr>
          <p:cNvSpPr>
            <a:spLocks noGrp="1"/>
          </p:cNvSpPr>
          <p:nvPr>
            <p:ph type="title"/>
          </p:nvPr>
        </p:nvSpPr>
        <p:spPr/>
        <p:txBody>
          <a:bodyPr/>
          <a:lstStyle/>
          <a:p>
            <a:r>
              <a:rPr lang="en-US" dirty="0"/>
              <a:t>Make decision </a:t>
            </a:r>
            <a:r>
              <a:rPr lang="en-US" dirty="0" smtClean="0"/>
              <a:t>(5/5</a:t>
            </a:r>
            <a:r>
              <a:rPr lang="en-US" dirty="0"/>
              <a:t>)</a:t>
            </a:r>
          </a:p>
        </p:txBody>
      </p:sp>
      <p:graphicFrame>
        <p:nvGraphicFramePr>
          <p:cNvPr id="6" name="Table 5">
            <a:extLst>
              <a:ext uri="{FF2B5EF4-FFF2-40B4-BE49-F238E27FC236}">
                <a16:creationId xmlns:a16="http://schemas.microsoft.com/office/drawing/2014/main" id="{B33ABD70-6E51-394A-A4A8-16D8CE753830}"/>
              </a:ext>
            </a:extLst>
          </p:cNvPr>
          <p:cNvGraphicFramePr>
            <a:graphicFrameLocks noGrp="1"/>
          </p:cNvGraphicFramePr>
          <p:nvPr>
            <p:extLst>
              <p:ext uri="{D42A27DB-BD31-4B8C-83A1-F6EECF244321}">
                <p14:modId xmlns:p14="http://schemas.microsoft.com/office/powerpoint/2010/main" val="1973070499"/>
              </p:ext>
            </p:extLst>
          </p:nvPr>
        </p:nvGraphicFramePr>
        <p:xfrm>
          <a:off x="3293634" y="2666775"/>
          <a:ext cx="4247320" cy="1854200"/>
        </p:xfrm>
        <a:graphic>
          <a:graphicData uri="http://schemas.openxmlformats.org/drawingml/2006/table">
            <a:tbl>
              <a:tblPr firstRow="1" bandRow="1">
                <a:tableStyleId>{93296810-A885-4BE3-A3E7-6D5BEEA58F35}</a:tableStyleId>
              </a:tblPr>
              <a:tblGrid>
                <a:gridCol w="696619">
                  <a:extLst>
                    <a:ext uri="{9D8B030D-6E8A-4147-A177-3AD203B41FA5}">
                      <a16:colId xmlns:a16="http://schemas.microsoft.com/office/drawing/2014/main" val="20000"/>
                    </a:ext>
                  </a:extLst>
                </a:gridCol>
                <a:gridCol w="1704109">
                  <a:extLst>
                    <a:ext uri="{9D8B030D-6E8A-4147-A177-3AD203B41FA5}">
                      <a16:colId xmlns:a16="http://schemas.microsoft.com/office/drawing/2014/main" val="20002"/>
                    </a:ext>
                  </a:extLst>
                </a:gridCol>
                <a:gridCol w="917996">
                  <a:extLst>
                    <a:ext uri="{9D8B030D-6E8A-4147-A177-3AD203B41FA5}">
                      <a16:colId xmlns:a16="http://schemas.microsoft.com/office/drawing/2014/main" val="20003"/>
                    </a:ext>
                  </a:extLst>
                </a:gridCol>
                <a:gridCol w="928596">
                  <a:extLst>
                    <a:ext uri="{9D8B030D-6E8A-4147-A177-3AD203B41FA5}">
                      <a16:colId xmlns:a16="http://schemas.microsoft.com/office/drawing/2014/main" val="20004"/>
                    </a:ext>
                  </a:extLst>
                </a:gridCol>
              </a:tblGrid>
              <a:tr h="370840">
                <a:tc>
                  <a:txBody>
                    <a:bodyPr/>
                    <a:lstStyle/>
                    <a:p>
                      <a:pPr algn="ctr"/>
                      <a:r>
                        <a:rPr lang="en-US" sz="1400" dirty="0">
                          <a:solidFill>
                            <a:schemeClr val="tx1"/>
                          </a:solidFill>
                        </a:rPr>
                        <a:t>Index</a:t>
                      </a:r>
                    </a:p>
                  </a:txBody>
                  <a:tcPr anchor="ctr"/>
                </a:tc>
                <a:tc>
                  <a:txBody>
                    <a:bodyPr/>
                    <a:lstStyle/>
                    <a:p>
                      <a:pPr algn="ctr"/>
                      <a:r>
                        <a:rPr lang="en-US" sz="1400" dirty="0">
                          <a:solidFill>
                            <a:schemeClr val="tx1"/>
                          </a:solidFill>
                        </a:rPr>
                        <a:t>Name</a:t>
                      </a:r>
                    </a:p>
                  </a:txBody>
                  <a:tcPr anchor="ctr"/>
                </a:tc>
                <a:tc>
                  <a:txBody>
                    <a:bodyPr/>
                    <a:lstStyle/>
                    <a:p>
                      <a:pPr algn="ctr"/>
                      <a:r>
                        <a:rPr lang="en-US" sz="1400" dirty="0" smtClean="0">
                          <a:solidFill>
                            <a:schemeClr val="tx1"/>
                          </a:solidFill>
                        </a:rPr>
                        <a:t>F1-GA</a:t>
                      </a:r>
                      <a:endParaRPr lang="en-US" sz="1400" dirty="0">
                        <a:solidFill>
                          <a:schemeClr val="tx1"/>
                        </a:solidFill>
                        <a:latin typeface="+mj-lt"/>
                      </a:endParaRPr>
                    </a:p>
                  </a:txBody>
                  <a:tcPr anchor="ctr"/>
                </a:tc>
                <a:tc>
                  <a:txBody>
                    <a:bodyPr/>
                    <a:lstStyle/>
                    <a:p>
                      <a:pPr algn="ctr"/>
                      <a:r>
                        <a:rPr lang="en-US" sz="1400" dirty="0" smtClean="0">
                          <a:solidFill>
                            <a:schemeClr val="tx1"/>
                          </a:solidFill>
                        </a:rPr>
                        <a:t>F2-GA</a:t>
                      </a:r>
                      <a:endParaRPr lang="en-US" sz="1400" dirty="0">
                        <a:solidFill>
                          <a:schemeClr val="tx1"/>
                        </a:solidFill>
                      </a:endParaRPr>
                    </a:p>
                  </a:txBody>
                  <a:tcPr anchor="ctr"/>
                </a:tc>
                <a:extLst>
                  <a:ext uri="{0D108BD9-81ED-4DB2-BD59-A6C34878D82A}">
                    <a16:rowId xmlns:a16="http://schemas.microsoft.com/office/drawing/2014/main" val="10000"/>
                  </a:ext>
                </a:extLst>
              </a:tr>
              <a:tr h="370840">
                <a:tc>
                  <a:txBody>
                    <a:bodyPr/>
                    <a:lstStyle/>
                    <a:p>
                      <a:pPr algn="ctr"/>
                      <a:r>
                        <a:rPr lang="en-US" sz="1200" dirty="0"/>
                        <a:t>1</a:t>
                      </a:r>
                    </a:p>
                  </a:txBody>
                  <a:tcPr anchor="ctr"/>
                </a:tc>
                <a:tc>
                  <a:txBody>
                    <a:bodyPr/>
                    <a:lstStyle/>
                    <a:p>
                      <a:pPr algn="ctr"/>
                      <a:r>
                        <a:rPr lang="en-US" sz="1400" dirty="0"/>
                        <a:t>A</a:t>
                      </a:r>
                    </a:p>
                  </a:txBody>
                  <a:tcPr anchor="ctr"/>
                </a:tc>
                <a:tc>
                  <a:txBody>
                    <a:bodyPr/>
                    <a:lstStyle/>
                    <a:p>
                      <a:pPr algn="ctr"/>
                      <a:r>
                        <a:rPr lang="en-US" sz="1400" dirty="0"/>
                        <a:t>0.2</a:t>
                      </a:r>
                      <a:endParaRPr lang="en-US" sz="1400" dirty="0">
                        <a:latin typeface="+mj-lt"/>
                      </a:endParaRPr>
                    </a:p>
                  </a:txBody>
                  <a:tcPr anchor="ctr"/>
                </a:tc>
                <a:tc>
                  <a:txBody>
                    <a:bodyPr/>
                    <a:lstStyle/>
                    <a:p>
                      <a:pPr algn="ctr" fontAlgn="b"/>
                      <a:r>
                        <a:rPr lang="en-US" sz="1400" u="none" strike="noStrike" dirty="0">
                          <a:effectLst/>
                        </a:rPr>
                        <a:t>0.1</a:t>
                      </a:r>
                      <a:endParaRPr lang="en-US" sz="1400" b="0" i="0" u="none" strike="noStrike" dirty="0">
                        <a:solidFill>
                          <a:srgbClr val="000000"/>
                        </a:solidFill>
                        <a:effectLst/>
                        <a:latin typeface="+mj-lt"/>
                      </a:endParaRPr>
                    </a:p>
                  </a:txBody>
                  <a:tcPr marL="9525" marR="9525" marT="9525" marB="0" anchor="ctr"/>
                </a:tc>
                <a:extLst>
                  <a:ext uri="{0D108BD9-81ED-4DB2-BD59-A6C34878D82A}">
                    <a16:rowId xmlns:a16="http://schemas.microsoft.com/office/drawing/2014/main" val="10001"/>
                  </a:ext>
                </a:extLst>
              </a:tr>
              <a:tr h="370840">
                <a:tc>
                  <a:txBody>
                    <a:bodyPr/>
                    <a:lstStyle/>
                    <a:p>
                      <a:pPr algn="ctr"/>
                      <a:r>
                        <a:rPr lang="en-US" sz="1200" dirty="0"/>
                        <a:t>2</a:t>
                      </a:r>
                    </a:p>
                  </a:txBody>
                  <a:tcPr anchor="ctr"/>
                </a:tc>
                <a:tc>
                  <a:txBody>
                    <a:bodyPr/>
                    <a:lstStyle/>
                    <a:p>
                      <a:pPr algn="ctr"/>
                      <a:r>
                        <a:rPr lang="en-US" sz="1400" dirty="0"/>
                        <a:t>B</a:t>
                      </a:r>
                    </a:p>
                  </a:txBody>
                  <a:tcPr anchor="ctr"/>
                </a:tc>
                <a:tc>
                  <a:txBody>
                    <a:bodyPr/>
                    <a:lstStyle/>
                    <a:p>
                      <a:pPr algn="ctr"/>
                      <a:r>
                        <a:rPr lang="en-US" sz="1400" dirty="0"/>
                        <a:t>0.3</a:t>
                      </a:r>
                      <a:endParaRPr lang="en-US" sz="1400" dirty="0">
                        <a:latin typeface="+mj-lt"/>
                      </a:endParaRPr>
                    </a:p>
                  </a:txBody>
                  <a:tcPr anchor="ctr"/>
                </a:tc>
                <a:tc>
                  <a:txBody>
                    <a:bodyPr/>
                    <a:lstStyle/>
                    <a:p>
                      <a:pPr algn="ctr" fontAlgn="b"/>
                      <a:r>
                        <a:rPr lang="en-US" sz="1400" u="none" strike="noStrike" dirty="0">
                          <a:effectLst/>
                        </a:rPr>
                        <a:t>0.6</a:t>
                      </a:r>
                      <a:endParaRPr lang="en-US" sz="1400" b="0" i="0" u="none" strike="noStrike" dirty="0">
                        <a:solidFill>
                          <a:srgbClr val="000000"/>
                        </a:solidFill>
                        <a:effectLst/>
                        <a:latin typeface="+mj-lt"/>
                      </a:endParaRPr>
                    </a:p>
                  </a:txBody>
                  <a:tcPr marL="9525" marR="9525" marT="9525" marB="0" anchor="ctr"/>
                </a:tc>
                <a:extLst>
                  <a:ext uri="{0D108BD9-81ED-4DB2-BD59-A6C34878D82A}">
                    <a16:rowId xmlns:a16="http://schemas.microsoft.com/office/drawing/2014/main" val="10002"/>
                  </a:ext>
                </a:extLst>
              </a:tr>
              <a:tr h="370840">
                <a:tc>
                  <a:txBody>
                    <a:bodyPr/>
                    <a:lstStyle/>
                    <a:p>
                      <a:pPr algn="ctr"/>
                      <a:r>
                        <a:rPr lang="en-US" sz="1200" dirty="0"/>
                        <a:t>3</a:t>
                      </a:r>
                    </a:p>
                  </a:txBody>
                  <a:tcPr anchor="ctr"/>
                </a:tc>
                <a:tc>
                  <a:txBody>
                    <a:bodyPr/>
                    <a:lstStyle/>
                    <a:p>
                      <a:pPr algn="ctr"/>
                      <a:r>
                        <a:rPr lang="en-US" sz="1400" dirty="0"/>
                        <a:t>C</a:t>
                      </a:r>
                    </a:p>
                  </a:txBody>
                  <a:tcPr anchor="ctr"/>
                </a:tc>
                <a:tc>
                  <a:txBody>
                    <a:bodyPr/>
                    <a:lstStyle/>
                    <a:p>
                      <a:pPr algn="ctr"/>
                      <a:r>
                        <a:rPr lang="en-US" sz="1400" dirty="0"/>
                        <a:t>0.1</a:t>
                      </a:r>
                      <a:endParaRPr lang="en-US" sz="1400" dirty="0">
                        <a:latin typeface="+mj-lt"/>
                      </a:endParaRPr>
                    </a:p>
                  </a:txBody>
                  <a:tcPr anchor="ctr"/>
                </a:tc>
                <a:tc>
                  <a:txBody>
                    <a:bodyPr/>
                    <a:lstStyle/>
                    <a:p>
                      <a:pPr algn="ctr" fontAlgn="b"/>
                      <a:r>
                        <a:rPr lang="en-US" sz="1400" u="none" strike="noStrike" dirty="0">
                          <a:effectLst/>
                        </a:rPr>
                        <a:t>0.3</a:t>
                      </a:r>
                      <a:endParaRPr lang="en-US" sz="1400" b="0" i="0" u="none" strike="noStrike" dirty="0">
                        <a:solidFill>
                          <a:srgbClr val="000000"/>
                        </a:solidFill>
                        <a:effectLst/>
                        <a:latin typeface="+mj-lt"/>
                      </a:endParaRPr>
                    </a:p>
                  </a:txBody>
                  <a:tcPr marL="9525" marR="9525" marT="9525" marB="0" anchor="ctr"/>
                </a:tc>
                <a:extLst>
                  <a:ext uri="{0D108BD9-81ED-4DB2-BD59-A6C34878D82A}">
                    <a16:rowId xmlns:a16="http://schemas.microsoft.com/office/drawing/2014/main" val="10003"/>
                  </a:ext>
                </a:extLst>
              </a:tr>
              <a:tr h="370840">
                <a:tc>
                  <a:txBody>
                    <a:bodyPr/>
                    <a:lstStyle/>
                    <a:p>
                      <a:pPr algn="ctr"/>
                      <a:r>
                        <a:rPr lang="en-US" sz="1200" dirty="0"/>
                        <a:t>4</a:t>
                      </a:r>
                      <a:endParaRPr lang="en-US" sz="1200" dirty="0">
                        <a:latin typeface="Tw Cen MT" panose="020B0602020104020603" pitchFamily="34" charset="77"/>
                      </a:endParaRPr>
                    </a:p>
                  </a:txBody>
                  <a:tcPr anchor="ctr"/>
                </a:tc>
                <a:tc>
                  <a:txBody>
                    <a:bodyPr/>
                    <a:lstStyle/>
                    <a:p>
                      <a:pPr algn="ctr"/>
                      <a:r>
                        <a:rPr lang="en-US" sz="1400" dirty="0"/>
                        <a:t>D</a:t>
                      </a:r>
                      <a:endParaRPr lang="en-US" sz="1400" dirty="0">
                        <a:latin typeface="Tw Cen MT" panose="020B0602020104020603" pitchFamily="34" charset="77"/>
                      </a:endParaRPr>
                    </a:p>
                  </a:txBody>
                  <a:tcPr anchor="ctr"/>
                </a:tc>
                <a:tc>
                  <a:txBody>
                    <a:bodyPr/>
                    <a:lstStyle/>
                    <a:p>
                      <a:pPr algn="ctr"/>
                      <a:r>
                        <a:rPr lang="en-US" sz="1400" dirty="0"/>
                        <a:t>0.6</a:t>
                      </a:r>
                      <a:endParaRPr lang="en-US" sz="1400" dirty="0">
                        <a:latin typeface="Tw Cen MT" panose="020B0602020104020603" pitchFamily="34" charset="77"/>
                      </a:endParaRPr>
                    </a:p>
                  </a:txBody>
                  <a:tcPr anchor="ctr"/>
                </a:tc>
                <a:tc>
                  <a:txBody>
                    <a:bodyPr/>
                    <a:lstStyle/>
                    <a:p>
                      <a:pPr algn="ctr" fontAlgn="b"/>
                      <a:r>
                        <a:rPr lang="en-US" sz="1400" u="none" strike="noStrike" dirty="0">
                          <a:effectLst/>
                        </a:rPr>
                        <a:t>0.2</a:t>
                      </a:r>
                      <a:endParaRPr lang="en-US" sz="1400" b="0" i="0" u="none" strike="noStrike" dirty="0">
                        <a:solidFill>
                          <a:srgbClr val="000000"/>
                        </a:solidFill>
                        <a:effectLst/>
                        <a:latin typeface="Tw Cen MT" panose="020B0602020104020603" pitchFamily="34" charset="77"/>
                      </a:endParaRPr>
                    </a:p>
                  </a:txBody>
                  <a:tcPr marL="9525" marR="9525" marT="9525" marB="0" anchor="ctr"/>
                </a:tc>
                <a:extLst>
                  <a:ext uri="{0D108BD9-81ED-4DB2-BD59-A6C34878D82A}">
                    <a16:rowId xmlns:a16="http://schemas.microsoft.com/office/drawing/2014/main" val="2609914945"/>
                  </a:ext>
                </a:extLst>
              </a:tr>
            </a:tbl>
          </a:graphicData>
        </a:graphic>
      </p:graphicFrame>
      <p:graphicFrame>
        <p:nvGraphicFramePr>
          <p:cNvPr id="7" name="Table 6">
            <a:extLst>
              <a:ext uri="{FF2B5EF4-FFF2-40B4-BE49-F238E27FC236}">
                <a16:creationId xmlns:a16="http://schemas.microsoft.com/office/drawing/2014/main" id="{CE624713-AF51-4E4B-8170-EF10263ADE2E}"/>
              </a:ext>
            </a:extLst>
          </p:cNvPr>
          <p:cNvGraphicFramePr>
            <a:graphicFrameLocks noGrp="1"/>
          </p:cNvGraphicFramePr>
          <p:nvPr>
            <p:extLst>
              <p:ext uri="{D42A27DB-BD31-4B8C-83A1-F6EECF244321}">
                <p14:modId xmlns:p14="http://schemas.microsoft.com/office/powerpoint/2010/main" val="2088754595"/>
              </p:ext>
            </p:extLst>
          </p:nvPr>
        </p:nvGraphicFramePr>
        <p:xfrm>
          <a:off x="3293634" y="4822028"/>
          <a:ext cx="4247320" cy="1854200"/>
        </p:xfrm>
        <a:graphic>
          <a:graphicData uri="http://schemas.openxmlformats.org/drawingml/2006/table">
            <a:tbl>
              <a:tblPr firstRow="1" bandRow="1">
                <a:tableStyleId>{21E4AEA4-8DFA-4A89-87EB-49C32662AFE0}</a:tableStyleId>
              </a:tblPr>
              <a:tblGrid>
                <a:gridCol w="696619">
                  <a:extLst>
                    <a:ext uri="{9D8B030D-6E8A-4147-A177-3AD203B41FA5}">
                      <a16:colId xmlns:a16="http://schemas.microsoft.com/office/drawing/2014/main" val="20000"/>
                    </a:ext>
                  </a:extLst>
                </a:gridCol>
                <a:gridCol w="1704109">
                  <a:extLst>
                    <a:ext uri="{9D8B030D-6E8A-4147-A177-3AD203B41FA5}">
                      <a16:colId xmlns:a16="http://schemas.microsoft.com/office/drawing/2014/main" val="20002"/>
                    </a:ext>
                  </a:extLst>
                </a:gridCol>
                <a:gridCol w="917996">
                  <a:extLst>
                    <a:ext uri="{9D8B030D-6E8A-4147-A177-3AD203B41FA5}">
                      <a16:colId xmlns:a16="http://schemas.microsoft.com/office/drawing/2014/main" val="20003"/>
                    </a:ext>
                  </a:extLst>
                </a:gridCol>
                <a:gridCol w="928596">
                  <a:extLst>
                    <a:ext uri="{9D8B030D-6E8A-4147-A177-3AD203B41FA5}">
                      <a16:colId xmlns:a16="http://schemas.microsoft.com/office/drawing/2014/main" val="20004"/>
                    </a:ext>
                  </a:extLst>
                </a:gridCol>
              </a:tblGrid>
              <a:tr h="370840">
                <a:tc>
                  <a:txBody>
                    <a:bodyPr/>
                    <a:lstStyle/>
                    <a:p>
                      <a:pPr algn="ctr"/>
                      <a:r>
                        <a:rPr lang="en-US" sz="1400" dirty="0">
                          <a:solidFill>
                            <a:schemeClr val="tx1"/>
                          </a:solidFill>
                        </a:rPr>
                        <a:t>Index</a:t>
                      </a:r>
                    </a:p>
                  </a:txBody>
                  <a:tcPr anchor="ctr"/>
                </a:tc>
                <a:tc>
                  <a:txBody>
                    <a:bodyPr/>
                    <a:lstStyle/>
                    <a:p>
                      <a:pPr algn="ctr"/>
                      <a:r>
                        <a:rPr lang="en-US" sz="1400" baseline="0" dirty="0">
                          <a:solidFill>
                            <a:schemeClr val="tx1"/>
                          </a:solidFill>
                        </a:rPr>
                        <a:t>Name</a:t>
                      </a:r>
                      <a:endParaRPr lang="en-US" sz="1400" dirty="0">
                        <a:solidFill>
                          <a:schemeClr val="tx1"/>
                        </a:solidFill>
                      </a:endParaRPr>
                    </a:p>
                  </a:txBody>
                  <a:tcPr anchor="ctr"/>
                </a:tc>
                <a:tc>
                  <a:txBody>
                    <a:bodyPr/>
                    <a:lstStyle/>
                    <a:p>
                      <a:pPr algn="ctr"/>
                      <a:r>
                        <a:rPr lang="en-US" sz="1400" dirty="0" smtClean="0">
                          <a:solidFill>
                            <a:schemeClr val="tx1"/>
                          </a:solidFill>
                        </a:rPr>
                        <a:t>F1-GB</a:t>
                      </a:r>
                      <a:endParaRPr lang="en-US" sz="1400" dirty="0">
                        <a:solidFill>
                          <a:schemeClr val="tx1"/>
                        </a:solidFill>
                        <a:latin typeface="+mj-lt"/>
                      </a:endParaRPr>
                    </a:p>
                  </a:txBody>
                  <a:tcPr anchor="ctr"/>
                </a:tc>
                <a:tc>
                  <a:txBody>
                    <a:bodyPr/>
                    <a:lstStyle/>
                    <a:p>
                      <a:pPr algn="ctr"/>
                      <a:r>
                        <a:rPr lang="en-US" sz="1400" dirty="0" smtClean="0">
                          <a:solidFill>
                            <a:schemeClr val="tx1"/>
                          </a:solidFill>
                        </a:rPr>
                        <a:t>F2-GB</a:t>
                      </a:r>
                      <a:endParaRPr lang="en-US" sz="1400" dirty="0">
                        <a:solidFill>
                          <a:schemeClr val="tx1"/>
                        </a:solidFill>
                      </a:endParaRPr>
                    </a:p>
                  </a:txBody>
                  <a:tcPr anchor="ctr"/>
                </a:tc>
                <a:extLst>
                  <a:ext uri="{0D108BD9-81ED-4DB2-BD59-A6C34878D82A}">
                    <a16:rowId xmlns:a16="http://schemas.microsoft.com/office/drawing/2014/main" val="10000"/>
                  </a:ext>
                </a:extLst>
              </a:tr>
              <a:tr h="370840">
                <a:tc>
                  <a:txBody>
                    <a:bodyPr/>
                    <a:lstStyle/>
                    <a:p>
                      <a:pPr algn="ctr"/>
                      <a:r>
                        <a:rPr lang="en-US" sz="1200" dirty="0"/>
                        <a:t>5</a:t>
                      </a:r>
                    </a:p>
                  </a:txBody>
                  <a:tcPr anchor="ctr"/>
                </a:tc>
                <a:tc>
                  <a:txBody>
                    <a:bodyPr/>
                    <a:lstStyle/>
                    <a:p>
                      <a:pPr algn="ctr"/>
                      <a:r>
                        <a:rPr lang="en-US" sz="1400" dirty="0"/>
                        <a:t>E</a:t>
                      </a:r>
                    </a:p>
                  </a:txBody>
                  <a:tcPr anchor="ctr"/>
                </a:tc>
                <a:tc>
                  <a:txBody>
                    <a:bodyPr/>
                    <a:lstStyle/>
                    <a:p>
                      <a:pPr algn="ctr" fontAlgn="b"/>
                      <a:r>
                        <a:rPr lang="en-US" sz="1400" u="none" strike="noStrike" dirty="0">
                          <a:effectLst/>
                        </a:rPr>
                        <a:t>0.2</a:t>
                      </a:r>
                      <a:endParaRPr lang="en-US" sz="1400" b="0" i="0" u="none" strike="noStrike" dirty="0">
                        <a:solidFill>
                          <a:srgbClr val="000000"/>
                        </a:solidFill>
                        <a:effectLst/>
                        <a:latin typeface="+mj-lt"/>
                      </a:endParaRPr>
                    </a:p>
                  </a:txBody>
                  <a:tcPr marL="9525" marR="9525" marT="9525" marB="0" anchor="ctr"/>
                </a:tc>
                <a:tc>
                  <a:txBody>
                    <a:bodyPr/>
                    <a:lstStyle/>
                    <a:p>
                      <a:pPr algn="ctr"/>
                      <a:r>
                        <a:rPr lang="en-US" sz="1400" dirty="0"/>
                        <a:t>3</a:t>
                      </a:r>
                    </a:p>
                  </a:txBody>
                  <a:tcPr marL="9525" marR="9525" marT="9525" marB="0" anchor="ctr"/>
                </a:tc>
                <a:extLst>
                  <a:ext uri="{0D108BD9-81ED-4DB2-BD59-A6C34878D82A}">
                    <a16:rowId xmlns:a16="http://schemas.microsoft.com/office/drawing/2014/main" val="10001"/>
                  </a:ext>
                </a:extLst>
              </a:tr>
              <a:tr h="370840">
                <a:tc>
                  <a:txBody>
                    <a:bodyPr/>
                    <a:lstStyle/>
                    <a:p>
                      <a:pPr algn="ctr"/>
                      <a:r>
                        <a:rPr lang="en-US" sz="1200" dirty="0"/>
                        <a:t>6</a:t>
                      </a:r>
                    </a:p>
                  </a:txBody>
                  <a:tcPr anchor="ctr"/>
                </a:tc>
                <a:tc>
                  <a:txBody>
                    <a:bodyPr/>
                    <a:lstStyle/>
                    <a:p>
                      <a:pPr algn="ctr"/>
                      <a:r>
                        <a:rPr lang="en-US" sz="1400" dirty="0"/>
                        <a:t>F</a:t>
                      </a:r>
                    </a:p>
                  </a:txBody>
                  <a:tcPr anchor="ctr"/>
                </a:tc>
                <a:tc>
                  <a:txBody>
                    <a:bodyPr/>
                    <a:lstStyle/>
                    <a:p>
                      <a:pPr algn="ctr" fontAlgn="b"/>
                      <a:r>
                        <a:rPr lang="en-US" sz="1400" u="none" strike="noStrike" dirty="0">
                          <a:effectLst/>
                        </a:rPr>
                        <a:t>0.4</a:t>
                      </a:r>
                      <a:endParaRPr lang="en-US" sz="1400" b="0" i="0" u="none" strike="noStrike" dirty="0">
                        <a:solidFill>
                          <a:srgbClr val="000000"/>
                        </a:solidFill>
                        <a:effectLst/>
                        <a:latin typeface="+mj-lt"/>
                      </a:endParaRPr>
                    </a:p>
                  </a:txBody>
                  <a:tcPr marL="9525" marR="9525" marT="9525" marB="0" anchor="ctr"/>
                </a:tc>
                <a:tc>
                  <a:txBody>
                    <a:bodyPr/>
                    <a:lstStyle/>
                    <a:p>
                      <a:pPr algn="ctr"/>
                      <a:r>
                        <a:rPr lang="en-US" sz="1400" dirty="0"/>
                        <a:t>2</a:t>
                      </a:r>
                    </a:p>
                  </a:txBody>
                  <a:tcPr marL="9525" marR="9525" marT="9525" marB="0" anchor="ctr"/>
                </a:tc>
                <a:extLst>
                  <a:ext uri="{0D108BD9-81ED-4DB2-BD59-A6C34878D82A}">
                    <a16:rowId xmlns:a16="http://schemas.microsoft.com/office/drawing/2014/main" val="10002"/>
                  </a:ext>
                </a:extLst>
              </a:tr>
              <a:tr h="370840">
                <a:tc>
                  <a:txBody>
                    <a:bodyPr/>
                    <a:lstStyle/>
                    <a:p>
                      <a:pPr algn="ctr"/>
                      <a:r>
                        <a:rPr lang="en-US" sz="1200" dirty="0"/>
                        <a:t>7</a:t>
                      </a:r>
                    </a:p>
                  </a:txBody>
                  <a:tcPr anchor="ctr"/>
                </a:tc>
                <a:tc>
                  <a:txBody>
                    <a:bodyPr/>
                    <a:lstStyle/>
                    <a:p>
                      <a:pPr algn="ctr"/>
                      <a:r>
                        <a:rPr lang="en-US" sz="1400" dirty="0"/>
                        <a:t>G</a:t>
                      </a:r>
                    </a:p>
                  </a:txBody>
                  <a:tcPr anchor="ctr"/>
                </a:tc>
                <a:tc>
                  <a:txBody>
                    <a:bodyPr/>
                    <a:lstStyle/>
                    <a:p>
                      <a:pPr algn="ctr" fontAlgn="b"/>
                      <a:r>
                        <a:rPr lang="en-US" sz="1400" u="none" strike="noStrike" dirty="0">
                          <a:effectLst/>
                        </a:rPr>
                        <a:t>0.5</a:t>
                      </a:r>
                      <a:endParaRPr lang="en-US" sz="1400" b="0" i="0" u="none" strike="noStrike" dirty="0">
                        <a:solidFill>
                          <a:srgbClr val="000000"/>
                        </a:solidFill>
                        <a:effectLst/>
                        <a:latin typeface="+mj-lt"/>
                      </a:endParaRPr>
                    </a:p>
                  </a:txBody>
                  <a:tcPr marL="9525" marR="9525" marT="9525" marB="0" anchor="ctr"/>
                </a:tc>
                <a:tc>
                  <a:txBody>
                    <a:bodyPr/>
                    <a:lstStyle/>
                    <a:p>
                      <a:pPr algn="ctr"/>
                      <a:r>
                        <a:rPr lang="en-US" sz="1400" dirty="0"/>
                        <a:t>4</a:t>
                      </a:r>
                    </a:p>
                  </a:txBody>
                  <a:tcPr marL="9525" marR="9525" marT="9525" marB="0" anchor="ctr"/>
                </a:tc>
                <a:extLst>
                  <a:ext uri="{0D108BD9-81ED-4DB2-BD59-A6C34878D82A}">
                    <a16:rowId xmlns:a16="http://schemas.microsoft.com/office/drawing/2014/main" val="10003"/>
                  </a:ext>
                </a:extLst>
              </a:tr>
              <a:tr h="370840">
                <a:tc>
                  <a:txBody>
                    <a:bodyPr/>
                    <a:lstStyle/>
                    <a:p>
                      <a:pPr algn="ctr"/>
                      <a:r>
                        <a:rPr lang="en-US" sz="1200" dirty="0"/>
                        <a:t>8</a:t>
                      </a:r>
                      <a:endParaRPr lang="en-US" sz="1200" dirty="0">
                        <a:latin typeface="Tw Cen MT" panose="020B0602020104020603" pitchFamily="34" charset="77"/>
                      </a:endParaRPr>
                    </a:p>
                  </a:txBody>
                  <a:tcPr anchor="ctr"/>
                </a:tc>
                <a:tc>
                  <a:txBody>
                    <a:bodyPr/>
                    <a:lstStyle/>
                    <a:p>
                      <a:pPr algn="ctr"/>
                      <a:r>
                        <a:rPr lang="en-US" sz="1400" dirty="0"/>
                        <a:t>H</a:t>
                      </a:r>
                      <a:endParaRPr lang="en-US" sz="1400" dirty="0">
                        <a:latin typeface="Tw Cen MT" panose="020B0602020104020603" pitchFamily="34" charset="77"/>
                      </a:endParaRPr>
                    </a:p>
                  </a:txBody>
                  <a:tcPr anchor="ctr"/>
                </a:tc>
                <a:tc>
                  <a:txBody>
                    <a:bodyPr/>
                    <a:lstStyle/>
                    <a:p>
                      <a:pPr algn="ctr" fontAlgn="b"/>
                      <a:r>
                        <a:rPr lang="en-US" sz="1400" u="none" strike="noStrike" dirty="0">
                          <a:effectLst/>
                        </a:rPr>
                        <a:t>0.4</a:t>
                      </a:r>
                      <a:endParaRPr lang="en-US" sz="1400" b="0" i="0" u="none" strike="noStrike" dirty="0">
                        <a:solidFill>
                          <a:srgbClr val="000000"/>
                        </a:solidFill>
                        <a:effectLst/>
                        <a:latin typeface="Tw Cen MT" panose="020B0602020104020603" pitchFamily="34" charset="77"/>
                      </a:endParaRPr>
                    </a:p>
                  </a:txBody>
                  <a:tcPr marL="9525" marR="9525" marT="9525" marB="0" anchor="ctr"/>
                </a:tc>
                <a:tc>
                  <a:txBody>
                    <a:bodyPr/>
                    <a:lstStyle/>
                    <a:p>
                      <a:pPr algn="ctr"/>
                      <a:r>
                        <a:rPr lang="en-US" sz="1400" dirty="0"/>
                        <a:t>1</a:t>
                      </a:r>
                      <a:endParaRPr lang="en-US" sz="1400" dirty="0">
                        <a:latin typeface="Tw Cen MT" panose="020B0602020104020603" pitchFamily="34" charset="77"/>
                      </a:endParaRPr>
                    </a:p>
                  </a:txBody>
                  <a:tcPr marL="9525" marR="9525" marT="9525" marB="0" anchor="ctr"/>
                </a:tc>
                <a:extLst>
                  <a:ext uri="{0D108BD9-81ED-4DB2-BD59-A6C34878D82A}">
                    <a16:rowId xmlns:a16="http://schemas.microsoft.com/office/drawing/2014/main" val="2314769939"/>
                  </a:ext>
                </a:extLst>
              </a:tr>
            </a:tbl>
          </a:graphicData>
        </a:graphic>
      </p:graphicFrame>
      <p:sp>
        <p:nvSpPr>
          <p:cNvPr id="8" name="Rectangle 7">
            <a:extLst>
              <a:ext uri="{FF2B5EF4-FFF2-40B4-BE49-F238E27FC236}">
                <a16:creationId xmlns:a16="http://schemas.microsoft.com/office/drawing/2014/main" id="{C78BB41E-76B7-9D49-9A08-8FD84A62BB35}"/>
              </a:ext>
            </a:extLst>
          </p:cNvPr>
          <p:cNvSpPr/>
          <p:nvPr/>
        </p:nvSpPr>
        <p:spPr>
          <a:xfrm>
            <a:off x="5685944" y="2545492"/>
            <a:ext cx="1132945" cy="4312508"/>
          </a:xfrm>
          <a:prstGeom prst="rect">
            <a:avLst/>
          </a:prstGeom>
          <a:solidFill>
            <a:schemeClr val="tx1">
              <a:lumMod val="90000"/>
              <a:lumOff val="1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US" dirty="0">
                <a:solidFill>
                  <a:schemeClr val="bg1"/>
                </a:solidFill>
              </a:rPr>
              <a:t>Feature 1 Can’t be used</a:t>
            </a:r>
          </a:p>
        </p:txBody>
      </p:sp>
      <p:sp>
        <p:nvSpPr>
          <p:cNvPr id="14" name="Left Brace 13">
            <a:extLst>
              <a:ext uri="{FF2B5EF4-FFF2-40B4-BE49-F238E27FC236}">
                <a16:creationId xmlns:a16="http://schemas.microsoft.com/office/drawing/2014/main" id="{62BEE88C-1632-3542-A12D-61B942E7DD83}"/>
              </a:ext>
            </a:extLst>
          </p:cNvPr>
          <p:cNvSpPr/>
          <p:nvPr/>
        </p:nvSpPr>
        <p:spPr>
          <a:xfrm>
            <a:off x="2356458" y="3718494"/>
            <a:ext cx="518502" cy="2025798"/>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
        <p:nvSpPr>
          <p:cNvPr id="15" name="TextBox 14">
            <a:extLst>
              <a:ext uri="{FF2B5EF4-FFF2-40B4-BE49-F238E27FC236}">
                <a16:creationId xmlns:a16="http://schemas.microsoft.com/office/drawing/2014/main" id="{6307389C-A13A-F64F-A202-632CD864BA4C}"/>
              </a:ext>
            </a:extLst>
          </p:cNvPr>
          <p:cNvSpPr txBox="1"/>
          <p:nvPr/>
        </p:nvSpPr>
        <p:spPr>
          <a:xfrm>
            <a:off x="1024128" y="4419784"/>
            <a:ext cx="1273234" cy="646331"/>
          </a:xfrm>
          <a:prstGeom prst="rect">
            <a:avLst/>
          </a:prstGeom>
          <a:noFill/>
        </p:spPr>
        <p:txBody>
          <a:bodyPr wrap="none" rtlCol="0">
            <a:spAutoFit/>
          </a:bodyPr>
          <a:lstStyle/>
          <a:p>
            <a:pPr algn="ctr"/>
            <a:r>
              <a:rPr lang="en-US" dirty="0"/>
              <a:t>Two Groups</a:t>
            </a:r>
          </a:p>
          <a:p>
            <a:pPr algn="ctr"/>
            <a:r>
              <a:rPr lang="en-US" dirty="0"/>
              <a:t>Dataset</a:t>
            </a:r>
          </a:p>
        </p:txBody>
      </p:sp>
      <p:sp>
        <p:nvSpPr>
          <p:cNvPr id="24" name="Slide Number Placeholder 23">
            <a:extLst>
              <a:ext uri="{FF2B5EF4-FFF2-40B4-BE49-F238E27FC236}">
                <a16:creationId xmlns:a16="http://schemas.microsoft.com/office/drawing/2014/main" id="{3F188F47-4095-5646-ABD8-DF16AB0B29A8}"/>
              </a:ext>
            </a:extLst>
          </p:cNvPr>
          <p:cNvSpPr>
            <a:spLocks noGrp="1"/>
          </p:cNvSpPr>
          <p:nvPr>
            <p:ph type="sldNum" sz="quarter" idx="12"/>
          </p:nvPr>
        </p:nvSpPr>
        <p:spPr/>
        <p:txBody>
          <a:bodyPr/>
          <a:lstStyle/>
          <a:p>
            <a:fld id="{5AA13D58-D7BC-8747-9F0A-0DB9E6B3595A}" type="slidenum">
              <a:rPr lang="en-US" sz="1600" smtClean="0"/>
              <a:t>31</a:t>
            </a:fld>
            <a:endParaRPr lang="en-US" sz="1600" dirty="0"/>
          </a:p>
        </p:txBody>
      </p:sp>
      <p:sp>
        <p:nvSpPr>
          <p:cNvPr id="3" name="Rectangle 2"/>
          <p:cNvSpPr/>
          <p:nvPr/>
        </p:nvSpPr>
        <p:spPr>
          <a:xfrm>
            <a:off x="4138094" y="1720850"/>
            <a:ext cx="4017446" cy="369332"/>
          </a:xfrm>
          <a:prstGeom prst="rect">
            <a:avLst/>
          </a:prstGeom>
        </p:spPr>
        <p:txBody>
          <a:bodyPr wrap="none">
            <a:spAutoFit/>
          </a:bodyPr>
          <a:lstStyle/>
          <a:p>
            <a:r>
              <a:rPr lang="en-US" dirty="0"/>
              <a:t>The features has no significant difference </a:t>
            </a:r>
          </a:p>
        </p:txBody>
      </p:sp>
      <p:sp>
        <p:nvSpPr>
          <p:cNvPr id="12" name="TextBox 11">
            <a:extLst>
              <a:ext uri="{FF2B5EF4-FFF2-40B4-BE49-F238E27FC236}">
                <a16:creationId xmlns:a16="http://schemas.microsoft.com/office/drawing/2014/main" id="{7F0B8AAE-016B-A64E-A73A-5098D92EC930}"/>
              </a:ext>
            </a:extLst>
          </p:cNvPr>
          <p:cNvSpPr txBox="1"/>
          <p:nvPr/>
        </p:nvSpPr>
        <p:spPr>
          <a:xfrm>
            <a:off x="5940670" y="2090182"/>
            <a:ext cx="412292" cy="369332"/>
          </a:xfrm>
          <a:prstGeom prst="rect">
            <a:avLst/>
          </a:prstGeom>
          <a:noFill/>
        </p:spPr>
        <p:txBody>
          <a:bodyPr wrap="none" rtlCol="0">
            <a:spAutoFit/>
          </a:bodyPr>
          <a:lstStyle/>
          <a:p>
            <a:r>
              <a:rPr lang="en-US" dirty="0" smtClean="0"/>
              <a:t>F1</a:t>
            </a:r>
            <a:endParaRPr lang="en-US" dirty="0"/>
          </a:p>
        </p:txBody>
      </p:sp>
      <p:sp>
        <p:nvSpPr>
          <p:cNvPr id="13" name="TextBox 12">
            <a:extLst>
              <a:ext uri="{FF2B5EF4-FFF2-40B4-BE49-F238E27FC236}">
                <a16:creationId xmlns:a16="http://schemas.microsoft.com/office/drawing/2014/main" id="{E31DC311-00F4-4045-BED5-5BEDC488018A}"/>
              </a:ext>
            </a:extLst>
          </p:cNvPr>
          <p:cNvSpPr txBox="1"/>
          <p:nvPr/>
        </p:nvSpPr>
        <p:spPr>
          <a:xfrm>
            <a:off x="6919436" y="2271080"/>
            <a:ext cx="412292" cy="369332"/>
          </a:xfrm>
          <a:prstGeom prst="rect">
            <a:avLst/>
          </a:prstGeom>
          <a:noFill/>
        </p:spPr>
        <p:txBody>
          <a:bodyPr wrap="none" rtlCol="0">
            <a:spAutoFit/>
          </a:bodyPr>
          <a:lstStyle/>
          <a:p>
            <a:r>
              <a:rPr lang="en-US" dirty="0" smtClean="0"/>
              <a:t>F2</a:t>
            </a:r>
            <a:endParaRPr lang="en-US" dirty="0"/>
          </a:p>
        </p:txBody>
      </p:sp>
    </p:spTree>
    <p:custDataLst>
      <p:tags r:id="rId1"/>
    </p:custDataLst>
    <p:extLst>
      <p:ext uri="{BB962C8B-B14F-4D97-AF65-F5344CB8AC3E}">
        <p14:creationId xmlns:p14="http://schemas.microsoft.com/office/powerpoint/2010/main" val="1927933210"/>
      </p:ext>
    </p:extLst>
  </p:cSld>
  <p:clrMapOvr>
    <a:masterClrMapping/>
  </p:clrMapOvr>
  <p:transition spd="slow" advTm="856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6" descr="Abstract Coding&#10;">
            <a:extLst>
              <a:ext uri="{FF2B5EF4-FFF2-40B4-BE49-F238E27FC236}">
                <a16:creationId xmlns:a16="http://schemas.microsoft.com/office/drawing/2014/main" id="{5F76566E-36EF-4E0C-8563-ABC2D25923B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a:off x="0" y="0"/>
            <a:ext cx="6096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6096000 w 6096000"/>
              <a:gd name="connsiteY1" fmla="*/ 0 h 6858000"/>
              <a:gd name="connsiteX2" fmla="*/ 4242487 w 6096000"/>
              <a:gd name="connsiteY2" fmla="*/ 6833286 h 6858000"/>
              <a:gd name="connsiteX3" fmla="*/ 0 w 6096000"/>
              <a:gd name="connsiteY3" fmla="*/ 6858000 h 6858000"/>
              <a:gd name="connsiteX4" fmla="*/ 0 w 60960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6858000">
                <a:moveTo>
                  <a:pt x="0" y="0"/>
                </a:moveTo>
                <a:lnTo>
                  <a:pt x="6096000" y="0"/>
                </a:lnTo>
                <a:lnTo>
                  <a:pt x="4242487" y="6833286"/>
                </a:lnTo>
                <a:lnTo>
                  <a:pt x="0" y="6858000"/>
                </a:lnTo>
                <a:lnTo>
                  <a:pt x="0" y="0"/>
                </a:lnTo>
                <a:close/>
              </a:path>
            </a:pathLst>
          </a:custGeom>
        </p:spPr>
      </p:pic>
      <p:sp>
        <p:nvSpPr>
          <p:cNvPr id="3" name="Rectangle 13" descr="Accent block">
            <a:extLst>
              <a:ext uri="{FF2B5EF4-FFF2-40B4-BE49-F238E27FC236}">
                <a16:creationId xmlns:a16="http://schemas.microsoft.com/office/drawing/2014/main" id="{D687D26E-D67A-4318-AAB1-DCEAA89EEB21}"/>
              </a:ext>
              <a:ext uri="{C183D7F6-B498-43B3-948B-1728B52AA6E4}">
                <adec:decorative xmlns:adec="http://schemas.microsoft.com/office/drawing/2017/decorative" xmlns="" val="1"/>
              </a:ext>
            </a:extLst>
          </p:cNvPr>
          <p:cNvSpPr/>
          <p:nvPr/>
        </p:nvSpPr>
        <p:spPr>
          <a:xfrm>
            <a:off x="0" y="0"/>
            <a:ext cx="6096000" cy="6882714"/>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6096000 w 6096000"/>
              <a:gd name="connsiteY1" fmla="*/ 0 h 6858000"/>
              <a:gd name="connsiteX2" fmla="*/ 2734962 w 6096000"/>
              <a:gd name="connsiteY2" fmla="*/ 6808573 h 6858000"/>
              <a:gd name="connsiteX3" fmla="*/ 0 w 6096000"/>
              <a:gd name="connsiteY3" fmla="*/ 6858000 h 6858000"/>
              <a:gd name="connsiteX4" fmla="*/ 0 w 6096000"/>
              <a:gd name="connsiteY4" fmla="*/ 0 h 6858000"/>
              <a:gd name="connsiteX0" fmla="*/ 0 w 6096000"/>
              <a:gd name="connsiteY0" fmla="*/ 0 h 6882714"/>
              <a:gd name="connsiteX1" fmla="*/ 6096000 w 6096000"/>
              <a:gd name="connsiteY1" fmla="*/ 0 h 6882714"/>
              <a:gd name="connsiteX2" fmla="*/ 4242486 w 6096000"/>
              <a:gd name="connsiteY2" fmla="*/ 6882714 h 6882714"/>
              <a:gd name="connsiteX3" fmla="*/ 0 w 6096000"/>
              <a:gd name="connsiteY3" fmla="*/ 6858000 h 6882714"/>
              <a:gd name="connsiteX4" fmla="*/ 0 w 6096000"/>
              <a:gd name="connsiteY4" fmla="*/ 0 h 68827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6882714">
                <a:moveTo>
                  <a:pt x="0" y="0"/>
                </a:moveTo>
                <a:lnTo>
                  <a:pt x="6096000" y="0"/>
                </a:lnTo>
                <a:lnTo>
                  <a:pt x="4242486" y="6882714"/>
                </a:lnTo>
                <a:lnTo>
                  <a:pt x="0" y="6858000"/>
                </a:lnTo>
                <a:lnTo>
                  <a:pt x="0" y="0"/>
                </a:lnTo>
                <a:close/>
              </a:path>
            </a:pathLst>
          </a:custGeom>
          <a:gradFill flip="none" rotWithShape="1">
            <a:gsLst>
              <a:gs pos="0">
                <a:srgbClr val="01023B">
                  <a:alpha val="70000"/>
                </a:srgbClr>
              </a:gs>
              <a:gs pos="100000">
                <a:srgbClr val="E99757">
                  <a:alpha val="70000"/>
                </a:srgbClr>
              </a:gs>
              <a:gs pos="50000">
                <a:srgbClr val="A53F52">
                  <a:alpha val="70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2">
            <a:extLst>
              <a:ext uri="{FF2B5EF4-FFF2-40B4-BE49-F238E27FC236}">
                <a16:creationId xmlns:a16="http://schemas.microsoft.com/office/drawing/2014/main" id="{1D24B42B-925B-494C-A986-BD85E8117E1E}"/>
              </a:ext>
            </a:extLst>
          </p:cNvPr>
          <p:cNvSpPr txBox="1">
            <a:spLocks/>
          </p:cNvSpPr>
          <p:nvPr/>
        </p:nvSpPr>
        <p:spPr>
          <a:xfrm>
            <a:off x="6705142" y="1440373"/>
            <a:ext cx="5251450" cy="65012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8800" dirty="0"/>
              <a:t>T-TEST</a:t>
            </a:r>
          </a:p>
        </p:txBody>
      </p:sp>
      <p:sp>
        <p:nvSpPr>
          <p:cNvPr id="5" name="Text Placeholder 3">
            <a:extLst>
              <a:ext uri="{FF2B5EF4-FFF2-40B4-BE49-F238E27FC236}">
                <a16:creationId xmlns:a16="http://schemas.microsoft.com/office/drawing/2014/main" id="{A8CA6DEC-302B-49C8-AC11-FD6F37AFA854}"/>
              </a:ext>
            </a:extLst>
          </p:cNvPr>
          <p:cNvSpPr txBox="1">
            <a:spLocks/>
          </p:cNvSpPr>
          <p:nvPr/>
        </p:nvSpPr>
        <p:spPr>
          <a:xfrm>
            <a:off x="6095999" y="2501288"/>
            <a:ext cx="5453269" cy="250101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sp>
        <p:nvSpPr>
          <p:cNvPr id="28" name="Title 2">
            <a:extLst>
              <a:ext uri="{FF2B5EF4-FFF2-40B4-BE49-F238E27FC236}">
                <a16:creationId xmlns:a16="http://schemas.microsoft.com/office/drawing/2014/main" id="{1D24B42B-925B-494C-A986-BD85E8117E1E}"/>
              </a:ext>
            </a:extLst>
          </p:cNvPr>
          <p:cNvSpPr txBox="1">
            <a:spLocks/>
          </p:cNvSpPr>
          <p:nvPr/>
        </p:nvSpPr>
        <p:spPr>
          <a:xfrm>
            <a:off x="6705142" y="2803025"/>
            <a:ext cx="5251450" cy="625404"/>
          </a:xfrm>
          <a:prstGeom prst="rect">
            <a:avLst/>
          </a:prstGeom>
        </p:spPr>
        <p:txBody>
          <a:bodyPr>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EXAMPLE </a:t>
            </a:r>
            <a:r>
              <a:rPr lang="en-US" dirty="0" smtClean="0"/>
              <a:t>2 – FEATURE 2</a:t>
            </a:r>
            <a:endParaRPr lang="en-US" dirty="0"/>
          </a:p>
        </p:txBody>
      </p:sp>
      <p:cxnSp>
        <p:nvCxnSpPr>
          <p:cNvPr id="7" name="Straight Connector 6"/>
          <p:cNvCxnSpPr/>
          <p:nvPr/>
        </p:nvCxnSpPr>
        <p:spPr>
          <a:xfrm>
            <a:off x="6705142" y="2686683"/>
            <a:ext cx="3289110" cy="13648"/>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752515997"/>
      </p:ext>
    </p:extLst>
  </p:cSld>
  <p:clrMapOvr>
    <a:masterClrMapping/>
  </p:clrMapOvr>
  <p:transition spd="slow" advTm="8404">
    <p:push dir="u"/>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4EBED-0BF8-C641-9789-2F2D62CA1E8C}"/>
              </a:ext>
            </a:extLst>
          </p:cNvPr>
          <p:cNvSpPr>
            <a:spLocks noGrp="1"/>
          </p:cNvSpPr>
          <p:nvPr>
            <p:ph type="title"/>
          </p:nvPr>
        </p:nvSpPr>
        <p:spPr/>
        <p:txBody>
          <a:bodyPr/>
          <a:lstStyle/>
          <a:p>
            <a:r>
              <a:rPr lang="en-US" dirty="0"/>
              <a:t>Identify population and distribution (1/5)</a:t>
            </a:r>
          </a:p>
        </p:txBody>
      </p:sp>
      <p:graphicFrame>
        <p:nvGraphicFramePr>
          <p:cNvPr id="6" name="Table 5">
            <a:extLst>
              <a:ext uri="{FF2B5EF4-FFF2-40B4-BE49-F238E27FC236}">
                <a16:creationId xmlns:a16="http://schemas.microsoft.com/office/drawing/2014/main" id="{B33ABD70-6E51-394A-A4A8-16D8CE753830}"/>
              </a:ext>
            </a:extLst>
          </p:cNvPr>
          <p:cNvGraphicFramePr>
            <a:graphicFrameLocks noGrp="1"/>
          </p:cNvGraphicFramePr>
          <p:nvPr>
            <p:extLst>
              <p:ext uri="{D42A27DB-BD31-4B8C-83A1-F6EECF244321}">
                <p14:modId xmlns:p14="http://schemas.microsoft.com/office/powerpoint/2010/main" val="3038383897"/>
              </p:ext>
            </p:extLst>
          </p:nvPr>
        </p:nvGraphicFramePr>
        <p:xfrm>
          <a:off x="3293634" y="1860073"/>
          <a:ext cx="4247320" cy="1854200"/>
        </p:xfrm>
        <a:graphic>
          <a:graphicData uri="http://schemas.openxmlformats.org/drawingml/2006/table">
            <a:tbl>
              <a:tblPr firstRow="1" bandRow="1">
                <a:tableStyleId>{93296810-A885-4BE3-A3E7-6D5BEEA58F35}</a:tableStyleId>
              </a:tblPr>
              <a:tblGrid>
                <a:gridCol w="696619">
                  <a:extLst>
                    <a:ext uri="{9D8B030D-6E8A-4147-A177-3AD203B41FA5}">
                      <a16:colId xmlns:a16="http://schemas.microsoft.com/office/drawing/2014/main" val="20000"/>
                    </a:ext>
                  </a:extLst>
                </a:gridCol>
                <a:gridCol w="1704109">
                  <a:extLst>
                    <a:ext uri="{9D8B030D-6E8A-4147-A177-3AD203B41FA5}">
                      <a16:colId xmlns:a16="http://schemas.microsoft.com/office/drawing/2014/main" val="20002"/>
                    </a:ext>
                  </a:extLst>
                </a:gridCol>
                <a:gridCol w="917996">
                  <a:extLst>
                    <a:ext uri="{9D8B030D-6E8A-4147-A177-3AD203B41FA5}">
                      <a16:colId xmlns:a16="http://schemas.microsoft.com/office/drawing/2014/main" val="20003"/>
                    </a:ext>
                  </a:extLst>
                </a:gridCol>
                <a:gridCol w="928596">
                  <a:extLst>
                    <a:ext uri="{9D8B030D-6E8A-4147-A177-3AD203B41FA5}">
                      <a16:colId xmlns:a16="http://schemas.microsoft.com/office/drawing/2014/main" val="20004"/>
                    </a:ext>
                  </a:extLst>
                </a:gridCol>
              </a:tblGrid>
              <a:tr h="370840">
                <a:tc>
                  <a:txBody>
                    <a:bodyPr/>
                    <a:lstStyle/>
                    <a:p>
                      <a:pPr algn="ctr"/>
                      <a:r>
                        <a:rPr lang="en-US" sz="1400" dirty="0">
                          <a:solidFill>
                            <a:schemeClr val="tx1"/>
                          </a:solidFill>
                        </a:rPr>
                        <a:t>Row</a:t>
                      </a:r>
                    </a:p>
                  </a:txBody>
                  <a:tcPr anchor="ctr"/>
                </a:tc>
                <a:tc>
                  <a:txBody>
                    <a:bodyPr/>
                    <a:lstStyle/>
                    <a:p>
                      <a:pPr algn="ctr"/>
                      <a:r>
                        <a:rPr lang="en-US" sz="1400" baseline="0" dirty="0">
                          <a:solidFill>
                            <a:schemeClr val="tx1"/>
                          </a:solidFill>
                        </a:rPr>
                        <a:t>Name</a:t>
                      </a:r>
                      <a:endParaRPr lang="en-US" sz="1400" dirty="0">
                        <a:solidFill>
                          <a:schemeClr val="tx1"/>
                        </a:solidFill>
                      </a:endParaRPr>
                    </a:p>
                  </a:txBody>
                  <a:tcPr anchor="ctr"/>
                </a:tc>
                <a:tc>
                  <a:txBody>
                    <a:bodyPr/>
                    <a:lstStyle/>
                    <a:p>
                      <a:pPr algn="ctr"/>
                      <a:r>
                        <a:rPr lang="en-US" sz="1400" dirty="0">
                          <a:solidFill>
                            <a:schemeClr val="tx1"/>
                          </a:solidFill>
                        </a:rPr>
                        <a:t>Feature </a:t>
                      </a:r>
                      <a:r>
                        <a:rPr lang="en-US" sz="1400" dirty="0" smtClean="0">
                          <a:solidFill>
                            <a:schemeClr val="tx1"/>
                          </a:solidFill>
                        </a:rPr>
                        <a:t>1</a:t>
                      </a:r>
                      <a:endParaRPr lang="en-US" sz="1400" dirty="0">
                        <a:solidFill>
                          <a:schemeClr val="tx1"/>
                        </a:solidFill>
                        <a:latin typeface="+mj-lt"/>
                      </a:endParaRPr>
                    </a:p>
                  </a:txBody>
                  <a:tcPr anchor="ctr"/>
                </a:tc>
                <a:tc>
                  <a:txBody>
                    <a:bodyPr/>
                    <a:lstStyle/>
                    <a:p>
                      <a:pPr algn="ctr"/>
                      <a:r>
                        <a:rPr lang="en-US" sz="1400" dirty="0">
                          <a:solidFill>
                            <a:schemeClr val="tx1"/>
                          </a:solidFill>
                        </a:rPr>
                        <a:t>Feature </a:t>
                      </a:r>
                      <a:r>
                        <a:rPr lang="en-US" sz="1400" dirty="0" smtClean="0">
                          <a:solidFill>
                            <a:schemeClr val="tx1"/>
                          </a:solidFill>
                        </a:rPr>
                        <a:t>2</a:t>
                      </a:r>
                      <a:endParaRPr lang="en-US" sz="1400" dirty="0">
                        <a:solidFill>
                          <a:schemeClr val="tx1"/>
                        </a:solidFill>
                        <a:latin typeface="+mj-lt"/>
                      </a:endParaRPr>
                    </a:p>
                  </a:txBody>
                  <a:tcPr anchor="ctr"/>
                </a:tc>
                <a:extLst>
                  <a:ext uri="{0D108BD9-81ED-4DB2-BD59-A6C34878D82A}">
                    <a16:rowId xmlns:a16="http://schemas.microsoft.com/office/drawing/2014/main" val="10000"/>
                  </a:ext>
                </a:extLst>
              </a:tr>
              <a:tr h="370840">
                <a:tc>
                  <a:txBody>
                    <a:bodyPr/>
                    <a:lstStyle/>
                    <a:p>
                      <a:pPr algn="ctr"/>
                      <a:r>
                        <a:rPr lang="en-US" sz="1200" dirty="0"/>
                        <a:t>1</a:t>
                      </a:r>
                    </a:p>
                  </a:txBody>
                  <a:tcPr anchor="ctr"/>
                </a:tc>
                <a:tc>
                  <a:txBody>
                    <a:bodyPr/>
                    <a:lstStyle/>
                    <a:p>
                      <a:pPr algn="ctr"/>
                      <a:r>
                        <a:rPr lang="en-US" sz="1400" dirty="0"/>
                        <a:t>A</a:t>
                      </a:r>
                    </a:p>
                  </a:txBody>
                  <a:tcPr anchor="ctr"/>
                </a:tc>
                <a:tc>
                  <a:txBody>
                    <a:bodyPr/>
                    <a:lstStyle/>
                    <a:p>
                      <a:pPr algn="ctr"/>
                      <a:r>
                        <a:rPr lang="en-US" sz="1400" dirty="0"/>
                        <a:t>0.2</a:t>
                      </a:r>
                      <a:endParaRPr lang="en-US" sz="1400" dirty="0">
                        <a:latin typeface="+mj-lt"/>
                      </a:endParaRPr>
                    </a:p>
                  </a:txBody>
                  <a:tcPr anchor="ctr"/>
                </a:tc>
                <a:tc>
                  <a:txBody>
                    <a:bodyPr/>
                    <a:lstStyle/>
                    <a:p>
                      <a:pPr algn="ctr" fontAlgn="b"/>
                      <a:r>
                        <a:rPr lang="en-US" sz="1400" u="none" strike="noStrike" dirty="0">
                          <a:effectLst/>
                        </a:rPr>
                        <a:t>0.1</a:t>
                      </a:r>
                      <a:endParaRPr lang="en-US" sz="1400" b="0" i="0" u="none" strike="noStrike" dirty="0">
                        <a:solidFill>
                          <a:srgbClr val="000000"/>
                        </a:solidFill>
                        <a:effectLst/>
                        <a:latin typeface="+mj-lt"/>
                      </a:endParaRPr>
                    </a:p>
                  </a:txBody>
                  <a:tcPr marL="9525" marR="9525" marT="9525" marB="0" anchor="ctr"/>
                </a:tc>
                <a:extLst>
                  <a:ext uri="{0D108BD9-81ED-4DB2-BD59-A6C34878D82A}">
                    <a16:rowId xmlns:a16="http://schemas.microsoft.com/office/drawing/2014/main" val="10001"/>
                  </a:ext>
                </a:extLst>
              </a:tr>
              <a:tr h="370840">
                <a:tc>
                  <a:txBody>
                    <a:bodyPr/>
                    <a:lstStyle/>
                    <a:p>
                      <a:pPr algn="ctr"/>
                      <a:r>
                        <a:rPr lang="en-US" sz="1200" dirty="0"/>
                        <a:t>2</a:t>
                      </a:r>
                    </a:p>
                  </a:txBody>
                  <a:tcPr anchor="ctr"/>
                </a:tc>
                <a:tc>
                  <a:txBody>
                    <a:bodyPr/>
                    <a:lstStyle/>
                    <a:p>
                      <a:pPr algn="ctr"/>
                      <a:r>
                        <a:rPr lang="en-US" sz="1400" dirty="0"/>
                        <a:t>B</a:t>
                      </a:r>
                    </a:p>
                  </a:txBody>
                  <a:tcPr anchor="ctr"/>
                </a:tc>
                <a:tc>
                  <a:txBody>
                    <a:bodyPr/>
                    <a:lstStyle/>
                    <a:p>
                      <a:pPr algn="ctr"/>
                      <a:r>
                        <a:rPr lang="en-US" sz="1400" dirty="0"/>
                        <a:t>0.3</a:t>
                      </a:r>
                      <a:endParaRPr lang="en-US" sz="1400" dirty="0">
                        <a:latin typeface="+mj-lt"/>
                      </a:endParaRPr>
                    </a:p>
                  </a:txBody>
                  <a:tcPr anchor="ctr"/>
                </a:tc>
                <a:tc>
                  <a:txBody>
                    <a:bodyPr/>
                    <a:lstStyle/>
                    <a:p>
                      <a:pPr algn="ctr" fontAlgn="b"/>
                      <a:r>
                        <a:rPr lang="en-US" sz="1400" u="none" strike="noStrike" dirty="0">
                          <a:effectLst/>
                        </a:rPr>
                        <a:t>0.6</a:t>
                      </a:r>
                      <a:endParaRPr lang="en-US" sz="1400" b="0" i="0" u="none" strike="noStrike" dirty="0">
                        <a:solidFill>
                          <a:srgbClr val="000000"/>
                        </a:solidFill>
                        <a:effectLst/>
                        <a:latin typeface="+mj-lt"/>
                      </a:endParaRPr>
                    </a:p>
                  </a:txBody>
                  <a:tcPr marL="9525" marR="9525" marT="9525" marB="0" anchor="ctr"/>
                </a:tc>
                <a:extLst>
                  <a:ext uri="{0D108BD9-81ED-4DB2-BD59-A6C34878D82A}">
                    <a16:rowId xmlns:a16="http://schemas.microsoft.com/office/drawing/2014/main" val="10002"/>
                  </a:ext>
                </a:extLst>
              </a:tr>
              <a:tr h="370840">
                <a:tc>
                  <a:txBody>
                    <a:bodyPr/>
                    <a:lstStyle/>
                    <a:p>
                      <a:pPr algn="ctr"/>
                      <a:r>
                        <a:rPr lang="en-US" sz="1200" dirty="0"/>
                        <a:t>3</a:t>
                      </a:r>
                    </a:p>
                  </a:txBody>
                  <a:tcPr anchor="ctr"/>
                </a:tc>
                <a:tc>
                  <a:txBody>
                    <a:bodyPr/>
                    <a:lstStyle/>
                    <a:p>
                      <a:pPr algn="ctr"/>
                      <a:r>
                        <a:rPr lang="en-US" sz="1400" dirty="0"/>
                        <a:t>C</a:t>
                      </a:r>
                    </a:p>
                  </a:txBody>
                  <a:tcPr anchor="ctr"/>
                </a:tc>
                <a:tc>
                  <a:txBody>
                    <a:bodyPr/>
                    <a:lstStyle/>
                    <a:p>
                      <a:pPr algn="ctr"/>
                      <a:r>
                        <a:rPr lang="en-US" sz="1400" dirty="0"/>
                        <a:t>0.1</a:t>
                      </a:r>
                      <a:endParaRPr lang="en-US" sz="1400" dirty="0">
                        <a:latin typeface="+mj-lt"/>
                      </a:endParaRPr>
                    </a:p>
                  </a:txBody>
                  <a:tcPr anchor="ctr"/>
                </a:tc>
                <a:tc>
                  <a:txBody>
                    <a:bodyPr/>
                    <a:lstStyle/>
                    <a:p>
                      <a:pPr algn="ctr" fontAlgn="b"/>
                      <a:r>
                        <a:rPr lang="en-US" sz="1400" u="none" strike="noStrike" dirty="0">
                          <a:effectLst/>
                        </a:rPr>
                        <a:t>0.3</a:t>
                      </a:r>
                      <a:endParaRPr lang="en-US" sz="1400" b="0" i="0" u="none" strike="noStrike" dirty="0">
                        <a:solidFill>
                          <a:srgbClr val="000000"/>
                        </a:solidFill>
                        <a:effectLst/>
                        <a:latin typeface="+mj-lt"/>
                      </a:endParaRPr>
                    </a:p>
                  </a:txBody>
                  <a:tcPr marL="9525" marR="9525" marT="9525" marB="0" anchor="ctr"/>
                </a:tc>
                <a:extLst>
                  <a:ext uri="{0D108BD9-81ED-4DB2-BD59-A6C34878D82A}">
                    <a16:rowId xmlns:a16="http://schemas.microsoft.com/office/drawing/2014/main" val="10003"/>
                  </a:ext>
                </a:extLst>
              </a:tr>
              <a:tr h="370840">
                <a:tc>
                  <a:txBody>
                    <a:bodyPr/>
                    <a:lstStyle/>
                    <a:p>
                      <a:pPr algn="ctr"/>
                      <a:r>
                        <a:rPr lang="en-US" sz="1200" dirty="0"/>
                        <a:t>4</a:t>
                      </a:r>
                      <a:endParaRPr lang="en-US" sz="1200" dirty="0">
                        <a:latin typeface="Tw Cen MT" panose="020B0602020104020603" pitchFamily="34" charset="77"/>
                      </a:endParaRPr>
                    </a:p>
                  </a:txBody>
                  <a:tcPr anchor="ctr"/>
                </a:tc>
                <a:tc>
                  <a:txBody>
                    <a:bodyPr/>
                    <a:lstStyle/>
                    <a:p>
                      <a:pPr algn="ctr"/>
                      <a:r>
                        <a:rPr lang="en-US" sz="1400" dirty="0"/>
                        <a:t>D</a:t>
                      </a:r>
                      <a:endParaRPr lang="en-US" sz="1400" dirty="0">
                        <a:latin typeface="Tw Cen MT" panose="020B0602020104020603" pitchFamily="34" charset="77"/>
                      </a:endParaRPr>
                    </a:p>
                  </a:txBody>
                  <a:tcPr anchor="ctr"/>
                </a:tc>
                <a:tc>
                  <a:txBody>
                    <a:bodyPr/>
                    <a:lstStyle/>
                    <a:p>
                      <a:pPr algn="ctr"/>
                      <a:r>
                        <a:rPr lang="en-US" sz="1400" dirty="0"/>
                        <a:t>0.6</a:t>
                      </a:r>
                      <a:endParaRPr lang="en-US" sz="1400" dirty="0">
                        <a:latin typeface="Tw Cen MT" panose="020B0602020104020603" pitchFamily="34" charset="77"/>
                      </a:endParaRPr>
                    </a:p>
                  </a:txBody>
                  <a:tcPr anchor="ctr"/>
                </a:tc>
                <a:tc>
                  <a:txBody>
                    <a:bodyPr/>
                    <a:lstStyle/>
                    <a:p>
                      <a:pPr algn="ctr" fontAlgn="b"/>
                      <a:r>
                        <a:rPr lang="en-US" sz="1400" u="none" strike="noStrike" dirty="0">
                          <a:effectLst/>
                        </a:rPr>
                        <a:t>0.2</a:t>
                      </a:r>
                      <a:endParaRPr lang="en-US" sz="1400" b="0" i="0" u="none" strike="noStrike" dirty="0">
                        <a:solidFill>
                          <a:srgbClr val="000000"/>
                        </a:solidFill>
                        <a:effectLst/>
                        <a:latin typeface="Tw Cen MT" panose="020B0602020104020603" pitchFamily="34" charset="77"/>
                      </a:endParaRPr>
                    </a:p>
                  </a:txBody>
                  <a:tcPr marL="9525" marR="9525" marT="9525" marB="0" anchor="ctr"/>
                </a:tc>
                <a:extLst>
                  <a:ext uri="{0D108BD9-81ED-4DB2-BD59-A6C34878D82A}">
                    <a16:rowId xmlns:a16="http://schemas.microsoft.com/office/drawing/2014/main" val="2609914945"/>
                  </a:ext>
                </a:extLst>
              </a:tr>
            </a:tbl>
          </a:graphicData>
        </a:graphic>
      </p:graphicFrame>
      <p:graphicFrame>
        <p:nvGraphicFramePr>
          <p:cNvPr id="7" name="Table 6">
            <a:extLst>
              <a:ext uri="{FF2B5EF4-FFF2-40B4-BE49-F238E27FC236}">
                <a16:creationId xmlns:a16="http://schemas.microsoft.com/office/drawing/2014/main" id="{CE624713-AF51-4E4B-8170-EF10263ADE2E}"/>
              </a:ext>
            </a:extLst>
          </p:cNvPr>
          <p:cNvGraphicFramePr>
            <a:graphicFrameLocks noGrp="1"/>
          </p:cNvGraphicFramePr>
          <p:nvPr>
            <p:extLst>
              <p:ext uri="{D42A27DB-BD31-4B8C-83A1-F6EECF244321}">
                <p14:modId xmlns:p14="http://schemas.microsoft.com/office/powerpoint/2010/main" val="1318427004"/>
              </p:ext>
            </p:extLst>
          </p:nvPr>
        </p:nvGraphicFramePr>
        <p:xfrm>
          <a:off x="3293634" y="3714273"/>
          <a:ext cx="4247320" cy="1854200"/>
        </p:xfrm>
        <a:graphic>
          <a:graphicData uri="http://schemas.openxmlformats.org/drawingml/2006/table">
            <a:tbl>
              <a:tblPr firstRow="1" bandRow="1">
                <a:tableStyleId>{21E4AEA4-8DFA-4A89-87EB-49C32662AFE0}</a:tableStyleId>
              </a:tblPr>
              <a:tblGrid>
                <a:gridCol w="696619">
                  <a:extLst>
                    <a:ext uri="{9D8B030D-6E8A-4147-A177-3AD203B41FA5}">
                      <a16:colId xmlns:a16="http://schemas.microsoft.com/office/drawing/2014/main" val="20000"/>
                    </a:ext>
                  </a:extLst>
                </a:gridCol>
                <a:gridCol w="1704109">
                  <a:extLst>
                    <a:ext uri="{9D8B030D-6E8A-4147-A177-3AD203B41FA5}">
                      <a16:colId xmlns:a16="http://schemas.microsoft.com/office/drawing/2014/main" val="20002"/>
                    </a:ext>
                  </a:extLst>
                </a:gridCol>
                <a:gridCol w="917996">
                  <a:extLst>
                    <a:ext uri="{9D8B030D-6E8A-4147-A177-3AD203B41FA5}">
                      <a16:colId xmlns:a16="http://schemas.microsoft.com/office/drawing/2014/main" val="20003"/>
                    </a:ext>
                  </a:extLst>
                </a:gridCol>
                <a:gridCol w="928596">
                  <a:extLst>
                    <a:ext uri="{9D8B030D-6E8A-4147-A177-3AD203B41FA5}">
                      <a16:colId xmlns:a16="http://schemas.microsoft.com/office/drawing/2014/main" val="20004"/>
                    </a:ext>
                  </a:extLst>
                </a:gridCol>
              </a:tblGrid>
              <a:tr h="370840">
                <a:tc>
                  <a:txBody>
                    <a:bodyPr/>
                    <a:lstStyle/>
                    <a:p>
                      <a:pPr algn="ctr"/>
                      <a:r>
                        <a:rPr lang="en-US" sz="1400" dirty="0">
                          <a:solidFill>
                            <a:schemeClr val="tx1"/>
                          </a:solidFill>
                        </a:rPr>
                        <a:t>Row</a:t>
                      </a:r>
                    </a:p>
                  </a:txBody>
                  <a:tcPr anchor="ctr"/>
                </a:tc>
                <a:tc>
                  <a:txBody>
                    <a:bodyPr/>
                    <a:lstStyle/>
                    <a:p>
                      <a:pPr algn="ctr"/>
                      <a:r>
                        <a:rPr lang="en-US" sz="1400" baseline="0" dirty="0">
                          <a:solidFill>
                            <a:schemeClr val="tx1"/>
                          </a:solidFill>
                        </a:rPr>
                        <a:t>Name</a:t>
                      </a:r>
                      <a:endParaRPr lang="en-US" sz="1400" dirty="0">
                        <a:solidFill>
                          <a:schemeClr val="tx1"/>
                        </a:solidFill>
                      </a:endParaRPr>
                    </a:p>
                  </a:txBody>
                  <a:tcPr anchor="ctr"/>
                </a:tc>
                <a:tc>
                  <a:txBody>
                    <a:bodyPr/>
                    <a:lstStyle/>
                    <a:p>
                      <a:pPr algn="ctr"/>
                      <a:r>
                        <a:rPr lang="en-US" sz="1400" dirty="0">
                          <a:solidFill>
                            <a:schemeClr val="tx1"/>
                          </a:solidFill>
                        </a:rPr>
                        <a:t>Feature </a:t>
                      </a:r>
                      <a:r>
                        <a:rPr lang="en-US" sz="1400" dirty="0" smtClean="0">
                          <a:solidFill>
                            <a:schemeClr val="tx1"/>
                          </a:solidFill>
                        </a:rPr>
                        <a:t>1</a:t>
                      </a:r>
                      <a:endParaRPr lang="en-US" sz="1400" dirty="0">
                        <a:solidFill>
                          <a:schemeClr val="tx1"/>
                        </a:solidFill>
                        <a:latin typeface="+mj-lt"/>
                      </a:endParaRPr>
                    </a:p>
                  </a:txBody>
                  <a:tcPr anchor="ctr"/>
                </a:tc>
                <a:tc>
                  <a:txBody>
                    <a:bodyPr/>
                    <a:lstStyle/>
                    <a:p>
                      <a:pPr algn="ctr"/>
                      <a:r>
                        <a:rPr lang="en-US" sz="1400" dirty="0">
                          <a:solidFill>
                            <a:schemeClr val="tx1"/>
                          </a:solidFill>
                        </a:rPr>
                        <a:t>Feature </a:t>
                      </a:r>
                      <a:r>
                        <a:rPr lang="en-US" sz="1400" dirty="0" smtClean="0">
                          <a:solidFill>
                            <a:schemeClr val="tx1"/>
                          </a:solidFill>
                        </a:rPr>
                        <a:t>2</a:t>
                      </a:r>
                      <a:endParaRPr lang="en-US" sz="1400" dirty="0">
                        <a:solidFill>
                          <a:schemeClr val="tx1"/>
                        </a:solidFill>
                        <a:latin typeface="+mj-lt"/>
                      </a:endParaRPr>
                    </a:p>
                  </a:txBody>
                  <a:tcPr anchor="ctr"/>
                </a:tc>
                <a:extLst>
                  <a:ext uri="{0D108BD9-81ED-4DB2-BD59-A6C34878D82A}">
                    <a16:rowId xmlns:a16="http://schemas.microsoft.com/office/drawing/2014/main" val="10000"/>
                  </a:ext>
                </a:extLst>
              </a:tr>
              <a:tr h="370840">
                <a:tc>
                  <a:txBody>
                    <a:bodyPr/>
                    <a:lstStyle/>
                    <a:p>
                      <a:pPr algn="ctr"/>
                      <a:r>
                        <a:rPr lang="en-US" sz="1200" dirty="0"/>
                        <a:t>5</a:t>
                      </a:r>
                    </a:p>
                  </a:txBody>
                  <a:tcPr anchor="ctr"/>
                </a:tc>
                <a:tc>
                  <a:txBody>
                    <a:bodyPr/>
                    <a:lstStyle/>
                    <a:p>
                      <a:pPr algn="ctr"/>
                      <a:r>
                        <a:rPr lang="en-US" sz="1400" dirty="0"/>
                        <a:t>E</a:t>
                      </a:r>
                    </a:p>
                  </a:txBody>
                  <a:tcPr anchor="ctr"/>
                </a:tc>
                <a:tc>
                  <a:txBody>
                    <a:bodyPr/>
                    <a:lstStyle/>
                    <a:p>
                      <a:pPr algn="ctr" fontAlgn="b"/>
                      <a:r>
                        <a:rPr lang="en-US" sz="1400" u="none" strike="noStrike" dirty="0">
                          <a:effectLst/>
                        </a:rPr>
                        <a:t>0.2</a:t>
                      </a:r>
                      <a:endParaRPr lang="en-US" sz="1400" b="0" i="0" u="none" strike="noStrike" dirty="0">
                        <a:solidFill>
                          <a:srgbClr val="000000"/>
                        </a:solidFill>
                        <a:effectLst/>
                        <a:latin typeface="+mj-lt"/>
                      </a:endParaRPr>
                    </a:p>
                  </a:txBody>
                  <a:tcPr marL="9525" marR="9525" marT="9525" marB="0" anchor="ctr"/>
                </a:tc>
                <a:tc>
                  <a:txBody>
                    <a:bodyPr/>
                    <a:lstStyle/>
                    <a:p>
                      <a:pPr algn="ctr"/>
                      <a:r>
                        <a:rPr lang="en-US" sz="1400" dirty="0"/>
                        <a:t>3</a:t>
                      </a:r>
                    </a:p>
                  </a:txBody>
                  <a:tcPr marL="9525" marR="9525" marT="9525" marB="0" anchor="ctr"/>
                </a:tc>
                <a:extLst>
                  <a:ext uri="{0D108BD9-81ED-4DB2-BD59-A6C34878D82A}">
                    <a16:rowId xmlns:a16="http://schemas.microsoft.com/office/drawing/2014/main" val="10001"/>
                  </a:ext>
                </a:extLst>
              </a:tr>
              <a:tr h="370840">
                <a:tc>
                  <a:txBody>
                    <a:bodyPr/>
                    <a:lstStyle/>
                    <a:p>
                      <a:pPr algn="ctr"/>
                      <a:r>
                        <a:rPr lang="en-US" sz="1200" dirty="0"/>
                        <a:t>6</a:t>
                      </a:r>
                    </a:p>
                  </a:txBody>
                  <a:tcPr anchor="ctr"/>
                </a:tc>
                <a:tc>
                  <a:txBody>
                    <a:bodyPr/>
                    <a:lstStyle/>
                    <a:p>
                      <a:pPr algn="ctr"/>
                      <a:r>
                        <a:rPr lang="en-US" sz="1400" dirty="0"/>
                        <a:t>F</a:t>
                      </a:r>
                    </a:p>
                  </a:txBody>
                  <a:tcPr anchor="ctr"/>
                </a:tc>
                <a:tc>
                  <a:txBody>
                    <a:bodyPr/>
                    <a:lstStyle/>
                    <a:p>
                      <a:pPr algn="ctr" fontAlgn="b"/>
                      <a:r>
                        <a:rPr lang="en-US" sz="1400" u="none" strike="noStrike" dirty="0">
                          <a:effectLst/>
                        </a:rPr>
                        <a:t>0.4</a:t>
                      </a:r>
                      <a:endParaRPr lang="en-US" sz="1400" b="0" i="0" u="none" strike="noStrike" dirty="0">
                        <a:solidFill>
                          <a:srgbClr val="000000"/>
                        </a:solidFill>
                        <a:effectLst/>
                        <a:latin typeface="+mj-lt"/>
                      </a:endParaRPr>
                    </a:p>
                  </a:txBody>
                  <a:tcPr marL="9525" marR="9525" marT="9525" marB="0" anchor="ctr"/>
                </a:tc>
                <a:tc>
                  <a:txBody>
                    <a:bodyPr/>
                    <a:lstStyle/>
                    <a:p>
                      <a:pPr algn="ctr"/>
                      <a:r>
                        <a:rPr lang="en-US" sz="1400" dirty="0"/>
                        <a:t>2</a:t>
                      </a:r>
                    </a:p>
                  </a:txBody>
                  <a:tcPr marL="9525" marR="9525" marT="9525" marB="0" anchor="ctr"/>
                </a:tc>
                <a:extLst>
                  <a:ext uri="{0D108BD9-81ED-4DB2-BD59-A6C34878D82A}">
                    <a16:rowId xmlns:a16="http://schemas.microsoft.com/office/drawing/2014/main" val="10002"/>
                  </a:ext>
                </a:extLst>
              </a:tr>
              <a:tr h="370840">
                <a:tc>
                  <a:txBody>
                    <a:bodyPr/>
                    <a:lstStyle/>
                    <a:p>
                      <a:pPr algn="ctr"/>
                      <a:r>
                        <a:rPr lang="en-US" sz="1200" dirty="0"/>
                        <a:t>7</a:t>
                      </a:r>
                    </a:p>
                  </a:txBody>
                  <a:tcPr anchor="ctr"/>
                </a:tc>
                <a:tc>
                  <a:txBody>
                    <a:bodyPr/>
                    <a:lstStyle/>
                    <a:p>
                      <a:pPr algn="ctr"/>
                      <a:r>
                        <a:rPr lang="en-US" sz="1400" dirty="0"/>
                        <a:t>G</a:t>
                      </a:r>
                    </a:p>
                  </a:txBody>
                  <a:tcPr anchor="ctr"/>
                </a:tc>
                <a:tc>
                  <a:txBody>
                    <a:bodyPr/>
                    <a:lstStyle/>
                    <a:p>
                      <a:pPr algn="ctr" fontAlgn="b"/>
                      <a:r>
                        <a:rPr lang="en-US" sz="1400" u="none" strike="noStrike" dirty="0">
                          <a:effectLst/>
                        </a:rPr>
                        <a:t>0.5</a:t>
                      </a:r>
                      <a:endParaRPr lang="en-US" sz="1400" b="0" i="0" u="none" strike="noStrike" dirty="0">
                        <a:solidFill>
                          <a:srgbClr val="000000"/>
                        </a:solidFill>
                        <a:effectLst/>
                        <a:latin typeface="+mj-lt"/>
                      </a:endParaRPr>
                    </a:p>
                  </a:txBody>
                  <a:tcPr marL="9525" marR="9525" marT="9525" marB="0" anchor="ctr"/>
                </a:tc>
                <a:tc>
                  <a:txBody>
                    <a:bodyPr/>
                    <a:lstStyle/>
                    <a:p>
                      <a:pPr algn="ctr"/>
                      <a:r>
                        <a:rPr lang="en-US" sz="1400" dirty="0"/>
                        <a:t>4</a:t>
                      </a:r>
                    </a:p>
                  </a:txBody>
                  <a:tcPr marL="9525" marR="9525" marT="9525" marB="0" anchor="ctr"/>
                </a:tc>
                <a:extLst>
                  <a:ext uri="{0D108BD9-81ED-4DB2-BD59-A6C34878D82A}">
                    <a16:rowId xmlns:a16="http://schemas.microsoft.com/office/drawing/2014/main" val="10003"/>
                  </a:ext>
                </a:extLst>
              </a:tr>
              <a:tr h="370840">
                <a:tc>
                  <a:txBody>
                    <a:bodyPr/>
                    <a:lstStyle/>
                    <a:p>
                      <a:pPr algn="ctr"/>
                      <a:r>
                        <a:rPr lang="en-US" sz="1200" dirty="0"/>
                        <a:t>8</a:t>
                      </a:r>
                      <a:endParaRPr lang="en-US" sz="1200" dirty="0">
                        <a:latin typeface="Tw Cen MT" panose="020B0602020104020603" pitchFamily="34" charset="77"/>
                      </a:endParaRPr>
                    </a:p>
                  </a:txBody>
                  <a:tcPr anchor="ctr"/>
                </a:tc>
                <a:tc>
                  <a:txBody>
                    <a:bodyPr/>
                    <a:lstStyle/>
                    <a:p>
                      <a:pPr algn="ctr"/>
                      <a:r>
                        <a:rPr lang="en-US" sz="1400" dirty="0"/>
                        <a:t>H</a:t>
                      </a:r>
                      <a:endParaRPr lang="en-US" sz="1400" dirty="0">
                        <a:latin typeface="Tw Cen MT" panose="020B0602020104020603" pitchFamily="34" charset="77"/>
                      </a:endParaRPr>
                    </a:p>
                  </a:txBody>
                  <a:tcPr anchor="ctr"/>
                </a:tc>
                <a:tc>
                  <a:txBody>
                    <a:bodyPr/>
                    <a:lstStyle/>
                    <a:p>
                      <a:pPr algn="ctr" fontAlgn="b"/>
                      <a:r>
                        <a:rPr lang="en-US" sz="1400" u="none" strike="noStrike" dirty="0">
                          <a:effectLst/>
                        </a:rPr>
                        <a:t>0.4</a:t>
                      </a:r>
                      <a:endParaRPr lang="en-US" sz="1400" b="0" i="0" u="none" strike="noStrike" dirty="0">
                        <a:solidFill>
                          <a:srgbClr val="000000"/>
                        </a:solidFill>
                        <a:effectLst/>
                        <a:latin typeface="Tw Cen MT" panose="020B0602020104020603" pitchFamily="34" charset="77"/>
                      </a:endParaRPr>
                    </a:p>
                  </a:txBody>
                  <a:tcPr marL="9525" marR="9525" marT="9525" marB="0" anchor="ctr"/>
                </a:tc>
                <a:tc>
                  <a:txBody>
                    <a:bodyPr/>
                    <a:lstStyle/>
                    <a:p>
                      <a:pPr algn="ctr"/>
                      <a:r>
                        <a:rPr lang="en-US" sz="1400" dirty="0"/>
                        <a:t>1</a:t>
                      </a:r>
                      <a:endParaRPr lang="en-US" sz="1400" dirty="0">
                        <a:latin typeface="Tw Cen MT" panose="020B0602020104020603" pitchFamily="34" charset="77"/>
                      </a:endParaRPr>
                    </a:p>
                  </a:txBody>
                  <a:tcPr marL="9525" marR="9525" marT="9525" marB="0" anchor="ctr"/>
                </a:tc>
                <a:extLst>
                  <a:ext uri="{0D108BD9-81ED-4DB2-BD59-A6C34878D82A}">
                    <a16:rowId xmlns:a16="http://schemas.microsoft.com/office/drawing/2014/main" val="2314769939"/>
                  </a:ext>
                </a:extLst>
              </a:tr>
            </a:tbl>
          </a:graphicData>
        </a:graphic>
      </p:graphicFrame>
      <p:sp>
        <p:nvSpPr>
          <p:cNvPr id="8" name="Rectangle 7">
            <a:extLst>
              <a:ext uri="{FF2B5EF4-FFF2-40B4-BE49-F238E27FC236}">
                <a16:creationId xmlns:a16="http://schemas.microsoft.com/office/drawing/2014/main" id="{C78BB41E-76B7-9D49-9A08-8FD84A62BB35}"/>
              </a:ext>
            </a:extLst>
          </p:cNvPr>
          <p:cNvSpPr/>
          <p:nvPr/>
        </p:nvSpPr>
        <p:spPr>
          <a:xfrm>
            <a:off x="6494745" y="1558019"/>
            <a:ext cx="1132945" cy="4312508"/>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 name="Left Brace 13">
            <a:extLst>
              <a:ext uri="{FF2B5EF4-FFF2-40B4-BE49-F238E27FC236}">
                <a16:creationId xmlns:a16="http://schemas.microsoft.com/office/drawing/2014/main" id="{62BEE88C-1632-3542-A12D-61B942E7DD83}"/>
              </a:ext>
            </a:extLst>
          </p:cNvPr>
          <p:cNvSpPr/>
          <p:nvPr/>
        </p:nvSpPr>
        <p:spPr>
          <a:xfrm>
            <a:off x="2356458" y="2911792"/>
            <a:ext cx="518502" cy="2025798"/>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
        <p:nvSpPr>
          <p:cNvPr id="15" name="TextBox 14">
            <a:extLst>
              <a:ext uri="{FF2B5EF4-FFF2-40B4-BE49-F238E27FC236}">
                <a16:creationId xmlns:a16="http://schemas.microsoft.com/office/drawing/2014/main" id="{6307389C-A13A-F64F-A202-632CD864BA4C}"/>
              </a:ext>
            </a:extLst>
          </p:cNvPr>
          <p:cNvSpPr txBox="1"/>
          <p:nvPr/>
        </p:nvSpPr>
        <p:spPr>
          <a:xfrm>
            <a:off x="1024128" y="3613082"/>
            <a:ext cx="1273234" cy="646331"/>
          </a:xfrm>
          <a:prstGeom prst="rect">
            <a:avLst/>
          </a:prstGeom>
          <a:noFill/>
        </p:spPr>
        <p:txBody>
          <a:bodyPr wrap="none" rtlCol="0">
            <a:spAutoFit/>
          </a:bodyPr>
          <a:lstStyle/>
          <a:p>
            <a:pPr algn="ctr"/>
            <a:r>
              <a:rPr lang="en-US" dirty="0"/>
              <a:t>Two Groups</a:t>
            </a:r>
          </a:p>
          <a:p>
            <a:pPr algn="ctr"/>
            <a:r>
              <a:rPr lang="en-US" dirty="0"/>
              <a:t>Dataset</a:t>
            </a:r>
          </a:p>
        </p:txBody>
      </p:sp>
      <p:sp>
        <p:nvSpPr>
          <p:cNvPr id="19" name="TextBox 18">
            <a:extLst>
              <a:ext uri="{FF2B5EF4-FFF2-40B4-BE49-F238E27FC236}">
                <a16:creationId xmlns:a16="http://schemas.microsoft.com/office/drawing/2014/main" id="{7F0B8AAE-016B-A64E-A73A-5098D92EC930}"/>
              </a:ext>
            </a:extLst>
          </p:cNvPr>
          <p:cNvSpPr txBox="1"/>
          <p:nvPr/>
        </p:nvSpPr>
        <p:spPr>
          <a:xfrm>
            <a:off x="7861212" y="2765204"/>
            <a:ext cx="981551" cy="369332"/>
          </a:xfrm>
          <a:prstGeom prst="rect">
            <a:avLst/>
          </a:prstGeom>
          <a:noFill/>
        </p:spPr>
        <p:txBody>
          <a:bodyPr wrap="none" rtlCol="0">
            <a:spAutoFit/>
          </a:bodyPr>
          <a:lstStyle/>
          <a:p>
            <a:r>
              <a:rPr lang="en-US" dirty="0"/>
              <a:t>Group </a:t>
            </a:r>
            <a:r>
              <a:rPr lang="en-US" dirty="0" smtClean="0"/>
              <a:t>A</a:t>
            </a:r>
            <a:endParaRPr lang="en-US" dirty="0"/>
          </a:p>
        </p:txBody>
      </p:sp>
      <p:sp>
        <p:nvSpPr>
          <p:cNvPr id="20" name="TextBox 19">
            <a:extLst>
              <a:ext uri="{FF2B5EF4-FFF2-40B4-BE49-F238E27FC236}">
                <a16:creationId xmlns:a16="http://schemas.microsoft.com/office/drawing/2014/main" id="{E31DC311-00F4-4045-BED5-5BEDC488018A}"/>
              </a:ext>
            </a:extLst>
          </p:cNvPr>
          <p:cNvSpPr txBox="1"/>
          <p:nvPr/>
        </p:nvSpPr>
        <p:spPr>
          <a:xfrm>
            <a:off x="7861213" y="4937590"/>
            <a:ext cx="968727" cy="369332"/>
          </a:xfrm>
          <a:prstGeom prst="rect">
            <a:avLst/>
          </a:prstGeom>
          <a:noFill/>
        </p:spPr>
        <p:txBody>
          <a:bodyPr wrap="none" rtlCol="0">
            <a:spAutoFit/>
          </a:bodyPr>
          <a:lstStyle/>
          <a:p>
            <a:r>
              <a:rPr lang="en-US" dirty="0"/>
              <a:t>Group </a:t>
            </a:r>
            <a:r>
              <a:rPr lang="en-US" dirty="0" smtClean="0"/>
              <a:t>B</a:t>
            </a:r>
            <a:endParaRPr lang="en-US" dirty="0"/>
          </a:p>
        </p:txBody>
      </p:sp>
      <p:sp>
        <p:nvSpPr>
          <p:cNvPr id="23" name="TextBox 22">
            <a:extLst>
              <a:ext uri="{FF2B5EF4-FFF2-40B4-BE49-F238E27FC236}">
                <a16:creationId xmlns:a16="http://schemas.microsoft.com/office/drawing/2014/main" id="{FDD3F76C-2B82-B84B-8154-7802C08B0A15}"/>
              </a:ext>
            </a:extLst>
          </p:cNvPr>
          <p:cNvSpPr txBox="1"/>
          <p:nvPr/>
        </p:nvSpPr>
        <p:spPr>
          <a:xfrm>
            <a:off x="5884164" y="5916706"/>
            <a:ext cx="2161169" cy="369332"/>
          </a:xfrm>
          <a:prstGeom prst="rect">
            <a:avLst/>
          </a:prstGeom>
          <a:noFill/>
        </p:spPr>
        <p:txBody>
          <a:bodyPr wrap="none" rtlCol="0">
            <a:spAutoFit/>
          </a:bodyPr>
          <a:lstStyle/>
          <a:p>
            <a:r>
              <a:rPr lang="en-US" dirty="0"/>
              <a:t>will be tested feature</a:t>
            </a:r>
          </a:p>
        </p:txBody>
      </p:sp>
      <p:sp>
        <p:nvSpPr>
          <p:cNvPr id="24" name="Slide Number Placeholder 23">
            <a:extLst>
              <a:ext uri="{FF2B5EF4-FFF2-40B4-BE49-F238E27FC236}">
                <a16:creationId xmlns:a16="http://schemas.microsoft.com/office/drawing/2014/main" id="{3F188F47-4095-5646-ABD8-DF16AB0B29A8}"/>
              </a:ext>
            </a:extLst>
          </p:cNvPr>
          <p:cNvSpPr>
            <a:spLocks noGrp="1"/>
          </p:cNvSpPr>
          <p:nvPr>
            <p:ph type="sldNum" sz="quarter" idx="12"/>
          </p:nvPr>
        </p:nvSpPr>
        <p:spPr/>
        <p:txBody>
          <a:bodyPr/>
          <a:lstStyle/>
          <a:p>
            <a:fld id="{5AA13D58-D7BC-8747-9F0A-0DB9E6B3595A}" type="slidenum">
              <a:rPr lang="en-US" sz="1600" smtClean="0"/>
              <a:t>33</a:t>
            </a:fld>
            <a:endParaRPr lang="en-US" sz="1600" dirty="0"/>
          </a:p>
        </p:txBody>
      </p:sp>
    </p:spTree>
    <p:custDataLst>
      <p:tags r:id="rId1"/>
    </p:custDataLst>
    <p:extLst>
      <p:ext uri="{BB962C8B-B14F-4D97-AF65-F5344CB8AC3E}">
        <p14:creationId xmlns:p14="http://schemas.microsoft.com/office/powerpoint/2010/main" val="2701419173"/>
      </p:ext>
    </p:extLst>
  </p:cSld>
  <p:clrMapOvr>
    <a:masterClrMapping/>
  </p:clrMapOvr>
  <p:transition spd="slow" advTm="32313">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extLst mod="1">
    <p:ext uri="{3A86A75C-4F4B-4683-9AE1-C65F6400EC91}">
      <p14:laserTraceLst xmlns:p14="http://schemas.microsoft.com/office/powerpoint/2010/main">
        <p14:tracePtLst>
          <p14:tracePt t="4789" x="957263" y="5413375"/>
          <p14:tracePt t="5571" x="973138" y="5407025"/>
          <p14:tracePt t="5578" x="1095375" y="5407025"/>
          <p14:tracePt t="5586" x="1335088" y="5407025"/>
          <p14:tracePt t="5603" x="1981200" y="5407025"/>
          <p14:tracePt t="5619" x="2605088" y="5268913"/>
          <p14:tracePt t="5636" x="3287713" y="5072063"/>
          <p14:tracePt t="5654" x="4564063" y="4687888"/>
          <p14:tracePt t="5670" x="5588000" y="4397375"/>
          <p14:tracePt t="5686" x="6662738" y="4100513"/>
          <p14:tracePt t="5702" x="7504113" y="3846513"/>
          <p14:tracePt t="5719" x="8077200" y="3671888"/>
          <p14:tracePt t="5736" x="8323263" y="3592513"/>
          <p14:tracePt t="5752" x="8461375" y="3505200"/>
          <p14:tracePt t="5769" x="8585200" y="3395663"/>
          <p14:tracePt t="5786" x="8694738" y="3316288"/>
          <p14:tracePt t="5802" x="8759825" y="3259138"/>
          <p14:tracePt t="5819" x="8816975" y="3192463"/>
          <p14:tracePt t="5836" x="8882063" y="3121025"/>
          <p14:tracePt t="5852" x="8918575" y="3062288"/>
          <p14:tracePt t="5869" x="8983663" y="2960688"/>
          <p14:tracePt t="5886" x="9101138" y="2816225"/>
          <p14:tracePt t="5902" x="9151938" y="2751138"/>
          <p14:tracePt t="5919" x="9172575" y="2706688"/>
          <p14:tracePt t="5936" x="9202738" y="2649538"/>
          <p14:tracePt t="5952" x="9223375" y="2568575"/>
          <p14:tracePt t="5969" x="9259888" y="2474913"/>
          <p14:tracePt t="5986" x="9296400" y="2373313"/>
          <p14:tracePt t="6002" x="9332913" y="2278063"/>
          <p14:tracePt t="6019" x="9369425" y="2170113"/>
          <p14:tracePt t="6036" x="9398000" y="2046288"/>
          <p14:tracePt t="6052" x="9426575" y="1966913"/>
          <p14:tracePt t="6069" x="9485313" y="1851025"/>
          <p14:tracePt t="6086" x="9507538" y="1806575"/>
          <p14:tracePt t="6102" x="9521825" y="1763713"/>
          <p14:tracePt t="6119" x="9521825" y="1727200"/>
          <p14:tracePt t="6136" x="9521825" y="1654175"/>
          <p14:tracePt t="6152" x="9521825" y="1589088"/>
          <p14:tracePt t="6169" x="9521825" y="1531938"/>
          <p14:tracePt t="6186" x="9513888" y="1444625"/>
          <p14:tracePt t="6202" x="9513888" y="1349375"/>
          <p14:tracePt t="6219" x="9507538" y="1211263"/>
          <p14:tracePt t="6236" x="9477375" y="1095375"/>
          <p14:tracePt t="6252" x="9477375" y="993775"/>
          <p14:tracePt t="6270" x="9477375" y="936625"/>
          <p14:tracePt t="6286" x="9477375" y="900113"/>
          <p14:tracePt t="6303" x="9485313" y="885825"/>
          <p14:tracePt t="6319" x="9491663" y="855663"/>
          <p14:tracePt t="6336" x="9513888" y="841375"/>
          <p14:tracePt t="6352" x="9536113" y="827088"/>
          <p14:tracePt t="6369" x="9572625" y="812800"/>
          <p14:tracePt t="6386" x="9609138" y="804863"/>
          <p14:tracePt t="6403" x="9644063" y="790575"/>
          <p14:tracePt t="6419" x="9652000" y="790575"/>
          <p14:tracePt t="6422" x="9659938" y="790575"/>
          <p14:tracePt t="6439" x="9666288" y="790575"/>
          <p14:tracePt t="6455" x="9674225" y="790575"/>
          <p14:tracePt t="6469" x="9694863" y="804863"/>
          <p14:tracePt t="6486" x="9767888" y="928688"/>
          <p14:tracePt t="6503" x="9818688" y="987425"/>
          <p14:tracePt t="6519" x="9847263" y="1023938"/>
          <p14:tracePt t="6536" x="9869488" y="1052513"/>
          <p14:tracePt t="6552" x="9877425" y="1081088"/>
          <p14:tracePt t="6569" x="9877425" y="1095375"/>
          <p14:tracePt t="6586" x="9877425" y="1109663"/>
          <p14:tracePt t="6602" x="9877425" y="1139825"/>
          <p14:tracePt t="6619" x="9877425" y="1182688"/>
          <p14:tracePt t="6636" x="9877425" y="1227138"/>
          <p14:tracePt t="6653" x="9877425" y="1262063"/>
          <p14:tracePt t="6670" x="9855200" y="1312863"/>
          <p14:tracePt t="6686" x="9840913" y="1349375"/>
          <p14:tracePt t="6703" x="9826625" y="1379538"/>
          <p14:tracePt t="6719" x="9804400" y="1408113"/>
          <p14:tracePt t="6736" x="9782175" y="1436688"/>
          <p14:tracePt t="6753" x="9761538" y="1465263"/>
          <p14:tracePt t="6769" x="9745663" y="1481138"/>
          <p14:tracePt t="6786" x="9731375" y="1509713"/>
          <p14:tracePt t="6803" x="9710738" y="1531938"/>
          <p14:tracePt t="6819" x="9702800" y="1538288"/>
          <p14:tracePt t="6836" x="9680575" y="1552575"/>
          <p14:tracePt t="6853" x="9666288" y="1560513"/>
          <p14:tracePt t="6869" x="9644063" y="1566863"/>
          <p14:tracePt t="6886" x="9629775" y="1574800"/>
          <p14:tracePt t="6903" x="9615488" y="1582738"/>
          <p14:tracePt t="6920" x="9609138" y="1582738"/>
          <p14:tracePt t="6936" x="9593263" y="1582738"/>
          <p14:tracePt t="6953" x="9586913" y="1582738"/>
          <p14:tracePt t="6969" x="9572625" y="1582738"/>
          <p14:tracePt t="6986" x="9558338" y="1552575"/>
          <p14:tracePt t="7003" x="9536113" y="1487488"/>
          <p14:tracePt t="7019" x="9528175" y="1422400"/>
          <p14:tracePt t="7036" x="9507538" y="1363663"/>
          <p14:tracePt t="7053" x="9507538" y="1320800"/>
          <p14:tracePt t="7069" x="9507538" y="1247775"/>
          <p14:tracePt t="7086" x="9513888" y="1196975"/>
          <p14:tracePt t="7103" x="9521825" y="1146175"/>
          <p14:tracePt t="7120" x="9542463" y="1103313"/>
          <p14:tracePt t="7136" x="9564688" y="1058863"/>
          <p14:tracePt t="7153" x="9572625" y="1044575"/>
          <p14:tracePt t="7170" x="9586913" y="1008063"/>
          <p14:tracePt t="7186" x="9609138" y="993775"/>
          <p14:tracePt t="7203" x="9629775" y="973138"/>
          <p14:tracePt t="7220" x="9644063" y="957263"/>
          <p14:tracePt t="7236" x="9680575" y="936625"/>
          <p14:tracePt t="7254" x="9731375" y="914400"/>
          <p14:tracePt t="7270" x="9782175" y="900113"/>
          <p14:tracePt t="7286" x="9847263" y="885825"/>
          <p14:tracePt t="7303" x="9898063" y="885825"/>
          <p14:tracePt t="7320" x="9942513" y="877888"/>
          <p14:tracePt t="7336" x="9964738" y="877888"/>
          <p14:tracePt t="7354" x="9979025" y="877888"/>
          <p14:tracePt t="7370" x="9985375" y="877888"/>
          <p14:tracePt t="7387" x="9999663" y="906463"/>
          <p14:tracePt t="7403" x="10015538" y="942975"/>
          <p14:tracePt t="7420" x="10029825" y="973138"/>
          <p14:tracePt t="7426" x="10029825" y="987425"/>
          <p14:tracePt t="7436" x="10029825" y="1008063"/>
          <p14:tracePt t="7453" x="10036175" y="1044575"/>
          <p14:tracePt t="7470" x="10036175" y="1095375"/>
          <p14:tracePt t="7486" x="10036175" y="1154113"/>
          <p14:tracePt t="7503" x="10029825" y="1196975"/>
          <p14:tracePt t="7520" x="10021888" y="1247775"/>
          <p14:tracePt t="7536" x="9985375" y="1298575"/>
          <p14:tracePt t="7553" x="9956800" y="1343025"/>
          <p14:tracePt t="7570" x="9913938" y="1393825"/>
          <p14:tracePt t="7586" x="9883775" y="1444625"/>
          <p14:tracePt t="7604" x="9832975" y="1531938"/>
          <p14:tracePt t="7620" x="9790113" y="1617663"/>
          <p14:tracePt t="7637" x="9739313" y="1712913"/>
          <p14:tracePt t="7653" x="9725025" y="1741488"/>
          <p14:tracePt t="7670" x="9666288" y="1820863"/>
          <p14:tracePt t="7687" x="9637713" y="1857375"/>
          <p14:tracePt t="7703" x="9578975" y="1930400"/>
          <p14:tracePt t="7720" x="9528175" y="1981200"/>
          <p14:tracePt t="7737" x="9477375" y="2032000"/>
          <p14:tracePt t="7753" x="9440863" y="2060575"/>
          <p14:tracePt t="7770" x="9426575" y="2068513"/>
          <p14:tracePt t="7786" x="9390063" y="2082800"/>
          <p14:tracePt t="7803" x="9355138" y="2090738"/>
          <p14:tracePt t="7820" x="9310688" y="2119313"/>
          <p14:tracePt t="7837" x="9259888" y="2141538"/>
          <p14:tracePt t="7855" x="9202738" y="2162175"/>
          <p14:tracePt t="7870" x="9180513" y="2162175"/>
          <p14:tracePt t="7887" x="9180513" y="2170113"/>
          <p14:tracePt t="7903" x="9172575" y="2170113"/>
          <p14:tracePt t="7936" x="9158288" y="2170113"/>
          <p14:tracePt t="7977" x="9151938" y="2170113"/>
          <p14:tracePt t="8001" x="9144000" y="2170113"/>
          <p14:tracePt t="8048" x="9129713" y="2170113"/>
          <p14:tracePt t="8066" x="9129713" y="2162175"/>
          <p14:tracePt t="8080" x="9121775" y="2162175"/>
          <p14:tracePt t="8091" x="9115425" y="2155825"/>
          <p14:tracePt t="8103" x="9107488" y="2147888"/>
          <p14:tracePt t="8120" x="9085263" y="2133600"/>
          <p14:tracePt t="8136" x="9078913" y="2119313"/>
          <p14:tracePt t="8153" x="9064625" y="2097088"/>
          <p14:tracePt t="8170" x="9056688" y="2074863"/>
          <p14:tracePt t="8186" x="9042400" y="2046288"/>
          <p14:tracePt t="8203" x="9028113" y="2003425"/>
          <p14:tracePt t="8220" x="9005888" y="1958975"/>
          <p14:tracePt t="8236" x="8999538" y="1930400"/>
          <p14:tracePt t="8253" x="8983663" y="1857375"/>
          <p14:tracePt t="8270" x="8977313" y="1792288"/>
          <p14:tracePt t="8286" x="8969375" y="1741488"/>
          <p14:tracePt t="8303" x="8940800" y="1690688"/>
          <p14:tracePt t="8320" x="8940800" y="1668463"/>
          <p14:tracePt t="8336" x="8940800" y="1654175"/>
          <p14:tracePt t="8353" x="8940800" y="1647825"/>
          <p14:tracePt t="8370" x="8932863" y="1647825"/>
          <p14:tracePt t="8386" x="8932863" y="1639888"/>
          <p14:tracePt t="9760" x="8926513" y="1639888"/>
          <p14:tracePt t="9776" x="8918575" y="1654175"/>
          <p14:tracePt t="9783" x="8918575" y="1676400"/>
          <p14:tracePt t="9791" x="8912225" y="1690688"/>
          <p14:tracePt t="9803" x="8897938" y="1704975"/>
          <p14:tracePt t="9820" x="8890000" y="1741488"/>
          <p14:tracePt t="9837" x="8875713" y="1778000"/>
          <p14:tracePt t="9854" x="8867775" y="1785938"/>
          <p14:tracePt t="9870" x="8861425" y="1820863"/>
          <p14:tracePt t="9887" x="8847138" y="1857375"/>
          <p14:tracePt t="9903" x="8839200" y="1893888"/>
          <p14:tracePt t="9920" x="8824913" y="1938338"/>
          <p14:tracePt t="9937" x="8810625" y="1981200"/>
          <p14:tracePt t="9954" x="8802688" y="2039938"/>
          <p14:tracePt t="9970" x="8788400" y="2097088"/>
          <p14:tracePt t="9987" x="8780463" y="2147888"/>
          <p14:tracePt t="10004" x="8774113" y="2198688"/>
          <p14:tracePt t="10020" x="8759825" y="2243138"/>
          <p14:tracePt t="10037" x="8737600" y="2314575"/>
          <p14:tracePt t="10054" x="8723313" y="2351088"/>
          <p14:tracePt t="10070" x="8701088" y="2387600"/>
          <p14:tracePt t="10087" x="8672513" y="2446338"/>
          <p14:tracePt t="10104" x="8658225" y="2466975"/>
          <p14:tracePt t="10120" x="8643938" y="2489200"/>
          <p14:tracePt t="10137" x="8628063" y="2511425"/>
          <p14:tracePt t="10154" x="8599488" y="2525713"/>
          <p14:tracePt t="10170" x="8577263" y="2525713"/>
          <p14:tracePt t="10187" x="8542338" y="2525713"/>
          <p14:tracePt t="10204" x="8526463" y="2540000"/>
          <p14:tracePt t="10220" x="8520113" y="2540000"/>
          <p14:tracePt t="10237" x="8505825" y="2540000"/>
          <p14:tracePt t="10280" x="8497888" y="2540000"/>
          <p14:tracePt t="10287" x="8475663" y="2532063"/>
          <p14:tracePt t="10295" x="8475663" y="2525713"/>
          <p14:tracePt t="10304" x="8461375" y="2517775"/>
          <p14:tracePt t="10320" x="8440738" y="2489200"/>
          <p14:tracePt t="10337" x="8424863" y="2474913"/>
          <p14:tracePt t="10355" x="8389938" y="2452688"/>
          <p14:tracePt t="10371" x="8345488" y="2430463"/>
          <p14:tracePt t="10387" x="8302625" y="2401888"/>
          <p14:tracePt t="10405" x="8243888" y="2387600"/>
          <p14:tracePt t="10420" x="8215313" y="2365375"/>
          <p14:tracePt t="10423" x="8193088" y="2351088"/>
          <p14:tracePt t="10438" x="8170863" y="2344738"/>
          <p14:tracePt t="10454" x="8164513" y="2344738"/>
          <p14:tracePt t="10470" x="8150225" y="2336800"/>
          <p14:tracePt t="10487" x="8142288" y="2336800"/>
          <p14:tracePt t="10504" x="8135938" y="2336800"/>
          <p14:tracePt t="10520" x="8120063" y="2336800"/>
          <p14:tracePt t="10537" x="8091488" y="2351088"/>
          <p14:tracePt t="10554" x="8069263" y="2373313"/>
          <p14:tracePt t="10570" x="8040688" y="2401888"/>
          <p14:tracePt t="10587" x="8026400" y="2409825"/>
          <p14:tracePt t="10605" x="8012113" y="2424113"/>
          <p14:tracePt t="10620" x="8004175" y="2438400"/>
          <p14:tracePt t="10638" x="7997825" y="2452688"/>
          <p14:tracePt t="10654" x="7989888" y="2474913"/>
          <p14:tracePt t="10670" x="7983538" y="2481263"/>
          <p14:tracePt t="10687" x="7975600" y="2489200"/>
          <p14:tracePt t="10704" x="7967663" y="2489200"/>
          <p14:tracePt t="10720" x="7967663" y="2511425"/>
          <p14:tracePt t="10737" x="7961313" y="2517775"/>
          <p14:tracePt t="10755" x="7947025" y="2525713"/>
          <p14:tracePt t="10770" x="7932738" y="2532063"/>
          <p14:tracePt t="10787" x="7932738" y="2540000"/>
          <p14:tracePt t="10804" x="7916863" y="2547938"/>
          <p14:tracePt t="10820" x="7910513" y="2554288"/>
          <p14:tracePt t="10837" x="7910513" y="2562225"/>
          <p14:tracePt t="10863" x="7902575" y="2562225"/>
          <p14:tracePt t="10871" x="7902575" y="2568575"/>
          <p14:tracePt t="10887" x="7902575" y="2582863"/>
          <p14:tracePt t="10904" x="7896225" y="2582863"/>
          <p14:tracePt t="10921" x="7881938" y="2598738"/>
          <p14:tracePt t="10937" x="7866063" y="2605088"/>
          <p14:tracePt t="10954" x="7859713" y="2613025"/>
          <p14:tracePt t="10971" x="7851775" y="2627313"/>
          <p14:tracePt t="10987" x="7845425" y="2633663"/>
          <p14:tracePt t="11004" x="7845425" y="2649538"/>
          <p14:tracePt t="11021" x="7831138" y="2655888"/>
          <p14:tracePt t="11037" x="7823200" y="2670175"/>
          <p14:tracePt t="11054" x="7800975" y="2700338"/>
          <p14:tracePt t="11071" x="7794625" y="2714625"/>
          <p14:tracePt t="11087" x="7780338" y="2728913"/>
          <p14:tracePt t="11105" x="7764463" y="2743200"/>
          <p14:tracePt t="11121" x="7750175" y="2757488"/>
          <p14:tracePt t="11138" x="7735888" y="2779713"/>
          <p14:tracePt t="11154" x="7721600" y="2786063"/>
          <p14:tracePt t="11171" x="7693025" y="2816225"/>
          <p14:tracePt t="11187" x="7678738" y="2830513"/>
          <p14:tracePt t="11204" x="7648575" y="2844800"/>
          <p14:tracePt t="11221" x="7620000" y="2867025"/>
          <p14:tracePt t="11237" x="7577138" y="2887663"/>
          <p14:tracePt t="11254" x="7546975" y="2895600"/>
          <p14:tracePt t="11271" x="7518400" y="2903538"/>
          <p14:tracePt t="11287" x="7467600" y="2909888"/>
          <p14:tracePt t="11304" x="7431088" y="2909888"/>
          <p14:tracePt t="11321" x="7408863" y="2909888"/>
          <p14:tracePt t="11337" x="7394575" y="2909888"/>
          <p14:tracePt t="11371" x="7388225" y="2909888"/>
          <p14:tracePt t="11391" x="7380288" y="2909888"/>
          <p14:tracePt t="11407" x="7373938" y="2909888"/>
          <p14:tracePt t="11451" x="7366000" y="2909888"/>
          <p14:tracePt t="11484" x="7358063" y="2909888"/>
          <p14:tracePt t="11497" x="7343775" y="2909888"/>
          <p14:tracePt t="11515" x="7337425" y="2909888"/>
          <p14:tracePt t="11530" x="7329488" y="2909888"/>
          <p14:tracePt t="11544" x="7323138" y="2909888"/>
          <p14:tracePt t="11561" x="7323138" y="2903538"/>
          <p14:tracePt t="11574" x="7323138" y="2895600"/>
          <p14:tracePt t="11591" x="7315200" y="2873375"/>
          <p14:tracePt t="11608" x="7315200" y="2836863"/>
          <p14:tracePt t="11622" x="7307263" y="2816225"/>
          <p14:tracePt t="11638" x="7307263" y="2794000"/>
          <p14:tracePt t="11655" x="7307263" y="2779713"/>
          <p14:tracePt t="11672" x="7307263" y="2751138"/>
          <p14:tracePt t="11688" x="7307263" y="2728913"/>
          <p14:tracePt t="11706" x="7307263" y="2692400"/>
          <p14:tracePt t="11721" x="7315200" y="2649538"/>
          <p14:tracePt t="11738" x="7329488" y="2590800"/>
          <p14:tracePt t="11755" x="7337425" y="2547938"/>
          <p14:tracePt t="11771" x="7337425" y="2503488"/>
          <p14:tracePt t="11788" x="7358063" y="2452688"/>
          <p14:tracePt t="11806" x="7366000" y="2351088"/>
          <p14:tracePt t="11823" x="7366000" y="2243138"/>
          <p14:tracePt t="11838" x="7366000" y="2176463"/>
          <p14:tracePt t="11857" x="7366000" y="2119313"/>
          <p14:tracePt t="11872" x="7366000" y="2082800"/>
          <p14:tracePt t="11888" x="7358063" y="2060575"/>
          <p14:tracePt t="11904" x="7351713" y="2039938"/>
          <p14:tracePt t="11921" x="7337425" y="2024063"/>
          <p14:tracePt t="11938" x="7323138" y="2009775"/>
          <p14:tracePt t="11954" x="7315200" y="2009775"/>
          <p14:tracePt t="11971" x="7292975" y="2003425"/>
          <p14:tracePt t="11988" x="7264400" y="1995488"/>
          <p14:tracePt t="12004" x="7250113" y="1995488"/>
          <p14:tracePt t="12021" x="7227888" y="1995488"/>
          <p14:tracePt t="12038" x="7213600" y="1995488"/>
          <p14:tracePt t="12054" x="7199313" y="1995488"/>
          <p14:tracePt t="12071" x="7177088" y="2017713"/>
          <p14:tracePt t="12088" x="7170738" y="2039938"/>
          <p14:tracePt t="12105" x="7170738" y="2082800"/>
          <p14:tracePt t="12121" x="7162800" y="2125663"/>
          <p14:tracePt t="12138" x="7162800" y="2170113"/>
          <p14:tracePt t="12155" x="7162800" y="2198688"/>
          <p14:tracePt t="12171" x="7162800" y="2227263"/>
          <p14:tracePt t="12188" x="7162800" y="2257425"/>
          <p14:tracePt t="12204" x="7162800" y="2278063"/>
          <p14:tracePt t="12221" x="7177088" y="2328863"/>
          <p14:tracePt t="12238" x="7177088" y="2351088"/>
          <p14:tracePt t="12254" x="7185025" y="2387600"/>
          <p14:tracePt t="12271" x="7199313" y="2424113"/>
          <p14:tracePt t="12288" x="7205663" y="2452688"/>
          <p14:tracePt t="12304" x="7227888" y="2481263"/>
          <p14:tracePt t="12321" x="7235825" y="2503488"/>
          <p14:tracePt t="12339" x="7250113" y="2517775"/>
          <p14:tracePt t="12355" x="7264400" y="2547938"/>
          <p14:tracePt t="12371" x="7286625" y="2576513"/>
          <p14:tracePt t="12388" x="7307263" y="2605088"/>
          <p14:tracePt t="12404" x="7315200" y="2641600"/>
          <p14:tracePt t="12421" x="7343775" y="2692400"/>
          <p14:tracePt t="12438" x="7366000" y="2728913"/>
          <p14:tracePt t="12454" x="7380288" y="2757488"/>
          <p14:tracePt t="12471" x="7388225" y="2786063"/>
          <p14:tracePt t="12488" x="7388225" y="2808288"/>
          <p14:tracePt t="12505" x="7388225" y="2844800"/>
          <p14:tracePt t="12521" x="7388225" y="2873375"/>
          <p14:tracePt t="12538" x="7388225" y="2895600"/>
          <p14:tracePt t="12555" x="7388225" y="2917825"/>
          <p14:tracePt t="12571" x="7388225" y="2924175"/>
          <p14:tracePt t="12588" x="7388225" y="2954338"/>
          <p14:tracePt t="12606" x="7380288" y="2974975"/>
          <p14:tracePt t="12621" x="7358063" y="3005138"/>
          <p14:tracePt t="12638" x="7343775" y="3033713"/>
          <p14:tracePt t="12655" x="7337425" y="3040063"/>
          <p14:tracePt t="12671" x="7323138" y="3055938"/>
          <p14:tracePt t="12688" x="7307263" y="3070225"/>
          <p14:tracePt t="12888" x="7300913" y="3070225"/>
          <p14:tracePt t="12936" x="7307263" y="3070225"/>
          <p14:tracePt t="12943" x="7307263" y="3062288"/>
          <p14:tracePt t="12954" x="7315200" y="3062288"/>
          <p14:tracePt t="12971" x="7329488" y="3025775"/>
          <p14:tracePt t="12988" x="7337425" y="3005138"/>
          <p14:tracePt t="13005" x="7358063" y="2968625"/>
          <p14:tracePt t="13021" x="7373938" y="2932113"/>
          <p14:tracePt t="13038" x="7388225" y="2881313"/>
          <p14:tracePt t="13055" x="7394575" y="2852738"/>
          <p14:tracePt t="13071" x="7402513" y="2830513"/>
          <p14:tracePt t="13104" x="7402513" y="2816225"/>
          <p14:tracePt t="13121" x="7402513" y="2808288"/>
          <p14:tracePt t="13142" x="7402513" y="2801938"/>
          <p14:tracePt t="13158" x="7402513" y="2794000"/>
          <p14:tracePt t="13270" x="7402513" y="2786063"/>
          <p14:tracePt t="13294" x="7402513" y="2771775"/>
          <p14:tracePt t="13302" x="7402513" y="2765425"/>
          <p14:tracePt t="13310" x="7408863" y="2751138"/>
          <p14:tracePt t="13326" x="7408863" y="2743200"/>
          <p14:tracePt t="13338" x="7416800" y="2728913"/>
          <p14:tracePt t="13355" x="7416800" y="2714625"/>
          <p14:tracePt t="13371" x="7431088" y="2670175"/>
          <p14:tracePt t="13388" x="7445375" y="2619375"/>
          <p14:tracePt t="13404" x="7467600" y="2525713"/>
          <p14:tracePt t="13421" x="7504113" y="2401888"/>
          <p14:tracePt t="13438" x="7526338" y="2328863"/>
          <p14:tracePt t="13454" x="7532688" y="2263775"/>
          <p14:tracePt t="13471" x="7546975" y="2212975"/>
          <p14:tracePt t="13488" x="7546975" y="2155825"/>
          <p14:tracePt t="13505" x="7546975" y="2111375"/>
          <p14:tracePt t="13521" x="7546975" y="2060575"/>
          <p14:tracePt t="13538" x="7546975" y="2009775"/>
          <p14:tracePt t="13555" x="7546975" y="1952625"/>
          <p14:tracePt t="13571" x="7546975" y="1916113"/>
          <p14:tracePt t="13588" x="7546975" y="1879600"/>
          <p14:tracePt t="13605" x="7540625" y="1843088"/>
          <p14:tracePt t="13621" x="7526338" y="1778000"/>
          <p14:tracePt t="13638" x="7510463" y="1749425"/>
          <p14:tracePt t="13654" x="7504113" y="1727200"/>
          <p14:tracePt t="13671" x="7496175" y="1704975"/>
          <p14:tracePt t="13688" x="7489825" y="1698625"/>
          <p14:tracePt t="13798" x="7481888" y="1698625"/>
          <p14:tracePt t="13822" x="7475538" y="1698625"/>
          <p14:tracePt t="13839" x="7467600" y="1698625"/>
          <p14:tracePt t="13846" x="7445375" y="1712913"/>
          <p14:tracePt t="13854" x="7439025" y="1727200"/>
          <p14:tracePt t="13871" x="7424738" y="1741488"/>
          <p14:tracePt t="13888" x="7408863" y="1763713"/>
          <p14:tracePt t="13905" x="7394575" y="1778000"/>
          <p14:tracePt t="13921" x="7380288" y="1792288"/>
          <p14:tracePt t="13938" x="7366000" y="1820863"/>
          <p14:tracePt t="13955" x="7351713" y="1836738"/>
          <p14:tracePt t="13971" x="7323138" y="1871663"/>
          <p14:tracePt t="13988" x="7315200" y="1908175"/>
          <p14:tracePt t="14005" x="7286625" y="1973263"/>
          <p14:tracePt t="14021" x="7278688" y="2009775"/>
          <p14:tracePt t="14038" x="7264400" y="2060575"/>
          <p14:tracePt t="14055" x="7256463" y="2125663"/>
          <p14:tracePt t="14071" x="7235825" y="2220913"/>
          <p14:tracePt t="14088" x="7235825" y="2308225"/>
          <p14:tracePt t="14105" x="7235825" y="2401888"/>
          <p14:tracePt t="14121" x="7235825" y="2503488"/>
          <p14:tracePt t="14138" x="7235825" y="2598738"/>
          <p14:tracePt t="14155" x="7235825" y="2684463"/>
          <p14:tracePt t="14171" x="7235825" y="2794000"/>
          <p14:tracePt t="14188" x="7235825" y="2887663"/>
          <p14:tracePt t="14205" x="7242175" y="2997200"/>
          <p14:tracePt t="14221" x="7250113" y="3019425"/>
          <p14:tracePt t="14238" x="7256463" y="3033713"/>
          <p14:tracePt t="14255" x="7264400" y="3033713"/>
          <p14:tracePt t="14271" x="7292975" y="3033713"/>
          <p14:tracePt t="14288" x="7351713" y="3019425"/>
          <p14:tracePt t="14305" x="7445375" y="2946400"/>
          <p14:tracePt t="14321" x="7532688" y="2822575"/>
          <p14:tracePt t="14338" x="7591425" y="2649538"/>
          <p14:tracePt t="14355" x="7648575" y="2489200"/>
          <p14:tracePt t="14371" x="7656513" y="2365375"/>
          <p14:tracePt t="14388" x="7656513" y="2220913"/>
          <p14:tracePt t="14405" x="7656513" y="2119313"/>
          <p14:tracePt t="14422" x="7597775" y="1958975"/>
          <p14:tracePt t="14438" x="7546975" y="1851025"/>
          <p14:tracePt t="14455" x="7532688" y="1820863"/>
          <p14:tracePt t="14472" x="7510463" y="1792288"/>
          <p14:tracePt t="14598" x="7510463" y="1785938"/>
          <p14:tracePt t="19110" x="7510463" y="1828800"/>
          <p14:tracePt t="19123" x="7510463" y="1843088"/>
          <p14:tracePt t="19138" x="7510463" y="1893888"/>
          <p14:tracePt t="19151" x="7510463" y="1973263"/>
          <p14:tracePt t="19164" x="7510463" y="2003425"/>
          <p14:tracePt t="19179" x="7510463" y="2068513"/>
          <p14:tracePt t="19194" x="7510463" y="2133600"/>
          <p14:tracePt t="19208" x="7504113" y="2198688"/>
          <p14:tracePt t="19223" x="7489825" y="2263775"/>
          <p14:tracePt t="19240" x="7489825" y="2308225"/>
          <p14:tracePt t="19257" x="7489825" y="2344738"/>
          <p14:tracePt t="19273" x="7489825" y="2373313"/>
          <p14:tracePt t="19290" x="7489825" y="2395538"/>
          <p14:tracePt t="19307" x="7489825" y="2416175"/>
          <p14:tracePt t="19323" x="7489825" y="2446338"/>
          <p14:tracePt t="19340" x="7489825" y="2474913"/>
          <p14:tracePt t="19356" x="7489825" y="2497138"/>
          <p14:tracePt t="19374" x="7489825" y="2540000"/>
          <p14:tracePt t="19390" x="7489825" y="2547938"/>
          <p14:tracePt t="19407" x="7489825" y="2562225"/>
          <p14:tracePt t="19440" x="7489825" y="2576513"/>
          <p14:tracePt t="19457" x="7489825" y="2582863"/>
          <p14:tracePt t="19490" x="7489825" y="2590800"/>
          <p14:tracePt t="19507" x="7489825" y="2598738"/>
          <p14:tracePt t="19528" x="7489825" y="2605088"/>
          <p14:tracePt t="19712" x="7489825" y="2613025"/>
          <p14:tracePt t="19752" x="7489825" y="2619375"/>
          <p14:tracePt t="19777" x="7489825" y="2627313"/>
          <p14:tracePt t="19800" x="7489825" y="2633663"/>
          <p14:tracePt t="19816" x="7489825" y="2641600"/>
          <p14:tracePt t="19824" x="7489825" y="2649538"/>
          <p14:tracePt t="19840" x="7489825" y="2655888"/>
          <p14:tracePt t="19847" x="7489825" y="2663825"/>
          <p14:tracePt t="19863" x="7489825" y="2678113"/>
          <p14:tracePt t="19873" x="7489825" y="2692400"/>
          <p14:tracePt t="19890" x="7481888" y="2714625"/>
          <p14:tracePt t="19907" x="7481888" y="2743200"/>
          <p14:tracePt t="19924" x="7475538" y="2765425"/>
          <p14:tracePt t="19928" x="7475538" y="2779713"/>
          <p14:tracePt t="19940" x="7467600" y="2786063"/>
          <p14:tracePt t="19958" x="7453313" y="2830513"/>
          <p14:tracePt t="19973" x="7453313" y="2836863"/>
          <p14:tracePt t="19990" x="7445375" y="2852738"/>
          <p14:tracePt t="20007" x="7439025" y="2867025"/>
          <p14:tracePt t="20024" x="7439025" y="2873375"/>
          <p14:tracePt t="20040" x="7439025" y="2887663"/>
          <p14:tracePt t="20057" x="7431088" y="2895600"/>
          <p14:tracePt t="20074" x="7424738" y="2917825"/>
          <p14:tracePt t="20090" x="7424738" y="2924175"/>
          <p14:tracePt t="20107" x="7416800" y="2938463"/>
          <p14:tracePt t="20124" x="7408863" y="2938463"/>
          <p14:tracePt t="20140" x="7408863" y="2954338"/>
          <p14:tracePt t="20157" x="7402513" y="2968625"/>
          <p14:tracePt t="20173" x="7394575" y="2982913"/>
          <p14:tracePt t="20190" x="7388225" y="2989263"/>
          <p14:tracePt t="20223" x="7388225" y="3005138"/>
          <p14:tracePt t="20240" x="7388225" y="3011488"/>
          <p14:tracePt t="20257" x="7380288" y="3025775"/>
          <p14:tracePt t="20290" x="7366000" y="3048000"/>
          <p14:tracePt t="20307" x="7366000" y="3055938"/>
          <p14:tracePt t="20324" x="7343775" y="3084513"/>
          <p14:tracePt t="20341" x="7329488" y="3106738"/>
          <p14:tracePt t="20357" x="7292975" y="3135313"/>
          <p14:tracePt t="20374" x="7272338" y="3135313"/>
          <p14:tracePt t="20390" x="7264400" y="3135313"/>
          <p14:tracePt t="20408" x="7221538" y="3157538"/>
          <p14:tracePt t="20424" x="7205663" y="3171825"/>
          <p14:tracePt t="20440" x="7199313" y="3171825"/>
          <p14:tracePt t="20457" x="7185025" y="3178175"/>
          <p14:tracePt t="20473" x="7177088" y="3178175"/>
          <p14:tracePt t="20490" x="7162800" y="3178175"/>
          <p14:tracePt t="20507" x="7154863" y="3171825"/>
          <p14:tracePt t="20524" x="7148513" y="3141663"/>
          <p14:tracePt t="20540" x="7119938" y="3084513"/>
          <p14:tracePt t="20557" x="7097713" y="2982913"/>
          <p14:tracePt t="20574" x="7097713" y="2924175"/>
          <p14:tracePt t="20591" x="7083425" y="2881313"/>
          <p14:tracePt t="20607" x="7083425" y="2859088"/>
          <p14:tracePt t="20624" x="7083425" y="2844800"/>
          <p14:tracePt t="20640" x="7083425" y="2822575"/>
          <p14:tracePt t="20657" x="7083425" y="2794000"/>
          <p14:tracePt t="20674" x="7104063" y="2771775"/>
          <p14:tracePt t="20690" x="7119938" y="2743200"/>
          <p14:tracePt t="20707" x="7140575" y="2720975"/>
          <p14:tracePt t="20724" x="7154863" y="2706688"/>
          <p14:tracePt t="20832" x="7162800" y="2720975"/>
          <p14:tracePt t="20840" x="7162800" y="2735263"/>
          <p14:tracePt t="20847" x="7162800" y="2757488"/>
          <p14:tracePt t="20857" x="7162800" y="2765425"/>
          <p14:tracePt t="20874" x="7162800" y="2816225"/>
          <p14:tracePt t="20891" x="7162800" y="2867025"/>
          <p14:tracePt t="20907" x="7162800" y="2895600"/>
          <p14:tracePt t="20924" x="7162800" y="2946400"/>
          <p14:tracePt t="20928" x="7162800" y="2989263"/>
          <p14:tracePt t="20940" x="7162800" y="3025775"/>
          <p14:tracePt t="20957" x="7185025" y="3186113"/>
          <p14:tracePt t="20974" x="7199313" y="3259138"/>
          <p14:tracePt t="20990" x="7205663" y="3309938"/>
          <p14:tracePt t="21007" x="7205663" y="3381375"/>
          <p14:tracePt t="21025" x="7185025" y="3563938"/>
          <p14:tracePt t="21040" x="7162800" y="3781425"/>
          <p14:tracePt t="21058" x="7148513" y="3948113"/>
          <p14:tracePt t="21075" x="7148513" y="4064000"/>
          <p14:tracePt t="21090" x="7148513" y="4122738"/>
          <p14:tracePt t="21107" x="7140575" y="4173538"/>
          <p14:tracePt t="21124" x="7134225" y="4208463"/>
          <p14:tracePt t="21140" x="7126288" y="4259263"/>
          <p14:tracePt t="21157" x="7119938" y="4325938"/>
          <p14:tracePt t="21174" x="7119938" y="4368800"/>
          <p14:tracePt t="21190" x="7119938" y="4391025"/>
          <p14:tracePt t="21207" x="7119938" y="4419600"/>
          <p14:tracePt t="21224" x="7119938" y="4470400"/>
          <p14:tracePt t="21240" x="7119938" y="4513263"/>
          <p14:tracePt t="21257" x="7119938" y="4549775"/>
          <p14:tracePt t="21275" x="7119938" y="4572000"/>
          <p14:tracePt t="21290" x="7119938" y="4586288"/>
          <p14:tracePt t="21308" x="7112000" y="4614863"/>
          <p14:tracePt t="21324" x="7112000" y="4630738"/>
          <p14:tracePt t="21340" x="7112000" y="4645025"/>
          <p14:tracePt t="21357" x="7112000" y="4651375"/>
          <p14:tracePt t="21374" x="7112000" y="4673600"/>
          <p14:tracePt t="21391" x="7112000" y="4687888"/>
          <p14:tracePt t="21407" x="7112000" y="4695825"/>
          <p14:tracePt t="21424" x="7112000" y="4710113"/>
          <p14:tracePt t="21440" x="7112000" y="4716463"/>
          <p14:tracePt t="21624" x="7112000" y="4710113"/>
          <p14:tracePt t="21632" x="7112000" y="4687888"/>
          <p14:tracePt t="21640" x="7104063" y="4659313"/>
          <p14:tracePt t="21657" x="7097713" y="4549775"/>
          <p14:tracePt t="21674" x="7097713" y="4391025"/>
          <p14:tracePt t="21691" x="7097713" y="4202113"/>
          <p14:tracePt t="21707" x="7097713" y="4041775"/>
          <p14:tracePt t="21724" x="7097713" y="3911600"/>
          <p14:tracePt t="21741" x="7097713" y="3838575"/>
          <p14:tracePt t="21757" x="7112000" y="3694113"/>
          <p14:tracePt t="21774" x="7177088" y="3570288"/>
          <p14:tracePt t="21791" x="7235825" y="3468688"/>
          <p14:tracePt t="21807" x="7278688" y="3389313"/>
          <p14:tracePt t="21824" x="7323138" y="3324225"/>
          <p14:tracePt t="21841" x="7343775" y="3279775"/>
          <p14:tracePt t="21857" x="7380288" y="3236913"/>
          <p14:tracePt t="21874" x="7408863" y="3171825"/>
          <p14:tracePt t="21891" x="7439025" y="3070225"/>
          <p14:tracePt t="21907" x="7445375" y="2968625"/>
          <p14:tracePt t="21925" x="7445375" y="2895600"/>
          <p14:tracePt t="21928" x="7445375" y="2867025"/>
          <p14:tracePt t="21941" x="7445375" y="2859088"/>
          <p14:tracePt t="21957" x="7445375" y="2836863"/>
          <p14:tracePt t="21974" x="7439025" y="2816225"/>
          <p14:tracePt t="21991" x="7439025" y="2801938"/>
          <p14:tracePt t="22007" x="7431088" y="2771775"/>
          <p14:tracePt t="22024" x="7431088" y="2765425"/>
          <p14:tracePt t="22128" x="7424738" y="2757488"/>
          <p14:tracePt t="22136" x="7416800" y="2757488"/>
          <p14:tracePt t="22151" x="7402513" y="2757488"/>
          <p14:tracePt t="22160" x="7394575" y="2757488"/>
          <p14:tracePt t="22177" x="7394575" y="2765425"/>
          <p14:tracePt t="22191" x="7388225" y="2771775"/>
          <p14:tracePt t="22208" x="7380288" y="2771775"/>
          <p14:tracePt t="22224" x="7373938" y="2779713"/>
          <p14:tracePt t="22241" x="7366000" y="2779713"/>
          <p14:tracePt t="22257" x="7351713" y="2786063"/>
          <p14:tracePt t="22275" x="7337425" y="2786063"/>
          <p14:tracePt t="22291" x="7323138" y="2786063"/>
          <p14:tracePt t="22309" x="7300913" y="2786063"/>
          <p14:tracePt t="22326" x="7242175" y="2700338"/>
          <p14:tracePt t="22342" x="7227888" y="2649538"/>
          <p14:tracePt t="22358" x="7221538" y="2605088"/>
          <p14:tracePt t="22375" x="7221538" y="2582863"/>
          <p14:tracePt t="22391" x="7221538" y="2540000"/>
          <p14:tracePt t="22408" x="7235825" y="2525713"/>
          <p14:tracePt t="22424" x="7264400" y="2517775"/>
          <p14:tracePt t="22441" x="7292975" y="2511425"/>
          <p14:tracePt t="22457" x="7323138" y="2511425"/>
          <p14:tracePt t="22474" x="7358063" y="2525713"/>
          <p14:tracePt t="22491" x="7380288" y="2568575"/>
          <p14:tracePt t="22508" x="7408863" y="2649538"/>
          <p14:tracePt t="22524" x="7439025" y="2757488"/>
          <p14:tracePt t="22542" x="7489825" y="2946400"/>
          <p14:tracePt t="22558" x="7510463" y="3070225"/>
          <p14:tracePt t="22574" x="7510463" y="3186113"/>
          <p14:tracePt t="22592" x="7510463" y="3330575"/>
          <p14:tracePt t="22608" x="7510463" y="3497263"/>
          <p14:tracePt t="22624" x="7510463" y="3686175"/>
          <p14:tracePt t="22641" x="7504113" y="3838575"/>
          <p14:tracePt t="22658" x="7475538" y="3948113"/>
          <p14:tracePt t="22674" x="7424738" y="4064000"/>
          <p14:tracePt t="22691" x="7351713" y="4187825"/>
          <p14:tracePt t="22708" x="7272338" y="4325938"/>
          <p14:tracePt t="22724" x="7213600" y="4419600"/>
          <p14:tracePt t="22741" x="7162800" y="4484688"/>
          <p14:tracePt t="22758" x="7154863" y="4492625"/>
          <p14:tracePt t="22774" x="7154863" y="4498975"/>
          <p14:tracePt t="23426" x="7148513" y="4498975"/>
          <p14:tracePt t="23432" x="7148513" y="4484688"/>
          <p14:tracePt t="23441" x="7148513" y="4456113"/>
          <p14:tracePt t="23459" x="7154863" y="4368800"/>
          <p14:tracePt t="23475" x="7177088" y="4259263"/>
          <p14:tracePt t="23491" x="7191375" y="4157663"/>
          <p14:tracePt t="23508" x="7205663" y="4056063"/>
          <p14:tracePt t="23524" x="7227888" y="3948113"/>
          <p14:tracePt t="23542" x="7242175" y="3773488"/>
          <p14:tracePt t="23558" x="7264400" y="3671888"/>
          <p14:tracePt t="23575" x="7278688" y="3578225"/>
          <p14:tracePt t="23592" x="7286625" y="3533775"/>
          <p14:tracePt t="23608" x="7307263" y="3490913"/>
          <p14:tracePt t="23625" x="7315200" y="3462338"/>
          <p14:tracePt t="23642" x="7329488" y="3411538"/>
          <p14:tracePt t="23658" x="7337425" y="3389313"/>
          <p14:tracePt t="23675" x="7343775" y="3367088"/>
          <p14:tracePt t="23691" x="7351713" y="3360738"/>
          <p14:tracePt t="23727" x="7358063" y="3352800"/>
          <p14:tracePt t="29900" x="7373938" y="3352800"/>
          <p14:tracePt t="29915" x="7380288" y="3352800"/>
          <p14:tracePt t="29930" x="7408863" y="3352800"/>
          <p14:tracePt t="29943" x="7459663" y="3352800"/>
          <p14:tracePt t="29960" x="7532688" y="3367088"/>
          <p14:tracePt t="29977" x="7620000" y="3395663"/>
          <p14:tracePt t="29993" x="7699375" y="3417888"/>
          <p14:tracePt t="30011" x="7800975" y="3446463"/>
          <p14:tracePt t="30027" x="7902575" y="3476625"/>
          <p14:tracePt t="30044" x="7997825" y="3505200"/>
          <p14:tracePt t="30060" x="8040688" y="3513138"/>
          <p14:tracePt t="30077" x="8077200" y="3527425"/>
          <p14:tracePt t="30093" x="8099425" y="3533775"/>
          <p14:tracePt t="30110" x="8142288" y="3548063"/>
          <p14:tracePt t="30127" x="8156575" y="3556000"/>
          <p14:tracePt t="30143" x="8170863" y="3563938"/>
          <p14:tracePt t="30177" x="8186738" y="3563938"/>
          <p14:tracePt t="30193" x="8201025" y="3570288"/>
          <p14:tracePt t="30210" x="8221663" y="3584575"/>
          <p14:tracePt t="30227" x="8243888" y="3584575"/>
          <p14:tracePt t="30244" x="8243888" y="3592513"/>
          <p14:tracePt t="30857" x="8251825" y="3592513"/>
        </p14:tracePtLst>
      </p14:laserTraceLst>
    </p:ext>
  </p:extLs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F051A2-88B7-0A4A-9520-8A433EE58495}"/>
              </a:ext>
            </a:extLst>
          </p:cNvPr>
          <p:cNvSpPr>
            <a:spLocks noGrp="1"/>
          </p:cNvSpPr>
          <p:nvPr>
            <p:ph type="title"/>
          </p:nvPr>
        </p:nvSpPr>
        <p:spPr>
          <a:xfrm>
            <a:off x="1024127" y="585216"/>
            <a:ext cx="11019827" cy="1499616"/>
          </a:xfrm>
        </p:spPr>
        <p:txBody>
          <a:bodyPr>
            <a:normAutofit/>
          </a:bodyPr>
          <a:lstStyle/>
          <a:p>
            <a:r>
              <a:rPr lang="en-US" sz="4800" dirty="0" smtClean="0">
                <a:solidFill>
                  <a:schemeClr val="tx1"/>
                </a:solidFill>
              </a:rPr>
              <a:t>Assign </a:t>
            </a:r>
            <a:r>
              <a:rPr lang="en-US" sz="4800" dirty="0">
                <a:solidFill>
                  <a:schemeClr val="tx1"/>
                </a:solidFill>
              </a:rPr>
              <a:t>each population to one of two </a:t>
            </a:r>
            <a:r>
              <a:rPr lang="en-US" sz="4800" dirty="0" smtClean="0">
                <a:solidFill>
                  <a:schemeClr val="tx1"/>
                </a:solidFill>
              </a:rPr>
              <a:t>groups </a:t>
            </a:r>
            <a:r>
              <a:rPr lang="en-US" sz="4800" dirty="0" smtClean="0"/>
              <a:t>(2/5)</a:t>
            </a:r>
            <a:endParaRPr lang="en-US" sz="4800" dirty="0"/>
          </a:p>
        </p:txBody>
      </p:sp>
      <p:graphicFrame>
        <p:nvGraphicFramePr>
          <p:cNvPr id="4" name="Table 3">
            <a:extLst>
              <a:ext uri="{FF2B5EF4-FFF2-40B4-BE49-F238E27FC236}">
                <a16:creationId xmlns:a16="http://schemas.microsoft.com/office/drawing/2014/main" id="{FEFF5B46-13F9-4C41-B3D9-03D38E4AFBE7}"/>
              </a:ext>
            </a:extLst>
          </p:cNvPr>
          <p:cNvGraphicFramePr>
            <a:graphicFrameLocks noGrp="1"/>
          </p:cNvGraphicFramePr>
          <p:nvPr>
            <p:extLst>
              <p:ext uri="{D42A27DB-BD31-4B8C-83A1-F6EECF244321}">
                <p14:modId xmlns:p14="http://schemas.microsoft.com/office/powerpoint/2010/main" val="4233662947"/>
              </p:ext>
            </p:extLst>
          </p:nvPr>
        </p:nvGraphicFramePr>
        <p:xfrm>
          <a:off x="1817461" y="2684508"/>
          <a:ext cx="2262926" cy="1854200"/>
        </p:xfrm>
        <a:graphic>
          <a:graphicData uri="http://schemas.openxmlformats.org/drawingml/2006/table">
            <a:tbl>
              <a:tblPr firstRow="1" bandRow="1">
                <a:tableStyleId>{93296810-A885-4BE3-A3E7-6D5BEEA58F35}</a:tableStyleId>
              </a:tblPr>
              <a:tblGrid>
                <a:gridCol w="2262926">
                  <a:extLst>
                    <a:ext uri="{9D8B030D-6E8A-4147-A177-3AD203B41FA5}">
                      <a16:colId xmlns:a16="http://schemas.microsoft.com/office/drawing/2014/main" val="522177979"/>
                    </a:ext>
                  </a:extLst>
                </a:gridCol>
              </a:tblGrid>
              <a:tr h="370840">
                <a:tc>
                  <a:txBody>
                    <a:bodyPr/>
                    <a:lstStyle/>
                    <a:p>
                      <a:pPr algn="ctr"/>
                      <a:r>
                        <a:rPr lang="en-US" sz="1400" dirty="0" smtClean="0">
                          <a:solidFill>
                            <a:schemeClr val="tx1"/>
                          </a:solidFill>
                        </a:rPr>
                        <a:t>Feature2, Group A (F2-GA)</a:t>
                      </a:r>
                      <a:endParaRPr lang="en-US" sz="1400" dirty="0">
                        <a:solidFill>
                          <a:schemeClr val="tx1"/>
                        </a:solidFill>
                      </a:endParaRPr>
                    </a:p>
                  </a:txBody>
                  <a:tcPr/>
                </a:tc>
                <a:extLst>
                  <a:ext uri="{0D108BD9-81ED-4DB2-BD59-A6C34878D82A}">
                    <a16:rowId xmlns:a16="http://schemas.microsoft.com/office/drawing/2014/main" val="1161456333"/>
                  </a:ext>
                </a:extLst>
              </a:tr>
              <a:tr h="370840">
                <a:tc>
                  <a:txBody>
                    <a:bodyPr/>
                    <a:lstStyle/>
                    <a:p>
                      <a:pPr algn="ctr" fontAlgn="b"/>
                      <a:r>
                        <a:rPr lang="en-US" sz="1400" u="none" strike="noStrike" dirty="0">
                          <a:effectLst/>
                        </a:rPr>
                        <a:t>0.1</a:t>
                      </a:r>
                      <a:endParaRPr lang="en-US" sz="1400" b="0" i="0" u="none" strike="noStrike" dirty="0">
                        <a:solidFill>
                          <a:srgbClr val="000000"/>
                        </a:solidFill>
                        <a:effectLst/>
                        <a:latin typeface="+mj-lt"/>
                      </a:endParaRPr>
                    </a:p>
                  </a:txBody>
                  <a:tcPr marL="9525" marR="9525" marT="9525" marB="0" anchor="ctr"/>
                </a:tc>
                <a:extLst>
                  <a:ext uri="{0D108BD9-81ED-4DB2-BD59-A6C34878D82A}">
                    <a16:rowId xmlns:a16="http://schemas.microsoft.com/office/drawing/2014/main" val="4209527493"/>
                  </a:ext>
                </a:extLst>
              </a:tr>
              <a:tr h="370840">
                <a:tc>
                  <a:txBody>
                    <a:bodyPr/>
                    <a:lstStyle/>
                    <a:p>
                      <a:pPr algn="ctr" fontAlgn="b"/>
                      <a:r>
                        <a:rPr lang="en-US" sz="1400" u="none" strike="noStrike" dirty="0">
                          <a:effectLst/>
                        </a:rPr>
                        <a:t>0.6</a:t>
                      </a:r>
                      <a:endParaRPr lang="en-US" sz="1400" b="0" i="0" u="none" strike="noStrike" dirty="0">
                        <a:solidFill>
                          <a:srgbClr val="000000"/>
                        </a:solidFill>
                        <a:effectLst/>
                        <a:latin typeface="+mj-lt"/>
                      </a:endParaRPr>
                    </a:p>
                  </a:txBody>
                  <a:tcPr marL="9525" marR="9525" marT="9525" marB="0" anchor="ctr"/>
                </a:tc>
                <a:extLst>
                  <a:ext uri="{0D108BD9-81ED-4DB2-BD59-A6C34878D82A}">
                    <a16:rowId xmlns:a16="http://schemas.microsoft.com/office/drawing/2014/main" val="3189708125"/>
                  </a:ext>
                </a:extLst>
              </a:tr>
              <a:tr h="370840">
                <a:tc>
                  <a:txBody>
                    <a:bodyPr/>
                    <a:lstStyle/>
                    <a:p>
                      <a:pPr algn="ctr" fontAlgn="b"/>
                      <a:r>
                        <a:rPr lang="en-US" sz="1400" u="none" strike="noStrike" dirty="0">
                          <a:effectLst/>
                        </a:rPr>
                        <a:t>0.3</a:t>
                      </a:r>
                      <a:endParaRPr lang="en-US" sz="1400" b="0" i="0" u="none" strike="noStrike" dirty="0">
                        <a:solidFill>
                          <a:srgbClr val="000000"/>
                        </a:solidFill>
                        <a:effectLst/>
                        <a:latin typeface="+mj-lt"/>
                      </a:endParaRPr>
                    </a:p>
                  </a:txBody>
                  <a:tcPr marL="9525" marR="9525" marT="9525" marB="0" anchor="ctr"/>
                </a:tc>
                <a:extLst>
                  <a:ext uri="{0D108BD9-81ED-4DB2-BD59-A6C34878D82A}">
                    <a16:rowId xmlns:a16="http://schemas.microsoft.com/office/drawing/2014/main" val="3494497803"/>
                  </a:ext>
                </a:extLst>
              </a:tr>
              <a:tr h="370840">
                <a:tc>
                  <a:txBody>
                    <a:bodyPr/>
                    <a:lstStyle/>
                    <a:p>
                      <a:pPr algn="ctr" fontAlgn="b"/>
                      <a:r>
                        <a:rPr lang="en-US" sz="1400" u="none" strike="noStrike" dirty="0">
                          <a:effectLst/>
                        </a:rPr>
                        <a:t>0.2</a:t>
                      </a:r>
                      <a:endParaRPr lang="en-US" sz="1400" b="0" i="0" u="none" strike="noStrike" dirty="0">
                        <a:solidFill>
                          <a:srgbClr val="000000"/>
                        </a:solidFill>
                        <a:effectLst/>
                        <a:latin typeface="Tw Cen MT" panose="020B0602020104020603" pitchFamily="34" charset="77"/>
                      </a:endParaRPr>
                    </a:p>
                  </a:txBody>
                  <a:tcPr marL="9525" marR="9525" marT="9525" marB="0" anchor="ctr"/>
                </a:tc>
                <a:extLst>
                  <a:ext uri="{0D108BD9-81ED-4DB2-BD59-A6C34878D82A}">
                    <a16:rowId xmlns:a16="http://schemas.microsoft.com/office/drawing/2014/main" val="2700627175"/>
                  </a:ext>
                </a:extLst>
              </a:tr>
            </a:tbl>
          </a:graphicData>
        </a:graphic>
      </p:graphicFrame>
      <p:graphicFrame>
        <p:nvGraphicFramePr>
          <p:cNvPr id="5" name="Table 4">
            <a:extLst>
              <a:ext uri="{FF2B5EF4-FFF2-40B4-BE49-F238E27FC236}">
                <a16:creationId xmlns:a16="http://schemas.microsoft.com/office/drawing/2014/main" id="{1DEE22A6-5017-0940-9EC1-C3EA9B0DCC52}"/>
              </a:ext>
            </a:extLst>
          </p:cNvPr>
          <p:cNvGraphicFramePr>
            <a:graphicFrameLocks noGrp="1"/>
          </p:cNvGraphicFramePr>
          <p:nvPr>
            <p:extLst>
              <p:ext uri="{D42A27DB-BD31-4B8C-83A1-F6EECF244321}">
                <p14:modId xmlns:p14="http://schemas.microsoft.com/office/powerpoint/2010/main" val="3860822892"/>
              </p:ext>
            </p:extLst>
          </p:nvPr>
        </p:nvGraphicFramePr>
        <p:xfrm>
          <a:off x="4057600" y="2684508"/>
          <a:ext cx="1956209" cy="1854200"/>
        </p:xfrm>
        <a:graphic>
          <a:graphicData uri="http://schemas.openxmlformats.org/drawingml/2006/table">
            <a:tbl>
              <a:tblPr firstRow="1" bandRow="1">
                <a:tableStyleId>{21E4AEA4-8DFA-4A89-87EB-49C32662AFE0}</a:tableStyleId>
              </a:tblPr>
              <a:tblGrid>
                <a:gridCol w="1956209">
                  <a:extLst>
                    <a:ext uri="{9D8B030D-6E8A-4147-A177-3AD203B41FA5}">
                      <a16:colId xmlns:a16="http://schemas.microsoft.com/office/drawing/2014/main" val="619288654"/>
                    </a:ext>
                  </a:extLst>
                </a:gridCol>
              </a:tblGrid>
              <a:tr h="370840">
                <a:tc>
                  <a:txBody>
                    <a:bodyPr/>
                    <a:lstStyle/>
                    <a:p>
                      <a:pPr algn="ctr"/>
                      <a:r>
                        <a:rPr lang="en-US" sz="1400" dirty="0" smtClean="0">
                          <a:solidFill>
                            <a:schemeClr val="tx1"/>
                          </a:solidFill>
                        </a:rPr>
                        <a:t>F2-GB</a:t>
                      </a:r>
                      <a:endParaRPr lang="en-US" sz="1400" dirty="0">
                        <a:solidFill>
                          <a:schemeClr val="tx1"/>
                        </a:solidFill>
                      </a:endParaRPr>
                    </a:p>
                  </a:txBody>
                  <a:tcPr/>
                </a:tc>
                <a:extLst>
                  <a:ext uri="{0D108BD9-81ED-4DB2-BD59-A6C34878D82A}">
                    <a16:rowId xmlns:a16="http://schemas.microsoft.com/office/drawing/2014/main" val="2280859014"/>
                  </a:ext>
                </a:extLst>
              </a:tr>
              <a:tr h="370840">
                <a:tc>
                  <a:txBody>
                    <a:bodyPr/>
                    <a:lstStyle/>
                    <a:p>
                      <a:pPr algn="ctr"/>
                      <a:r>
                        <a:rPr lang="en-US" sz="1400" dirty="0"/>
                        <a:t>3</a:t>
                      </a:r>
                    </a:p>
                  </a:txBody>
                  <a:tcPr marL="9525" marR="9525" marT="9525" marB="0" anchor="ctr"/>
                </a:tc>
                <a:extLst>
                  <a:ext uri="{0D108BD9-81ED-4DB2-BD59-A6C34878D82A}">
                    <a16:rowId xmlns:a16="http://schemas.microsoft.com/office/drawing/2014/main" val="3122994943"/>
                  </a:ext>
                </a:extLst>
              </a:tr>
              <a:tr h="370840">
                <a:tc>
                  <a:txBody>
                    <a:bodyPr/>
                    <a:lstStyle/>
                    <a:p>
                      <a:pPr algn="ctr"/>
                      <a:r>
                        <a:rPr lang="en-US" sz="1400" dirty="0"/>
                        <a:t>2</a:t>
                      </a:r>
                    </a:p>
                  </a:txBody>
                  <a:tcPr marL="9525" marR="9525" marT="9525" marB="0" anchor="ctr"/>
                </a:tc>
                <a:extLst>
                  <a:ext uri="{0D108BD9-81ED-4DB2-BD59-A6C34878D82A}">
                    <a16:rowId xmlns:a16="http://schemas.microsoft.com/office/drawing/2014/main" val="3345521160"/>
                  </a:ext>
                </a:extLst>
              </a:tr>
              <a:tr h="370840">
                <a:tc>
                  <a:txBody>
                    <a:bodyPr/>
                    <a:lstStyle/>
                    <a:p>
                      <a:pPr algn="ctr"/>
                      <a:r>
                        <a:rPr lang="en-US" sz="1400" dirty="0"/>
                        <a:t>4</a:t>
                      </a:r>
                    </a:p>
                  </a:txBody>
                  <a:tcPr marL="9525" marR="9525" marT="9525" marB="0" anchor="ctr"/>
                </a:tc>
                <a:extLst>
                  <a:ext uri="{0D108BD9-81ED-4DB2-BD59-A6C34878D82A}">
                    <a16:rowId xmlns:a16="http://schemas.microsoft.com/office/drawing/2014/main" val="2400711326"/>
                  </a:ext>
                </a:extLst>
              </a:tr>
              <a:tr h="370840">
                <a:tc>
                  <a:txBody>
                    <a:bodyPr/>
                    <a:lstStyle/>
                    <a:p>
                      <a:pPr algn="ctr"/>
                      <a:r>
                        <a:rPr lang="en-US" sz="1400" dirty="0"/>
                        <a:t>1</a:t>
                      </a:r>
                      <a:endParaRPr lang="en-US" sz="1400" dirty="0">
                        <a:latin typeface="Tw Cen MT" panose="020B0602020104020603" pitchFamily="34" charset="77"/>
                      </a:endParaRPr>
                    </a:p>
                  </a:txBody>
                  <a:tcPr marL="9525" marR="9525" marT="9525" marB="0" anchor="ctr"/>
                </a:tc>
                <a:extLst>
                  <a:ext uri="{0D108BD9-81ED-4DB2-BD59-A6C34878D82A}">
                    <a16:rowId xmlns:a16="http://schemas.microsoft.com/office/drawing/2014/main" val="3018803206"/>
                  </a:ext>
                </a:extLst>
              </a:tr>
            </a:tbl>
          </a:graphicData>
        </a:graphic>
      </p:graphicFrame>
      <p:sp>
        <p:nvSpPr>
          <p:cNvPr id="6" name="TextBox 5">
            <a:extLst>
              <a:ext uri="{FF2B5EF4-FFF2-40B4-BE49-F238E27FC236}">
                <a16:creationId xmlns:a16="http://schemas.microsoft.com/office/drawing/2014/main" id="{242D3A1A-882A-8947-A9F1-0E9527FA237F}"/>
              </a:ext>
            </a:extLst>
          </p:cNvPr>
          <p:cNvSpPr txBox="1"/>
          <p:nvPr/>
        </p:nvSpPr>
        <p:spPr>
          <a:xfrm>
            <a:off x="1024127" y="2037516"/>
            <a:ext cx="8023157" cy="369332"/>
          </a:xfrm>
          <a:prstGeom prst="rect">
            <a:avLst/>
          </a:prstGeom>
          <a:noFill/>
        </p:spPr>
        <p:txBody>
          <a:bodyPr wrap="square" rtlCol="0">
            <a:spAutoFit/>
          </a:bodyPr>
          <a:lstStyle/>
          <a:p>
            <a:pPr algn="just"/>
            <a:r>
              <a:rPr lang="en-US" dirty="0"/>
              <a:t>Example of t-test to test the difference between feature </a:t>
            </a:r>
            <a:r>
              <a:rPr lang="en-US" dirty="0" smtClean="0"/>
              <a:t>2 </a:t>
            </a:r>
            <a:r>
              <a:rPr lang="en-US" dirty="0"/>
              <a:t>in group </a:t>
            </a:r>
            <a:r>
              <a:rPr lang="en-US" dirty="0" smtClean="0"/>
              <a:t>A </a:t>
            </a:r>
            <a:r>
              <a:rPr lang="en-US" dirty="0"/>
              <a:t>and group </a:t>
            </a:r>
            <a:r>
              <a:rPr lang="en-US" dirty="0" smtClean="0"/>
              <a:t>B</a:t>
            </a:r>
            <a:endParaRPr lang="en-US" dirty="0"/>
          </a:p>
        </p:txBody>
      </p:sp>
      <p:sp>
        <p:nvSpPr>
          <p:cNvPr id="9" name="Right Brace 8">
            <a:extLst>
              <a:ext uri="{FF2B5EF4-FFF2-40B4-BE49-F238E27FC236}">
                <a16:creationId xmlns:a16="http://schemas.microsoft.com/office/drawing/2014/main" id="{CF3CAC37-CDC7-184E-8085-3EB5EA7FB8A7}"/>
              </a:ext>
            </a:extLst>
          </p:cNvPr>
          <p:cNvSpPr/>
          <p:nvPr/>
        </p:nvSpPr>
        <p:spPr>
          <a:xfrm rot="5400000">
            <a:off x="3383976" y="4222488"/>
            <a:ext cx="506627" cy="1421027"/>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TextBox 9">
            <a:extLst>
              <a:ext uri="{FF2B5EF4-FFF2-40B4-BE49-F238E27FC236}">
                <a16:creationId xmlns:a16="http://schemas.microsoft.com/office/drawing/2014/main" id="{FA1F0DBB-287E-9F43-BDFC-10491289116F}"/>
              </a:ext>
            </a:extLst>
          </p:cNvPr>
          <p:cNvSpPr txBox="1"/>
          <p:nvPr/>
        </p:nvSpPr>
        <p:spPr>
          <a:xfrm>
            <a:off x="3099000" y="5206025"/>
            <a:ext cx="1076577" cy="369332"/>
          </a:xfrm>
          <a:prstGeom prst="rect">
            <a:avLst/>
          </a:prstGeom>
          <a:noFill/>
        </p:spPr>
        <p:txBody>
          <a:bodyPr wrap="none" rtlCol="0">
            <a:spAutoFit/>
          </a:bodyPr>
          <a:lstStyle/>
          <a:p>
            <a:r>
              <a:rPr lang="en-US"/>
              <a:t>Feature </a:t>
            </a:r>
            <a:r>
              <a:rPr lang="en-US" smtClean="0"/>
              <a:t>2</a:t>
            </a:r>
            <a:endParaRPr lang="en-US" dirty="0"/>
          </a:p>
        </p:txBody>
      </p:sp>
      <p:sp>
        <p:nvSpPr>
          <p:cNvPr id="11" name="Slide Number Placeholder 10">
            <a:extLst>
              <a:ext uri="{FF2B5EF4-FFF2-40B4-BE49-F238E27FC236}">
                <a16:creationId xmlns:a16="http://schemas.microsoft.com/office/drawing/2014/main" id="{3F7AD258-C37C-ED43-B880-DE7C94A46BE0}"/>
              </a:ext>
            </a:extLst>
          </p:cNvPr>
          <p:cNvSpPr>
            <a:spLocks noGrp="1"/>
          </p:cNvSpPr>
          <p:nvPr>
            <p:ph type="sldNum" sz="quarter" idx="12"/>
          </p:nvPr>
        </p:nvSpPr>
        <p:spPr/>
        <p:txBody>
          <a:bodyPr/>
          <a:lstStyle/>
          <a:p>
            <a:fld id="{5AA13D58-D7BC-8747-9F0A-0DB9E6B3595A}" type="slidenum">
              <a:rPr lang="en-US" sz="1600" smtClean="0"/>
              <a:t>34</a:t>
            </a:fld>
            <a:endParaRPr lang="en-US" sz="1600" dirty="0"/>
          </a:p>
        </p:txBody>
      </p:sp>
      <p:graphicFrame>
        <p:nvGraphicFramePr>
          <p:cNvPr id="3" name="Table 2"/>
          <p:cNvGraphicFramePr>
            <a:graphicFrameLocks noGrp="1"/>
          </p:cNvGraphicFramePr>
          <p:nvPr>
            <p:extLst/>
          </p:nvPr>
        </p:nvGraphicFramePr>
        <p:xfrm>
          <a:off x="1120843" y="2684508"/>
          <a:ext cx="696619" cy="1854200"/>
        </p:xfrm>
        <a:graphic>
          <a:graphicData uri="http://schemas.openxmlformats.org/drawingml/2006/table">
            <a:tbl>
              <a:tblPr firstRow="1" bandRow="1">
                <a:tableStyleId>{7DF18680-E054-41AD-8BC1-D1AEF772440D}</a:tableStyleId>
              </a:tblPr>
              <a:tblGrid>
                <a:gridCol w="696619">
                  <a:extLst>
                    <a:ext uri="{9D8B030D-6E8A-4147-A177-3AD203B41FA5}">
                      <a16:colId xmlns:a16="http://schemas.microsoft.com/office/drawing/2014/main" val="1132331170"/>
                    </a:ext>
                  </a:extLst>
                </a:gridCol>
              </a:tblGrid>
              <a:tr h="370840">
                <a:tc>
                  <a:txBody>
                    <a:bodyPr/>
                    <a:lstStyle/>
                    <a:p>
                      <a:pPr algn="ctr"/>
                      <a:r>
                        <a:rPr lang="en-US" sz="1400" dirty="0">
                          <a:solidFill>
                            <a:schemeClr val="tx1"/>
                          </a:solidFill>
                        </a:rPr>
                        <a:t>Row</a:t>
                      </a:r>
                    </a:p>
                  </a:txBody>
                  <a:tcPr anchor="ctr"/>
                </a:tc>
                <a:extLst>
                  <a:ext uri="{0D108BD9-81ED-4DB2-BD59-A6C34878D82A}">
                    <a16:rowId xmlns:a16="http://schemas.microsoft.com/office/drawing/2014/main" val="2590092624"/>
                  </a:ext>
                </a:extLst>
              </a:tr>
              <a:tr h="370840">
                <a:tc>
                  <a:txBody>
                    <a:bodyPr/>
                    <a:lstStyle/>
                    <a:p>
                      <a:pPr algn="ctr"/>
                      <a:r>
                        <a:rPr lang="en-US" sz="1200" dirty="0"/>
                        <a:t>1</a:t>
                      </a:r>
                    </a:p>
                  </a:txBody>
                  <a:tcPr anchor="ctr"/>
                </a:tc>
                <a:extLst>
                  <a:ext uri="{0D108BD9-81ED-4DB2-BD59-A6C34878D82A}">
                    <a16:rowId xmlns:a16="http://schemas.microsoft.com/office/drawing/2014/main" val="3638297927"/>
                  </a:ext>
                </a:extLst>
              </a:tr>
              <a:tr h="370840">
                <a:tc>
                  <a:txBody>
                    <a:bodyPr/>
                    <a:lstStyle/>
                    <a:p>
                      <a:pPr algn="ctr"/>
                      <a:r>
                        <a:rPr lang="en-US" sz="1200" dirty="0"/>
                        <a:t>2</a:t>
                      </a:r>
                    </a:p>
                  </a:txBody>
                  <a:tcPr anchor="ctr"/>
                </a:tc>
                <a:extLst>
                  <a:ext uri="{0D108BD9-81ED-4DB2-BD59-A6C34878D82A}">
                    <a16:rowId xmlns:a16="http://schemas.microsoft.com/office/drawing/2014/main" val="1639778559"/>
                  </a:ext>
                </a:extLst>
              </a:tr>
              <a:tr h="370840">
                <a:tc>
                  <a:txBody>
                    <a:bodyPr/>
                    <a:lstStyle/>
                    <a:p>
                      <a:pPr algn="ctr"/>
                      <a:r>
                        <a:rPr lang="en-US" sz="1200" dirty="0"/>
                        <a:t>3</a:t>
                      </a:r>
                    </a:p>
                  </a:txBody>
                  <a:tcPr anchor="ctr"/>
                </a:tc>
                <a:extLst>
                  <a:ext uri="{0D108BD9-81ED-4DB2-BD59-A6C34878D82A}">
                    <a16:rowId xmlns:a16="http://schemas.microsoft.com/office/drawing/2014/main" val="2762388917"/>
                  </a:ext>
                </a:extLst>
              </a:tr>
              <a:tr h="370840">
                <a:tc>
                  <a:txBody>
                    <a:bodyPr/>
                    <a:lstStyle/>
                    <a:p>
                      <a:pPr algn="ctr"/>
                      <a:r>
                        <a:rPr lang="en-US" sz="1200" dirty="0">
                          <a:latin typeface="Tw Cen MT" panose="020B0602020104020603" pitchFamily="34" charset="77"/>
                        </a:rPr>
                        <a:t>4</a:t>
                      </a:r>
                    </a:p>
                  </a:txBody>
                  <a:tcPr anchor="ctr"/>
                </a:tc>
                <a:extLst>
                  <a:ext uri="{0D108BD9-81ED-4DB2-BD59-A6C34878D82A}">
                    <a16:rowId xmlns:a16="http://schemas.microsoft.com/office/drawing/2014/main" val="603241132"/>
                  </a:ext>
                </a:extLst>
              </a:tr>
            </a:tbl>
          </a:graphicData>
        </a:graphic>
      </p:graphicFrame>
    </p:spTree>
    <p:extLst>
      <p:ext uri="{BB962C8B-B14F-4D97-AF65-F5344CB8AC3E}">
        <p14:creationId xmlns:p14="http://schemas.microsoft.com/office/powerpoint/2010/main" val="1164049637"/>
      </p:ext>
    </p:extLst>
  </p:cSld>
  <p:clrMapOvr>
    <a:masterClrMapping/>
  </p:clrMapOvr>
  <p:transition spd="slow" advTm="11779">
    <p:push dir="u"/>
  </p:transition>
  <p:timing>
    <p:tnLst>
      <p:par>
        <p:cTn id="1" dur="indefinite" restart="never" nodeType="tmRoot"/>
      </p:par>
    </p:tnLst>
  </p:timing>
  <p:extLst mod="1">
    <p:ext uri="{3A86A75C-4F4B-4683-9AE1-C65F6400EC91}">
      <p14:laserTraceLst xmlns:p14="http://schemas.microsoft.com/office/powerpoint/2010/main">
        <p14:tracePtLst>
          <p14:tracePt t="397" x="8258175" y="3592513"/>
          <p14:tracePt t="415" x="8331200" y="3541713"/>
          <p14:tracePt t="434" x="8410575" y="3462338"/>
          <p14:tracePt t="450" x="8548688" y="3338513"/>
          <p14:tracePt t="467" x="8715375" y="3214688"/>
          <p14:tracePt t="484" x="9034463" y="2989263"/>
          <p14:tracePt t="500" x="9274175" y="2822575"/>
          <p14:tracePt t="517" x="9491663" y="2627313"/>
          <p14:tracePt t="534" x="9659938" y="2481263"/>
          <p14:tracePt t="550" x="9782175" y="2351088"/>
          <p14:tracePt t="567" x="9883775" y="2227263"/>
          <p14:tracePt t="584" x="9964738" y="2147888"/>
          <p14:tracePt t="601" x="10044113" y="2082800"/>
          <p14:tracePt t="617" x="10109200" y="2046288"/>
          <p14:tracePt t="634" x="10210800" y="1995488"/>
          <p14:tracePt t="650" x="10334625" y="1958975"/>
          <p14:tracePt t="667" x="10464800" y="1901825"/>
          <p14:tracePt t="684" x="10668000" y="1806575"/>
          <p14:tracePt t="700" x="10741025" y="1755775"/>
          <p14:tracePt t="717" x="10856913" y="1668463"/>
          <p14:tracePt t="734" x="10936288" y="1597025"/>
          <p14:tracePt t="750" x="10987088" y="1552575"/>
          <p14:tracePt t="767" x="11031538" y="1509713"/>
          <p14:tracePt t="784" x="11045825" y="1487488"/>
          <p14:tracePt t="800" x="11052175" y="1481138"/>
          <p14:tracePt t="817" x="11052175" y="1465263"/>
          <p14:tracePt t="834" x="11060113" y="1450975"/>
          <p14:tracePt t="850" x="11074400" y="1414463"/>
          <p14:tracePt t="867" x="11074400" y="1349375"/>
          <p14:tracePt t="884" x="11037888" y="1284288"/>
          <p14:tracePt t="900" x="10995025" y="1241425"/>
          <p14:tracePt t="917" x="10980738" y="1219200"/>
          <p14:tracePt t="934" x="10980738" y="1211263"/>
          <p14:tracePt t="950" x="10980738" y="1176338"/>
          <p14:tracePt t="967" x="10972800" y="1146175"/>
          <p14:tracePt t="984" x="10972800" y="1117600"/>
          <p14:tracePt t="1000" x="10972800" y="1103313"/>
          <p14:tracePt t="1017" x="10972800" y="1081088"/>
          <p14:tracePt t="1034" x="10972800" y="1074738"/>
          <p14:tracePt t="1036" x="10972800" y="1058863"/>
          <p14:tracePt t="1050" x="10980738" y="1058863"/>
          <p14:tracePt t="1067" x="10987088" y="1052513"/>
          <p14:tracePt t="1084" x="11015663" y="1030288"/>
          <p14:tracePt t="1100" x="11045825" y="1030288"/>
          <p14:tracePt t="1118" x="11110913" y="1023938"/>
          <p14:tracePt t="1134" x="11190288" y="1023938"/>
          <p14:tracePt t="1150" x="11269663" y="1016000"/>
          <p14:tracePt t="1167" x="11306175" y="1016000"/>
          <p14:tracePt t="1184" x="11328400" y="1016000"/>
          <p14:tracePt t="1228" x="11336338" y="1016000"/>
          <p14:tracePt t="1236" x="11356975" y="1023938"/>
          <p14:tracePt t="1250" x="11364913" y="1052513"/>
          <p14:tracePt t="1267" x="11415713" y="1139825"/>
          <p14:tracePt t="1284" x="11437938" y="1182688"/>
          <p14:tracePt t="1301" x="11452225" y="1227138"/>
          <p14:tracePt t="1317" x="11458575" y="1247775"/>
          <p14:tracePt t="1334" x="11466513" y="1292225"/>
          <p14:tracePt t="1350" x="11472863" y="1335088"/>
          <p14:tracePt t="1367" x="11472863" y="1385888"/>
          <p14:tracePt t="1384" x="11472863" y="1436688"/>
          <p14:tracePt t="1401" x="11472863" y="1481138"/>
          <p14:tracePt t="1417" x="11472863" y="1501775"/>
          <p14:tracePt t="1434" x="11472863" y="1516063"/>
          <p14:tracePt t="1451" x="11466513" y="1560513"/>
          <p14:tracePt t="1467" x="11415713" y="1639888"/>
          <p14:tracePt t="1484" x="11401425" y="1662113"/>
          <p14:tracePt t="1501" x="11379200" y="1704975"/>
          <p14:tracePt t="1517" x="11356975" y="1727200"/>
          <p14:tracePt t="1534" x="11350625" y="1735138"/>
          <p14:tracePt t="1551" x="11328400" y="1749425"/>
          <p14:tracePt t="1567" x="11320463" y="1755775"/>
          <p14:tracePt t="1584" x="11285538" y="1770063"/>
          <p14:tracePt t="1601" x="11255375" y="1792288"/>
          <p14:tracePt t="1617" x="11212513" y="1800225"/>
          <p14:tracePt t="1634" x="11176000" y="1814513"/>
          <p14:tracePt t="1651" x="11133138" y="1820863"/>
          <p14:tracePt t="1667" x="11096625" y="1820863"/>
          <p14:tracePt t="1684" x="11060113" y="1828800"/>
          <p14:tracePt t="1701" x="11023600" y="1828800"/>
          <p14:tracePt t="1717" x="11009313" y="1828800"/>
          <p14:tracePt t="1734" x="10995025" y="1828800"/>
          <p14:tracePt t="1751" x="10980738" y="1828800"/>
          <p14:tracePt t="1767" x="10972800" y="1828800"/>
          <p14:tracePt t="1801" x="10950575" y="1828800"/>
          <p14:tracePt t="1834" x="10944225" y="1828800"/>
          <p14:tracePt t="1851" x="10929938" y="1828800"/>
          <p14:tracePt t="1867" x="10907713" y="1828800"/>
          <p14:tracePt t="1884" x="10893425" y="1828800"/>
          <p14:tracePt t="1901" x="10879138" y="1828800"/>
          <p14:tracePt t="1917" x="10856913" y="1820863"/>
          <p14:tracePt t="1964" x="10842625" y="1814513"/>
          <p14:tracePt t="1996" x="10834688" y="1814513"/>
          <p14:tracePt t="2004" x="10828338" y="1814513"/>
          <p14:tracePt t="2012" x="10820400" y="1814513"/>
          <p14:tracePt t="2020" x="10812463" y="1814513"/>
          <p14:tracePt t="2034" x="10798175" y="1814513"/>
          <p14:tracePt t="2051" x="10755313" y="1814513"/>
          <p14:tracePt t="2067" x="10710863" y="1814513"/>
          <p14:tracePt t="2084" x="10682288" y="1814513"/>
          <p14:tracePt t="2101" x="10609263" y="1828800"/>
          <p14:tracePt t="2118" x="10507663" y="1836738"/>
          <p14:tracePt t="2134" x="10371138" y="1857375"/>
          <p14:tracePt t="2151" x="10233025" y="1871663"/>
          <p14:tracePt t="2167" x="10058400" y="1930400"/>
          <p14:tracePt t="2184" x="9877425" y="1952625"/>
          <p14:tracePt t="2201" x="9644063" y="1981200"/>
          <p14:tracePt t="2217" x="9405938" y="1995488"/>
          <p14:tracePt t="2234" x="9085263" y="1995488"/>
          <p14:tracePt t="2251" x="8512175" y="1995488"/>
          <p14:tracePt t="2267" x="8135938" y="1995488"/>
          <p14:tracePt t="2284" x="7758113" y="1995488"/>
          <p14:tracePt t="2301" x="7510463" y="1995488"/>
          <p14:tracePt t="2318" x="7300913" y="1995488"/>
          <p14:tracePt t="2334" x="7097713" y="1995488"/>
          <p14:tracePt t="2351" x="6916738" y="1995488"/>
          <p14:tracePt t="2367" x="6756400" y="1995488"/>
          <p14:tracePt t="2384" x="6575425" y="2032000"/>
          <p14:tracePt t="2401" x="6392863" y="2054225"/>
          <p14:tracePt t="2418" x="6226175" y="2074863"/>
          <p14:tracePt t="2434" x="6059488" y="2105025"/>
          <p14:tracePt t="2451" x="5892800" y="2111375"/>
          <p14:tracePt t="2468" x="5653088" y="2133600"/>
          <p14:tracePt t="2484" x="5514975" y="2147888"/>
          <p14:tracePt t="2501" x="5427663" y="2155825"/>
          <p14:tracePt t="2518" x="5356225" y="2170113"/>
          <p14:tracePt t="2534" x="5291138" y="2176463"/>
          <p14:tracePt t="2551" x="5246688" y="2184400"/>
          <p14:tracePt t="2568" x="5203825" y="2184400"/>
          <p14:tracePt t="2585" x="5145088" y="2198688"/>
          <p14:tracePt t="2601" x="5094288" y="2206625"/>
          <p14:tracePt t="2618" x="5021263" y="2206625"/>
          <p14:tracePt t="2634" x="4941888" y="2206625"/>
          <p14:tracePt t="2651" x="4797425" y="2206625"/>
          <p14:tracePt t="2668" x="4716463" y="2206625"/>
          <p14:tracePt t="2684" x="4659313" y="2206625"/>
          <p14:tracePt t="2701" x="4608513" y="2198688"/>
          <p14:tracePt t="2718" x="4572000" y="2198688"/>
          <p14:tracePt t="2734" x="4549775" y="2198688"/>
          <p14:tracePt t="2751" x="4529138" y="2192338"/>
          <p14:tracePt t="2768" x="4498975" y="2192338"/>
          <p14:tracePt t="2784" x="4441825" y="2176463"/>
          <p14:tracePt t="2801" x="4397375" y="2176463"/>
          <p14:tracePt t="2818" x="4368800" y="2170113"/>
          <p14:tracePt t="2834" x="4318000" y="2162175"/>
          <p14:tracePt t="2851" x="4275138" y="2147888"/>
          <p14:tracePt t="2868" x="4187825" y="2141538"/>
          <p14:tracePt t="2884" x="4114800" y="2133600"/>
          <p14:tracePt t="2901" x="4013200" y="2105025"/>
          <p14:tracePt t="2918" x="3889375" y="2068513"/>
          <p14:tracePt t="2934" x="3744913" y="2017713"/>
          <p14:tracePt t="2951" x="3592513" y="1981200"/>
          <p14:tracePt t="2968" x="3468688" y="1938338"/>
          <p14:tracePt t="2984" x="3417888" y="1922463"/>
          <p14:tracePt t="3001" x="3381375" y="1916113"/>
          <p14:tracePt t="3018" x="3344863" y="1901825"/>
          <p14:tracePt t="3034" x="3324225" y="1893888"/>
          <p14:tracePt t="3038" x="3302000" y="1887538"/>
          <p14:tracePt t="3051" x="3251200" y="1887538"/>
          <p14:tracePt t="3068" x="3200400" y="1857375"/>
          <p14:tracePt t="3084" x="3157538" y="1851025"/>
          <p14:tracePt t="3101" x="3127375" y="1843088"/>
          <p14:tracePt t="3118" x="3098800" y="1828800"/>
          <p14:tracePt t="3134" x="3090863" y="1828800"/>
          <p14:tracePt t="3168" x="3076575" y="1828800"/>
          <p14:tracePt t="3780" x="3084513" y="1828800"/>
          <p14:tracePt t="3788" x="3113088" y="1806575"/>
          <p14:tracePt t="3796" x="3127375" y="1806575"/>
          <p14:tracePt t="3804" x="3141663" y="1800225"/>
          <p14:tracePt t="3818" x="3163888" y="1792288"/>
          <p14:tracePt t="3835" x="3192463" y="1778000"/>
          <p14:tracePt t="3851" x="3273425" y="1755775"/>
          <p14:tracePt t="3868" x="3338513" y="1741488"/>
          <p14:tracePt t="3885" x="3432175" y="1719263"/>
          <p14:tracePt t="3901" x="3541713" y="1712913"/>
          <p14:tracePt t="3918" x="3679825" y="1690688"/>
          <p14:tracePt t="3935" x="3795713" y="1690688"/>
          <p14:tracePt t="3951" x="3940175" y="1690688"/>
          <p14:tracePt t="3968" x="4056063" y="1690688"/>
          <p14:tracePt t="3985" x="4202113" y="1690688"/>
          <p14:tracePt t="4001" x="4354513" y="1690688"/>
          <p14:tracePt t="4018" x="4521200" y="1704975"/>
          <p14:tracePt t="4035" x="4687888" y="1727200"/>
          <p14:tracePt t="4037" x="4767263" y="1735138"/>
          <p14:tracePt t="4051" x="4919663" y="1755775"/>
          <p14:tracePt t="4068" x="5065713" y="1778000"/>
          <p14:tracePt t="4085" x="5173663" y="1785938"/>
          <p14:tracePt t="4101" x="5283200" y="1785938"/>
          <p14:tracePt t="4118" x="5356225" y="1785938"/>
          <p14:tracePt t="4135" x="5413375" y="1785938"/>
          <p14:tracePt t="4151" x="5472113" y="1785938"/>
          <p14:tracePt t="4168" x="5537200" y="1763713"/>
          <p14:tracePt t="4185" x="5610225" y="1727200"/>
          <p14:tracePt t="4201" x="5711825" y="1690688"/>
          <p14:tracePt t="4218" x="5805488" y="1676400"/>
          <p14:tracePt t="4235" x="5884863" y="1654175"/>
          <p14:tracePt t="4251" x="5972175" y="1639888"/>
          <p14:tracePt t="4268" x="6022975" y="1625600"/>
          <p14:tracePt t="4285" x="6045200" y="1617663"/>
          <p14:tracePt t="4301" x="6081713" y="1603375"/>
          <p14:tracePt t="4318" x="6138863" y="1597025"/>
          <p14:tracePt t="4335" x="6205538" y="1589088"/>
          <p14:tracePt t="4352" x="6299200" y="1566863"/>
          <p14:tracePt t="4368" x="6357938" y="1566863"/>
          <p14:tracePt t="4385" x="6429375" y="1560513"/>
          <p14:tracePt t="4402" x="6510338" y="1552575"/>
          <p14:tracePt t="4418" x="6632575" y="1552575"/>
          <p14:tracePt t="4436" x="6850063" y="1552575"/>
          <p14:tracePt t="4452" x="6996113" y="1552575"/>
          <p14:tracePt t="4468" x="7097713" y="1552575"/>
          <p14:tracePt t="4485" x="7185025" y="1552575"/>
          <p14:tracePt t="4502" x="7256463" y="1552575"/>
          <p14:tracePt t="4518" x="7329488" y="1552575"/>
          <p14:tracePt t="4535" x="7439025" y="1546225"/>
          <p14:tracePt t="4552" x="7526338" y="1531938"/>
          <p14:tracePt t="4568" x="7612063" y="1531938"/>
          <p14:tracePt t="4585" x="7693025" y="1531938"/>
          <p14:tracePt t="4602" x="7729538" y="1531938"/>
          <p14:tracePt t="4618" x="7758113" y="1531938"/>
          <p14:tracePt t="4635" x="7800975" y="1531938"/>
          <p14:tracePt t="4652" x="7831138" y="1531938"/>
          <p14:tracePt t="4668" x="7888288" y="1531938"/>
          <p14:tracePt t="4685" x="7932738" y="1531938"/>
          <p14:tracePt t="4701" x="7947025" y="1531938"/>
          <p14:tracePt t="4718" x="7961313" y="1531938"/>
          <p14:tracePt t="4735" x="7967663" y="1531938"/>
          <p14:tracePt t="4752" x="7975600" y="1531938"/>
          <p14:tracePt t="4768" x="7997825" y="1531938"/>
          <p14:tracePt t="4785" x="8026400" y="1531938"/>
          <p14:tracePt t="4802" x="8054975" y="1531938"/>
          <p14:tracePt t="4818" x="8085138" y="1531938"/>
          <p14:tracePt t="4835" x="8113713" y="1531938"/>
          <p14:tracePt t="4852" x="8207375" y="1531938"/>
          <p14:tracePt t="4868" x="8302625" y="1531938"/>
          <p14:tracePt t="4885" x="8440738" y="1531938"/>
          <p14:tracePt t="4902" x="8570913" y="1531938"/>
          <p14:tracePt t="4919" x="8672513" y="1531938"/>
          <p14:tracePt t="4935" x="8729663" y="1531938"/>
          <p14:tracePt t="4952" x="8774113" y="1531938"/>
          <p14:tracePt t="4968" x="8810625" y="1531938"/>
          <p14:tracePt t="4985" x="8847138" y="1531938"/>
          <p14:tracePt t="5002" x="8875713" y="1531938"/>
          <p14:tracePt t="5018" x="8918575" y="1531938"/>
          <p14:tracePt t="5035" x="8969375" y="1531938"/>
          <p14:tracePt t="5052" x="9005888" y="1531938"/>
          <p14:tracePt t="5068" x="9034463" y="1531938"/>
          <p14:tracePt t="5085" x="9078913" y="1531938"/>
          <p14:tracePt t="5102" x="9093200" y="1531938"/>
          <p14:tracePt t="5118" x="9101138" y="1531938"/>
          <p14:tracePt t="5135" x="9107488" y="1531938"/>
          <p14:tracePt t="5349" x="9115425" y="1531938"/>
          <p14:tracePt t="5412" x="9121775" y="1531938"/>
          <p14:tracePt t="5420" x="9129713" y="1531938"/>
          <p14:tracePt t="5428" x="9129713" y="1552575"/>
          <p14:tracePt t="5437" x="9129713" y="1582738"/>
          <p14:tracePt t="5452" x="9129713" y="1639888"/>
          <p14:tracePt t="5468" x="9129713" y="1719263"/>
          <p14:tracePt t="5485" x="9129713" y="1814513"/>
          <p14:tracePt t="5502" x="9129713" y="1901825"/>
          <p14:tracePt t="5519" x="9129713" y="1989138"/>
          <p14:tracePt t="5535" x="9129713" y="2090738"/>
          <p14:tracePt t="5552" x="9129713" y="2176463"/>
          <p14:tracePt t="5569" x="9129713" y="2249488"/>
          <p14:tracePt t="5585" x="9129713" y="2308225"/>
          <p14:tracePt t="5602" x="9101138" y="2379663"/>
          <p14:tracePt t="5618" x="8991600" y="2489200"/>
          <p14:tracePt t="5635" x="8745538" y="2655888"/>
          <p14:tracePt t="5652" x="8577263" y="2779713"/>
          <p14:tracePt t="5669" x="8424863" y="2903538"/>
          <p14:tracePt t="5685" x="8272463" y="2997200"/>
          <p14:tracePt t="5702" x="8113713" y="3070225"/>
          <p14:tracePt t="5719" x="7953375" y="3127375"/>
          <p14:tracePt t="5735" x="7780338" y="3186113"/>
          <p14:tracePt t="5752" x="7612063" y="3236913"/>
          <p14:tracePt t="5769" x="7329488" y="3279775"/>
          <p14:tracePt t="5786" x="6931025" y="3338513"/>
          <p14:tracePt t="5802" x="6378575" y="3338513"/>
          <p14:tracePt t="5819" x="5884863" y="3338513"/>
          <p14:tracePt t="5837" x="5421313" y="3403600"/>
          <p14:tracePt t="5852" x="5189538" y="3497263"/>
          <p14:tracePt t="5869" x="4978400" y="3592513"/>
          <p14:tracePt t="5885" x="4818063" y="3657600"/>
          <p14:tracePt t="5902" x="4710113" y="3700463"/>
          <p14:tracePt t="5919" x="4645025" y="3722688"/>
          <p14:tracePt t="5935" x="4608513" y="3744913"/>
          <p14:tracePt t="5952" x="4579938" y="3759200"/>
          <p14:tracePt t="5969" x="4535488" y="3773488"/>
          <p14:tracePt t="5985" x="4462463" y="3810000"/>
          <p14:tracePt t="6002" x="4354513" y="3846513"/>
          <p14:tracePt t="6019" x="4208463" y="3883025"/>
          <p14:tracePt t="6035" x="4035425" y="3933825"/>
          <p14:tracePt t="6052" x="3990975" y="3954463"/>
          <p14:tracePt t="6069" x="3984625" y="3962400"/>
          <p14:tracePt t="6102" x="3962400" y="3970338"/>
          <p14:tracePt t="6119" x="3933825" y="3984625"/>
          <p14:tracePt t="6135" x="3889375" y="3998913"/>
          <p14:tracePt t="6152" x="3832225" y="4021138"/>
          <p14:tracePt t="6169" x="3751263" y="4056063"/>
          <p14:tracePt t="6185" x="3679825" y="4092575"/>
          <p14:tracePt t="6202" x="3541713" y="4114800"/>
          <p14:tracePt t="6219" x="3279775" y="4137025"/>
          <p14:tracePt t="6235" x="3135313" y="4137025"/>
          <p14:tracePt t="6252" x="3025775" y="4137025"/>
          <p14:tracePt t="6269" x="2982913" y="4137025"/>
          <p14:tracePt t="6285" x="2954338" y="4137025"/>
          <p14:tracePt t="6302" x="2932113" y="4137025"/>
          <p14:tracePt t="6319" x="2895600" y="4122738"/>
          <p14:tracePt t="6336" x="2867025" y="4106863"/>
          <p14:tracePt t="6352" x="2816225" y="4086225"/>
          <p14:tracePt t="6369" x="2728913" y="4041775"/>
          <p14:tracePt t="6385" x="2649538" y="3998913"/>
          <p14:tracePt t="6402" x="2562225" y="3962400"/>
          <p14:tracePt t="6419" x="2474913" y="3933825"/>
          <p14:tracePt t="6436" x="2424113" y="3903663"/>
          <p14:tracePt t="6453" x="2387600" y="3883025"/>
          <p14:tracePt t="6469" x="2351088" y="3860800"/>
          <p14:tracePt t="6486" x="2314575" y="3824288"/>
          <p14:tracePt t="6503" x="2243138" y="3767138"/>
          <p14:tracePt t="6519" x="2192338" y="3722688"/>
          <p14:tracePt t="6536" x="2141538" y="3679825"/>
          <p14:tracePt t="6541" x="2111375" y="3649663"/>
          <p14:tracePt t="6552" x="2105025" y="3649663"/>
          <p14:tracePt t="6569" x="2082800" y="3606800"/>
          <p14:tracePt t="6586" x="2068513" y="3578225"/>
          <p14:tracePt t="6603" x="2054225" y="3541713"/>
          <p14:tracePt t="6620" x="2039938" y="3432175"/>
          <p14:tracePt t="6636" x="2032000" y="3381375"/>
          <p14:tracePt t="6653" x="2032000" y="3330575"/>
          <p14:tracePt t="6669" x="2032000" y="3279775"/>
          <p14:tracePt t="6686" x="2032000" y="3243263"/>
          <p14:tracePt t="6702" x="2039938" y="3200400"/>
          <p14:tracePt t="6719" x="2046288" y="3163888"/>
          <p14:tracePt t="6736" x="2068513" y="3106738"/>
          <p14:tracePt t="6753" x="2097088" y="3062288"/>
          <p14:tracePt t="6770" x="2125663" y="3025775"/>
          <p14:tracePt t="6786" x="2155825" y="2997200"/>
          <p14:tracePt t="6802" x="2184400" y="2960688"/>
          <p14:tracePt t="6821" x="2249488" y="2909888"/>
          <p14:tracePt t="6836" x="2322513" y="2852738"/>
          <p14:tracePt t="6852" x="2379663" y="2816225"/>
          <p14:tracePt t="6869" x="2430463" y="2779713"/>
          <p14:tracePt t="6886" x="2474913" y="2751138"/>
          <p14:tracePt t="6903" x="2525713" y="2728913"/>
          <p14:tracePt t="6919" x="2568575" y="2706688"/>
          <p14:tracePt t="6936" x="2613025" y="2700338"/>
          <p14:tracePt t="6953" x="2684463" y="2670175"/>
          <p14:tracePt t="6969" x="2751138" y="2663825"/>
          <p14:tracePt t="6986" x="2808288" y="2641600"/>
          <p14:tracePt t="7002" x="2844800" y="2633663"/>
          <p14:tracePt t="7020" x="2887663" y="2633663"/>
          <p14:tracePt t="7036" x="2932113" y="2633663"/>
          <p14:tracePt t="7053" x="2974975" y="2633663"/>
          <p14:tracePt t="7070" x="3025775" y="2633663"/>
          <p14:tracePt t="7086" x="3076575" y="2633663"/>
          <p14:tracePt t="7102" x="3113088" y="2633663"/>
          <p14:tracePt t="7119" x="3163888" y="2649538"/>
          <p14:tracePt t="7136" x="3228975" y="2678113"/>
          <p14:tracePt t="7153" x="3265488" y="2706688"/>
          <p14:tracePt t="7169" x="3302000" y="2735263"/>
          <p14:tracePt t="7186" x="3367088" y="2794000"/>
          <p14:tracePt t="7203" x="3432175" y="2873375"/>
          <p14:tracePt t="7219" x="3519488" y="2989263"/>
          <p14:tracePt t="7236" x="3635375" y="3186113"/>
          <p14:tracePt t="7252" x="3716338" y="3302000"/>
          <p14:tracePt t="7269" x="3767138" y="3389313"/>
          <p14:tracePt t="7286" x="3781425" y="3446463"/>
          <p14:tracePt t="7303" x="3795713" y="3497263"/>
          <p14:tracePt t="7319" x="3802063" y="3570288"/>
          <p14:tracePt t="7336" x="3802063" y="3679825"/>
          <p14:tracePt t="7352" x="3802063" y="3773488"/>
          <p14:tracePt t="7369" x="3802063" y="3860800"/>
          <p14:tracePt t="7386" x="3802063" y="3933825"/>
          <p14:tracePt t="7402" x="3802063" y="3998913"/>
          <p14:tracePt t="7419" x="3781425" y="4137025"/>
          <p14:tracePt t="7436" x="3722688" y="4238625"/>
          <p14:tracePt t="7452" x="3686175" y="4325938"/>
          <p14:tracePt t="7469" x="3649663" y="4391025"/>
          <p14:tracePt t="7486" x="3614738" y="4448175"/>
          <p14:tracePt t="7502" x="3563938" y="4506913"/>
          <p14:tracePt t="7519" x="3519488" y="4543425"/>
          <p14:tracePt t="7536" x="3468688" y="4594225"/>
          <p14:tracePt t="7552" x="3425825" y="4622800"/>
          <p14:tracePt t="7570" x="3375025" y="4659313"/>
          <p14:tracePt t="7586" x="3338513" y="4687888"/>
          <p14:tracePt t="7603" x="3287713" y="4710113"/>
          <p14:tracePt t="7619" x="3214688" y="4746625"/>
          <p14:tracePt t="7636" x="3186113" y="4767263"/>
          <p14:tracePt t="7653" x="3163888" y="4767263"/>
          <p14:tracePt t="7669" x="3149600" y="4775200"/>
          <p14:tracePt t="7686" x="3135313" y="4775200"/>
          <p14:tracePt t="7703" x="3106738" y="4775200"/>
          <p14:tracePt t="7719" x="3084513" y="4775200"/>
          <p14:tracePt t="7736" x="3070225" y="4775200"/>
          <p14:tracePt t="7753" x="3055938" y="4775200"/>
          <p14:tracePt t="7769" x="3040063" y="4775200"/>
          <p14:tracePt t="7786" x="3011488" y="4752975"/>
          <p14:tracePt t="7803" x="2974975" y="4732338"/>
          <p14:tracePt t="7820" x="2932113" y="4702175"/>
          <p14:tracePt t="7836" x="2909888" y="4673600"/>
          <p14:tracePt t="7853" x="2887663" y="4645025"/>
          <p14:tracePt t="7870" x="2859088" y="4594225"/>
          <p14:tracePt t="7886" x="2844800" y="4529138"/>
          <p14:tracePt t="7903" x="2830513" y="4462463"/>
          <p14:tracePt t="7920" x="2801938" y="4405313"/>
          <p14:tracePt t="7936" x="2801938" y="4346575"/>
          <p14:tracePt t="7953" x="2801938" y="4310063"/>
          <p14:tracePt t="7970" x="2801938" y="4252913"/>
          <p14:tracePt t="7986" x="2801938" y="4157663"/>
          <p14:tracePt t="8004" x="2801938" y="4064000"/>
          <p14:tracePt t="8019" x="2801938" y="4027488"/>
          <p14:tracePt t="8036" x="2801938" y="3976688"/>
          <p14:tracePt t="8053" x="2808288" y="3948113"/>
          <p14:tracePt t="8070" x="2830513" y="3883025"/>
          <p14:tracePt t="8086" x="2844800" y="3817938"/>
          <p14:tracePt t="8103" x="2844800" y="3736975"/>
          <p14:tracePt t="8119" x="2867025" y="3649663"/>
          <p14:tracePt t="8136" x="2873375" y="3563938"/>
          <p14:tracePt t="8153" x="2903538" y="3476625"/>
          <p14:tracePt t="8169" x="2917825" y="3395663"/>
          <p14:tracePt t="8186" x="2954338" y="3302000"/>
          <p14:tracePt t="8203" x="3019425" y="3157538"/>
          <p14:tracePt t="8220" x="3076575" y="3070225"/>
          <p14:tracePt t="8236" x="3113088" y="3019425"/>
          <p14:tracePt t="8253" x="3149600" y="2982913"/>
          <p14:tracePt t="8270" x="3208338" y="2924175"/>
          <p14:tracePt t="8286" x="3259138" y="2887663"/>
          <p14:tracePt t="8303" x="3338513" y="2852738"/>
          <p14:tracePt t="8320" x="3432175" y="2801938"/>
          <p14:tracePt t="8336" x="3482975" y="2794000"/>
          <p14:tracePt t="8353" x="3563938" y="2786063"/>
          <p14:tracePt t="8370" x="3606800" y="2786063"/>
          <p14:tracePt t="8386" x="3649663" y="2786063"/>
          <p14:tracePt t="8403" x="3744913" y="2822575"/>
          <p14:tracePt t="8420" x="3795713" y="2867025"/>
          <p14:tracePt t="8436" x="3846513" y="2909888"/>
          <p14:tracePt t="8453" x="3875088" y="2960688"/>
          <p14:tracePt t="8470" x="3903663" y="3033713"/>
          <p14:tracePt t="8486" x="3925888" y="3098800"/>
          <p14:tracePt t="8503" x="3962400" y="3192463"/>
          <p14:tracePt t="8520" x="3990975" y="3273425"/>
          <p14:tracePt t="8536" x="4013200" y="3367088"/>
          <p14:tracePt t="8539" x="4027488" y="3411538"/>
          <p14:tracePt t="8553" x="4035425" y="3440113"/>
          <p14:tracePt t="8571" x="4035425" y="3527425"/>
          <p14:tracePt t="8586" x="4035425" y="3606800"/>
          <p14:tracePt t="8603" x="4035425" y="3679825"/>
          <p14:tracePt t="8620" x="4005263" y="3773488"/>
          <p14:tracePt t="8636" x="3976688" y="3832225"/>
          <p14:tracePt t="8653" x="3948113" y="3883025"/>
          <p14:tracePt t="8670" x="3911600" y="3925888"/>
          <p14:tracePt t="8686" x="3883025" y="3940175"/>
          <p14:tracePt t="8703" x="3875088" y="3954463"/>
          <p14:tracePt t="8799" x="3868738" y="3954463"/>
          <p14:tracePt t="8810" x="3868738" y="3948113"/>
          <p14:tracePt t="8822" x="3883025" y="3925888"/>
          <p14:tracePt t="8837" x="3933825" y="3883025"/>
          <p14:tracePt t="8853" x="4013200" y="3824288"/>
          <p14:tracePt t="8871" x="4114800" y="3773488"/>
          <p14:tracePt t="8887" x="4238625" y="3744913"/>
          <p14:tracePt t="8904" x="4391025" y="3722688"/>
          <p14:tracePt t="8920" x="4557713" y="3700463"/>
          <p14:tracePt t="8938" x="4732338" y="3671888"/>
          <p14:tracePt t="8954" x="4833938" y="3657600"/>
          <p14:tracePt t="8971" x="4884738" y="3649663"/>
          <p14:tracePt t="8987" x="4899025" y="3635375"/>
          <p14:tracePt t="9003" x="4905375" y="3635375"/>
          <p14:tracePt t="9064" x="4905375" y="3629025"/>
          <p14:tracePt t="9076" x="4899025" y="3614738"/>
          <p14:tracePt t="9087" x="4891088" y="3614738"/>
          <p14:tracePt t="9104" x="4884738" y="3592513"/>
          <p14:tracePt t="9122" x="4868863" y="3570288"/>
          <p14:tracePt t="9137" x="4848225" y="3527425"/>
          <p14:tracePt t="9153" x="4840288" y="3468688"/>
          <p14:tracePt t="9171" x="4818063" y="3411538"/>
          <p14:tracePt t="9187" x="4811713" y="3367088"/>
          <p14:tracePt t="9204" x="4783138" y="3309938"/>
          <p14:tracePt t="9220" x="4775200" y="3265488"/>
          <p14:tracePt t="9237" x="4775200" y="3214688"/>
          <p14:tracePt t="9254" x="4760913" y="3157538"/>
          <p14:tracePt t="9271" x="4760913" y="3098800"/>
          <p14:tracePt t="9287" x="4760913" y="3055938"/>
          <p14:tracePt t="9304" x="4760913" y="3025775"/>
          <p14:tracePt t="9323" x="4767263" y="2997200"/>
          <p14:tracePt t="9337" x="4775200" y="2960688"/>
          <p14:tracePt t="9353" x="4789488" y="2946400"/>
          <p14:tracePt t="9371" x="4818063" y="2909888"/>
          <p14:tracePt t="9387" x="4854575" y="2881313"/>
          <p14:tracePt t="9404" x="4919663" y="2852738"/>
          <p14:tracePt t="9420" x="4956175" y="2836863"/>
          <p14:tracePt t="9437" x="5014913" y="2816225"/>
          <p14:tracePt t="9453" x="5043488" y="2794000"/>
          <p14:tracePt t="9470" x="5080000" y="2794000"/>
          <p14:tracePt t="9487" x="5116513" y="2794000"/>
          <p14:tracePt t="9504" x="5159375" y="2786063"/>
          <p14:tracePt t="9521" x="5210175" y="2786063"/>
          <p14:tracePt t="9537" x="5268913" y="2786063"/>
          <p14:tracePt t="9542" x="5291138" y="2786063"/>
          <p14:tracePt t="9554" x="5319713" y="2786063"/>
          <p14:tracePt t="9572" x="5376863" y="2786063"/>
          <p14:tracePt t="9587" x="5407025" y="2786063"/>
          <p14:tracePt t="9604" x="5472113" y="2786063"/>
          <p14:tracePt t="9621" x="5494338" y="2794000"/>
          <p14:tracePt t="9637" x="5529263" y="2808288"/>
          <p14:tracePt t="9653" x="5565775" y="2830513"/>
          <p14:tracePt t="9670" x="5610225" y="2867025"/>
          <p14:tracePt t="9687" x="5646738" y="2887663"/>
          <p14:tracePt t="9704" x="5697538" y="2954338"/>
          <p14:tracePt t="9720" x="5726113" y="2989263"/>
          <p14:tracePt t="9737" x="5754688" y="3040063"/>
          <p14:tracePt t="9753" x="5783263" y="3084513"/>
          <p14:tracePt t="9770" x="5799138" y="3141663"/>
          <p14:tracePt t="9787" x="5827713" y="3228975"/>
          <p14:tracePt t="9804" x="5870575" y="3367088"/>
          <p14:tracePt t="9821" x="5900738" y="3468688"/>
          <p14:tracePt t="9838" x="5921375" y="3556000"/>
          <p14:tracePt t="9854" x="5929313" y="3635375"/>
          <p14:tracePt t="9870" x="5943600" y="3722688"/>
          <p14:tracePt t="9887" x="5957888" y="3824288"/>
          <p14:tracePt t="9904" x="5957888" y="3925888"/>
          <p14:tracePt t="9920" x="5957888" y="3998913"/>
          <p14:tracePt t="9937" x="5957888" y="4092575"/>
          <p14:tracePt t="9954" x="5951538" y="4165600"/>
          <p14:tracePt t="9971" x="5921375" y="4230688"/>
          <p14:tracePt t="9987" x="5892800" y="4295775"/>
          <p14:tracePt t="10004" x="5813425" y="4397375"/>
          <p14:tracePt t="10021" x="5754688" y="4478338"/>
          <p14:tracePt t="10038" x="5711825" y="4521200"/>
          <p14:tracePt t="10053" x="5653088" y="4579938"/>
          <p14:tracePt t="10070" x="5610225" y="4622800"/>
          <p14:tracePt t="10087" x="5559425" y="4651375"/>
          <p14:tracePt t="10104" x="5500688" y="4681538"/>
          <p14:tracePt t="10120" x="5443538" y="4702175"/>
          <p14:tracePt t="10137" x="5370513" y="4738688"/>
          <p14:tracePt t="10154" x="5305425" y="4760913"/>
          <p14:tracePt t="10171" x="5189538" y="4803775"/>
          <p14:tracePt t="10187" x="5087938" y="4833938"/>
          <p14:tracePt t="10204" x="4978400" y="4854575"/>
          <p14:tracePt t="10221" x="4884738" y="4862513"/>
          <p14:tracePt t="10237" x="4818063" y="4862513"/>
          <p14:tracePt t="10254" x="4783138" y="4862513"/>
          <p14:tracePt t="10271" x="4732338" y="4862513"/>
          <p14:tracePt t="10287" x="4695825" y="4854575"/>
          <p14:tracePt t="10304" x="4651375" y="4818063"/>
          <p14:tracePt t="10321" x="4594225" y="4760913"/>
          <p14:tracePt t="10337" x="4535488" y="4659313"/>
          <p14:tracePt t="10354" x="4484688" y="4557713"/>
          <p14:tracePt t="10371" x="4448175" y="4462463"/>
          <p14:tracePt t="10388" x="4411663" y="4325938"/>
          <p14:tracePt t="10404" x="4397375" y="4224338"/>
          <p14:tracePt t="10421" x="4397375" y="4106863"/>
          <p14:tracePt t="10437" x="4397375" y="3976688"/>
          <p14:tracePt t="10454" x="4397375" y="3860800"/>
          <p14:tracePt t="10471" x="4427538" y="3759200"/>
          <p14:tracePt t="10487" x="4448175" y="3679825"/>
          <p14:tracePt t="10504" x="4478338" y="3598863"/>
          <p14:tracePt t="10521" x="4506913" y="3548063"/>
          <p14:tracePt t="10538" x="4543425" y="3482975"/>
          <p14:tracePt t="10543" x="4572000" y="3462338"/>
          <p14:tracePt t="10554" x="4586288" y="3432175"/>
          <p14:tracePt t="10571" x="4659313" y="3375025"/>
          <p14:tracePt t="10587" x="4673600" y="3352800"/>
          <p14:tracePt t="10604" x="4752975" y="3316288"/>
          <p14:tracePt t="10621" x="4848225" y="3265488"/>
          <p14:tracePt t="10637" x="4970463" y="3208338"/>
          <p14:tracePt t="10654" x="5122863" y="3157538"/>
          <p14:tracePt t="10671" x="5260975" y="3127375"/>
          <p14:tracePt t="10687" x="5376863" y="3121025"/>
          <p14:tracePt t="10704" x="5457825" y="3121025"/>
          <p14:tracePt t="10721" x="5500688" y="3121025"/>
          <p14:tracePt t="10737" x="5545138" y="3121025"/>
          <p14:tracePt t="10754" x="5602288" y="3141663"/>
          <p14:tracePt t="10770" x="5661025" y="3178175"/>
          <p14:tracePt t="10787" x="5711825" y="3259138"/>
          <p14:tracePt t="10804" x="5799138" y="3389313"/>
          <p14:tracePt t="10821" x="5849938" y="3476625"/>
          <p14:tracePt t="10837" x="5878513" y="3563938"/>
          <p14:tracePt t="10854" x="5900738" y="3657600"/>
          <p14:tracePt t="10871" x="5921375" y="3736975"/>
          <p14:tracePt t="10887" x="5921375" y="3795713"/>
          <p14:tracePt t="10904" x="5921375" y="3824288"/>
          <p14:tracePt t="10921" x="5921375" y="3846513"/>
          <p14:tracePt t="10972" x="5935663" y="3846513"/>
          <p14:tracePt t="10981" x="5957888" y="3817938"/>
          <p14:tracePt t="10988" x="5972175" y="3810000"/>
        </p14:tracePtLst>
      </p14:laserTraceLst>
    </p:ext>
  </p:extLs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lstStyle/>
              <a:p>
                <a:r>
                  <a:rPr lang="en-US" dirty="0"/>
                  <a:t>1. Calculate The distance </a:t>
                </a:r>
                <a14:m>
                  <m:oMath xmlns:m="http://schemas.openxmlformats.org/officeDocument/2006/math">
                    <m:r>
                      <a:rPr lang="en-US" sz="5400" b="0" i="0" smtClean="0">
                        <a:latin typeface="Cambria Math" panose="02040503050406030204" pitchFamily="18" charset="0"/>
                      </a:rPr>
                      <m:t>(</m:t>
                    </m:r>
                    <m:r>
                      <a:rPr lang="en-US" sz="5400" i="1">
                        <a:latin typeface="Cambria Math" panose="02040503050406030204" pitchFamily="18" charset="0"/>
                      </a:rPr>
                      <m:t>𝐷</m:t>
                    </m:r>
                    <m:r>
                      <a:rPr lang="en-US" sz="5400" b="0" i="1" smtClean="0">
                        <a:latin typeface="Cambria Math" panose="02040503050406030204" pitchFamily="18" charset="0"/>
                      </a:rPr>
                      <m:t>)</m:t>
                    </m:r>
                  </m:oMath>
                </a14:m>
                <a:r>
                  <a:rPr lang="en-US" dirty="0"/>
                  <a:t> </a:t>
                </a:r>
                <a:r>
                  <a:rPr lang="en-US" dirty="0" smtClean="0"/>
                  <a:t>(3/5</a:t>
                </a:r>
                <a:r>
                  <a:rPr lang="en-US" dirty="0"/>
                  <a:t>)</a:t>
                </a:r>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a:blip r:embed="rId6"/>
                <a:stretch>
                  <a:fillRect l="-3009"/>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5AA13D58-D7BC-8747-9F0A-0DB9E6B3595A}" type="slidenum">
              <a:rPr lang="en-US" smtClean="0"/>
              <a:t>35</a:t>
            </a:fld>
            <a:endParaRPr lang="en-US"/>
          </a:p>
        </p:txBody>
      </p:sp>
      <p:graphicFrame>
        <p:nvGraphicFramePr>
          <p:cNvPr id="5" name="Table 4">
            <a:extLst>
              <a:ext uri="{FF2B5EF4-FFF2-40B4-BE49-F238E27FC236}">
                <a16:creationId xmlns:a16="http://schemas.microsoft.com/office/drawing/2014/main" id="{1DEE22A6-5017-0940-9EC1-C3EA9B0DCC52}"/>
              </a:ext>
            </a:extLst>
          </p:cNvPr>
          <p:cNvGraphicFramePr>
            <a:graphicFrameLocks noGrp="1"/>
          </p:cNvGraphicFramePr>
          <p:nvPr>
            <p:extLst>
              <p:ext uri="{D42A27DB-BD31-4B8C-83A1-F6EECF244321}">
                <p14:modId xmlns:p14="http://schemas.microsoft.com/office/powerpoint/2010/main" val="376819608"/>
              </p:ext>
            </p:extLst>
          </p:nvPr>
        </p:nvGraphicFramePr>
        <p:xfrm>
          <a:off x="1112052" y="2399904"/>
          <a:ext cx="1209117" cy="1854200"/>
        </p:xfrm>
        <a:graphic>
          <a:graphicData uri="http://schemas.openxmlformats.org/drawingml/2006/table">
            <a:tbl>
              <a:tblPr firstRow="1" bandRow="1">
                <a:tableStyleId>{93296810-A885-4BE3-A3E7-6D5BEEA58F35}</a:tableStyleId>
              </a:tblPr>
              <a:tblGrid>
                <a:gridCol w="1209117">
                  <a:extLst>
                    <a:ext uri="{9D8B030D-6E8A-4147-A177-3AD203B41FA5}">
                      <a16:colId xmlns:a16="http://schemas.microsoft.com/office/drawing/2014/main" val="619288654"/>
                    </a:ext>
                  </a:extLst>
                </a:gridCol>
              </a:tblGrid>
              <a:tr h="370840">
                <a:tc>
                  <a:txBody>
                    <a:bodyPr/>
                    <a:lstStyle/>
                    <a:p>
                      <a:pPr algn="ctr"/>
                      <a:r>
                        <a:rPr lang="en-US" sz="1400" dirty="0" smtClean="0">
                          <a:solidFill>
                            <a:schemeClr val="tx1"/>
                          </a:solidFill>
                        </a:rPr>
                        <a:t>F2-GA</a:t>
                      </a:r>
                      <a:endParaRPr lang="en-US" sz="1400" dirty="0">
                        <a:solidFill>
                          <a:schemeClr val="tx1"/>
                        </a:solidFill>
                      </a:endParaRPr>
                    </a:p>
                  </a:txBody>
                  <a:tcPr/>
                </a:tc>
                <a:extLst>
                  <a:ext uri="{0D108BD9-81ED-4DB2-BD59-A6C34878D82A}">
                    <a16:rowId xmlns:a16="http://schemas.microsoft.com/office/drawing/2014/main" val="2280859014"/>
                  </a:ext>
                </a:extLst>
              </a:tr>
              <a:tr h="370840">
                <a:tc>
                  <a:txBody>
                    <a:bodyPr/>
                    <a:lstStyle/>
                    <a:p>
                      <a:pPr algn="ctr" fontAlgn="b"/>
                      <a:r>
                        <a:rPr lang="en-US" sz="1400" u="none" strike="noStrike" dirty="0">
                          <a:effectLst/>
                        </a:rPr>
                        <a:t>0.1</a:t>
                      </a:r>
                      <a:endParaRPr lang="en-US" sz="1400" b="0" i="0" u="none" strike="noStrike" dirty="0">
                        <a:solidFill>
                          <a:srgbClr val="000000"/>
                        </a:solidFill>
                        <a:effectLst/>
                        <a:latin typeface="+mj-lt"/>
                      </a:endParaRPr>
                    </a:p>
                  </a:txBody>
                  <a:tcPr marL="9525" marR="9525" marT="9525" marB="0" anchor="ctr"/>
                </a:tc>
                <a:extLst>
                  <a:ext uri="{0D108BD9-81ED-4DB2-BD59-A6C34878D82A}">
                    <a16:rowId xmlns:a16="http://schemas.microsoft.com/office/drawing/2014/main" val="3122994943"/>
                  </a:ext>
                </a:extLst>
              </a:tr>
              <a:tr h="370840">
                <a:tc>
                  <a:txBody>
                    <a:bodyPr/>
                    <a:lstStyle/>
                    <a:p>
                      <a:pPr algn="ctr" fontAlgn="b"/>
                      <a:r>
                        <a:rPr lang="en-US" sz="1400" u="none" strike="noStrike" dirty="0">
                          <a:effectLst/>
                        </a:rPr>
                        <a:t>0.6</a:t>
                      </a:r>
                      <a:endParaRPr lang="en-US" sz="1400" b="0" i="0" u="none" strike="noStrike" dirty="0">
                        <a:solidFill>
                          <a:srgbClr val="000000"/>
                        </a:solidFill>
                        <a:effectLst/>
                        <a:latin typeface="+mj-lt"/>
                      </a:endParaRPr>
                    </a:p>
                  </a:txBody>
                  <a:tcPr marL="9525" marR="9525" marT="9525" marB="0" anchor="ctr"/>
                </a:tc>
                <a:extLst>
                  <a:ext uri="{0D108BD9-81ED-4DB2-BD59-A6C34878D82A}">
                    <a16:rowId xmlns:a16="http://schemas.microsoft.com/office/drawing/2014/main" val="3345521160"/>
                  </a:ext>
                </a:extLst>
              </a:tr>
              <a:tr h="370840">
                <a:tc>
                  <a:txBody>
                    <a:bodyPr/>
                    <a:lstStyle/>
                    <a:p>
                      <a:pPr algn="ctr" fontAlgn="b"/>
                      <a:r>
                        <a:rPr lang="en-US" sz="1400" u="none" strike="noStrike" dirty="0">
                          <a:effectLst/>
                        </a:rPr>
                        <a:t>0.3</a:t>
                      </a:r>
                      <a:endParaRPr lang="en-US" sz="1400" b="0" i="0" u="none" strike="noStrike" dirty="0">
                        <a:solidFill>
                          <a:srgbClr val="000000"/>
                        </a:solidFill>
                        <a:effectLst/>
                        <a:latin typeface="+mj-lt"/>
                      </a:endParaRPr>
                    </a:p>
                  </a:txBody>
                  <a:tcPr marL="9525" marR="9525" marT="9525" marB="0" anchor="ctr"/>
                </a:tc>
                <a:extLst>
                  <a:ext uri="{0D108BD9-81ED-4DB2-BD59-A6C34878D82A}">
                    <a16:rowId xmlns:a16="http://schemas.microsoft.com/office/drawing/2014/main" val="2400711326"/>
                  </a:ext>
                </a:extLst>
              </a:tr>
              <a:tr h="370840">
                <a:tc>
                  <a:txBody>
                    <a:bodyPr/>
                    <a:lstStyle/>
                    <a:p>
                      <a:pPr algn="ctr" fontAlgn="b"/>
                      <a:r>
                        <a:rPr lang="en-US" sz="1400" u="none" strike="noStrike" dirty="0">
                          <a:effectLst/>
                        </a:rPr>
                        <a:t>0.2</a:t>
                      </a:r>
                      <a:endParaRPr lang="en-US" sz="1400" b="0" i="0" u="none" strike="noStrike" dirty="0">
                        <a:solidFill>
                          <a:srgbClr val="000000"/>
                        </a:solidFill>
                        <a:effectLst/>
                        <a:latin typeface="Tw Cen MT" panose="020B0602020104020603" pitchFamily="34" charset="77"/>
                      </a:endParaRPr>
                    </a:p>
                  </a:txBody>
                  <a:tcPr marL="9525" marR="9525" marT="9525" marB="0" anchor="ctr"/>
                </a:tc>
                <a:extLst>
                  <a:ext uri="{0D108BD9-81ED-4DB2-BD59-A6C34878D82A}">
                    <a16:rowId xmlns:a16="http://schemas.microsoft.com/office/drawing/2014/main" val="3018803206"/>
                  </a:ext>
                </a:extLst>
              </a:tr>
            </a:tbl>
          </a:graphicData>
        </a:graphic>
      </p:graphicFrame>
      <p:graphicFrame>
        <p:nvGraphicFramePr>
          <p:cNvPr id="6" name="Table 5">
            <a:extLst>
              <a:ext uri="{FF2B5EF4-FFF2-40B4-BE49-F238E27FC236}">
                <a16:creationId xmlns:a16="http://schemas.microsoft.com/office/drawing/2014/main" id="{FEFF5B46-13F9-4C41-B3D9-03D38E4AFBE7}"/>
              </a:ext>
            </a:extLst>
          </p:cNvPr>
          <p:cNvGraphicFramePr>
            <a:graphicFrameLocks noGrp="1"/>
          </p:cNvGraphicFramePr>
          <p:nvPr>
            <p:extLst>
              <p:ext uri="{D42A27DB-BD31-4B8C-83A1-F6EECF244321}">
                <p14:modId xmlns:p14="http://schemas.microsoft.com/office/powerpoint/2010/main" val="888401066"/>
              </p:ext>
            </p:extLst>
          </p:nvPr>
        </p:nvGraphicFramePr>
        <p:xfrm>
          <a:off x="2503615" y="2399904"/>
          <a:ext cx="1180361" cy="1854200"/>
        </p:xfrm>
        <a:graphic>
          <a:graphicData uri="http://schemas.openxmlformats.org/drawingml/2006/table">
            <a:tbl>
              <a:tblPr firstRow="1" bandRow="1">
                <a:tableStyleId>{21E4AEA4-8DFA-4A89-87EB-49C32662AFE0}</a:tableStyleId>
              </a:tblPr>
              <a:tblGrid>
                <a:gridCol w="1180361">
                  <a:extLst>
                    <a:ext uri="{9D8B030D-6E8A-4147-A177-3AD203B41FA5}">
                      <a16:colId xmlns:a16="http://schemas.microsoft.com/office/drawing/2014/main" val="522177979"/>
                    </a:ext>
                  </a:extLst>
                </a:gridCol>
              </a:tblGrid>
              <a:tr h="370840">
                <a:tc>
                  <a:txBody>
                    <a:bodyPr/>
                    <a:lstStyle/>
                    <a:p>
                      <a:pPr algn="ctr"/>
                      <a:r>
                        <a:rPr lang="en-US" sz="1400" dirty="0" smtClean="0">
                          <a:solidFill>
                            <a:schemeClr val="tx1"/>
                          </a:solidFill>
                        </a:rPr>
                        <a:t>F2-GB</a:t>
                      </a:r>
                      <a:endParaRPr lang="en-US" sz="1400" dirty="0">
                        <a:solidFill>
                          <a:schemeClr val="tx1"/>
                        </a:solidFill>
                      </a:endParaRPr>
                    </a:p>
                  </a:txBody>
                  <a:tcPr/>
                </a:tc>
                <a:extLst>
                  <a:ext uri="{0D108BD9-81ED-4DB2-BD59-A6C34878D82A}">
                    <a16:rowId xmlns:a16="http://schemas.microsoft.com/office/drawing/2014/main" val="1161456333"/>
                  </a:ext>
                </a:extLst>
              </a:tr>
              <a:tr h="370840">
                <a:tc>
                  <a:txBody>
                    <a:bodyPr/>
                    <a:lstStyle/>
                    <a:p>
                      <a:pPr algn="ctr"/>
                      <a:r>
                        <a:rPr lang="en-US" sz="1400" dirty="0"/>
                        <a:t>3</a:t>
                      </a:r>
                    </a:p>
                  </a:txBody>
                  <a:tcPr marL="9525" marR="9525" marT="9525" marB="0" anchor="ctr"/>
                </a:tc>
                <a:extLst>
                  <a:ext uri="{0D108BD9-81ED-4DB2-BD59-A6C34878D82A}">
                    <a16:rowId xmlns:a16="http://schemas.microsoft.com/office/drawing/2014/main" val="4209527493"/>
                  </a:ext>
                </a:extLst>
              </a:tr>
              <a:tr h="370840">
                <a:tc>
                  <a:txBody>
                    <a:bodyPr/>
                    <a:lstStyle/>
                    <a:p>
                      <a:pPr algn="ctr"/>
                      <a:r>
                        <a:rPr lang="en-US" sz="1400" dirty="0"/>
                        <a:t>2</a:t>
                      </a:r>
                    </a:p>
                  </a:txBody>
                  <a:tcPr marL="9525" marR="9525" marT="9525" marB="0" anchor="ctr"/>
                </a:tc>
                <a:extLst>
                  <a:ext uri="{0D108BD9-81ED-4DB2-BD59-A6C34878D82A}">
                    <a16:rowId xmlns:a16="http://schemas.microsoft.com/office/drawing/2014/main" val="3189708125"/>
                  </a:ext>
                </a:extLst>
              </a:tr>
              <a:tr h="370840">
                <a:tc>
                  <a:txBody>
                    <a:bodyPr/>
                    <a:lstStyle/>
                    <a:p>
                      <a:pPr algn="ctr"/>
                      <a:r>
                        <a:rPr lang="en-US" sz="1400" dirty="0"/>
                        <a:t>4</a:t>
                      </a:r>
                    </a:p>
                  </a:txBody>
                  <a:tcPr marL="9525" marR="9525" marT="9525" marB="0" anchor="ctr"/>
                </a:tc>
                <a:extLst>
                  <a:ext uri="{0D108BD9-81ED-4DB2-BD59-A6C34878D82A}">
                    <a16:rowId xmlns:a16="http://schemas.microsoft.com/office/drawing/2014/main" val="3494497803"/>
                  </a:ext>
                </a:extLst>
              </a:tr>
              <a:tr h="370840">
                <a:tc>
                  <a:txBody>
                    <a:bodyPr/>
                    <a:lstStyle/>
                    <a:p>
                      <a:pPr algn="ctr"/>
                      <a:r>
                        <a:rPr lang="en-US" sz="1400" dirty="0"/>
                        <a:t>1</a:t>
                      </a:r>
                      <a:endParaRPr lang="en-US" sz="1400" dirty="0">
                        <a:latin typeface="Tw Cen MT" panose="020B0602020104020603" pitchFamily="34" charset="77"/>
                      </a:endParaRPr>
                    </a:p>
                  </a:txBody>
                  <a:tcPr marL="9525" marR="9525" marT="9525" marB="0" anchor="ctr"/>
                </a:tc>
                <a:extLst>
                  <a:ext uri="{0D108BD9-81ED-4DB2-BD59-A6C34878D82A}">
                    <a16:rowId xmlns:a16="http://schemas.microsoft.com/office/drawing/2014/main" val="2700627175"/>
                  </a:ext>
                </a:extLst>
              </a:tr>
            </a:tbl>
          </a:graphicData>
        </a:graphic>
      </p:graphicFrame>
      <mc:AlternateContent xmlns:mc="http://schemas.openxmlformats.org/markup-compatibility/2006" xmlns:a14="http://schemas.microsoft.com/office/drawing/2010/main">
        <mc:Choice Requires="a14">
          <p:sp>
            <p:nvSpPr>
              <p:cNvPr id="7" name="TextBox 6"/>
              <p:cNvSpPr txBox="1"/>
              <p:nvPr/>
            </p:nvSpPr>
            <p:spPr>
              <a:xfrm>
                <a:off x="5475848" y="2399904"/>
                <a:ext cx="2410852" cy="402995"/>
              </a:xfrm>
              <a:prstGeom prst="rect">
                <a:avLst/>
              </a:prstGeom>
            </p:spPr>
            <p:style>
              <a:lnRef idx="3">
                <a:schemeClr val="lt1"/>
              </a:lnRef>
              <a:fillRef idx="1">
                <a:schemeClr val="accent3"/>
              </a:fillRef>
              <a:effectRef idx="1">
                <a:schemeClr val="accent3"/>
              </a:effectRef>
              <a:fontRef idx="minor">
                <a:schemeClr val="lt1"/>
              </a:fontRef>
            </p:style>
            <p:txBody>
              <a:bodyPr wrap="square" lIns="0" tIns="0" rIns="0" bIns="0" rtlCol="0">
                <a:spAutoFit/>
              </a:bodyPr>
              <a:lstStyle/>
              <a:p>
                <a:pPr algn="ctr"/>
                <a14:m>
                  <m:oMath xmlns:m="http://schemas.openxmlformats.org/officeDocument/2006/math">
                    <m:sSub>
                      <m:sSubPr>
                        <m:ctrlPr>
                          <a:rPr lang="en-US" sz="240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rPr>
                        </m:ctrlPr>
                      </m:sSubPr>
                      <m:e>
                        <m:r>
                          <a:rPr lang="en-US" sz="240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rPr>
                          <m:t>𝐷</m:t>
                        </m:r>
                      </m:e>
                      <m:sub>
                        <m:r>
                          <a:rPr lang="en-US" sz="240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rPr>
                          <m:t>𝑛</m:t>
                        </m:r>
                      </m:sub>
                    </m:sSub>
                    <m:r>
                      <a:rPr lang="en-US" sz="240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rPr>
                      <m:t>= </m:t>
                    </m:r>
                    <m:sSub>
                      <m:sSubPr>
                        <m:ctrlPr>
                          <a:rPr lang="en-US" sz="240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rPr>
                        </m:ctrlPr>
                      </m:sSubPr>
                      <m:e>
                        <m:r>
                          <a:rPr lang="en-GB" sz="2400" b="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rPr>
                          <m:t>𝑌</m:t>
                        </m:r>
                      </m:e>
                      <m:sub>
                        <m:sSub>
                          <m:sSubPr>
                            <m:ctrlPr>
                              <a:rPr lang="en-US" sz="240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rPr>
                            </m:ctrlPr>
                          </m:sSubPr>
                          <m:e>
                            <m:r>
                              <a:rPr lang="en-US" sz="240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rPr>
                              <m:t>1</m:t>
                            </m:r>
                          </m:e>
                          <m:sub>
                            <m:r>
                              <a:rPr lang="en-US" sz="240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rPr>
                              <m:t>𝑛</m:t>
                            </m:r>
                          </m:sub>
                        </m:sSub>
                      </m:sub>
                    </m:sSub>
                  </m:oMath>
                </a14:m>
                <a:r>
                  <a:rPr lang="en-US" sz="2400" dirty="0">
                    <a:ln w="0"/>
                    <a:solidFill>
                      <a:schemeClr val="tx1"/>
                    </a:solidFill>
                    <a:effectLst>
                      <a:outerShdw blurRad="38100" dist="19050" dir="2700000" algn="tl" rotWithShape="0">
                        <a:schemeClr val="dk1">
                          <a:alpha val="40000"/>
                        </a:schemeClr>
                      </a:outerShdw>
                    </a:effectLst>
                  </a:rPr>
                  <a:t>- </a:t>
                </a:r>
                <a14:m>
                  <m:oMath xmlns:m="http://schemas.openxmlformats.org/officeDocument/2006/math">
                    <m:sSub>
                      <m:sSubPr>
                        <m:ctrlPr>
                          <a:rPr lang="en-US" sz="2400" i="1">
                            <a:ln w="0"/>
                            <a:solidFill>
                              <a:schemeClr val="tx1"/>
                            </a:solidFill>
                            <a:effectLst>
                              <a:outerShdw blurRad="38100" dist="19050" dir="2700000" algn="tl" rotWithShape="0">
                                <a:schemeClr val="dk1">
                                  <a:alpha val="40000"/>
                                </a:schemeClr>
                              </a:outerShdw>
                            </a:effectLst>
                            <a:latin typeface="Cambria Math" panose="02040503050406030204" pitchFamily="18" charset="0"/>
                          </a:rPr>
                        </m:ctrlPr>
                      </m:sSubPr>
                      <m:e>
                        <m:r>
                          <a:rPr lang="en-GB" sz="2400" b="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rPr>
                          <m:t>𝑌</m:t>
                        </m:r>
                      </m:e>
                      <m:sub>
                        <m:sSub>
                          <m:sSubPr>
                            <m:ctrlPr>
                              <a:rPr lang="en-US" sz="2400" i="1">
                                <a:ln w="0"/>
                                <a:solidFill>
                                  <a:schemeClr val="tx1"/>
                                </a:solidFill>
                                <a:effectLst>
                                  <a:outerShdw blurRad="38100" dist="19050" dir="2700000" algn="tl" rotWithShape="0">
                                    <a:schemeClr val="dk1">
                                      <a:alpha val="40000"/>
                                    </a:schemeClr>
                                  </a:outerShdw>
                                </a:effectLst>
                                <a:latin typeface="Cambria Math" panose="02040503050406030204" pitchFamily="18" charset="0"/>
                              </a:rPr>
                            </m:ctrlPr>
                          </m:sSubPr>
                          <m:e>
                            <m:r>
                              <a:rPr lang="en-US" sz="240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rPr>
                              <m:t>2</m:t>
                            </m:r>
                          </m:e>
                          <m:sub>
                            <m:r>
                              <a:rPr lang="en-US" sz="2400" i="1">
                                <a:ln w="0"/>
                                <a:solidFill>
                                  <a:schemeClr val="tx1"/>
                                </a:solidFill>
                                <a:effectLst>
                                  <a:outerShdw blurRad="38100" dist="19050" dir="2700000" algn="tl" rotWithShape="0">
                                    <a:schemeClr val="dk1">
                                      <a:alpha val="40000"/>
                                    </a:schemeClr>
                                  </a:outerShdw>
                                </a:effectLst>
                                <a:latin typeface="Cambria Math" panose="02040503050406030204" pitchFamily="18" charset="0"/>
                              </a:rPr>
                              <m:t>𝑛</m:t>
                            </m:r>
                          </m:sub>
                        </m:sSub>
                      </m:sub>
                    </m:sSub>
                  </m:oMath>
                </a14:m>
                <a:r>
                  <a:rPr lang="en-US" sz="2400" dirty="0">
                    <a:ln w="0"/>
                    <a:solidFill>
                      <a:schemeClr val="tx1"/>
                    </a:solidFill>
                    <a:effectLst>
                      <a:outerShdw blurRad="38100" dist="19050" dir="2700000" algn="tl" rotWithShape="0">
                        <a:schemeClr val="dk1">
                          <a:alpha val="40000"/>
                        </a:schemeClr>
                      </a:outerShdw>
                    </a:effectLst>
                  </a:rPr>
                  <a:t> </a:t>
                </a:r>
              </a:p>
            </p:txBody>
          </p:sp>
        </mc:Choice>
        <mc:Fallback xmlns="">
          <p:sp>
            <p:nvSpPr>
              <p:cNvPr id="7" name="TextBox 6"/>
              <p:cNvSpPr txBox="1">
                <a:spLocks noRot="1" noChangeAspect="1" noMove="1" noResize="1" noEditPoints="1" noAdjustHandles="1" noChangeArrowheads="1" noChangeShapeType="1" noTextEdit="1"/>
              </p:cNvSpPr>
              <p:nvPr/>
            </p:nvSpPr>
            <p:spPr>
              <a:xfrm>
                <a:off x="5475848" y="2399904"/>
                <a:ext cx="2410852" cy="402995"/>
              </a:xfrm>
              <a:prstGeom prst="rect">
                <a:avLst/>
              </a:prstGeom>
              <a:blipFill>
                <a:blip r:embed="rId7"/>
                <a:stretch>
                  <a:fillRect t="-23188" b="-3913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graphicFrame>
            <p:nvGraphicFramePr>
              <p:cNvPr id="10" name="Table 9">
                <a:extLst>
                  <a:ext uri="{FF2B5EF4-FFF2-40B4-BE49-F238E27FC236}">
                    <a16:creationId xmlns:a16="http://schemas.microsoft.com/office/drawing/2014/main" id="{FEFF5B46-13F9-4C41-B3D9-03D38E4AFBE7}"/>
                  </a:ext>
                </a:extLst>
              </p:cNvPr>
              <p:cNvGraphicFramePr>
                <a:graphicFrameLocks noGrp="1"/>
              </p:cNvGraphicFramePr>
              <p:nvPr>
                <p:extLst>
                  <p:ext uri="{D42A27DB-BD31-4B8C-83A1-F6EECF244321}">
                    <p14:modId xmlns:p14="http://schemas.microsoft.com/office/powerpoint/2010/main" val="84645576"/>
                  </p:ext>
                </p:extLst>
              </p:nvPr>
            </p:nvGraphicFramePr>
            <p:xfrm>
              <a:off x="3866422" y="2399904"/>
              <a:ext cx="1129434" cy="1854200"/>
            </p:xfrm>
            <a:graphic>
              <a:graphicData uri="http://schemas.openxmlformats.org/drawingml/2006/table">
                <a:tbl>
                  <a:tblPr firstRow="1" bandRow="1">
                    <a:tableStyleId>{F5AB1C69-6EDB-4FF4-983F-18BD219EF322}</a:tableStyleId>
                  </a:tblPr>
                  <a:tblGrid>
                    <a:gridCol w="1129434">
                      <a:extLst>
                        <a:ext uri="{9D8B030D-6E8A-4147-A177-3AD203B41FA5}">
                          <a16:colId xmlns:a16="http://schemas.microsoft.com/office/drawing/2014/main" val="522177979"/>
                        </a:ext>
                      </a:extLst>
                    </a:gridCol>
                  </a:tblGrid>
                  <a:tr h="370840">
                    <a:tc>
                      <a:txBody>
                        <a:bodyPr/>
                        <a:lstStyle/>
                        <a:p>
                          <a:pPr algn="ctr"/>
                          <a14:m>
                            <m:oMathPara xmlns:m="http://schemas.openxmlformats.org/officeDocument/2006/math">
                              <m:oMathParaPr>
                                <m:jc m:val="centerGroup"/>
                              </m:oMathParaPr>
                              <m:oMath xmlns:m="http://schemas.openxmlformats.org/officeDocument/2006/math">
                                <m:r>
                                  <a:rPr lang="en-US" sz="1400" smtClean="0">
                                    <a:solidFill>
                                      <a:schemeClr val="tx1"/>
                                    </a:solidFill>
                                    <a:latin typeface="Cambria Math" panose="02040503050406030204" pitchFamily="18" charset="0"/>
                                  </a:rPr>
                                  <m:t>𝐷</m:t>
                                </m:r>
                              </m:oMath>
                            </m:oMathPara>
                          </a14:m>
                          <a:endParaRPr lang="en-US" sz="1400" dirty="0">
                            <a:solidFill>
                              <a:schemeClr val="tx1"/>
                            </a:solidFill>
                          </a:endParaRPr>
                        </a:p>
                      </a:txBody>
                      <a:tcPr/>
                    </a:tc>
                    <a:extLst>
                      <a:ext uri="{0D108BD9-81ED-4DB2-BD59-A6C34878D82A}">
                        <a16:rowId xmlns:a16="http://schemas.microsoft.com/office/drawing/2014/main" val="1161456333"/>
                      </a:ext>
                    </a:extLst>
                  </a:tr>
                  <a:tr h="370840">
                    <a:tc>
                      <a:txBody>
                        <a:bodyPr/>
                        <a:lstStyle/>
                        <a:p>
                          <a:pPr algn="ctr"/>
                          <a:r>
                            <a:rPr lang="en-US" sz="1400" dirty="0">
                              <a:solidFill>
                                <a:schemeClr val="tx1"/>
                              </a:solidFill>
                            </a:rPr>
                            <a:t>-2.9</a:t>
                          </a:r>
                        </a:p>
                      </a:txBody>
                      <a:tcPr/>
                    </a:tc>
                    <a:extLst>
                      <a:ext uri="{0D108BD9-81ED-4DB2-BD59-A6C34878D82A}">
                        <a16:rowId xmlns:a16="http://schemas.microsoft.com/office/drawing/2014/main" val="4209527493"/>
                      </a:ext>
                    </a:extLst>
                  </a:tr>
                  <a:tr h="370840">
                    <a:tc>
                      <a:txBody>
                        <a:bodyPr/>
                        <a:lstStyle/>
                        <a:p>
                          <a:pPr algn="ctr"/>
                          <a:r>
                            <a:rPr lang="en-US" sz="1400" dirty="0">
                              <a:solidFill>
                                <a:schemeClr val="tx1"/>
                              </a:solidFill>
                            </a:rPr>
                            <a:t>-1.4</a:t>
                          </a:r>
                        </a:p>
                      </a:txBody>
                      <a:tcPr/>
                    </a:tc>
                    <a:extLst>
                      <a:ext uri="{0D108BD9-81ED-4DB2-BD59-A6C34878D82A}">
                        <a16:rowId xmlns:a16="http://schemas.microsoft.com/office/drawing/2014/main" val="3189708125"/>
                      </a:ext>
                    </a:extLst>
                  </a:tr>
                  <a:tr h="370840">
                    <a:tc>
                      <a:txBody>
                        <a:bodyPr/>
                        <a:lstStyle/>
                        <a:p>
                          <a:pPr algn="ctr"/>
                          <a:r>
                            <a:rPr lang="en-US" sz="1400" dirty="0">
                              <a:solidFill>
                                <a:schemeClr val="tx1"/>
                              </a:solidFill>
                            </a:rPr>
                            <a:t>-3.7</a:t>
                          </a:r>
                        </a:p>
                      </a:txBody>
                      <a:tcPr/>
                    </a:tc>
                    <a:extLst>
                      <a:ext uri="{0D108BD9-81ED-4DB2-BD59-A6C34878D82A}">
                        <a16:rowId xmlns:a16="http://schemas.microsoft.com/office/drawing/2014/main" val="3494497803"/>
                      </a:ext>
                    </a:extLst>
                  </a:tr>
                  <a:tr h="370840">
                    <a:tc>
                      <a:txBody>
                        <a:bodyPr/>
                        <a:lstStyle/>
                        <a:p>
                          <a:pPr algn="ctr"/>
                          <a:r>
                            <a:rPr lang="en-US" sz="1400" dirty="0">
                              <a:solidFill>
                                <a:schemeClr val="tx1"/>
                              </a:solidFill>
                            </a:rPr>
                            <a:t>-0.8</a:t>
                          </a:r>
                        </a:p>
                      </a:txBody>
                      <a:tcPr/>
                    </a:tc>
                    <a:extLst>
                      <a:ext uri="{0D108BD9-81ED-4DB2-BD59-A6C34878D82A}">
                        <a16:rowId xmlns:a16="http://schemas.microsoft.com/office/drawing/2014/main" val="2700627175"/>
                      </a:ext>
                    </a:extLst>
                  </a:tr>
                </a:tbl>
              </a:graphicData>
            </a:graphic>
          </p:graphicFrame>
        </mc:Choice>
        <mc:Fallback xmlns="">
          <p:graphicFrame>
            <p:nvGraphicFramePr>
              <p:cNvPr id="10" name="Table 9">
                <a:extLst>
                  <a:ext uri="{FF2B5EF4-FFF2-40B4-BE49-F238E27FC236}">
                    <a16:creationId xmlns:a16="http://schemas.microsoft.com/office/drawing/2014/main" id="{FEFF5B46-13F9-4C41-B3D9-03D38E4AFBE7}"/>
                  </a:ext>
                </a:extLst>
              </p:cNvPr>
              <p:cNvGraphicFramePr>
                <a:graphicFrameLocks noGrp="1"/>
              </p:cNvGraphicFramePr>
              <p:nvPr>
                <p:extLst>
                  <p:ext uri="{D42A27DB-BD31-4B8C-83A1-F6EECF244321}">
                    <p14:modId xmlns:p14="http://schemas.microsoft.com/office/powerpoint/2010/main" val="84645576"/>
                  </p:ext>
                </p:extLst>
              </p:nvPr>
            </p:nvGraphicFramePr>
            <p:xfrm>
              <a:off x="3866422" y="2399904"/>
              <a:ext cx="1129434" cy="1854200"/>
            </p:xfrm>
            <a:graphic>
              <a:graphicData uri="http://schemas.openxmlformats.org/drawingml/2006/table">
                <a:tbl>
                  <a:tblPr firstRow="1" bandRow="1">
                    <a:tableStyleId>{F5AB1C69-6EDB-4FF4-983F-18BD219EF322}</a:tableStyleId>
                  </a:tblPr>
                  <a:tblGrid>
                    <a:gridCol w="1129434">
                      <a:extLst>
                        <a:ext uri="{9D8B030D-6E8A-4147-A177-3AD203B41FA5}">
                          <a16:colId xmlns:a16="http://schemas.microsoft.com/office/drawing/2014/main" val="522177979"/>
                        </a:ext>
                      </a:extLst>
                    </a:gridCol>
                  </a:tblGrid>
                  <a:tr h="370840">
                    <a:tc>
                      <a:txBody>
                        <a:bodyPr/>
                        <a:lstStyle/>
                        <a:p>
                          <a:endParaRPr lang="en-US"/>
                        </a:p>
                      </a:txBody>
                      <a:tcPr>
                        <a:blipFill>
                          <a:blip r:embed="rId4"/>
                          <a:stretch>
                            <a:fillRect l="-538" t="-1639" r="-2151" b="-403279"/>
                          </a:stretch>
                        </a:blipFill>
                      </a:tcPr>
                    </a:tc>
                    <a:extLst>
                      <a:ext uri="{0D108BD9-81ED-4DB2-BD59-A6C34878D82A}">
                        <a16:rowId xmlns:a16="http://schemas.microsoft.com/office/drawing/2014/main" val="1161456333"/>
                      </a:ext>
                    </a:extLst>
                  </a:tr>
                  <a:tr h="370840">
                    <a:tc>
                      <a:txBody>
                        <a:bodyPr/>
                        <a:lstStyle/>
                        <a:p>
                          <a:pPr algn="ctr"/>
                          <a:r>
                            <a:rPr lang="en-US" sz="1400" dirty="0" smtClean="0">
                              <a:solidFill>
                                <a:schemeClr val="tx1"/>
                              </a:solidFill>
                            </a:rPr>
                            <a:t>-2.9</a:t>
                          </a:r>
                          <a:endParaRPr lang="en-US" sz="1400" dirty="0">
                            <a:solidFill>
                              <a:schemeClr val="tx1"/>
                            </a:solidFill>
                          </a:endParaRPr>
                        </a:p>
                      </a:txBody>
                      <a:tcPr/>
                    </a:tc>
                    <a:extLst>
                      <a:ext uri="{0D108BD9-81ED-4DB2-BD59-A6C34878D82A}">
                        <a16:rowId xmlns:a16="http://schemas.microsoft.com/office/drawing/2014/main" val="4209527493"/>
                      </a:ext>
                    </a:extLst>
                  </a:tr>
                  <a:tr h="370840">
                    <a:tc>
                      <a:txBody>
                        <a:bodyPr/>
                        <a:lstStyle/>
                        <a:p>
                          <a:pPr algn="ctr"/>
                          <a:r>
                            <a:rPr lang="en-US" sz="1400" dirty="0" smtClean="0">
                              <a:solidFill>
                                <a:schemeClr val="tx1"/>
                              </a:solidFill>
                            </a:rPr>
                            <a:t>-1.4</a:t>
                          </a:r>
                          <a:endParaRPr lang="en-US" sz="1400" dirty="0">
                            <a:solidFill>
                              <a:schemeClr val="tx1"/>
                            </a:solidFill>
                          </a:endParaRPr>
                        </a:p>
                      </a:txBody>
                      <a:tcPr/>
                    </a:tc>
                    <a:extLst>
                      <a:ext uri="{0D108BD9-81ED-4DB2-BD59-A6C34878D82A}">
                        <a16:rowId xmlns:a16="http://schemas.microsoft.com/office/drawing/2014/main" val="3189708125"/>
                      </a:ext>
                    </a:extLst>
                  </a:tr>
                  <a:tr h="370840">
                    <a:tc>
                      <a:txBody>
                        <a:bodyPr/>
                        <a:lstStyle/>
                        <a:p>
                          <a:pPr algn="ctr"/>
                          <a:r>
                            <a:rPr lang="en-US" sz="1400" dirty="0" smtClean="0">
                              <a:solidFill>
                                <a:schemeClr val="tx1"/>
                              </a:solidFill>
                            </a:rPr>
                            <a:t>-3.7</a:t>
                          </a:r>
                          <a:endParaRPr lang="en-US" sz="1400" dirty="0">
                            <a:solidFill>
                              <a:schemeClr val="tx1"/>
                            </a:solidFill>
                          </a:endParaRPr>
                        </a:p>
                      </a:txBody>
                      <a:tcPr/>
                    </a:tc>
                    <a:extLst>
                      <a:ext uri="{0D108BD9-81ED-4DB2-BD59-A6C34878D82A}">
                        <a16:rowId xmlns:a16="http://schemas.microsoft.com/office/drawing/2014/main" val="3494497803"/>
                      </a:ext>
                    </a:extLst>
                  </a:tr>
                  <a:tr h="370840">
                    <a:tc>
                      <a:txBody>
                        <a:bodyPr/>
                        <a:lstStyle/>
                        <a:p>
                          <a:pPr algn="ctr"/>
                          <a:r>
                            <a:rPr lang="en-US" sz="1400" dirty="0" smtClean="0">
                              <a:solidFill>
                                <a:schemeClr val="tx1"/>
                              </a:solidFill>
                            </a:rPr>
                            <a:t>-</a:t>
                          </a:r>
                          <a:r>
                            <a:rPr lang="en-US" sz="1400" dirty="0" smtClean="0">
                              <a:solidFill>
                                <a:schemeClr val="tx1"/>
                              </a:solidFill>
                            </a:rPr>
                            <a:t>0.8</a:t>
                          </a:r>
                          <a:endParaRPr lang="en-US" sz="1400" dirty="0">
                            <a:solidFill>
                              <a:schemeClr val="tx1"/>
                            </a:solidFill>
                          </a:endParaRPr>
                        </a:p>
                      </a:txBody>
                      <a:tcPr/>
                    </a:tc>
                    <a:extLst>
                      <a:ext uri="{0D108BD9-81ED-4DB2-BD59-A6C34878D82A}">
                        <a16:rowId xmlns:a16="http://schemas.microsoft.com/office/drawing/2014/main" val="2700627175"/>
                      </a:ext>
                    </a:extLst>
                  </a:tr>
                </a:tbl>
              </a:graphicData>
            </a:graphic>
          </p:graphicFrame>
        </mc:Fallback>
      </mc:AlternateContent>
      <mc:AlternateContent xmlns:mc="http://schemas.openxmlformats.org/markup-compatibility/2006" xmlns:a14="http://schemas.microsoft.com/office/drawing/2010/main">
        <mc:Choice Requires="a14">
          <p:sp>
            <p:nvSpPr>
              <p:cNvPr id="11" name="TextBox 10"/>
              <p:cNvSpPr txBox="1"/>
              <p:nvPr/>
            </p:nvSpPr>
            <p:spPr>
              <a:xfrm>
                <a:off x="5475848" y="2973179"/>
                <a:ext cx="2410852" cy="1107996"/>
              </a:xfrm>
              <a:prstGeom prst="rect">
                <a:avLst/>
              </a:prstGeom>
            </p:spPr>
            <p:style>
              <a:lnRef idx="2">
                <a:schemeClr val="dk1"/>
              </a:lnRef>
              <a:fillRef idx="1">
                <a:schemeClr val="lt1"/>
              </a:fillRef>
              <a:effectRef idx="0">
                <a:schemeClr val="dk1"/>
              </a:effectRef>
              <a:fontRef idx="minor">
                <a:schemeClr val="dk1"/>
              </a:fontRef>
            </p:style>
            <p:txBody>
              <a:bodyPr wrap="square" lIns="0" tIns="0" rIns="0" bIns="0" rtlCol="0">
                <a:spAutoFit/>
              </a:bodyPr>
              <a:lstStyle/>
              <a:p>
                <a:pPr algn="ctr"/>
                <a14:m>
                  <m:oMathPara xmlns:m="http://schemas.openxmlformats.org/officeDocument/2006/math">
                    <m:oMathParaPr>
                      <m:jc m:val="center"/>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1</m:t>
                          </m:r>
                        </m:sub>
                      </m:sSub>
                      <m:r>
                        <a:rPr lang="en-US" b="0" i="0" smtClean="0">
                          <a:latin typeface="Cambria Math" panose="02040503050406030204" pitchFamily="18" charset="0"/>
                        </a:rPr>
                        <m:t>=0.</m:t>
                      </m:r>
                      <m:r>
                        <a:rPr lang="en-GB" b="0" i="0" smtClean="0">
                          <a:latin typeface="Cambria Math" panose="02040503050406030204" pitchFamily="18" charset="0"/>
                        </a:rPr>
                        <m:t>1</m:t>
                      </m:r>
                      <m:r>
                        <a:rPr lang="en-US" b="0" i="0" smtClean="0">
                          <a:latin typeface="Cambria Math" panose="02040503050406030204" pitchFamily="18" charset="0"/>
                        </a:rPr>
                        <m:t>−</m:t>
                      </m:r>
                      <m:r>
                        <a:rPr lang="en-GB" b="0" i="0" smtClean="0">
                          <a:latin typeface="Cambria Math" panose="02040503050406030204" pitchFamily="18" charset="0"/>
                        </a:rPr>
                        <m:t>3</m:t>
                      </m:r>
                      <m:r>
                        <a:rPr lang="en-US" b="0" i="0" smtClean="0">
                          <a:latin typeface="Cambria Math" panose="02040503050406030204" pitchFamily="18" charset="0"/>
                        </a:rPr>
                        <m:t>=</m:t>
                      </m:r>
                      <m:r>
                        <a:rPr lang="en-GB" b="0" i="0" smtClean="0">
                          <a:latin typeface="Cambria Math" panose="02040503050406030204" pitchFamily="18" charset="0"/>
                        </a:rPr>
                        <m:t>−2.9</m:t>
                      </m:r>
                    </m:oMath>
                  </m:oMathPara>
                </a14:m>
                <a:endParaRPr lang="en-US" dirty="0"/>
              </a:p>
              <a:p>
                <a:pPr algn="ctr"/>
                <a:r>
                  <a:rPr lang="en-US" dirty="0"/>
                  <a:t>.</a:t>
                </a:r>
              </a:p>
              <a:p>
                <a:pPr algn="ctr"/>
                <a:r>
                  <a:rPr lang="en-US" dirty="0"/>
                  <a:t>.</a:t>
                </a:r>
              </a:p>
              <a:p>
                <a:pPr algn="ctr"/>
                <a14:m>
                  <m:oMathPara xmlns:m="http://schemas.openxmlformats.org/officeDocument/2006/math">
                    <m:oMathParaPr>
                      <m:jc m:val="center"/>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b="0" i="1" smtClean="0">
                              <a:latin typeface="Cambria Math" panose="02040503050406030204" pitchFamily="18" charset="0"/>
                            </a:rPr>
                            <m:t>4</m:t>
                          </m:r>
                        </m:sub>
                      </m:sSub>
                      <m:r>
                        <a:rPr lang="en-US" b="0" i="1" smtClean="0">
                          <a:latin typeface="Cambria Math" panose="02040503050406030204" pitchFamily="18" charset="0"/>
                        </a:rPr>
                        <m:t>=0.</m:t>
                      </m:r>
                      <m:r>
                        <a:rPr lang="en-GB" b="0" i="1" smtClean="0">
                          <a:latin typeface="Cambria Math" panose="02040503050406030204" pitchFamily="18" charset="0"/>
                        </a:rPr>
                        <m:t>2</m:t>
                      </m:r>
                      <m:r>
                        <a:rPr lang="en-US" b="0" i="1" smtClean="0">
                          <a:latin typeface="Cambria Math" panose="02040503050406030204" pitchFamily="18" charset="0"/>
                        </a:rPr>
                        <m:t>−</m:t>
                      </m:r>
                      <m:r>
                        <a:rPr lang="en-GB" b="0" i="1" smtClean="0">
                          <a:latin typeface="Cambria Math" panose="02040503050406030204" pitchFamily="18" charset="0"/>
                        </a:rPr>
                        <m:t>1</m:t>
                      </m:r>
                      <m:r>
                        <a:rPr lang="en-US" b="0" i="1" smtClean="0">
                          <a:latin typeface="Cambria Math" panose="02040503050406030204" pitchFamily="18" charset="0"/>
                        </a:rPr>
                        <m:t>=−0.</m:t>
                      </m:r>
                      <m:r>
                        <a:rPr lang="en-GB" b="0" i="1" smtClean="0">
                          <a:latin typeface="Cambria Math" panose="02040503050406030204" pitchFamily="18" charset="0"/>
                        </a:rPr>
                        <m:t>8</m:t>
                      </m:r>
                      <m:r>
                        <a:rPr lang="en-US" b="0" i="1" smtClean="0">
                          <a:latin typeface="Cambria Math" panose="02040503050406030204" pitchFamily="18" charset="0"/>
                        </a:rPr>
                        <m:t> </m:t>
                      </m:r>
                    </m:oMath>
                  </m:oMathPara>
                </a14:m>
                <a:endParaRPr lang="en-US" dirty="0"/>
              </a:p>
            </p:txBody>
          </p:sp>
        </mc:Choice>
        <mc:Fallback xmlns="">
          <p:sp>
            <p:nvSpPr>
              <p:cNvPr id="11" name="TextBox 10"/>
              <p:cNvSpPr txBox="1">
                <a:spLocks noRot="1" noChangeAspect="1" noMove="1" noResize="1" noEditPoints="1" noAdjustHandles="1" noChangeArrowheads="1" noChangeShapeType="1" noTextEdit="1"/>
              </p:cNvSpPr>
              <p:nvPr/>
            </p:nvSpPr>
            <p:spPr>
              <a:xfrm>
                <a:off x="5475848" y="2973179"/>
                <a:ext cx="2410852" cy="1107996"/>
              </a:xfrm>
              <a:prstGeom prst="rect">
                <a:avLst/>
              </a:prstGeom>
              <a:blipFill>
                <a:blip r:embed="rId5"/>
                <a:stretch>
                  <a:fillRect b="-2174"/>
                </a:stretch>
              </a:blipFill>
            </p:spPr>
            <p:txBody>
              <a:bodyPr/>
              <a:lstStyle/>
              <a:p>
                <a:r>
                  <a:rPr lang="en-GB">
                    <a:noFill/>
                  </a:rPr>
                  <a:t> </a:t>
                </a:r>
              </a:p>
            </p:txBody>
          </p:sp>
        </mc:Fallback>
      </mc:AlternateContent>
      <p:sp>
        <p:nvSpPr>
          <p:cNvPr id="12" name="Right Brace 11"/>
          <p:cNvSpPr/>
          <p:nvPr/>
        </p:nvSpPr>
        <p:spPr>
          <a:xfrm>
            <a:off x="5106568" y="2876076"/>
            <a:ext cx="193431" cy="1187604"/>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3" name="Rectangle 12"/>
          <p:cNvSpPr/>
          <p:nvPr/>
        </p:nvSpPr>
        <p:spPr>
          <a:xfrm>
            <a:off x="1004780" y="1962597"/>
            <a:ext cx="3623492" cy="369332"/>
          </a:xfrm>
          <a:prstGeom prst="rect">
            <a:avLst/>
          </a:prstGeom>
        </p:spPr>
        <p:txBody>
          <a:bodyPr wrap="none">
            <a:spAutoFit/>
          </a:bodyPr>
          <a:lstStyle/>
          <a:p>
            <a:r>
              <a:rPr lang="en-US" dirty="0"/>
              <a:t>The distance between two distribution</a:t>
            </a:r>
          </a:p>
        </p:txBody>
      </p:sp>
    </p:spTree>
    <p:extLst>
      <p:ext uri="{BB962C8B-B14F-4D97-AF65-F5344CB8AC3E}">
        <p14:creationId xmlns:p14="http://schemas.microsoft.com/office/powerpoint/2010/main" val="1566065790"/>
      </p:ext>
    </p:extLst>
  </p:cSld>
  <p:clrMapOvr>
    <a:masterClrMapping/>
  </p:clrMapOvr>
  <p:transition spd="slow" advTm="28705">
    <p:push dir="u"/>
  </p:transition>
  <p:timing>
    <p:tnLst>
      <p:par>
        <p:cTn id="1" dur="indefinite" restart="never" nodeType="tmRoot"/>
      </p:par>
    </p:tnLst>
  </p:timing>
  <p:extLst mod="1">
    <p:ext uri="{3A86A75C-4F4B-4683-9AE1-C65F6400EC91}">
      <p14:laserTraceLst xmlns:p14="http://schemas.microsoft.com/office/powerpoint/2010/main">
        <p14:tracePtLst>
          <p14:tracePt t="241" x="5965825" y="3810000"/>
          <p14:tracePt t="315" x="5819775" y="3846513"/>
          <p14:tracePt t="334" x="5805488" y="3852863"/>
          <p14:tracePt t="350" x="5799138" y="3860800"/>
          <p14:tracePt t="383" x="5791200" y="3875088"/>
          <p14:tracePt t="400" x="5783263" y="3883025"/>
          <p14:tracePt t="417" x="5783263" y="3911600"/>
          <p14:tracePt t="434" x="5768975" y="3954463"/>
          <p14:tracePt t="450" x="5754688" y="3990975"/>
          <p14:tracePt t="467" x="5740400" y="4027488"/>
          <p14:tracePt t="484" x="5732463" y="4049713"/>
          <p14:tracePt t="500" x="5732463" y="4064000"/>
          <p14:tracePt t="517" x="5726113" y="4071938"/>
          <p14:tracePt t="534" x="5711825" y="4092575"/>
          <p14:tracePt t="550" x="5703888" y="4100513"/>
          <p14:tracePt t="567" x="5689600" y="4106863"/>
          <p14:tracePt t="584" x="5675313" y="4114800"/>
          <p14:tracePt t="600" x="5638800" y="4137025"/>
          <p14:tracePt t="617" x="5595938" y="4157663"/>
          <p14:tracePt t="634" x="5522913" y="4194175"/>
          <p14:tracePt t="650" x="5435600" y="4238625"/>
          <p14:tracePt t="667" x="5334000" y="4275138"/>
          <p14:tracePt t="684" x="5254625" y="4303713"/>
          <p14:tracePt t="700" x="5210175" y="4332288"/>
          <p14:tracePt t="717" x="5153025" y="4340225"/>
          <p14:tracePt t="734" x="5122863" y="4346575"/>
          <p14:tracePt t="750" x="5094288" y="4360863"/>
          <p14:tracePt t="767" x="5043488" y="4376738"/>
          <p14:tracePt t="784" x="4986338" y="4391025"/>
          <p14:tracePt t="800" x="4927600" y="4419600"/>
          <p14:tracePt t="817" x="4854575" y="4433888"/>
          <p14:tracePt t="834" x="4789488" y="4441825"/>
          <p14:tracePt t="850" x="4716463" y="4456113"/>
          <p14:tracePt t="867" x="4673600" y="4462463"/>
          <p14:tracePt t="884" x="4645025" y="4462463"/>
          <p14:tracePt t="900" x="4608513" y="4470400"/>
          <p14:tracePt t="917" x="4572000" y="4484688"/>
          <p14:tracePt t="934" x="4543425" y="4484688"/>
          <p14:tracePt t="951" x="4513263" y="4492625"/>
          <p14:tracePt t="967" x="4484688" y="4492625"/>
          <p14:tracePt t="985" x="4462463" y="4492625"/>
          <p14:tracePt t="1001" x="4427538" y="4513263"/>
          <p14:tracePt t="1017" x="4397375" y="4521200"/>
          <p14:tracePt t="1034" x="4360863" y="4521200"/>
          <p14:tracePt t="1050" x="4332288" y="4521200"/>
          <p14:tracePt t="1067" x="4303713" y="4535488"/>
          <p14:tracePt t="1084" x="4281488" y="4535488"/>
          <p14:tracePt t="1101" x="4252913" y="4535488"/>
          <p14:tracePt t="1117" x="4238625" y="4535488"/>
          <p14:tracePt t="1134" x="4230688" y="4535488"/>
          <p14:tracePt t="1151" x="4224338" y="4535488"/>
          <p14:tracePt t="1184" x="4216400" y="4535488"/>
          <p14:tracePt t="1201" x="4208463" y="4535488"/>
          <p14:tracePt t="1223" x="4202113" y="4535488"/>
          <p14:tracePt t="1234" x="4194175" y="4535488"/>
          <p14:tracePt t="1251" x="4179888" y="4535488"/>
          <p14:tracePt t="1267" x="4157663" y="4543425"/>
          <p14:tracePt t="1284" x="4122738" y="4543425"/>
          <p14:tracePt t="1301" x="4106863" y="4543425"/>
          <p14:tracePt t="1317" x="4071938" y="4543425"/>
          <p14:tracePt t="1334" x="4049713" y="4543425"/>
          <p14:tracePt t="1351" x="4027488" y="4543425"/>
          <p14:tracePt t="1367" x="3998913" y="4478338"/>
          <p14:tracePt t="1384" x="3970338" y="4391025"/>
          <p14:tracePt t="1401" x="3940175" y="4252913"/>
          <p14:tracePt t="1418" x="3925888" y="4114800"/>
          <p14:tracePt t="1435" x="3897313" y="3976688"/>
          <p14:tracePt t="1451" x="3897313" y="3860800"/>
          <p14:tracePt t="1467" x="3897313" y="3736975"/>
          <p14:tracePt t="1484" x="3925888" y="3614738"/>
          <p14:tracePt t="1501" x="3984625" y="3490913"/>
          <p14:tracePt t="1517" x="4064000" y="3316288"/>
          <p14:tracePt t="1534" x="4106863" y="3243263"/>
          <p14:tracePt t="1551" x="4165600" y="3178175"/>
          <p14:tracePt t="1567" x="4230688" y="3106738"/>
          <p14:tracePt t="1584" x="4289425" y="3048000"/>
          <p14:tracePt t="1601" x="4360863" y="2974975"/>
          <p14:tracePt t="1617" x="4411663" y="2924175"/>
          <p14:tracePt t="1634" x="4456113" y="2852738"/>
          <p14:tracePt t="1651" x="4492625" y="2786063"/>
          <p14:tracePt t="1667" x="4549775" y="2714625"/>
          <p14:tracePt t="1671" x="4586288" y="2663825"/>
          <p14:tracePt t="1685" x="4630738" y="2613025"/>
          <p14:tracePt t="1702" x="4710113" y="2452688"/>
          <p14:tracePt t="1717" x="4752975" y="2387600"/>
          <p14:tracePt t="1735" x="4775200" y="2336800"/>
          <p14:tracePt t="1751" x="4826000" y="2286000"/>
          <p14:tracePt t="1768" x="4854575" y="2235200"/>
          <p14:tracePt t="1784" x="4919663" y="2155825"/>
          <p14:tracePt t="1801" x="5006975" y="2068513"/>
          <p14:tracePt t="1818" x="5087938" y="1989138"/>
          <p14:tracePt t="1834" x="5138738" y="1922463"/>
          <p14:tracePt t="1851" x="5203825" y="1879600"/>
          <p14:tracePt t="1867" x="5240338" y="1851025"/>
          <p14:tracePt t="1884" x="5283200" y="1820863"/>
          <p14:tracePt t="1902" x="5370513" y="1755775"/>
          <p14:tracePt t="1918" x="5413375" y="1719263"/>
          <p14:tracePt t="1934" x="5457825" y="1698625"/>
          <p14:tracePt t="1951" x="5457825" y="1690688"/>
          <p14:tracePt t="2023" x="5464175" y="1684338"/>
          <p14:tracePt t="2031" x="5464175" y="1676400"/>
          <p14:tracePt t="2048" x="5478463" y="1668463"/>
          <p14:tracePt t="2063" x="5486400" y="1668463"/>
          <p14:tracePt t="2071" x="5494338" y="1668463"/>
          <p14:tracePt t="2087" x="5500688" y="1668463"/>
          <p14:tracePt t="2101" x="5514975" y="1662113"/>
          <p14:tracePt t="2118" x="5529263" y="1662113"/>
          <p14:tracePt t="2134" x="5551488" y="1662113"/>
          <p14:tracePt t="2151" x="5573713" y="1654175"/>
          <p14:tracePt t="2168" x="5595938" y="1654175"/>
          <p14:tracePt t="2184" x="5610225" y="1654175"/>
          <p14:tracePt t="2201" x="5630863" y="1654175"/>
          <p14:tracePt t="2218" x="5646738" y="1654175"/>
          <p14:tracePt t="2234" x="5661025" y="1654175"/>
          <p14:tracePt t="2251" x="5681663" y="1654175"/>
          <p14:tracePt t="2268" x="5703888" y="1654175"/>
          <p14:tracePt t="2284" x="5732463" y="1654175"/>
          <p14:tracePt t="2301" x="5768975" y="1654175"/>
          <p14:tracePt t="2318" x="5827713" y="1654175"/>
          <p14:tracePt t="2334" x="5856288" y="1662113"/>
          <p14:tracePt t="2351" x="5892800" y="1662113"/>
          <p14:tracePt t="2368" x="5915025" y="1668463"/>
          <p14:tracePt t="2384" x="5951538" y="1676400"/>
          <p14:tracePt t="2401" x="5980113" y="1684338"/>
          <p14:tracePt t="2418" x="6002338" y="1684338"/>
          <p14:tracePt t="2435" x="6030913" y="1684338"/>
          <p14:tracePt t="2451" x="6053138" y="1684338"/>
          <p14:tracePt t="2468" x="6073775" y="1698625"/>
          <p14:tracePt t="2501" x="6096000" y="1698625"/>
          <p14:tracePt t="2518" x="6110288" y="1704975"/>
          <p14:tracePt t="2534" x="6118225" y="1704975"/>
          <p14:tracePt t="2551" x="6132513" y="1712913"/>
          <p14:tracePt t="2568" x="6138863" y="1712913"/>
          <p14:tracePt t="2601" x="6146800" y="1719263"/>
          <p14:tracePt t="4416" x="6161088" y="1719263"/>
          <p14:tracePt t="4423" x="6175375" y="1719263"/>
          <p14:tracePt t="4447" x="6175375" y="1727200"/>
          <p14:tracePt t="8504" x="6175375" y="1735138"/>
          <p14:tracePt t="8511" x="6175375" y="1741488"/>
          <p14:tracePt t="8520" x="6161088" y="1741488"/>
          <p14:tracePt t="8536" x="6081713" y="1741488"/>
          <p14:tracePt t="8553" x="5986463" y="1741488"/>
          <p14:tracePt t="8570" x="5929313" y="1741488"/>
          <p14:tracePt t="8587" x="5878513" y="1741488"/>
          <p14:tracePt t="8604" x="5805488" y="1741488"/>
          <p14:tracePt t="8620" x="5748338" y="1741488"/>
          <p14:tracePt t="8638" x="5646738" y="1735138"/>
          <p14:tracePt t="8653" x="5588000" y="1735138"/>
          <p14:tracePt t="8671" x="5421313" y="1735138"/>
          <p14:tracePt t="8687" x="5305425" y="1735138"/>
          <p14:tracePt t="8703" x="5189538" y="1735138"/>
          <p14:tracePt t="8720" x="5087938" y="1735138"/>
          <p14:tracePt t="8737" x="4992688" y="1735138"/>
          <p14:tracePt t="8753" x="4913313" y="1735138"/>
          <p14:tracePt t="8770" x="4854575" y="1735138"/>
          <p14:tracePt t="8787" x="4803775" y="1735138"/>
          <p14:tracePt t="8803" x="4746625" y="1735138"/>
          <p14:tracePt t="8820" x="4673600" y="1735138"/>
          <p14:tracePt t="8837" x="4564063" y="1735138"/>
          <p14:tracePt t="8853" x="4391025" y="1735138"/>
          <p14:tracePt t="8870" x="4275138" y="1735138"/>
          <p14:tracePt t="8888" x="4143375" y="1735138"/>
          <p14:tracePt t="8903" x="3998913" y="1735138"/>
          <p14:tracePt t="8920" x="3852863" y="1735138"/>
          <p14:tracePt t="8937" x="3708400" y="1749425"/>
          <p14:tracePt t="8953" x="3598863" y="1749425"/>
          <p14:tracePt t="8970" x="3519488" y="1755775"/>
          <p14:tracePt t="8987" x="3432175" y="1770063"/>
          <p14:tracePt t="9003" x="3375025" y="1785938"/>
          <p14:tracePt t="9020" x="3309938" y="1792288"/>
          <p14:tracePt t="9037" x="3243263" y="1814513"/>
          <p14:tracePt t="9053" x="3171825" y="1820863"/>
          <p14:tracePt t="9070" x="3033713" y="1820863"/>
          <p14:tracePt t="9087" x="2968625" y="1820863"/>
          <p14:tracePt t="9103" x="2887663" y="1820863"/>
          <p14:tracePt t="9120" x="2816225" y="1820863"/>
          <p14:tracePt t="9137" x="2757488" y="1820863"/>
          <p14:tracePt t="9153" x="2700338" y="1820863"/>
          <p14:tracePt t="9170" x="2641600" y="1820863"/>
          <p14:tracePt t="9174" x="2613025" y="1820863"/>
          <p14:tracePt t="9187" x="2582863" y="1820863"/>
          <p14:tracePt t="9203" x="2517775" y="1820863"/>
          <p14:tracePt t="9220" x="2460625" y="1836738"/>
          <p14:tracePt t="9238" x="2379663" y="1851025"/>
          <p14:tracePt t="9253" x="2365375" y="1851025"/>
          <p14:tracePt t="9270" x="2278063" y="1871663"/>
          <p14:tracePt t="9287" x="2243138" y="1871663"/>
          <p14:tracePt t="9303" x="2206625" y="1871663"/>
          <p14:tracePt t="9320" x="2170113" y="1871663"/>
          <p14:tracePt t="9337" x="2119313" y="1879600"/>
          <p14:tracePt t="9353" x="2082800" y="1879600"/>
          <p14:tracePt t="9370" x="2054225" y="1879600"/>
          <p14:tracePt t="9387" x="2032000" y="1879600"/>
          <p14:tracePt t="9403" x="1989138" y="1879600"/>
          <p14:tracePt t="9420" x="1958975" y="1879600"/>
          <p14:tracePt t="9437" x="1922463" y="1879600"/>
          <p14:tracePt t="9453" x="1901825" y="1879600"/>
          <p14:tracePt t="9470" x="1857375" y="1879600"/>
          <p14:tracePt t="9487" x="1828800" y="1879600"/>
          <p14:tracePt t="9503" x="1800225" y="1879600"/>
          <p14:tracePt t="9520" x="1749425" y="1879600"/>
          <p14:tracePt t="9537" x="1719263" y="1879600"/>
          <p14:tracePt t="9553" x="1704975" y="1879600"/>
          <p14:tracePt t="9570" x="1698625" y="1879600"/>
          <p14:tracePt t="9587" x="1684338" y="1879600"/>
          <p14:tracePt t="9692" x="1684338" y="1871663"/>
          <p14:tracePt t="9707" x="1684338" y="1865313"/>
          <p14:tracePt t="9720" x="1684338" y="1851025"/>
          <p14:tracePt t="9734" x="1684338" y="1828800"/>
          <p14:tracePt t="9758" x="1684338" y="1800225"/>
          <p14:tracePt t="9770" x="1690688" y="1800225"/>
          <p14:tracePt t="9787" x="1698625" y="1785938"/>
          <p14:tracePt t="9804" x="1712913" y="1770063"/>
          <p14:tracePt t="9821" x="1719263" y="1763713"/>
          <p14:tracePt t="9837" x="1749425" y="1735138"/>
          <p14:tracePt t="9854" x="1763713" y="1719263"/>
          <p14:tracePt t="9870" x="1800225" y="1704975"/>
          <p14:tracePt t="9888" x="1828800" y="1684338"/>
          <p14:tracePt t="9904" x="1879600" y="1654175"/>
          <p14:tracePt t="9921" x="1908175" y="1647825"/>
          <p14:tracePt t="9939" x="1952625" y="1625600"/>
          <p14:tracePt t="9954" x="1995488" y="1617663"/>
          <p14:tracePt t="9971" x="2024063" y="1603375"/>
          <p14:tracePt t="9988" x="2060575" y="1597025"/>
          <p14:tracePt t="10004" x="2119313" y="1574800"/>
          <p14:tracePt t="10020" x="2184400" y="1560513"/>
          <p14:tracePt t="10038" x="2344738" y="1524000"/>
          <p14:tracePt t="10053" x="2401888" y="1524000"/>
          <p14:tracePt t="10070" x="2474913" y="1509713"/>
          <p14:tracePt t="10087" x="2540000" y="1501775"/>
          <p14:tracePt t="10104" x="2598738" y="1495425"/>
          <p14:tracePt t="10121" x="2670175" y="1481138"/>
          <p14:tracePt t="10137" x="2743200" y="1465263"/>
          <p14:tracePt t="10154" x="2852738" y="1458913"/>
          <p14:tracePt t="10171" x="2968625" y="1436688"/>
          <p14:tracePt t="10179" x="3019425" y="1430338"/>
          <p14:tracePt t="10187" x="3084513" y="1430338"/>
          <p14:tracePt t="10204" x="3192463" y="1422400"/>
          <p14:tracePt t="10220" x="3324225" y="1414463"/>
          <p14:tracePt t="10239" x="3513138" y="1393825"/>
          <p14:tracePt t="10254" x="3643313" y="1393825"/>
          <p14:tracePt t="10271" x="3781425" y="1385888"/>
          <p14:tracePt t="10287" x="3919538" y="1385888"/>
          <p14:tracePt t="10304" x="4035425" y="1379538"/>
          <p14:tracePt t="10321" x="4143375" y="1363663"/>
          <p14:tracePt t="10337" x="4252913" y="1357313"/>
          <p14:tracePt t="10354" x="4346575" y="1357313"/>
          <p14:tracePt t="10371" x="4448175" y="1357313"/>
          <p14:tracePt t="10388" x="4535488" y="1349375"/>
          <p14:tracePt t="10405" x="4637088" y="1343025"/>
          <p14:tracePt t="10422" x="4732338" y="1328738"/>
          <p14:tracePt t="10437" x="4840288" y="1312863"/>
          <p14:tracePt t="10454" x="4978400" y="1306513"/>
          <p14:tracePt t="10471" x="5080000" y="1306513"/>
          <p14:tracePt t="10487" x="5173663" y="1306513"/>
          <p14:tracePt t="10504" x="5275263" y="1306513"/>
          <p14:tracePt t="10520" x="5384800" y="1306513"/>
          <p14:tracePt t="10537" x="5472113" y="1306513"/>
          <p14:tracePt t="10554" x="5559425" y="1328738"/>
          <p14:tracePt t="10570" x="5667375" y="1363663"/>
          <p14:tracePt t="10587" x="5762625" y="1408113"/>
          <p14:tracePt t="10604" x="5827713" y="1465263"/>
          <p14:tracePt t="10620" x="5878513" y="1509713"/>
          <p14:tracePt t="10637" x="5935663" y="1574800"/>
          <p14:tracePt t="10654" x="6002338" y="1719263"/>
          <p14:tracePt t="10670" x="6030913" y="1800225"/>
          <p14:tracePt t="10687" x="6053138" y="1893888"/>
          <p14:tracePt t="10704" x="6053138" y="1944688"/>
          <p14:tracePt t="10720" x="6053138" y="1995488"/>
          <p14:tracePt t="10737" x="6022975" y="2060575"/>
          <p14:tracePt t="10754" x="5986463" y="2147888"/>
          <p14:tracePt t="10770" x="5957888" y="2220913"/>
          <p14:tracePt t="10787" x="5900738" y="2314575"/>
          <p14:tracePt t="10804" x="5856288" y="2395538"/>
          <p14:tracePt t="10820" x="5819775" y="2452688"/>
          <p14:tracePt t="10837" x="5783263" y="2517775"/>
          <p14:tracePt t="10854" x="5703888" y="2655888"/>
          <p14:tracePt t="10870" x="5653088" y="2743200"/>
          <p14:tracePt t="10887" x="5610225" y="2801938"/>
          <p14:tracePt t="10904" x="5551488" y="2881313"/>
          <p14:tracePt t="10920" x="5508625" y="2946400"/>
          <p14:tracePt t="10937" x="5421313" y="3040063"/>
          <p14:tracePt t="10954" x="5341938" y="3141663"/>
          <p14:tracePt t="10970" x="5246688" y="3228975"/>
          <p14:tracePt t="10987" x="5159375" y="3324225"/>
          <p14:tracePt t="11004" x="5080000" y="3395663"/>
          <p14:tracePt t="11020" x="4978400" y="3468688"/>
          <p14:tracePt t="11037" x="4811713" y="3592513"/>
          <p14:tracePt t="11054" x="4673600" y="3686175"/>
          <p14:tracePt t="11070" x="4549775" y="3767138"/>
          <p14:tracePt t="11087" x="4411663" y="3846513"/>
          <p14:tracePt t="11104" x="4281488" y="3911600"/>
          <p14:tracePt t="11121" x="4157663" y="3976688"/>
          <p14:tracePt t="11138" x="4049713" y="4027488"/>
          <p14:tracePt t="11154" x="3919538" y="4078288"/>
          <p14:tracePt t="11171" x="3773488" y="4129088"/>
          <p14:tracePt t="11175" x="3708400" y="4151313"/>
          <p14:tracePt t="11187" x="3629025" y="4187825"/>
          <p14:tracePt t="11204" x="3482975" y="4224338"/>
          <p14:tracePt t="11220" x="3344863" y="4259263"/>
          <p14:tracePt t="11238" x="3127375" y="4310063"/>
          <p14:tracePt t="11254" x="2997200" y="4346575"/>
          <p14:tracePt t="11271" x="2909888" y="4376738"/>
          <p14:tracePt t="11287" x="2830513" y="4405313"/>
          <p14:tracePt t="11304" x="2779713" y="4411663"/>
          <p14:tracePt t="11321" x="2743200" y="4419600"/>
          <p14:tracePt t="11432" x="2735263" y="4411663"/>
          <p14:tracePt t="11449" x="2735263" y="4405313"/>
          <p14:tracePt t="11456" x="2735263" y="4376738"/>
          <p14:tracePt t="11463" x="2751138" y="4360863"/>
          <p14:tracePt t="11472" x="2757488" y="4346575"/>
          <p14:tracePt t="11488" x="2779713" y="4303713"/>
          <p14:tracePt t="11504" x="2801938" y="4267200"/>
          <p14:tracePt t="11521" x="2852738" y="4208463"/>
          <p14:tracePt t="11537" x="2887663" y="4137025"/>
          <p14:tracePt t="11554" x="2938463" y="4064000"/>
          <p14:tracePt t="11571" x="2982913" y="3954463"/>
          <p14:tracePt t="11588" x="3062288" y="3832225"/>
          <p14:tracePt t="11604" x="3127375" y="3708400"/>
          <p14:tracePt t="11621" x="3192463" y="3592513"/>
          <p14:tracePt t="11637" x="3251200" y="3505200"/>
          <p14:tracePt t="11654" x="3338513" y="3360738"/>
          <p14:tracePt t="11671" x="3403600" y="3273425"/>
          <p14:tracePt t="11687" x="3462338" y="3192463"/>
          <p14:tracePt t="11704" x="3513138" y="3121025"/>
          <p14:tracePt t="11721" x="3548063" y="3090863"/>
          <p14:tracePt t="11737" x="3598863" y="3033713"/>
          <p14:tracePt t="11754" x="3649663" y="2960688"/>
          <p14:tracePt t="11771" x="3694113" y="2887663"/>
          <p14:tracePt t="11788" x="3751263" y="2830513"/>
          <p14:tracePt t="11804" x="3787775" y="2779713"/>
          <p14:tracePt t="11821" x="3810000" y="2743200"/>
          <p14:tracePt t="11837" x="3846513" y="2692400"/>
          <p14:tracePt t="11854" x="3875088" y="2655888"/>
          <p14:tracePt t="11871" x="3911600" y="2605088"/>
          <p14:tracePt t="11888" x="3925888" y="2576513"/>
          <p14:tracePt t="11904" x="3948113" y="2554288"/>
          <p14:tracePt t="11921" x="3962400" y="2532063"/>
          <p14:tracePt t="11938" x="3970338" y="2525713"/>
          <p14:tracePt t="11955" x="3990975" y="2511425"/>
          <p14:tracePt t="11971" x="3998913" y="2497138"/>
          <p14:tracePt t="11987" x="4021138" y="2481263"/>
          <p14:tracePt t="12004" x="4049713" y="2466975"/>
          <p14:tracePt t="12021" x="4064000" y="2446338"/>
          <p14:tracePt t="12038" x="4100513" y="2438400"/>
          <p14:tracePt t="12055" x="4129088" y="2430463"/>
          <p14:tracePt t="12071" x="4173538" y="2416175"/>
          <p14:tracePt t="12088" x="4208463" y="2409825"/>
          <p14:tracePt t="12104" x="4252913" y="2401888"/>
          <p14:tracePt t="12121" x="4281488" y="2401888"/>
          <p14:tracePt t="12138" x="4310063" y="2401888"/>
          <p14:tracePt t="12154" x="4354513" y="2401888"/>
          <p14:tracePt t="12171" x="4383088" y="2401888"/>
          <p14:tracePt t="12175" x="4405313" y="2401888"/>
          <p14:tracePt t="12187" x="4427538" y="2401888"/>
          <p14:tracePt t="12205" x="4478338" y="2430463"/>
          <p14:tracePt t="12222" x="4579938" y="2503488"/>
          <p14:tracePt t="12238" x="4651375" y="2547938"/>
          <p14:tracePt t="12254" x="4702175" y="2576513"/>
          <p14:tracePt t="12271" x="4738688" y="2619375"/>
          <p14:tracePt t="12288" x="4789488" y="2655888"/>
          <p14:tracePt t="12304" x="4826000" y="2700338"/>
          <p14:tracePt t="12321" x="4868863" y="2771775"/>
          <p14:tracePt t="12338" x="4899025" y="2844800"/>
          <p14:tracePt t="12354" x="4927600" y="2917825"/>
          <p14:tracePt t="12371" x="4941888" y="3025775"/>
          <p14:tracePt t="12388" x="4978400" y="3141663"/>
          <p14:tracePt t="12404" x="5000625" y="3279775"/>
          <p14:tracePt t="12422" x="5014913" y="3440113"/>
          <p14:tracePt t="12438" x="5037138" y="3533775"/>
          <p14:tracePt t="12455" x="5037138" y="3614738"/>
          <p14:tracePt t="12471" x="5037138" y="3671888"/>
          <p14:tracePt t="12488" x="5037138" y="3722688"/>
          <p14:tracePt t="12504" x="5014913" y="3810000"/>
          <p14:tracePt t="12521" x="4992688" y="3860800"/>
          <p14:tracePt t="12538" x="4935538" y="3970338"/>
          <p14:tracePt t="12554" x="4905375" y="4027488"/>
          <p14:tracePt t="12571" x="4868863" y="4086225"/>
          <p14:tracePt t="12588" x="4854575" y="4114800"/>
          <p14:tracePt t="12604" x="4811713" y="4165600"/>
          <p14:tracePt t="12622" x="4752975" y="4230688"/>
          <p14:tracePt t="12638" x="4695825" y="4289425"/>
          <p14:tracePt t="12655" x="4659313" y="4318000"/>
          <p14:tracePt t="12672" x="4608513" y="4354513"/>
          <p14:tracePt t="12688" x="4557713" y="4376738"/>
          <p14:tracePt t="12704" x="4506913" y="4397375"/>
          <p14:tracePt t="12721" x="4462463" y="4405313"/>
          <p14:tracePt t="12738" x="4411663" y="4427538"/>
          <p14:tracePt t="12755" x="4360863" y="4427538"/>
          <p14:tracePt t="12771" x="4325938" y="4427538"/>
          <p14:tracePt t="12788" x="4295775" y="4427538"/>
          <p14:tracePt t="12805" x="4275138" y="4427538"/>
          <p14:tracePt t="12822" x="4238625" y="4405313"/>
          <p14:tracePt t="12838" x="4202113" y="4346575"/>
          <p14:tracePt t="12854" x="4173538" y="4281488"/>
          <p14:tracePt t="12871" x="4122738" y="4202113"/>
          <p14:tracePt t="12888" x="4086225" y="4151313"/>
          <p14:tracePt t="12905" x="4064000" y="4122738"/>
          <p14:tracePt t="12921" x="4056063" y="4086225"/>
          <p14:tracePt t="12938" x="4049713" y="4041775"/>
          <p14:tracePt t="12954" x="4049713" y="3998913"/>
          <p14:tracePt t="12971" x="4027488" y="3933825"/>
          <p14:tracePt t="12988" x="4021138" y="3846513"/>
          <p14:tracePt t="13004" x="4013200" y="3773488"/>
          <p14:tracePt t="13021" x="4013200" y="3679825"/>
          <p14:tracePt t="13038" x="4013200" y="3635375"/>
          <p14:tracePt t="13055" x="4013200" y="3563938"/>
          <p14:tracePt t="13071" x="4013200" y="3476625"/>
          <p14:tracePt t="13088" x="4013200" y="3395663"/>
          <p14:tracePt t="13105" x="4013200" y="3338513"/>
          <p14:tracePt t="13121" x="4013200" y="3294063"/>
          <p14:tracePt t="13138" x="4027488" y="3228975"/>
          <p14:tracePt t="13155" x="4035425" y="3186113"/>
          <p14:tracePt t="13171" x="4041775" y="3127375"/>
          <p14:tracePt t="13176" x="4041775" y="3098800"/>
          <p14:tracePt t="13188" x="4056063" y="3070225"/>
          <p14:tracePt t="13204" x="4064000" y="3011488"/>
          <p14:tracePt t="13222" x="4078288" y="2946400"/>
          <p14:tracePt t="13238" x="4092575" y="2895600"/>
          <p14:tracePt t="13255" x="4106863" y="2859088"/>
          <p14:tracePt t="13271" x="4122738" y="2808288"/>
          <p14:tracePt t="13288" x="4157663" y="2751138"/>
          <p14:tracePt t="13305" x="4165600" y="2714625"/>
          <p14:tracePt t="13321" x="4179888" y="2684463"/>
          <p14:tracePt t="13338" x="4194175" y="2655888"/>
          <p14:tracePt t="13355" x="4216400" y="2633663"/>
          <p14:tracePt t="13371" x="4238625" y="2598738"/>
          <p14:tracePt t="13388" x="4275138" y="2562225"/>
          <p14:tracePt t="13405" x="4303713" y="2532063"/>
          <p14:tracePt t="13421" x="4332288" y="2511425"/>
          <p14:tracePt t="13438" x="4340225" y="2497138"/>
          <p14:tracePt t="13455" x="4346575" y="2497138"/>
          <p14:tracePt t="13472" x="4368800" y="2481263"/>
          <p14:tracePt t="13488" x="4391025" y="2460625"/>
          <p14:tracePt t="13505" x="4411663" y="2446338"/>
          <p14:tracePt t="13521" x="4433888" y="2430463"/>
          <p14:tracePt t="13538" x="4448175" y="2424113"/>
          <p14:tracePt t="13555" x="4456113" y="2424113"/>
          <p14:tracePt t="13571" x="4470400" y="2409825"/>
          <p14:tracePt t="13588" x="4484688" y="2409825"/>
          <p14:tracePt t="13605" x="4513263" y="2409825"/>
          <p14:tracePt t="13622" x="4572000" y="2409825"/>
          <p14:tracePt t="13638" x="4608513" y="2409825"/>
          <p14:tracePt t="13655" x="4630738" y="2409825"/>
          <p14:tracePt t="13671" x="4645025" y="2409825"/>
          <p14:tracePt t="13688" x="4659313" y="2424113"/>
          <p14:tracePt t="13705" x="4687888" y="2446338"/>
          <p14:tracePt t="13722" x="4724400" y="2466975"/>
          <p14:tracePt t="13738" x="4760913" y="2497138"/>
          <p14:tracePt t="13755" x="4797425" y="2517775"/>
          <p14:tracePt t="13771" x="4818063" y="2540000"/>
          <p14:tracePt t="13788" x="4833938" y="2547938"/>
          <p14:tracePt t="13805" x="4848225" y="2562225"/>
          <p14:tracePt t="13822" x="4868863" y="2582863"/>
          <p14:tracePt t="13838" x="4876800" y="2605088"/>
          <p14:tracePt t="13855" x="4891088" y="2633663"/>
          <p14:tracePt t="13871" x="4905375" y="2670175"/>
          <p14:tracePt t="13888" x="4919663" y="2735263"/>
          <p14:tracePt t="13905" x="4941888" y="2808288"/>
          <p14:tracePt t="13921" x="4964113" y="2903538"/>
          <p14:tracePt t="13938" x="4992688" y="2974975"/>
          <p14:tracePt t="13955" x="5000625" y="3048000"/>
          <p14:tracePt t="13971" x="5000625" y="3121025"/>
          <p14:tracePt t="13988" x="5000625" y="3208338"/>
          <p14:tracePt t="14005" x="5000625" y="3302000"/>
          <p14:tracePt t="14021" x="5000625" y="3446463"/>
          <p14:tracePt t="14038" x="5000625" y="3527425"/>
          <p14:tracePt t="14055" x="5000625" y="3606800"/>
          <p14:tracePt t="14072" x="4992688" y="3671888"/>
          <p14:tracePt t="14088" x="4964113" y="3767138"/>
          <p14:tracePt t="14105" x="4941888" y="3846513"/>
          <p14:tracePt t="14122" x="4913313" y="3919538"/>
          <p14:tracePt t="14138" x="4876800" y="4005263"/>
          <p14:tracePt t="14155" x="4854575" y="4071938"/>
          <p14:tracePt t="14171" x="4818063" y="4122738"/>
          <p14:tracePt t="14177" x="4797425" y="4157663"/>
          <p14:tracePt t="14188" x="4783138" y="4179888"/>
          <p14:tracePt t="14205" x="4724400" y="4267200"/>
          <p14:tracePt t="14221" x="4645025" y="4376738"/>
          <p14:tracePt t="14238" x="4586288" y="4427538"/>
          <p14:tracePt t="14255" x="4535488" y="4478338"/>
          <p14:tracePt t="14272" x="4506913" y="4506913"/>
          <p14:tracePt t="14288" x="4456113" y="4543425"/>
          <p14:tracePt t="14305" x="4419600" y="4564063"/>
          <p14:tracePt t="14321" x="4360863" y="4600575"/>
          <p14:tracePt t="14338" x="4325938" y="4608513"/>
          <p14:tracePt t="14355" x="4289425" y="4614863"/>
          <p14:tracePt t="14371" x="4244975" y="4630738"/>
          <p14:tracePt t="14388" x="4208463" y="4637088"/>
          <p14:tracePt t="14405" x="4165600" y="4637088"/>
          <p14:tracePt t="14422" x="4100513" y="4637088"/>
          <p14:tracePt t="14438" x="4049713" y="4637088"/>
          <p14:tracePt t="14455" x="4005263" y="4637088"/>
          <p14:tracePt t="14472" x="3954463" y="4630738"/>
          <p14:tracePt t="14488" x="3925888" y="4622800"/>
          <p14:tracePt t="14505" x="3883025" y="4614863"/>
          <p14:tracePt t="14522" x="3852863" y="4600575"/>
          <p14:tracePt t="14538" x="3846513" y="4586288"/>
          <p14:tracePt t="14555" x="3832225" y="4572000"/>
          <p14:tracePt t="14572" x="3824288" y="4557713"/>
          <p14:tracePt t="14588" x="3817938" y="4513263"/>
          <p14:tracePt t="14605" x="3795713" y="4419600"/>
          <p14:tracePt t="14622" x="3787775" y="4346575"/>
          <p14:tracePt t="14638" x="3781425" y="4238625"/>
          <p14:tracePt t="14655" x="3781425" y="4122738"/>
          <p14:tracePt t="14673" x="3781425" y="4013200"/>
          <p14:tracePt t="14688" x="3781425" y="3903663"/>
          <p14:tracePt t="14705" x="3781425" y="3817938"/>
          <p14:tracePt t="14722" x="3781425" y="3736975"/>
          <p14:tracePt t="14738" x="3781425" y="3649663"/>
          <p14:tracePt t="14755" x="3781425" y="3570288"/>
          <p14:tracePt t="14772" x="3781425" y="3513138"/>
          <p14:tracePt t="14788" x="3781425" y="3454400"/>
          <p14:tracePt t="14805" x="3781425" y="3375025"/>
          <p14:tracePt t="14822" x="3781425" y="3316288"/>
          <p14:tracePt t="14838" x="3781425" y="3243263"/>
          <p14:tracePt t="14856" x="3781425" y="3178175"/>
          <p14:tracePt t="14872" x="3787775" y="3113088"/>
          <p14:tracePt t="14888" x="3787775" y="3062288"/>
          <p14:tracePt t="14905" x="3795713" y="3025775"/>
          <p14:tracePt t="14922" x="3795713" y="2982913"/>
          <p14:tracePt t="14938" x="3802063" y="2932113"/>
          <p14:tracePt t="14955" x="3817938" y="2873375"/>
          <p14:tracePt t="14972" x="3824288" y="2801938"/>
          <p14:tracePt t="14988" x="3852863" y="2720975"/>
          <p14:tracePt t="15006" x="3889375" y="2613025"/>
          <p14:tracePt t="15022" x="3903663" y="2568575"/>
          <p14:tracePt t="15039" x="3940175" y="2511425"/>
          <p14:tracePt t="15055" x="3970338" y="2466975"/>
          <p14:tracePt t="15072" x="4013200" y="2409825"/>
          <p14:tracePt t="15089" x="4041775" y="2373313"/>
          <p14:tracePt t="15106" x="4064000" y="2351088"/>
          <p14:tracePt t="15122" x="4106863" y="2328863"/>
          <p14:tracePt t="15138" x="4143375" y="2300288"/>
          <p14:tracePt t="15155" x="4157663" y="2293938"/>
          <p14:tracePt t="15172" x="4187825" y="2286000"/>
          <p14:tracePt t="15177" x="4208463" y="2278063"/>
          <p14:tracePt t="15188" x="4230688" y="2278063"/>
          <p14:tracePt t="15206" x="4310063" y="2263775"/>
          <p14:tracePt t="15222" x="4354513" y="2257425"/>
          <p14:tracePt t="15239" x="4397375" y="2249488"/>
          <p14:tracePt t="15255" x="4427538" y="2249488"/>
          <p14:tracePt t="15272" x="4456113" y="2249488"/>
          <p14:tracePt t="15289" x="4506913" y="2249488"/>
          <p14:tracePt t="15305" x="4543425" y="2249488"/>
          <p14:tracePt t="15322" x="4572000" y="2249488"/>
          <p14:tracePt t="15338" x="4594225" y="2249488"/>
          <p14:tracePt t="15355" x="4600575" y="2249488"/>
          <p14:tracePt t="15372" x="4608513" y="2249488"/>
          <p14:tracePt t="15389" x="4630738" y="2249488"/>
          <p14:tracePt t="15406" x="4651375" y="2249488"/>
          <p14:tracePt t="15422" x="4659313" y="2249488"/>
          <p14:tracePt t="15438" x="4681538" y="2263775"/>
          <p14:tracePt t="15455" x="4687888" y="2271713"/>
          <p14:tracePt t="15472" x="4702175" y="2271713"/>
          <p14:tracePt t="15489" x="4724400" y="2278063"/>
          <p14:tracePt t="15505" x="4752975" y="2293938"/>
          <p14:tracePt t="15522" x="4775200" y="2300288"/>
          <p14:tracePt t="15539" x="4797425" y="2314575"/>
          <p14:tracePt t="15555" x="4811713" y="2328863"/>
          <p14:tracePt t="15572" x="4826000" y="2359025"/>
          <p14:tracePt t="15589" x="4840288" y="2395538"/>
          <p14:tracePt t="15606" x="4891088" y="2474913"/>
          <p14:tracePt t="15622" x="4913313" y="2517775"/>
          <p14:tracePt t="15639" x="4935538" y="2554288"/>
          <p14:tracePt t="15655" x="4956175" y="2590800"/>
          <p14:tracePt t="15672" x="4970463" y="2627313"/>
          <p14:tracePt t="15689" x="4986338" y="2684463"/>
          <p14:tracePt t="15705" x="4992688" y="2720975"/>
          <p14:tracePt t="15722" x="5006975" y="2779713"/>
          <p14:tracePt t="15739" x="5021263" y="2836863"/>
          <p14:tracePt t="15755" x="5037138" y="2909888"/>
          <p14:tracePt t="15772" x="5043488" y="2974975"/>
          <p14:tracePt t="15789" x="5043488" y="3055938"/>
          <p14:tracePt t="15805" x="5043488" y="3121025"/>
          <p14:tracePt t="15822" x="5051425" y="3251200"/>
          <p14:tracePt t="15839" x="5051425" y="3324225"/>
          <p14:tracePt t="15855" x="5051425" y="3389313"/>
          <p14:tracePt t="15872" x="5051425" y="3462338"/>
          <p14:tracePt t="15889" x="5051425" y="3513138"/>
          <p14:tracePt t="15905" x="5029200" y="3592513"/>
          <p14:tracePt t="15922" x="4986338" y="3686175"/>
          <p14:tracePt t="15939" x="4941888" y="3817938"/>
          <p14:tracePt t="15956" x="4884738" y="3940175"/>
          <p14:tracePt t="15972" x="4811713" y="4049713"/>
          <p14:tracePt t="15989" x="4738688" y="4137025"/>
          <p14:tracePt t="16005" x="4608513" y="4275138"/>
          <p14:tracePt t="16022" x="4543425" y="4332288"/>
          <p14:tracePt t="16039" x="4498975" y="4360863"/>
          <p14:tracePt t="16056" x="4484688" y="4360863"/>
          <p14:tracePt t="16072" x="4462463" y="4368800"/>
          <p14:tracePt t="16089" x="4441825" y="4376738"/>
          <p14:tracePt t="16106" x="4419600" y="4376738"/>
          <p14:tracePt t="16122" x="4383088" y="4376738"/>
          <p14:tracePt t="16139" x="4340225" y="4376738"/>
          <p14:tracePt t="16156" x="4275138" y="4376738"/>
          <p14:tracePt t="16174" x="4151313" y="4368800"/>
          <p14:tracePt t="16189" x="4129088" y="4354513"/>
          <p14:tracePt t="16206" x="4092575" y="4340225"/>
          <p14:tracePt t="16222" x="4078288" y="4303713"/>
          <p14:tracePt t="16239" x="4056063" y="4230688"/>
          <p14:tracePt t="16256" x="4041775" y="4122738"/>
          <p14:tracePt t="16272" x="3990975" y="3970338"/>
          <p14:tracePt t="16289" x="3962400" y="3852863"/>
          <p14:tracePt t="16306" x="3940175" y="3781425"/>
          <p14:tracePt t="16322" x="3933825" y="3708400"/>
          <p14:tracePt t="16339" x="3925888" y="3621088"/>
          <p14:tracePt t="16356" x="3925888" y="3513138"/>
          <p14:tracePt t="16372" x="3925888" y="3411538"/>
          <p14:tracePt t="16390" x="3925888" y="3273425"/>
          <p14:tracePt t="16405" x="3925888" y="3236913"/>
          <p14:tracePt t="16423" x="3925888" y="3208338"/>
          <p14:tracePt t="16439" x="3925888" y="3200400"/>
          <p14:tracePt t="16456" x="3925888" y="3192463"/>
          <p14:tracePt t="16489" x="3925888" y="3186113"/>
          <p14:tracePt t="16505" x="3919538" y="3171825"/>
          <p14:tracePt t="16522" x="3911600" y="3171825"/>
          <p14:tracePt t="16539" x="3911600" y="3163888"/>
          <p14:tracePt t="16556" x="3903663" y="3149600"/>
          <p14:tracePt t="16572" x="3889375" y="3149600"/>
          <p14:tracePt t="16589" x="3852863" y="3121025"/>
          <p14:tracePt t="16606" x="3824288" y="3113088"/>
          <p14:tracePt t="16622" x="3795713" y="3090863"/>
          <p14:tracePt t="16639" x="3767138" y="3084513"/>
          <p14:tracePt t="16656" x="3736975" y="3076575"/>
          <p14:tracePt t="16672" x="3700463" y="3062288"/>
          <p14:tracePt t="16689" x="3643313" y="3033713"/>
          <p14:tracePt t="16706" x="3578225" y="3025775"/>
          <p14:tracePt t="16722" x="3505200" y="3011488"/>
          <p14:tracePt t="16739" x="3440113" y="3011488"/>
          <p14:tracePt t="16756" x="3367088" y="3011488"/>
          <p14:tracePt t="16772" x="3294063" y="3011488"/>
          <p14:tracePt t="16789" x="3200400" y="2997200"/>
          <p14:tracePt t="16806" x="2997200" y="2960688"/>
          <p14:tracePt t="16822" x="2881313" y="2938463"/>
          <p14:tracePt t="16839" x="2816225" y="2932113"/>
          <p14:tracePt t="16856" x="2801938" y="2932113"/>
          <p14:tracePt t="16872" x="2794000" y="2932113"/>
          <p14:tracePt t="16943" x="2822575" y="2932113"/>
          <p14:tracePt t="16951" x="2852738" y="2932113"/>
          <p14:tracePt t="16958" x="2895600" y="2932113"/>
          <p14:tracePt t="16972" x="2917825" y="2932113"/>
          <p14:tracePt t="16989" x="3025775" y="2932113"/>
          <p14:tracePt t="17006" x="3149600" y="2924175"/>
          <p14:tracePt t="17022" x="3309938" y="2895600"/>
          <p14:tracePt t="17039" x="3476625" y="2895600"/>
          <p14:tracePt t="17056" x="3621088" y="2895600"/>
          <p14:tracePt t="17072" x="3722688" y="2895600"/>
          <p14:tracePt t="17089" x="3767138" y="2895600"/>
          <p14:tracePt t="17106" x="3802063" y="2895600"/>
          <p14:tracePt t="17122" x="3838575" y="2887663"/>
          <p14:tracePt t="17139" x="3875088" y="2887663"/>
          <p14:tracePt t="17156" x="3911600" y="2881313"/>
          <p14:tracePt t="17172" x="3940175" y="2881313"/>
          <p14:tracePt t="17177" x="3948113" y="2881313"/>
          <p14:tracePt t="17189" x="3970338" y="2873375"/>
          <p14:tracePt t="17529" x="3970338" y="2881313"/>
          <p14:tracePt t="17535" x="3970338" y="2887663"/>
          <p14:tracePt t="17552" x="3970338" y="2903538"/>
          <p14:tracePt t="17560" x="3976688" y="2909888"/>
          <p14:tracePt t="17572" x="3984625" y="2909888"/>
          <p14:tracePt t="17590" x="3998913" y="2924175"/>
          <p14:tracePt t="17607" x="4021138" y="2932113"/>
          <p14:tracePt t="17622" x="4041775" y="2938463"/>
          <p14:tracePt t="17639" x="4056063" y="2938463"/>
          <p14:tracePt t="17656" x="4064000" y="2938463"/>
          <p14:tracePt t="17673" x="4078288" y="2938463"/>
          <p14:tracePt t="17689" x="4106863" y="2938463"/>
          <p14:tracePt t="17706" x="4137025" y="2938463"/>
          <p14:tracePt t="17722" x="4179888" y="2938463"/>
          <p14:tracePt t="17739" x="4208463" y="2938463"/>
          <p14:tracePt t="17756" x="4230688" y="2938463"/>
          <p14:tracePt t="17773" x="4238625" y="2938463"/>
          <p14:tracePt t="17856" x="4244975" y="2946400"/>
          <p14:tracePt t="17864" x="4244975" y="2960688"/>
          <p14:tracePt t="17873" x="4244975" y="2982913"/>
          <p14:tracePt t="17889" x="4216400" y="3011488"/>
          <p14:tracePt t="17906" x="4194175" y="3040063"/>
          <p14:tracePt t="17923" x="4173538" y="3062288"/>
          <p14:tracePt t="17939" x="4129088" y="3076575"/>
          <p14:tracePt t="17956" x="4064000" y="3098800"/>
          <p14:tracePt t="17973" x="3962400" y="3127375"/>
          <p14:tracePt t="17989" x="3810000" y="3149600"/>
          <p14:tracePt t="18007" x="3744913" y="3149600"/>
          <p14:tracePt t="18023" x="3649663" y="3149600"/>
          <p14:tracePt t="18040" x="3584575" y="3149600"/>
          <p14:tracePt t="18056" x="3505200" y="3149600"/>
          <p14:tracePt t="18073" x="3432175" y="3135313"/>
          <p14:tracePt t="18090" x="3375025" y="3135313"/>
          <p14:tracePt t="18108" x="3302000" y="3127375"/>
          <p14:tracePt t="18123" x="3222625" y="3127375"/>
          <p14:tracePt t="18140" x="3113088" y="3127375"/>
          <p14:tracePt t="18156" x="2997200" y="3127375"/>
          <p14:tracePt t="18173" x="2852738" y="3127375"/>
          <p14:tracePt t="18176" x="2794000" y="3127375"/>
          <p14:tracePt t="18189" x="2678113" y="3127375"/>
          <p14:tracePt t="18206" x="2576513" y="3127375"/>
          <p14:tracePt t="18223" x="2466975" y="3127375"/>
          <p14:tracePt t="18240" x="2359025" y="3127375"/>
          <p14:tracePt t="18256" x="2249488" y="3127375"/>
          <p14:tracePt t="18273" x="2147888" y="3098800"/>
          <p14:tracePt t="18290" x="2068513" y="3090863"/>
          <p14:tracePt t="18307" x="1995488" y="3076575"/>
          <p14:tracePt t="18323" x="1938338" y="3070225"/>
          <p14:tracePt t="18339" x="1893888" y="3062288"/>
          <p14:tracePt t="18357" x="1828800" y="3055938"/>
          <p14:tracePt t="18373" x="1814513" y="3048000"/>
          <p14:tracePt t="18389" x="1770063" y="3048000"/>
          <p14:tracePt t="18407" x="1755775" y="3040063"/>
          <p14:tracePt t="18423" x="1749425" y="3040063"/>
          <p14:tracePt t="18440" x="1741488" y="3040063"/>
          <p14:tracePt t="18593" x="1749425" y="3040063"/>
          <p14:tracePt t="18599" x="1763713" y="3040063"/>
          <p14:tracePt t="18608" x="1778000" y="3040063"/>
          <p14:tracePt t="18632" x="1800225" y="3033713"/>
          <p14:tracePt t="18648" x="1820863" y="3033713"/>
          <p14:tracePt t="18656" x="1836738" y="3033713"/>
          <p14:tracePt t="18673" x="1879600" y="3033713"/>
          <p14:tracePt t="18689" x="1989138" y="3019425"/>
          <p14:tracePt t="18707" x="2119313" y="2997200"/>
          <p14:tracePt t="18723" x="2271713" y="2982913"/>
          <p14:tracePt t="18740" x="2460625" y="2982913"/>
          <p14:tracePt t="18756" x="2619375" y="2982913"/>
          <p14:tracePt t="18773" x="2960688" y="2982913"/>
          <p14:tracePt t="18790" x="3360738" y="2982913"/>
          <p14:tracePt t="18807" x="3852863" y="2982913"/>
          <p14:tracePt t="18823" x="4289425" y="2982913"/>
          <p14:tracePt t="18840" x="4529138" y="2982913"/>
          <p14:tracePt t="18858" x="4659313" y="2982913"/>
          <p14:tracePt t="18873" x="4752975" y="2982913"/>
          <p14:tracePt t="18889" x="4833938" y="2982913"/>
          <p14:tracePt t="18906" x="4891088" y="2982913"/>
          <p14:tracePt t="18923" x="4964113" y="2982913"/>
          <p14:tracePt t="18940" x="5014913" y="2982913"/>
          <p14:tracePt t="18957" x="5057775" y="2982913"/>
          <p14:tracePt t="18974" x="5094288" y="2982913"/>
          <p14:tracePt t="18990" x="5108575" y="2982913"/>
          <p14:tracePt t="19007" x="5167313" y="2982913"/>
          <p14:tracePt t="19023" x="5254625" y="3005138"/>
          <p14:tracePt t="19040" x="5384800" y="3040063"/>
          <p14:tracePt t="19057" x="5486400" y="3070225"/>
          <p14:tracePt t="19073" x="5545138" y="3084513"/>
          <p14:tracePt t="19090" x="5559425" y="3090863"/>
          <p14:tracePt t="19108" x="5573713" y="3090863"/>
          <p14:tracePt t="19123" x="5595938" y="3106738"/>
          <p14:tracePt t="19140" x="5616575" y="3113088"/>
          <p14:tracePt t="19158" x="5697538" y="3135313"/>
          <p14:tracePt t="19174" x="5754688" y="3157538"/>
          <p14:tracePt t="19190" x="5799138" y="3171825"/>
          <p14:tracePt t="19207" x="5878513" y="3178175"/>
          <p14:tracePt t="19223" x="5957888" y="3192463"/>
          <p14:tracePt t="19240" x="6059488" y="3222625"/>
          <p14:tracePt t="19257" x="6154738" y="3243263"/>
          <p14:tracePt t="19273" x="6219825" y="3265488"/>
          <p14:tracePt t="19290" x="6226175" y="3273425"/>
          <p14:tracePt t="19306" x="6240463" y="3273425"/>
          <p14:tracePt t="19352" x="6248400" y="3273425"/>
          <p14:tracePt t="19361" x="6256338" y="3273425"/>
          <p14:tracePt t="19376" x="6270625" y="3265488"/>
          <p14:tracePt t="19416" x="6284913" y="3259138"/>
          <p14:tracePt t="19464" x="6291263" y="3259138"/>
          <p14:tracePt t="19488" x="6307138" y="3259138"/>
          <p14:tracePt t="19495" x="6313488" y="3251200"/>
          <p14:tracePt t="19511" x="6321425" y="3243263"/>
          <p14:tracePt t="19543" x="6327775" y="3236913"/>
          <p14:tracePt t="19567" x="6335713" y="3236913"/>
          <p14:tracePt t="19583" x="6342063" y="3222625"/>
          <p14:tracePt t="19607" x="6350000" y="3222625"/>
          <p14:tracePt t="19623" x="6357938" y="3214688"/>
          <p14:tracePt t="19663" x="6364288" y="3208338"/>
          <p14:tracePt t="19678" x="6364288" y="3192463"/>
          <p14:tracePt t="19695" x="6378575" y="3192463"/>
          <p14:tracePt t="19703" x="6378575" y="3186113"/>
          <p14:tracePt t="19719" x="6386513" y="3186113"/>
          <p14:tracePt t="19734" x="6392863" y="3178175"/>
          <p14:tracePt t="19750" x="6400800" y="3171825"/>
          <p14:tracePt t="19767" x="6400800" y="3163888"/>
          <p14:tracePt t="19783" x="6415088" y="3157538"/>
          <p14:tracePt t="19815" x="6423025" y="3149600"/>
          <p14:tracePt t="19919" x="6429375" y="3149600"/>
          <p14:tracePt t="19959" x="6437313" y="3149600"/>
          <p14:tracePt t="19975" x="6443663" y="3149600"/>
          <p14:tracePt t="19991" x="6459538" y="3149600"/>
          <p14:tracePt t="19998" x="6465888" y="3149600"/>
          <p14:tracePt t="20007" x="6473825" y="3149600"/>
          <p14:tracePt t="20023" x="6488113" y="3149600"/>
          <p14:tracePt t="20040" x="6494463" y="3149600"/>
          <p14:tracePt t="20063" x="6502400" y="3149600"/>
          <p14:tracePt t="20078" x="6510338" y="3149600"/>
          <p14:tracePt t="20095" x="6516688" y="3149600"/>
          <p14:tracePt t="20119" x="6524625" y="3149600"/>
          <p14:tracePt t="20143" x="6530975" y="3149600"/>
          <p14:tracePt t="20235" x="6538913" y="3149600"/>
          <p14:tracePt t="20253" x="6553200" y="3149600"/>
          <p14:tracePt t="20321" x="6561138" y="3149600"/>
          <p14:tracePt t="20336" x="6567488" y="3149600"/>
          <p14:tracePt t="20352" x="6575425" y="3149600"/>
          <p14:tracePt t="20378" x="6581775" y="3149600"/>
          <p14:tracePt t="20388" x="6589713" y="3149600"/>
          <p14:tracePt t="20396" x="6596063" y="3149600"/>
          <p14:tracePt t="20409" x="6604000" y="3149600"/>
          <p14:tracePt t="20424" x="6611938" y="3149600"/>
          <p14:tracePt t="20449" x="6618288" y="3149600"/>
          <p14:tracePt t="20464" x="6626225" y="3149600"/>
          <p14:tracePt t="20490" x="6632575" y="3149600"/>
          <p14:tracePt t="20521" x="6640513" y="3157538"/>
          <p14:tracePt t="20561" x="6646863" y="3157538"/>
          <p14:tracePt t="20577" x="6654800" y="3163888"/>
          <p14:tracePt t="20593" x="6662738" y="3163888"/>
          <p14:tracePt t="20611" x="6669088" y="3171825"/>
          <p14:tracePt t="20640" x="6677025" y="3171825"/>
          <p14:tracePt t="20656" x="6683375" y="3171825"/>
          <p14:tracePt t="20666" x="6683375" y="3178175"/>
          <p14:tracePt t="20675" x="6697663" y="3178175"/>
          <p14:tracePt t="20690" x="6713538" y="3186113"/>
          <p14:tracePt t="20707" x="6734175" y="3186113"/>
          <p14:tracePt t="20724" x="6756400" y="3200400"/>
          <p14:tracePt t="20759" x="6778625" y="3200400"/>
          <p14:tracePt t="20773" x="6799263" y="3208338"/>
          <p14:tracePt t="20791" x="6815138" y="3214688"/>
          <p14:tracePt t="20807" x="6829425" y="3214688"/>
          <p14:tracePt t="20824" x="6835775" y="3214688"/>
          <p14:tracePt t="20841" x="6835775" y="3222625"/>
          <p14:tracePt t="20874" x="6843713" y="3222625"/>
          <p14:tracePt t="20890" x="6858000" y="3222625"/>
          <p14:tracePt t="20907" x="6865938" y="3222625"/>
          <p14:tracePt t="20938" x="6880225" y="3222625"/>
          <p14:tracePt t="20969" x="6886575" y="3222625"/>
          <p14:tracePt t="21000" x="6894513" y="3222625"/>
          <p14:tracePt t="21016" x="6900863" y="3222625"/>
          <p14:tracePt t="21063" x="6908800" y="3222625"/>
          <p14:tracePt t="21071" x="6908800" y="3214688"/>
          <p14:tracePt t="21078" x="6916738" y="3214688"/>
          <p14:tracePt t="21090" x="6931025" y="3208338"/>
          <p14:tracePt t="21107" x="6967538" y="3200400"/>
          <p14:tracePt t="21124" x="6996113" y="3192463"/>
          <p14:tracePt t="21140" x="7010400" y="3186113"/>
          <p14:tracePt t="21157" x="7038975" y="3186113"/>
          <p14:tracePt t="21173" x="7046913" y="3186113"/>
          <p14:tracePt t="21191" x="7075488" y="3178175"/>
          <p14:tracePt t="21207" x="7083425" y="3171825"/>
          <p14:tracePt t="21224" x="7097713" y="3171825"/>
          <p14:tracePt t="21240" x="7104063" y="3171825"/>
          <p14:tracePt t="21257" x="7119938" y="3171825"/>
          <p14:tracePt t="21274" x="7126288" y="3171825"/>
          <p14:tracePt t="21290" x="7148513" y="3171825"/>
          <p14:tracePt t="21307" x="7191375" y="3163888"/>
          <p14:tracePt t="21324" x="7221538" y="3157538"/>
          <p14:tracePt t="21340" x="7250113" y="3157538"/>
          <p14:tracePt t="21357" x="7292975" y="3157538"/>
          <p14:tracePt t="21374" x="7329488" y="3157538"/>
          <p14:tracePt t="21390" x="7394575" y="3157538"/>
          <p14:tracePt t="21407" x="7453313" y="3157538"/>
          <p14:tracePt t="21424" x="7496175" y="3157538"/>
          <p14:tracePt t="21440" x="7504113" y="3157538"/>
          <p14:tracePt t="21495" x="7467600" y="3163888"/>
          <p14:tracePt t="21503" x="7416800" y="3186113"/>
          <p14:tracePt t="21511" x="7358063" y="3214688"/>
          <p14:tracePt t="21524" x="7278688" y="3228975"/>
          <p14:tracePt t="21540" x="7134225" y="3259138"/>
          <p14:tracePt t="21557" x="6843713" y="3259138"/>
          <p14:tracePt t="21574" x="6589713" y="3259138"/>
          <p14:tracePt t="21590" x="6372225" y="3228975"/>
          <p14:tracePt t="21607" x="6211888" y="3192463"/>
          <p14:tracePt t="21624" x="6103938" y="3163888"/>
          <p14:tracePt t="21640" x="6022975" y="3135313"/>
          <p14:tracePt t="21657" x="5980113" y="3121025"/>
          <p14:tracePt t="21674" x="5943600" y="3106738"/>
          <p14:tracePt t="21690" x="5892800" y="3070225"/>
          <p14:tracePt t="21707" x="5813425" y="3062288"/>
          <p14:tracePt t="21724" x="5697538" y="3033713"/>
          <p14:tracePt t="21740" x="5559425" y="3005138"/>
          <p14:tracePt t="21758" x="5362575" y="2982913"/>
          <p14:tracePt t="21774" x="5224463" y="2968625"/>
          <p14:tracePt t="21791" x="5145088" y="2954338"/>
          <p14:tracePt t="21807" x="5094288" y="2946400"/>
          <p14:tracePt t="21824" x="5051425" y="2938463"/>
          <p14:tracePt t="21841" x="5006975" y="2932113"/>
          <p14:tracePt t="21857" x="4956175" y="2932113"/>
          <p14:tracePt t="21874" x="4891088" y="2932113"/>
          <p14:tracePt t="21891" x="4818063" y="2932113"/>
          <p14:tracePt t="21907" x="4752975" y="2932113"/>
          <p14:tracePt t="21924" x="4651375" y="2932113"/>
          <p14:tracePt t="21940" x="4586288" y="2932113"/>
          <p14:tracePt t="21958" x="4456113" y="2932113"/>
          <p14:tracePt t="21974" x="4411663" y="2932113"/>
          <p14:tracePt t="21990" x="4376738" y="2938463"/>
          <p14:tracePt t="22007" x="4354513" y="2946400"/>
          <p14:tracePt t="22024" x="4340225" y="2960688"/>
          <p14:tracePt t="22057" x="4325938" y="2960688"/>
          <p14:tracePt t="22074" x="4318000" y="2968625"/>
          <p14:tracePt t="22090" x="4303713" y="2974975"/>
          <p14:tracePt t="22107" x="4289425" y="2982913"/>
          <p14:tracePt t="22124" x="4281488" y="2982913"/>
          <p14:tracePt t="22140" x="4252913" y="2989263"/>
          <p14:tracePt t="22157" x="4238625" y="2989263"/>
          <p14:tracePt t="22174" x="4208463" y="2997200"/>
          <p14:tracePt t="22191" x="4202113" y="2997200"/>
          <p14:tracePt t="22207" x="4187825" y="3005138"/>
          <p14:tracePt t="22240" x="4179888" y="3005138"/>
          <p14:tracePt t="22257" x="4165600" y="3011488"/>
          <p14:tracePt t="22463" x="4151313" y="3005138"/>
          <p14:tracePt t="22487" x="4151313" y="2989263"/>
          <p14:tracePt t="22495" x="4151313" y="2982913"/>
          <p14:tracePt t="22507" x="4151313" y="2974975"/>
          <p14:tracePt t="22524" x="4151313" y="2946400"/>
          <p14:tracePt t="22541" x="4151313" y="2932113"/>
          <p14:tracePt t="22557" x="4157663" y="2909888"/>
          <p14:tracePt t="22574" x="4165600" y="2895600"/>
          <p14:tracePt t="22591" x="4173538" y="2881313"/>
          <p14:tracePt t="22607" x="4187825" y="2873375"/>
          <p14:tracePt t="22624" x="4194175" y="2867025"/>
          <p14:tracePt t="22641" x="4216400" y="2859088"/>
          <p14:tracePt t="22657" x="4238625" y="2844800"/>
          <p14:tracePt t="22691" x="4244975" y="2844800"/>
          <p14:tracePt t="22707" x="4252913" y="2844800"/>
          <p14:tracePt t="22727" x="4259263" y="2844800"/>
          <p14:tracePt t="22741" x="4267200" y="2844800"/>
          <p14:tracePt t="22757" x="4275138" y="2836863"/>
          <p14:tracePt t="22775" x="4281488" y="2836863"/>
          <p14:tracePt t="22791" x="4289425" y="2836863"/>
          <p14:tracePt t="22807" x="4295775" y="2836863"/>
          <p14:tracePt t="22824" x="4303713" y="2836863"/>
          <p14:tracePt t="22841" x="4310063" y="2844800"/>
          <p14:tracePt t="22857" x="4318000" y="2844800"/>
          <p14:tracePt t="22879" x="4332288" y="2852738"/>
          <p14:tracePt t="22895" x="4340225" y="2852738"/>
          <p14:tracePt t="22907" x="4346575" y="2859088"/>
          <p14:tracePt t="22924" x="4354513" y="2867025"/>
          <p14:tracePt t="22941" x="4368800" y="2873375"/>
          <p14:tracePt t="22957" x="4383088" y="2873375"/>
          <p14:tracePt t="23007" x="4391025" y="2881313"/>
          <p14:tracePt t="23039" x="4397375" y="2887663"/>
          <p14:tracePt t="23055" x="4405313" y="2895600"/>
          <p14:tracePt t="23071" x="4411663" y="2903538"/>
          <p14:tracePt t="23087" x="4419600" y="2909888"/>
          <p14:tracePt t="23111" x="4419600" y="2917825"/>
          <p14:tracePt t="23119" x="4427538" y="2932113"/>
          <p14:tracePt t="23143" x="4427538" y="2938463"/>
          <p14:tracePt t="23150" x="4433888" y="2938463"/>
          <p14:tracePt t="23159" x="4433888" y="2946400"/>
          <p14:tracePt t="23175" x="4433888" y="2954338"/>
          <p14:tracePt t="23199" x="4433888" y="2960688"/>
          <p14:tracePt t="23207" x="4433888" y="2968625"/>
          <p14:tracePt t="23232" x="4433888" y="2974975"/>
          <p14:tracePt t="23263" x="4433888" y="2989263"/>
          <p14:tracePt t="23271" x="4427538" y="2989263"/>
          <p14:tracePt t="23311" x="4419600" y="2997200"/>
          <p14:tracePt t="23327" x="4411663" y="2997200"/>
          <p14:tracePt t="23344" x="4411663" y="3005138"/>
          <p14:tracePt t="23359" x="4405313" y="3005138"/>
          <p14:tracePt t="23375" x="4391025" y="3011488"/>
          <p14:tracePt t="23399" x="4376738" y="3019425"/>
          <p14:tracePt t="23414" x="4368800" y="3025775"/>
          <p14:tracePt t="23447" x="4360863" y="3025775"/>
          <p14:tracePt t="23463" x="4354513" y="3025775"/>
          <p14:tracePt t="23615" x="4360863" y="3019425"/>
          <p14:tracePt t="23631" x="4368800" y="3019425"/>
          <p14:tracePt t="23638" x="4383088" y="3011488"/>
          <p14:tracePt t="23647" x="4383088" y="3005138"/>
          <p14:tracePt t="23658" x="4391025" y="3005138"/>
          <p14:tracePt t="23674" x="4405313" y="2997200"/>
          <p14:tracePt t="23691" x="4433888" y="2989263"/>
          <p14:tracePt t="23724" x="4441825" y="2989263"/>
          <p14:tracePt t="23741" x="4448175" y="2989263"/>
          <p14:tracePt t="23758" x="4462463" y="2989263"/>
          <p14:tracePt t="23774" x="4470400" y="2989263"/>
          <p14:tracePt t="23791" x="4478338" y="2989263"/>
          <p14:tracePt t="23824" x="4484688" y="2989263"/>
          <p14:tracePt t="23894" x="4498975" y="2989263"/>
          <p14:tracePt t="23902" x="4506913" y="2982913"/>
          <p14:tracePt t="23911" x="4513263" y="2982913"/>
          <p14:tracePt t="23924" x="4529138" y="2968625"/>
          <p14:tracePt t="23941" x="4543425" y="2938463"/>
          <p14:tracePt t="23958" x="4557713" y="2938463"/>
          <p14:tracePt t="23974" x="4572000" y="2938463"/>
          <p14:tracePt t="23991" x="4579938" y="2924175"/>
          <p14:tracePt t="24008" x="4586288" y="2917825"/>
          <p14:tracePt t="24024" x="4594225" y="2917825"/>
          <p14:tracePt t="24070" x="4600575" y="2917825"/>
          <p14:tracePt t="24078" x="4608513" y="2917825"/>
          <p14:tracePt t="24091" x="4614863" y="2917825"/>
          <p14:tracePt t="24108" x="4651375" y="2938463"/>
          <p14:tracePt t="24124" x="4673600" y="2954338"/>
          <p14:tracePt t="24141" x="4673600" y="2960688"/>
          <p14:tracePt t="24159" x="4681538" y="2960688"/>
          <p14:tracePt t="25383" x="4687888" y="2968625"/>
          <p14:tracePt t="25390" x="4687888" y="2974975"/>
          <p14:tracePt t="25398" x="4687888" y="2982913"/>
          <p14:tracePt t="25408" x="4687888" y="3005138"/>
          <p14:tracePt t="25425" x="4687888" y="3055938"/>
          <p14:tracePt t="25441" x="4687888" y="3141663"/>
          <p14:tracePt t="25458" x="4687888" y="3251200"/>
          <p14:tracePt t="25475" x="4687888" y="3360738"/>
          <p14:tracePt t="25491" x="4681538" y="3440113"/>
          <p14:tracePt t="25508" x="4681538" y="3497263"/>
          <p14:tracePt t="25525" x="4681538" y="3533775"/>
          <p14:tracePt t="25542" x="4681538" y="3614738"/>
          <p14:tracePt t="25558" x="4681538" y="3671888"/>
          <p14:tracePt t="25575" x="4681538" y="3751263"/>
          <p14:tracePt t="25591" x="4681538" y="3824288"/>
          <p14:tracePt t="25608" x="4687888" y="3868738"/>
          <p14:tracePt t="25625" x="4695825" y="3911600"/>
          <p14:tracePt t="25641" x="4702175" y="3948113"/>
          <p14:tracePt t="25658" x="4724400" y="3998913"/>
          <p14:tracePt t="25675" x="4724400" y="4056063"/>
          <p14:tracePt t="25692" x="4732338" y="4106863"/>
          <p14:tracePt t="25708" x="4732338" y="4157663"/>
          <p14:tracePt t="25725" x="4732338" y="4179888"/>
          <p14:tracePt t="25742" x="4732338" y="4224338"/>
          <p14:tracePt t="25758" x="4732338" y="4275138"/>
          <p14:tracePt t="25775" x="4752975" y="4376738"/>
          <p14:tracePt t="25792" x="4760913" y="4506913"/>
          <p14:tracePt t="25808" x="4767263" y="4600575"/>
          <p14:tracePt t="25825" x="4783138" y="4630738"/>
        </p14:tracePtLst>
      </p14:laserTraceLst>
    </p:ext>
  </p:extLs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5AA13D58-D7BC-8747-9F0A-0DB9E6B3595A}" type="slidenum">
              <a:rPr lang="en-US" smtClean="0"/>
              <a:t>36</a:t>
            </a:fld>
            <a:endParaRPr lang="en-US"/>
          </a:p>
        </p:txBody>
      </p:sp>
      <mc:AlternateContent xmlns:mc="http://schemas.openxmlformats.org/markup-compatibility/2006" xmlns:a14="http://schemas.microsoft.com/office/drawing/2010/main">
        <mc:Choice Requires="a14">
          <p:sp>
            <p:nvSpPr>
              <p:cNvPr id="5" name="Title 1"/>
              <p:cNvSpPr>
                <a:spLocks noGrp="1"/>
              </p:cNvSpPr>
              <p:nvPr>
                <p:ph type="title"/>
              </p:nvPr>
            </p:nvSpPr>
            <p:spPr>
              <a:xfrm>
                <a:off x="1024128" y="585216"/>
                <a:ext cx="10680192" cy="1499616"/>
              </a:xfrm>
            </p:spPr>
            <p:txBody>
              <a:bodyPr>
                <a:normAutofit/>
              </a:bodyPr>
              <a:lstStyle/>
              <a:p>
                <a:r>
                  <a:rPr lang="en-US" dirty="0"/>
                  <a:t>2. Calculate The square of distance </a:t>
                </a:r>
                <a14:m>
                  <m:oMath xmlns:m="http://schemas.openxmlformats.org/officeDocument/2006/math">
                    <m:r>
                      <a:rPr lang="en-US" sz="5400" b="0" i="0" smtClean="0">
                        <a:latin typeface="Cambria Math" panose="02040503050406030204" pitchFamily="18" charset="0"/>
                      </a:rPr>
                      <m:t>(</m:t>
                    </m:r>
                    <m:sSup>
                      <m:sSupPr>
                        <m:ctrlPr>
                          <a:rPr lang="en-US" sz="5400" b="0" i="1" smtClean="0">
                            <a:latin typeface="Cambria Math" panose="02040503050406030204" pitchFamily="18" charset="0"/>
                          </a:rPr>
                        </m:ctrlPr>
                      </m:sSupPr>
                      <m:e>
                        <m:r>
                          <a:rPr lang="en-US" sz="5400" b="0" i="1" smtClean="0">
                            <a:latin typeface="Cambria Math" panose="02040503050406030204" pitchFamily="18" charset="0"/>
                          </a:rPr>
                          <m:t>𝐷</m:t>
                        </m:r>
                      </m:e>
                      <m:sup>
                        <m:r>
                          <a:rPr lang="en-US" sz="5400" b="0" i="1" smtClean="0">
                            <a:latin typeface="Cambria Math" panose="02040503050406030204" pitchFamily="18" charset="0"/>
                          </a:rPr>
                          <m:t>2</m:t>
                        </m:r>
                      </m:sup>
                    </m:sSup>
                    <m:r>
                      <a:rPr lang="en-US" sz="5400" b="0" i="1" smtClean="0">
                        <a:latin typeface="Cambria Math" panose="02040503050406030204" pitchFamily="18" charset="0"/>
                      </a:rPr>
                      <m:t>)</m:t>
                    </m:r>
                  </m:oMath>
                </a14:m>
                <a:r>
                  <a:rPr lang="en-US" dirty="0"/>
                  <a:t> </a:t>
                </a:r>
                <a:r>
                  <a:rPr lang="en-US" dirty="0" smtClean="0"/>
                  <a:t>(3/5</a:t>
                </a:r>
                <a:r>
                  <a:rPr lang="en-US" dirty="0"/>
                  <a:t>)</a:t>
                </a:r>
              </a:p>
            </p:txBody>
          </p:sp>
        </mc:Choice>
        <mc:Fallback xmlns="">
          <p:sp>
            <p:nvSpPr>
              <p:cNvPr id="5" name="Title 1"/>
              <p:cNvSpPr>
                <a:spLocks noGrp="1" noRot="1" noChangeAspect="1" noMove="1" noResize="1" noEditPoints="1" noAdjustHandles="1" noChangeArrowheads="1" noChangeShapeType="1" noTextEdit="1"/>
              </p:cNvSpPr>
              <p:nvPr>
                <p:ph type="title"/>
              </p:nvPr>
            </p:nvSpPr>
            <p:spPr>
              <a:xfrm>
                <a:off x="1024128" y="585216"/>
                <a:ext cx="10680192" cy="1499616"/>
              </a:xfrm>
              <a:blipFill>
                <a:blip r:embed="rId7"/>
                <a:stretch>
                  <a:fillRect l="-2740" r="-176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6842687" y="2371725"/>
                <a:ext cx="2410852" cy="403572"/>
              </a:xfrm>
              <a:prstGeom prst="rect">
                <a:avLst/>
              </a:prstGeom>
            </p:spPr>
            <p:style>
              <a:lnRef idx="3">
                <a:schemeClr val="lt1"/>
              </a:lnRef>
              <a:fillRef idx="1">
                <a:schemeClr val="accent3"/>
              </a:fillRef>
              <a:effectRef idx="1">
                <a:schemeClr val="accent3"/>
              </a:effectRef>
              <a:fontRef idx="minor">
                <a:schemeClr val="lt1"/>
              </a:fontRef>
            </p:style>
            <p:txBody>
              <a:bodyPr wrap="square" lIns="0" tIns="0" rIns="0" bIns="0" rtlCol="0">
                <a:spAutoFit/>
              </a:bodyPr>
              <a:lstStyle/>
              <a:p>
                <a:pPr algn="ctr"/>
                <a14:m>
                  <m:oMathPara xmlns:m="http://schemas.openxmlformats.org/officeDocument/2006/math">
                    <m:oMathParaPr>
                      <m:jc m:val="centerGroup"/>
                    </m:oMathParaPr>
                    <m:oMath xmlns:m="http://schemas.openxmlformats.org/officeDocument/2006/math">
                      <m:sSub>
                        <m:sSubPr>
                          <m:ctrlPr>
                            <a:rPr lang="en-US" sz="240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rPr>
                          </m:ctrlPr>
                        </m:sSubPr>
                        <m:e>
                          <m:sSup>
                            <m:sSupPr>
                              <m:ctrlPr>
                                <a:rPr lang="en-US" sz="240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rPr>
                              </m:ctrlPr>
                            </m:sSupPr>
                            <m:e>
                              <m:r>
                                <a:rPr lang="en-US" sz="240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rPr>
                                <m:t>𝐷</m:t>
                              </m:r>
                            </m:e>
                            <m:sup>
                              <m:r>
                                <a:rPr lang="en-US" sz="240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rPr>
                                <m:t>2</m:t>
                              </m:r>
                            </m:sup>
                          </m:sSup>
                        </m:e>
                        <m:sub>
                          <m:r>
                            <a:rPr lang="en-US" sz="240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rPr>
                            <m:t>𝑛</m:t>
                          </m:r>
                        </m:sub>
                      </m:sSub>
                      <m:r>
                        <a:rPr lang="en-US" sz="240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rPr>
                        <m:t>=</m:t>
                      </m:r>
                      <m:sSup>
                        <m:sSupPr>
                          <m:ctrlPr>
                            <a:rPr lang="en-US" sz="240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rPr>
                          </m:ctrlPr>
                        </m:sSupPr>
                        <m:e>
                          <m:sSub>
                            <m:sSubPr>
                              <m:ctrlPr>
                                <a:rPr lang="en-US" sz="240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rPr>
                              </m:ctrlPr>
                            </m:sSubPr>
                            <m:e>
                              <m:r>
                                <a:rPr lang="en-US" sz="240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rPr>
                                <m:t>𝐷</m:t>
                              </m:r>
                            </m:e>
                            <m:sub>
                              <m:r>
                                <a:rPr lang="en-US" sz="240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rPr>
                                <m:t>𝑛</m:t>
                              </m:r>
                            </m:sub>
                          </m:sSub>
                        </m:e>
                        <m:sup>
                          <m:r>
                            <a:rPr lang="en-US" sz="240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rPr>
                            <m:t>2</m:t>
                          </m:r>
                        </m:sup>
                      </m:sSup>
                    </m:oMath>
                  </m:oMathPara>
                </a14:m>
                <a:endParaRPr lang="en-US" sz="2400" dirty="0">
                  <a:ln w="0"/>
                  <a:solidFill>
                    <a:schemeClr val="tx1"/>
                  </a:solidFill>
                  <a:effectLst>
                    <a:outerShdw blurRad="38100" dist="19050" dir="2700000" algn="tl" rotWithShape="0">
                      <a:schemeClr val="dk1">
                        <a:alpha val="40000"/>
                      </a:schemeClr>
                    </a:outerShdw>
                  </a:effectLst>
                </a:endParaRPr>
              </a:p>
            </p:txBody>
          </p:sp>
        </mc:Choice>
        <mc:Fallback xmlns="">
          <p:sp>
            <p:nvSpPr>
              <p:cNvPr id="8" name="TextBox 7"/>
              <p:cNvSpPr txBox="1">
                <a:spLocks noRot="1" noChangeAspect="1" noMove="1" noResize="1" noEditPoints="1" noAdjustHandles="1" noChangeArrowheads="1" noChangeShapeType="1" noTextEdit="1"/>
              </p:cNvSpPr>
              <p:nvPr/>
            </p:nvSpPr>
            <p:spPr>
              <a:xfrm>
                <a:off x="6842687" y="2371725"/>
                <a:ext cx="2410852" cy="40357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6868253" y="2946145"/>
                <a:ext cx="2410852" cy="1150315"/>
              </a:xfrm>
              <a:prstGeom prst="rect">
                <a:avLst/>
              </a:prstGeom>
            </p:spPr>
            <p:style>
              <a:lnRef idx="2">
                <a:schemeClr val="dk1"/>
              </a:lnRef>
              <a:fillRef idx="1">
                <a:schemeClr val="lt1"/>
              </a:fillRef>
              <a:effectRef idx="0">
                <a:schemeClr val="dk1"/>
              </a:effectRef>
              <a:fontRef idx="minor">
                <a:schemeClr val="dk1"/>
              </a:fontRef>
            </p:style>
            <p:txBody>
              <a:bodyPr wrap="square" lIns="0" tIns="0" rIns="0" bIns="0" rtlCol="0">
                <a:spAutoFit/>
              </a:bodyPr>
              <a:lstStyle/>
              <a:p>
                <a:pPr algn="ctr"/>
                <a14:m>
                  <m:oMathPara xmlns:m="http://schemas.openxmlformats.org/officeDocument/2006/math">
                    <m:oMathParaPr>
                      <m:jc m:val="center"/>
                    </m:oMathParaPr>
                    <m:oMath xmlns:m="http://schemas.openxmlformats.org/officeDocument/2006/math">
                      <m:sSub>
                        <m:sSubPr>
                          <m:ctrlPr>
                            <a:rPr lang="en-US" i="1" smtClean="0">
                              <a:latin typeface="Cambria Math" panose="02040503050406030204" pitchFamily="18" charset="0"/>
                            </a:rPr>
                          </m:ctrlPr>
                        </m:sSubPr>
                        <m:e>
                          <m:sSup>
                            <m:sSupPr>
                              <m:ctrlPr>
                                <a:rPr lang="en-US" i="1">
                                  <a:latin typeface="Cambria Math" panose="02040503050406030204" pitchFamily="18" charset="0"/>
                                </a:rPr>
                              </m:ctrlPr>
                            </m:sSupPr>
                            <m:e>
                              <m:r>
                                <a:rPr lang="en-US" i="1">
                                  <a:latin typeface="Cambria Math" panose="02040503050406030204" pitchFamily="18" charset="0"/>
                                </a:rPr>
                                <m:t>𝐷</m:t>
                              </m:r>
                            </m:e>
                            <m:sup>
                              <m:r>
                                <a:rPr lang="en-US" i="1">
                                  <a:latin typeface="Cambria Math" panose="02040503050406030204" pitchFamily="18" charset="0"/>
                                </a:rPr>
                                <m:t>2</m:t>
                              </m:r>
                            </m:sup>
                          </m:sSup>
                        </m:e>
                        <m:sub>
                          <m:r>
                            <a:rPr lang="en-US" b="0" i="1" smtClean="0">
                              <a:latin typeface="Cambria Math" panose="02040503050406030204" pitchFamily="18" charset="0"/>
                            </a:rPr>
                            <m:t>1</m:t>
                          </m:r>
                        </m:sub>
                      </m:sSub>
                      <m:r>
                        <a:rPr lang="en-US" b="0" i="0" smtClean="0">
                          <a:latin typeface="Cambria Math" panose="02040503050406030204" pitchFamily="18" charset="0"/>
                        </a:rPr>
                        <m:t>=</m:t>
                      </m:r>
                      <m:sSup>
                        <m:sSupPr>
                          <m:ctrlPr>
                            <a:rPr lang="en-US" b="0" i="1" smtClean="0">
                              <a:latin typeface="Cambria Math" panose="02040503050406030204" pitchFamily="18" charset="0"/>
                            </a:rPr>
                          </m:ctrlPr>
                        </m:sSupPr>
                        <m:e>
                          <m:r>
                            <a:rPr lang="en-GB" b="0" i="1" smtClean="0">
                              <a:latin typeface="Cambria Math" panose="02040503050406030204" pitchFamily="18" charset="0"/>
                            </a:rPr>
                            <m:t>−2.9</m:t>
                          </m:r>
                        </m:e>
                        <m:sup>
                          <m:r>
                            <a:rPr lang="en-US" b="0" i="1" smtClean="0">
                              <a:latin typeface="Cambria Math" panose="02040503050406030204" pitchFamily="18" charset="0"/>
                            </a:rPr>
                            <m:t>2</m:t>
                          </m:r>
                        </m:sup>
                      </m:sSup>
                      <m:r>
                        <a:rPr lang="en-US" b="0" i="1" smtClean="0">
                          <a:latin typeface="Cambria Math" panose="02040503050406030204" pitchFamily="18" charset="0"/>
                        </a:rPr>
                        <m:t>=</m:t>
                      </m:r>
                      <m:r>
                        <a:rPr lang="en-GB" b="0" i="1" smtClean="0">
                          <a:latin typeface="Cambria Math" panose="02040503050406030204" pitchFamily="18" charset="0"/>
                        </a:rPr>
                        <m:t>8.41</m:t>
                      </m:r>
                    </m:oMath>
                  </m:oMathPara>
                </a14:m>
                <a:endParaRPr lang="en-US" dirty="0"/>
              </a:p>
              <a:p>
                <a:pPr algn="ctr"/>
                <a:r>
                  <a:rPr lang="en-US" dirty="0"/>
                  <a:t>.</a:t>
                </a:r>
              </a:p>
              <a:p>
                <a:pPr algn="ctr"/>
                <a:r>
                  <a:rPr lang="en-US" dirty="0"/>
                  <a:t>.</a:t>
                </a:r>
              </a:p>
              <a:p>
                <a:pPr algn="ctr"/>
                <a14:m>
                  <m:oMathPara xmlns:m="http://schemas.openxmlformats.org/officeDocument/2006/math">
                    <m:oMathParaPr>
                      <m:jc m:val="center"/>
                    </m:oMathParaPr>
                    <m:oMath xmlns:m="http://schemas.openxmlformats.org/officeDocument/2006/math">
                      <m:sSub>
                        <m:sSubPr>
                          <m:ctrlPr>
                            <a:rPr lang="en-US" i="1">
                              <a:latin typeface="Cambria Math" panose="02040503050406030204" pitchFamily="18" charset="0"/>
                            </a:rPr>
                          </m:ctrlPr>
                        </m:sSubPr>
                        <m:e>
                          <m:sSup>
                            <m:sSupPr>
                              <m:ctrlPr>
                                <a:rPr lang="en-US" i="1">
                                  <a:latin typeface="Cambria Math" panose="02040503050406030204" pitchFamily="18" charset="0"/>
                                </a:rPr>
                              </m:ctrlPr>
                            </m:sSupPr>
                            <m:e>
                              <m:r>
                                <a:rPr lang="en-US" i="1">
                                  <a:latin typeface="Cambria Math" panose="02040503050406030204" pitchFamily="18" charset="0"/>
                                </a:rPr>
                                <m:t>𝐷</m:t>
                              </m:r>
                            </m:e>
                            <m:sup>
                              <m:r>
                                <a:rPr lang="en-US" i="1">
                                  <a:latin typeface="Cambria Math" panose="02040503050406030204" pitchFamily="18" charset="0"/>
                                </a:rPr>
                                <m:t>2</m:t>
                              </m:r>
                            </m:sup>
                          </m:sSup>
                        </m:e>
                        <m:sub>
                          <m:r>
                            <a:rPr lang="en-US" b="0" i="1" smtClean="0">
                              <a:latin typeface="Cambria Math" panose="02040503050406030204" pitchFamily="18" charset="0"/>
                            </a:rPr>
                            <m:t>4</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−0.</m:t>
                          </m:r>
                          <m:r>
                            <a:rPr lang="en-GB" b="0" i="1" smtClean="0">
                              <a:latin typeface="Cambria Math" panose="02040503050406030204" pitchFamily="18" charset="0"/>
                            </a:rPr>
                            <m:t>8</m:t>
                          </m:r>
                        </m:e>
                        <m:sup>
                          <m:r>
                            <a:rPr lang="en-US" b="0" i="1" smtClean="0">
                              <a:latin typeface="Cambria Math" panose="02040503050406030204" pitchFamily="18" charset="0"/>
                            </a:rPr>
                            <m:t>2</m:t>
                          </m:r>
                        </m:sup>
                      </m:sSup>
                      <m:r>
                        <a:rPr lang="en-US" b="0" i="1" smtClean="0">
                          <a:latin typeface="Cambria Math" panose="02040503050406030204" pitchFamily="18" charset="0"/>
                        </a:rPr>
                        <m:t>=0.</m:t>
                      </m:r>
                      <m:r>
                        <a:rPr lang="en-GB" b="0" i="1" smtClean="0">
                          <a:latin typeface="Cambria Math" panose="02040503050406030204" pitchFamily="18" charset="0"/>
                        </a:rPr>
                        <m:t>6</m:t>
                      </m:r>
                      <m:r>
                        <a:rPr lang="en-US" b="0" i="1" smtClean="0">
                          <a:latin typeface="Cambria Math" panose="02040503050406030204" pitchFamily="18" charset="0"/>
                        </a:rPr>
                        <m:t>4</m:t>
                      </m:r>
                    </m:oMath>
                  </m:oMathPara>
                </a14:m>
                <a:endParaRPr lang="en-US" dirty="0"/>
              </a:p>
            </p:txBody>
          </p:sp>
        </mc:Choice>
        <mc:Fallback xmlns="">
          <p:sp>
            <p:nvSpPr>
              <p:cNvPr id="10" name="TextBox 9"/>
              <p:cNvSpPr txBox="1">
                <a:spLocks noRot="1" noChangeAspect="1" noMove="1" noResize="1" noEditPoints="1" noAdjustHandles="1" noChangeArrowheads="1" noChangeShapeType="1" noTextEdit="1"/>
              </p:cNvSpPr>
              <p:nvPr/>
            </p:nvSpPr>
            <p:spPr>
              <a:xfrm>
                <a:off x="6868253" y="2946145"/>
                <a:ext cx="2410852" cy="1150315"/>
              </a:xfrm>
              <a:prstGeom prst="rect">
                <a:avLst/>
              </a:prstGeom>
              <a:blipFill>
                <a:blip r:embed="rId4"/>
                <a:stretch>
                  <a:fillRect/>
                </a:stretch>
              </a:blipFill>
            </p:spPr>
            <p:txBody>
              <a:bodyPr/>
              <a:lstStyle/>
              <a:p>
                <a:r>
                  <a:rPr lang="en-GB">
                    <a:noFill/>
                  </a:rPr>
                  <a:t> </a:t>
                </a:r>
              </a:p>
            </p:txBody>
          </p:sp>
        </mc:Fallback>
      </mc:AlternateContent>
      <p:sp>
        <p:nvSpPr>
          <p:cNvPr id="11" name="Right Brace 10"/>
          <p:cNvSpPr/>
          <p:nvPr/>
        </p:nvSpPr>
        <p:spPr>
          <a:xfrm>
            <a:off x="6498973" y="2849042"/>
            <a:ext cx="193431" cy="1187604"/>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graphicFrame>
            <p:nvGraphicFramePr>
              <p:cNvPr id="12" name="Table 11">
                <a:extLst>
                  <a:ext uri="{FF2B5EF4-FFF2-40B4-BE49-F238E27FC236}">
                    <a16:creationId xmlns:a16="http://schemas.microsoft.com/office/drawing/2014/main" id="{FEFF5B46-13F9-4C41-B3D9-03D38E4AFBE7}"/>
                  </a:ext>
                </a:extLst>
              </p:cNvPr>
              <p:cNvGraphicFramePr>
                <a:graphicFrameLocks noGrp="1"/>
              </p:cNvGraphicFramePr>
              <p:nvPr>
                <p:extLst>
                  <p:ext uri="{D42A27DB-BD31-4B8C-83A1-F6EECF244321}">
                    <p14:modId xmlns:p14="http://schemas.microsoft.com/office/powerpoint/2010/main" val="3855017069"/>
                  </p:ext>
                </p:extLst>
              </p:nvPr>
            </p:nvGraphicFramePr>
            <p:xfrm>
              <a:off x="5187093" y="2372870"/>
              <a:ext cx="1129434" cy="1854200"/>
            </p:xfrm>
            <a:graphic>
              <a:graphicData uri="http://schemas.openxmlformats.org/drawingml/2006/table">
                <a:tbl>
                  <a:tblPr firstRow="1" bandRow="1">
                    <a:tableStyleId>{F5AB1C69-6EDB-4FF4-983F-18BD219EF322}</a:tableStyleId>
                  </a:tblPr>
                  <a:tblGrid>
                    <a:gridCol w="1129434">
                      <a:extLst>
                        <a:ext uri="{9D8B030D-6E8A-4147-A177-3AD203B41FA5}">
                          <a16:colId xmlns:a16="http://schemas.microsoft.com/office/drawing/2014/main" val="522177979"/>
                        </a:ext>
                      </a:extLst>
                    </a:gridCol>
                  </a:tblGrid>
                  <a:tr h="370840">
                    <a:tc>
                      <a:txBody>
                        <a:bodyPr/>
                        <a:lstStyle/>
                        <a:p>
                          <a:pPr algn="ctr"/>
                          <a14:m>
                            <m:oMathPara xmlns:m="http://schemas.openxmlformats.org/officeDocument/2006/math">
                              <m:oMathParaPr>
                                <m:jc m:val="centerGroup"/>
                              </m:oMathParaPr>
                              <m:oMath xmlns:m="http://schemas.openxmlformats.org/officeDocument/2006/math">
                                <m:sSup>
                                  <m:sSupPr>
                                    <m:ctrlPr>
                                      <a:rPr lang="en-US" sz="1400" i="1" smtClean="0">
                                        <a:solidFill>
                                          <a:schemeClr val="tx1"/>
                                        </a:solidFill>
                                        <a:latin typeface="Cambria Math" panose="02040503050406030204" pitchFamily="18" charset="0"/>
                                      </a:rPr>
                                    </m:ctrlPr>
                                  </m:sSupPr>
                                  <m:e>
                                    <m:r>
                                      <a:rPr lang="en-US" sz="1400" smtClean="0">
                                        <a:solidFill>
                                          <a:schemeClr val="tx1"/>
                                        </a:solidFill>
                                        <a:latin typeface="Cambria Math" panose="02040503050406030204" pitchFamily="18" charset="0"/>
                                      </a:rPr>
                                      <m:t>𝑫</m:t>
                                    </m:r>
                                  </m:e>
                                  <m:sup>
                                    <m:r>
                                      <a:rPr lang="en-US" sz="1400" smtClean="0">
                                        <a:solidFill>
                                          <a:schemeClr val="tx1"/>
                                        </a:solidFill>
                                        <a:latin typeface="Cambria Math" panose="02040503050406030204" pitchFamily="18" charset="0"/>
                                      </a:rPr>
                                      <m:t>𝟐</m:t>
                                    </m:r>
                                  </m:sup>
                                </m:sSup>
                              </m:oMath>
                            </m:oMathPara>
                          </a14:m>
                          <a:endParaRPr lang="en-US" sz="1400" dirty="0">
                            <a:solidFill>
                              <a:schemeClr val="tx1"/>
                            </a:solidFill>
                          </a:endParaRPr>
                        </a:p>
                      </a:txBody>
                      <a:tcPr/>
                    </a:tc>
                    <a:extLst>
                      <a:ext uri="{0D108BD9-81ED-4DB2-BD59-A6C34878D82A}">
                        <a16:rowId xmlns:a16="http://schemas.microsoft.com/office/drawing/2014/main" val="1161456333"/>
                      </a:ext>
                    </a:extLst>
                  </a:tr>
                  <a:tr h="370840">
                    <a:tc>
                      <a:txBody>
                        <a:bodyPr/>
                        <a:lstStyle/>
                        <a:p>
                          <a:pPr algn="ctr" fontAlgn="b"/>
                          <a:r>
                            <a:rPr lang="en-US" sz="1400" b="0" i="0" u="none" strike="noStrike" dirty="0">
                              <a:solidFill>
                                <a:srgbClr val="000000"/>
                              </a:solidFill>
                              <a:effectLst/>
                              <a:latin typeface="Tw Cen MT" panose="020B0602020104020603" pitchFamily="34" charset="0"/>
                            </a:rPr>
                            <a:t>8.41</a:t>
                          </a:r>
                        </a:p>
                      </a:txBody>
                      <a:tcPr marL="9525" marR="9525" marT="9525" marB="0" anchor="b"/>
                    </a:tc>
                    <a:extLst>
                      <a:ext uri="{0D108BD9-81ED-4DB2-BD59-A6C34878D82A}">
                        <a16:rowId xmlns:a16="http://schemas.microsoft.com/office/drawing/2014/main" val="4209527493"/>
                      </a:ext>
                    </a:extLst>
                  </a:tr>
                  <a:tr h="370840">
                    <a:tc>
                      <a:txBody>
                        <a:bodyPr/>
                        <a:lstStyle/>
                        <a:p>
                          <a:pPr algn="ctr" fontAlgn="b"/>
                          <a:r>
                            <a:rPr lang="en-US" sz="1400" b="0" i="0" u="none" strike="noStrike" dirty="0">
                              <a:solidFill>
                                <a:srgbClr val="000000"/>
                              </a:solidFill>
                              <a:effectLst/>
                              <a:latin typeface="Tw Cen MT" panose="020B0602020104020603" pitchFamily="34" charset="0"/>
                            </a:rPr>
                            <a:t>1.96</a:t>
                          </a:r>
                        </a:p>
                      </a:txBody>
                      <a:tcPr marL="9525" marR="9525" marT="9525" marB="0" anchor="b"/>
                    </a:tc>
                    <a:extLst>
                      <a:ext uri="{0D108BD9-81ED-4DB2-BD59-A6C34878D82A}">
                        <a16:rowId xmlns:a16="http://schemas.microsoft.com/office/drawing/2014/main" val="3189708125"/>
                      </a:ext>
                    </a:extLst>
                  </a:tr>
                  <a:tr h="370840">
                    <a:tc>
                      <a:txBody>
                        <a:bodyPr/>
                        <a:lstStyle/>
                        <a:p>
                          <a:pPr algn="ctr" fontAlgn="b"/>
                          <a:r>
                            <a:rPr lang="en-US" sz="1400" b="0" i="0" u="none" strike="noStrike" dirty="0">
                              <a:solidFill>
                                <a:srgbClr val="000000"/>
                              </a:solidFill>
                              <a:effectLst/>
                              <a:latin typeface="Tw Cen MT" panose="020B0602020104020603" pitchFamily="34" charset="0"/>
                            </a:rPr>
                            <a:t>13.69</a:t>
                          </a:r>
                        </a:p>
                      </a:txBody>
                      <a:tcPr marL="9525" marR="9525" marT="9525" marB="0" anchor="b"/>
                    </a:tc>
                    <a:extLst>
                      <a:ext uri="{0D108BD9-81ED-4DB2-BD59-A6C34878D82A}">
                        <a16:rowId xmlns:a16="http://schemas.microsoft.com/office/drawing/2014/main" val="3494497803"/>
                      </a:ext>
                    </a:extLst>
                  </a:tr>
                  <a:tr h="370840">
                    <a:tc>
                      <a:txBody>
                        <a:bodyPr/>
                        <a:lstStyle/>
                        <a:p>
                          <a:pPr algn="ctr" fontAlgn="b"/>
                          <a:r>
                            <a:rPr lang="en-US" sz="1400" b="0" i="0" u="none" strike="noStrike" dirty="0">
                              <a:solidFill>
                                <a:srgbClr val="000000"/>
                              </a:solidFill>
                              <a:effectLst/>
                              <a:latin typeface="Tw Cen MT" panose="020B0602020104020603" pitchFamily="34" charset="0"/>
                            </a:rPr>
                            <a:t>0.64</a:t>
                          </a:r>
                        </a:p>
                      </a:txBody>
                      <a:tcPr marL="9525" marR="9525" marT="9525" marB="0" anchor="b"/>
                    </a:tc>
                    <a:extLst>
                      <a:ext uri="{0D108BD9-81ED-4DB2-BD59-A6C34878D82A}">
                        <a16:rowId xmlns:a16="http://schemas.microsoft.com/office/drawing/2014/main" val="2700627175"/>
                      </a:ext>
                    </a:extLst>
                  </a:tr>
                </a:tbl>
              </a:graphicData>
            </a:graphic>
          </p:graphicFrame>
        </mc:Choice>
        <mc:Fallback xmlns="">
          <p:graphicFrame>
            <p:nvGraphicFramePr>
              <p:cNvPr id="12" name="Table 11">
                <a:extLst>
                  <a:ext uri="{FF2B5EF4-FFF2-40B4-BE49-F238E27FC236}">
                    <a16:creationId xmlns:a16="http://schemas.microsoft.com/office/drawing/2014/main" id="{FEFF5B46-13F9-4C41-B3D9-03D38E4AFBE7}"/>
                  </a:ext>
                </a:extLst>
              </p:cNvPr>
              <p:cNvGraphicFramePr>
                <a:graphicFrameLocks noGrp="1"/>
              </p:cNvGraphicFramePr>
              <p:nvPr>
                <p:extLst>
                  <p:ext uri="{D42A27DB-BD31-4B8C-83A1-F6EECF244321}">
                    <p14:modId xmlns:p14="http://schemas.microsoft.com/office/powerpoint/2010/main" val="3855017069"/>
                  </p:ext>
                </p:extLst>
              </p:nvPr>
            </p:nvGraphicFramePr>
            <p:xfrm>
              <a:off x="5187093" y="2372870"/>
              <a:ext cx="1129434" cy="1854200"/>
            </p:xfrm>
            <a:graphic>
              <a:graphicData uri="http://schemas.openxmlformats.org/drawingml/2006/table">
                <a:tbl>
                  <a:tblPr firstRow="1" bandRow="1">
                    <a:tableStyleId>{F5AB1C69-6EDB-4FF4-983F-18BD219EF322}</a:tableStyleId>
                  </a:tblPr>
                  <a:tblGrid>
                    <a:gridCol w="1129434">
                      <a:extLst>
                        <a:ext uri="{9D8B030D-6E8A-4147-A177-3AD203B41FA5}">
                          <a16:colId xmlns:a16="http://schemas.microsoft.com/office/drawing/2014/main" val="522177979"/>
                        </a:ext>
                      </a:extLst>
                    </a:gridCol>
                  </a:tblGrid>
                  <a:tr h="370840">
                    <a:tc>
                      <a:txBody>
                        <a:bodyPr/>
                        <a:lstStyle/>
                        <a:p>
                          <a:endParaRPr lang="en-US"/>
                        </a:p>
                      </a:txBody>
                      <a:tcPr>
                        <a:blipFill>
                          <a:blip r:embed="rId5"/>
                          <a:stretch>
                            <a:fillRect l="-535" t="-1639" r="-2139" b="-427869"/>
                          </a:stretch>
                        </a:blipFill>
                      </a:tcPr>
                    </a:tc>
                    <a:extLst>
                      <a:ext uri="{0D108BD9-81ED-4DB2-BD59-A6C34878D82A}">
                        <a16:rowId xmlns:a16="http://schemas.microsoft.com/office/drawing/2014/main" val="1161456333"/>
                      </a:ext>
                    </a:extLst>
                  </a:tr>
                  <a:tr h="370840">
                    <a:tc>
                      <a:txBody>
                        <a:bodyPr/>
                        <a:lstStyle/>
                        <a:p>
                          <a:pPr algn="ctr" fontAlgn="b"/>
                          <a:r>
                            <a:rPr lang="en-US" sz="1400" b="0" i="0" u="none" strike="noStrike" dirty="0">
                              <a:solidFill>
                                <a:srgbClr val="000000"/>
                              </a:solidFill>
                              <a:effectLst/>
                              <a:latin typeface="Tw Cen MT" panose="020B0602020104020603" pitchFamily="34" charset="0"/>
                            </a:rPr>
                            <a:t>8.41</a:t>
                          </a:r>
                        </a:p>
                      </a:txBody>
                      <a:tcPr marL="9525" marR="9525" marT="9525" marB="0" anchor="b"/>
                    </a:tc>
                    <a:extLst>
                      <a:ext uri="{0D108BD9-81ED-4DB2-BD59-A6C34878D82A}">
                        <a16:rowId xmlns:a16="http://schemas.microsoft.com/office/drawing/2014/main" val="4209527493"/>
                      </a:ext>
                    </a:extLst>
                  </a:tr>
                  <a:tr h="370840">
                    <a:tc>
                      <a:txBody>
                        <a:bodyPr/>
                        <a:lstStyle/>
                        <a:p>
                          <a:pPr algn="ctr" fontAlgn="b"/>
                          <a:r>
                            <a:rPr lang="en-US" sz="1400" b="0" i="0" u="none" strike="noStrike" dirty="0">
                              <a:solidFill>
                                <a:srgbClr val="000000"/>
                              </a:solidFill>
                              <a:effectLst/>
                              <a:latin typeface="Tw Cen MT" panose="020B0602020104020603" pitchFamily="34" charset="0"/>
                            </a:rPr>
                            <a:t>1.96</a:t>
                          </a:r>
                        </a:p>
                      </a:txBody>
                      <a:tcPr marL="9525" marR="9525" marT="9525" marB="0" anchor="b"/>
                    </a:tc>
                    <a:extLst>
                      <a:ext uri="{0D108BD9-81ED-4DB2-BD59-A6C34878D82A}">
                        <a16:rowId xmlns:a16="http://schemas.microsoft.com/office/drawing/2014/main" val="3189708125"/>
                      </a:ext>
                    </a:extLst>
                  </a:tr>
                  <a:tr h="370840">
                    <a:tc>
                      <a:txBody>
                        <a:bodyPr/>
                        <a:lstStyle/>
                        <a:p>
                          <a:pPr algn="ctr" fontAlgn="b"/>
                          <a:r>
                            <a:rPr lang="en-US" sz="1400" b="0" i="0" u="none" strike="noStrike" dirty="0">
                              <a:solidFill>
                                <a:srgbClr val="000000"/>
                              </a:solidFill>
                              <a:effectLst/>
                              <a:latin typeface="Tw Cen MT" panose="020B0602020104020603" pitchFamily="34" charset="0"/>
                            </a:rPr>
                            <a:t>13.69</a:t>
                          </a:r>
                        </a:p>
                      </a:txBody>
                      <a:tcPr marL="9525" marR="9525" marT="9525" marB="0" anchor="b"/>
                    </a:tc>
                    <a:extLst>
                      <a:ext uri="{0D108BD9-81ED-4DB2-BD59-A6C34878D82A}">
                        <a16:rowId xmlns:a16="http://schemas.microsoft.com/office/drawing/2014/main" val="3494497803"/>
                      </a:ext>
                    </a:extLst>
                  </a:tr>
                  <a:tr h="370840">
                    <a:tc>
                      <a:txBody>
                        <a:bodyPr/>
                        <a:lstStyle/>
                        <a:p>
                          <a:pPr algn="ctr" fontAlgn="b"/>
                          <a:r>
                            <a:rPr lang="en-US" sz="1400" b="0" i="0" u="none" strike="noStrike" dirty="0">
                              <a:solidFill>
                                <a:srgbClr val="000000"/>
                              </a:solidFill>
                              <a:effectLst/>
                              <a:latin typeface="Tw Cen MT" panose="020B0602020104020603" pitchFamily="34" charset="0"/>
                            </a:rPr>
                            <a:t>0.64</a:t>
                          </a:r>
                        </a:p>
                      </a:txBody>
                      <a:tcPr marL="9525" marR="9525" marT="9525" marB="0" anchor="b"/>
                    </a:tc>
                    <a:extLst>
                      <a:ext uri="{0D108BD9-81ED-4DB2-BD59-A6C34878D82A}">
                        <a16:rowId xmlns:a16="http://schemas.microsoft.com/office/drawing/2014/main" val="2700627175"/>
                      </a:ext>
                    </a:extLst>
                  </a:tr>
                </a:tbl>
              </a:graphicData>
            </a:graphic>
          </p:graphicFrame>
        </mc:Fallback>
      </mc:AlternateContent>
      <p:sp>
        <p:nvSpPr>
          <p:cNvPr id="13" name="Rectangle 12"/>
          <p:cNvSpPr/>
          <p:nvPr/>
        </p:nvSpPr>
        <p:spPr>
          <a:xfrm>
            <a:off x="1024128" y="1900166"/>
            <a:ext cx="4612994" cy="369332"/>
          </a:xfrm>
          <a:prstGeom prst="rect">
            <a:avLst/>
          </a:prstGeom>
        </p:spPr>
        <p:txBody>
          <a:bodyPr wrap="none">
            <a:spAutoFit/>
          </a:bodyPr>
          <a:lstStyle/>
          <a:p>
            <a:pPr>
              <a:defRPr/>
            </a:pPr>
            <a:r>
              <a:rPr lang="en-US" dirty="0"/>
              <a:t>The Square of distance between two distribution</a:t>
            </a:r>
          </a:p>
        </p:txBody>
      </p:sp>
      <p:graphicFrame>
        <p:nvGraphicFramePr>
          <p:cNvPr id="14" name="Table 13">
            <a:extLst>
              <a:ext uri="{FF2B5EF4-FFF2-40B4-BE49-F238E27FC236}">
                <a16:creationId xmlns:a16="http://schemas.microsoft.com/office/drawing/2014/main" id="{1DEE22A6-5017-0940-9EC1-C3EA9B0DCC52}"/>
              </a:ext>
            </a:extLst>
          </p:cNvPr>
          <p:cNvGraphicFramePr>
            <a:graphicFrameLocks noGrp="1"/>
          </p:cNvGraphicFramePr>
          <p:nvPr>
            <p:extLst>
              <p:ext uri="{D42A27DB-BD31-4B8C-83A1-F6EECF244321}">
                <p14:modId xmlns:p14="http://schemas.microsoft.com/office/powerpoint/2010/main" val="3142187809"/>
              </p:ext>
            </p:extLst>
          </p:nvPr>
        </p:nvGraphicFramePr>
        <p:xfrm>
          <a:off x="1112052" y="2399904"/>
          <a:ext cx="1209117" cy="1854200"/>
        </p:xfrm>
        <a:graphic>
          <a:graphicData uri="http://schemas.openxmlformats.org/drawingml/2006/table">
            <a:tbl>
              <a:tblPr firstRow="1" bandRow="1">
                <a:tableStyleId>{93296810-A885-4BE3-A3E7-6D5BEEA58F35}</a:tableStyleId>
              </a:tblPr>
              <a:tblGrid>
                <a:gridCol w="1209117">
                  <a:extLst>
                    <a:ext uri="{9D8B030D-6E8A-4147-A177-3AD203B41FA5}">
                      <a16:colId xmlns:a16="http://schemas.microsoft.com/office/drawing/2014/main" val="619288654"/>
                    </a:ext>
                  </a:extLst>
                </a:gridCol>
              </a:tblGrid>
              <a:tr h="370840">
                <a:tc>
                  <a:txBody>
                    <a:bodyPr/>
                    <a:lstStyle/>
                    <a:p>
                      <a:pPr algn="ctr"/>
                      <a:r>
                        <a:rPr lang="en-US" sz="1400" dirty="0" smtClean="0">
                          <a:solidFill>
                            <a:schemeClr val="tx1"/>
                          </a:solidFill>
                        </a:rPr>
                        <a:t>F2-GA</a:t>
                      </a:r>
                      <a:endParaRPr lang="en-US" sz="1400" dirty="0">
                        <a:solidFill>
                          <a:schemeClr val="tx1"/>
                        </a:solidFill>
                      </a:endParaRPr>
                    </a:p>
                  </a:txBody>
                  <a:tcPr/>
                </a:tc>
                <a:extLst>
                  <a:ext uri="{0D108BD9-81ED-4DB2-BD59-A6C34878D82A}">
                    <a16:rowId xmlns:a16="http://schemas.microsoft.com/office/drawing/2014/main" val="2280859014"/>
                  </a:ext>
                </a:extLst>
              </a:tr>
              <a:tr h="370840">
                <a:tc>
                  <a:txBody>
                    <a:bodyPr/>
                    <a:lstStyle/>
                    <a:p>
                      <a:pPr algn="ctr" fontAlgn="b"/>
                      <a:r>
                        <a:rPr lang="en-US" sz="1400" u="none" strike="noStrike" dirty="0">
                          <a:effectLst/>
                        </a:rPr>
                        <a:t>0.1</a:t>
                      </a:r>
                      <a:endParaRPr lang="en-US" sz="1400" b="0" i="0" u="none" strike="noStrike" dirty="0">
                        <a:solidFill>
                          <a:srgbClr val="000000"/>
                        </a:solidFill>
                        <a:effectLst/>
                        <a:latin typeface="+mj-lt"/>
                      </a:endParaRPr>
                    </a:p>
                  </a:txBody>
                  <a:tcPr marL="9525" marR="9525" marT="9525" marB="0" anchor="ctr"/>
                </a:tc>
                <a:extLst>
                  <a:ext uri="{0D108BD9-81ED-4DB2-BD59-A6C34878D82A}">
                    <a16:rowId xmlns:a16="http://schemas.microsoft.com/office/drawing/2014/main" val="3122994943"/>
                  </a:ext>
                </a:extLst>
              </a:tr>
              <a:tr h="370840">
                <a:tc>
                  <a:txBody>
                    <a:bodyPr/>
                    <a:lstStyle/>
                    <a:p>
                      <a:pPr algn="ctr" fontAlgn="b"/>
                      <a:r>
                        <a:rPr lang="en-US" sz="1400" u="none" strike="noStrike" dirty="0">
                          <a:effectLst/>
                        </a:rPr>
                        <a:t>0.6</a:t>
                      </a:r>
                      <a:endParaRPr lang="en-US" sz="1400" b="0" i="0" u="none" strike="noStrike" dirty="0">
                        <a:solidFill>
                          <a:srgbClr val="000000"/>
                        </a:solidFill>
                        <a:effectLst/>
                        <a:latin typeface="+mj-lt"/>
                      </a:endParaRPr>
                    </a:p>
                  </a:txBody>
                  <a:tcPr marL="9525" marR="9525" marT="9525" marB="0" anchor="ctr"/>
                </a:tc>
                <a:extLst>
                  <a:ext uri="{0D108BD9-81ED-4DB2-BD59-A6C34878D82A}">
                    <a16:rowId xmlns:a16="http://schemas.microsoft.com/office/drawing/2014/main" val="3345521160"/>
                  </a:ext>
                </a:extLst>
              </a:tr>
              <a:tr h="370840">
                <a:tc>
                  <a:txBody>
                    <a:bodyPr/>
                    <a:lstStyle/>
                    <a:p>
                      <a:pPr algn="ctr" fontAlgn="b"/>
                      <a:r>
                        <a:rPr lang="en-US" sz="1400" u="none" strike="noStrike" dirty="0">
                          <a:effectLst/>
                        </a:rPr>
                        <a:t>0.3</a:t>
                      </a:r>
                      <a:endParaRPr lang="en-US" sz="1400" b="0" i="0" u="none" strike="noStrike" dirty="0">
                        <a:solidFill>
                          <a:srgbClr val="000000"/>
                        </a:solidFill>
                        <a:effectLst/>
                        <a:latin typeface="+mj-lt"/>
                      </a:endParaRPr>
                    </a:p>
                  </a:txBody>
                  <a:tcPr marL="9525" marR="9525" marT="9525" marB="0" anchor="ctr"/>
                </a:tc>
                <a:extLst>
                  <a:ext uri="{0D108BD9-81ED-4DB2-BD59-A6C34878D82A}">
                    <a16:rowId xmlns:a16="http://schemas.microsoft.com/office/drawing/2014/main" val="2400711326"/>
                  </a:ext>
                </a:extLst>
              </a:tr>
              <a:tr h="370840">
                <a:tc>
                  <a:txBody>
                    <a:bodyPr/>
                    <a:lstStyle/>
                    <a:p>
                      <a:pPr algn="ctr" fontAlgn="b"/>
                      <a:r>
                        <a:rPr lang="en-US" sz="1400" u="none" strike="noStrike" dirty="0">
                          <a:effectLst/>
                        </a:rPr>
                        <a:t>0.2</a:t>
                      </a:r>
                      <a:endParaRPr lang="en-US" sz="1400" b="0" i="0" u="none" strike="noStrike" dirty="0">
                        <a:solidFill>
                          <a:srgbClr val="000000"/>
                        </a:solidFill>
                        <a:effectLst/>
                        <a:latin typeface="Tw Cen MT" panose="020B0602020104020603" pitchFamily="34" charset="77"/>
                      </a:endParaRPr>
                    </a:p>
                  </a:txBody>
                  <a:tcPr marL="9525" marR="9525" marT="9525" marB="0" anchor="ctr"/>
                </a:tc>
                <a:extLst>
                  <a:ext uri="{0D108BD9-81ED-4DB2-BD59-A6C34878D82A}">
                    <a16:rowId xmlns:a16="http://schemas.microsoft.com/office/drawing/2014/main" val="3018803206"/>
                  </a:ext>
                </a:extLst>
              </a:tr>
            </a:tbl>
          </a:graphicData>
        </a:graphic>
      </p:graphicFrame>
      <p:graphicFrame>
        <p:nvGraphicFramePr>
          <p:cNvPr id="15" name="Table 14">
            <a:extLst>
              <a:ext uri="{FF2B5EF4-FFF2-40B4-BE49-F238E27FC236}">
                <a16:creationId xmlns:a16="http://schemas.microsoft.com/office/drawing/2014/main" id="{FEFF5B46-13F9-4C41-B3D9-03D38E4AFBE7}"/>
              </a:ext>
            </a:extLst>
          </p:cNvPr>
          <p:cNvGraphicFramePr>
            <a:graphicFrameLocks noGrp="1"/>
          </p:cNvGraphicFramePr>
          <p:nvPr>
            <p:extLst>
              <p:ext uri="{D42A27DB-BD31-4B8C-83A1-F6EECF244321}">
                <p14:modId xmlns:p14="http://schemas.microsoft.com/office/powerpoint/2010/main" val="4200617665"/>
              </p:ext>
            </p:extLst>
          </p:nvPr>
        </p:nvGraphicFramePr>
        <p:xfrm>
          <a:off x="2503615" y="2399904"/>
          <a:ext cx="1180361" cy="1854200"/>
        </p:xfrm>
        <a:graphic>
          <a:graphicData uri="http://schemas.openxmlformats.org/drawingml/2006/table">
            <a:tbl>
              <a:tblPr firstRow="1" bandRow="1">
                <a:tableStyleId>{21E4AEA4-8DFA-4A89-87EB-49C32662AFE0}</a:tableStyleId>
              </a:tblPr>
              <a:tblGrid>
                <a:gridCol w="1180361">
                  <a:extLst>
                    <a:ext uri="{9D8B030D-6E8A-4147-A177-3AD203B41FA5}">
                      <a16:colId xmlns:a16="http://schemas.microsoft.com/office/drawing/2014/main" val="522177979"/>
                    </a:ext>
                  </a:extLst>
                </a:gridCol>
              </a:tblGrid>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smtClean="0">
                          <a:solidFill>
                            <a:schemeClr val="tx1"/>
                          </a:solidFill>
                        </a:rPr>
                        <a:t>F2-GB</a:t>
                      </a:r>
                    </a:p>
                  </a:txBody>
                  <a:tcPr/>
                </a:tc>
                <a:extLst>
                  <a:ext uri="{0D108BD9-81ED-4DB2-BD59-A6C34878D82A}">
                    <a16:rowId xmlns:a16="http://schemas.microsoft.com/office/drawing/2014/main" val="1161456333"/>
                  </a:ext>
                </a:extLst>
              </a:tr>
              <a:tr h="370840">
                <a:tc>
                  <a:txBody>
                    <a:bodyPr/>
                    <a:lstStyle/>
                    <a:p>
                      <a:pPr algn="ctr"/>
                      <a:r>
                        <a:rPr lang="en-US" sz="1400" dirty="0"/>
                        <a:t>3</a:t>
                      </a:r>
                    </a:p>
                  </a:txBody>
                  <a:tcPr marL="9525" marR="9525" marT="9525" marB="0" anchor="ctr"/>
                </a:tc>
                <a:extLst>
                  <a:ext uri="{0D108BD9-81ED-4DB2-BD59-A6C34878D82A}">
                    <a16:rowId xmlns:a16="http://schemas.microsoft.com/office/drawing/2014/main" val="4209527493"/>
                  </a:ext>
                </a:extLst>
              </a:tr>
              <a:tr h="370840">
                <a:tc>
                  <a:txBody>
                    <a:bodyPr/>
                    <a:lstStyle/>
                    <a:p>
                      <a:pPr algn="ctr"/>
                      <a:r>
                        <a:rPr lang="en-US" sz="1400" dirty="0"/>
                        <a:t>2</a:t>
                      </a:r>
                    </a:p>
                  </a:txBody>
                  <a:tcPr marL="9525" marR="9525" marT="9525" marB="0" anchor="ctr"/>
                </a:tc>
                <a:extLst>
                  <a:ext uri="{0D108BD9-81ED-4DB2-BD59-A6C34878D82A}">
                    <a16:rowId xmlns:a16="http://schemas.microsoft.com/office/drawing/2014/main" val="3189708125"/>
                  </a:ext>
                </a:extLst>
              </a:tr>
              <a:tr h="370840">
                <a:tc>
                  <a:txBody>
                    <a:bodyPr/>
                    <a:lstStyle/>
                    <a:p>
                      <a:pPr algn="ctr"/>
                      <a:r>
                        <a:rPr lang="en-US" sz="1400" dirty="0"/>
                        <a:t>4</a:t>
                      </a:r>
                    </a:p>
                  </a:txBody>
                  <a:tcPr marL="9525" marR="9525" marT="9525" marB="0" anchor="ctr"/>
                </a:tc>
                <a:extLst>
                  <a:ext uri="{0D108BD9-81ED-4DB2-BD59-A6C34878D82A}">
                    <a16:rowId xmlns:a16="http://schemas.microsoft.com/office/drawing/2014/main" val="3494497803"/>
                  </a:ext>
                </a:extLst>
              </a:tr>
              <a:tr h="370840">
                <a:tc>
                  <a:txBody>
                    <a:bodyPr/>
                    <a:lstStyle/>
                    <a:p>
                      <a:pPr algn="ctr"/>
                      <a:r>
                        <a:rPr lang="en-US" sz="1400" dirty="0"/>
                        <a:t>1</a:t>
                      </a:r>
                      <a:endParaRPr lang="en-US" sz="1400" dirty="0">
                        <a:latin typeface="Tw Cen MT" panose="020B0602020104020603" pitchFamily="34" charset="77"/>
                      </a:endParaRPr>
                    </a:p>
                  </a:txBody>
                  <a:tcPr marL="9525" marR="9525" marT="9525" marB="0" anchor="ctr"/>
                </a:tc>
                <a:extLst>
                  <a:ext uri="{0D108BD9-81ED-4DB2-BD59-A6C34878D82A}">
                    <a16:rowId xmlns:a16="http://schemas.microsoft.com/office/drawing/2014/main" val="2700627175"/>
                  </a:ext>
                </a:extLst>
              </a:tr>
            </a:tbl>
          </a:graphicData>
        </a:graphic>
      </p:graphicFrame>
      <mc:AlternateContent xmlns:mc="http://schemas.openxmlformats.org/markup-compatibility/2006" xmlns:a14="http://schemas.microsoft.com/office/drawing/2010/main">
        <mc:Choice Requires="a14">
          <p:graphicFrame>
            <p:nvGraphicFramePr>
              <p:cNvPr id="16" name="Table 15">
                <a:extLst>
                  <a:ext uri="{FF2B5EF4-FFF2-40B4-BE49-F238E27FC236}">
                    <a16:creationId xmlns:a16="http://schemas.microsoft.com/office/drawing/2014/main" id="{FEFF5B46-13F9-4C41-B3D9-03D38E4AFBE7}"/>
                  </a:ext>
                </a:extLst>
              </p:cNvPr>
              <p:cNvGraphicFramePr>
                <a:graphicFrameLocks noGrp="1"/>
              </p:cNvGraphicFramePr>
              <p:nvPr>
                <p:extLst>
                  <p:ext uri="{D42A27DB-BD31-4B8C-83A1-F6EECF244321}">
                    <p14:modId xmlns:p14="http://schemas.microsoft.com/office/powerpoint/2010/main" val="2705622437"/>
                  </p:ext>
                </p:extLst>
              </p:nvPr>
            </p:nvGraphicFramePr>
            <p:xfrm>
              <a:off x="3866422" y="2399904"/>
              <a:ext cx="1129434" cy="1854200"/>
            </p:xfrm>
            <a:graphic>
              <a:graphicData uri="http://schemas.openxmlformats.org/drawingml/2006/table">
                <a:tbl>
                  <a:tblPr firstRow="1" bandRow="1">
                    <a:tableStyleId>{F5AB1C69-6EDB-4FF4-983F-18BD219EF322}</a:tableStyleId>
                  </a:tblPr>
                  <a:tblGrid>
                    <a:gridCol w="1129434">
                      <a:extLst>
                        <a:ext uri="{9D8B030D-6E8A-4147-A177-3AD203B41FA5}">
                          <a16:colId xmlns:a16="http://schemas.microsoft.com/office/drawing/2014/main" val="522177979"/>
                        </a:ext>
                      </a:extLst>
                    </a:gridCol>
                  </a:tblGrid>
                  <a:tr h="370840">
                    <a:tc>
                      <a:txBody>
                        <a:bodyPr/>
                        <a:lstStyle/>
                        <a:p>
                          <a:pPr algn="ctr"/>
                          <a14:m>
                            <m:oMathPara xmlns:m="http://schemas.openxmlformats.org/officeDocument/2006/math">
                              <m:oMathParaPr>
                                <m:jc m:val="centerGroup"/>
                              </m:oMathParaPr>
                              <m:oMath xmlns:m="http://schemas.openxmlformats.org/officeDocument/2006/math">
                                <m:r>
                                  <a:rPr lang="en-US" sz="1400" smtClean="0">
                                    <a:solidFill>
                                      <a:schemeClr val="tx1"/>
                                    </a:solidFill>
                                    <a:latin typeface="Cambria Math" panose="02040503050406030204" pitchFamily="18" charset="0"/>
                                  </a:rPr>
                                  <m:t>𝐷</m:t>
                                </m:r>
                              </m:oMath>
                            </m:oMathPara>
                          </a14:m>
                          <a:endParaRPr lang="en-US" sz="1400" dirty="0">
                            <a:solidFill>
                              <a:schemeClr val="tx1"/>
                            </a:solidFill>
                          </a:endParaRPr>
                        </a:p>
                      </a:txBody>
                      <a:tcPr/>
                    </a:tc>
                    <a:extLst>
                      <a:ext uri="{0D108BD9-81ED-4DB2-BD59-A6C34878D82A}">
                        <a16:rowId xmlns:a16="http://schemas.microsoft.com/office/drawing/2014/main" val="1161456333"/>
                      </a:ext>
                    </a:extLst>
                  </a:tr>
                  <a:tr h="370840">
                    <a:tc>
                      <a:txBody>
                        <a:bodyPr/>
                        <a:lstStyle/>
                        <a:p>
                          <a:pPr algn="ctr"/>
                          <a:r>
                            <a:rPr lang="en-US" sz="1400" dirty="0">
                              <a:solidFill>
                                <a:schemeClr val="tx1"/>
                              </a:solidFill>
                            </a:rPr>
                            <a:t>-2.9</a:t>
                          </a:r>
                        </a:p>
                      </a:txBody>
                      <a:tcPr/>
                    </a:tc>
                    <a:extLst>
                      <a:ext uri="{0D108BD9-81ED-4DB2-BD59-A6C34878D82A}">
                        <a16:rowId xmlns:a16="http://schemas.microsoft.com/office/drawing/2014/main" val="4209527493"/>
                      </a:ext>
                    </a:extLst>
                  </a:tr>
                  <a:tr h="370840">
                    <a:tc>
                      <a:txBody>
                        <a:bodyPr/>
                        <a:lstStyle/>
                        <a:p>
                          <a:pPr algn="ctr"/>
                          <a:r>
                            <a:rPr lang="en-US" sz="1400" dirty="0">
                              <a:solidFill>
                                <a:schemeClr val="tx1"/>
                              </a:solidFill>
                            </a:rPr>
                            <a:t>-1.4</a:t>
                          </a:r>
                        </a:p>
                      </a:txBody>
                      <a:tcPr/>
                    </a:tc>
                    <a:extLst>
                      <a:ext uri="{0D108BD9-81ED-4DB2-BD59-A6C34878D82A}">
                        <a16:rowId xmlns:a16="http://schemas.microsoft.com/office/drawing/2014/main" val="3189708125"/>
                      </a:ext>
                    </a:extLst>
                  </a:tr>
                  <a:tr h="370840">
                    <a:tc>
                      <a:txBody>
                        <a:bodyPr/>
                        <a:lstStyle/>
                        <a:p>
                          <a:pPr algn="ctr"/>
                          <a:r>
                            <a:rPr lang="en-US" sz="1400" dirty="0">
                              <a:solidFill>
                                <a:schemeClr val="tx1"/>
                              </a:solidFill>
                            </a:rPr>
                            <a:t>-3.7</a:t>
                          </a:r>
                        </a:p>
                      </a:txBody>
                      <a:tcPr/>
                    </a:tc>
                    <a:extLst>
                      <a:ext uri="{0D108BD9-81ED-4DB2-BD59-A6C34878D82A}">
                        <a16:rowId xmlns:a16="http://schemas.microsoft.com/office/drawing/2014/main" val="3494497803"/>
                      </a:ext>
                    </a:extLst>
                  </a:tr>
                  <a:tr h="370840">
                    <a:tc>
                      <a:txBody>
                        <a:bodyPr/>
                        <a:lstStyle/>
                        <a:p>
                          <a:pPr algn="ctr"/>
                          <a:r>
                            <a:rPr lang="en-US" sz="1400" dirty="0">
                              <a:solidFill>
                                <a:schemeClr val="tx1"/>
                              </a:solidFill>
                            </a:rPr>
                            <a:t>-0.8</a:t>
                          </a:r>
                        </a:p>
                      </a:txBody>
                      <a:tcPr/>
                    </a:tc>
                    <a:extLst>
                      <a:ext uri="{0D108BD9-81ED-4DB2-BD59-A6C34878D82A}">
                        <a16:rowId xmlns:a16="http://schemas.microsoft.com/office/drawing/2014/main" val="2700627175"/>
                      </a:ext>
                    </a:extLst>
                  </a:tr>
                </a:tbl>
              </a:graphicData>
            </a:graphic>
          </p:graphicFrame>
        </mc:Choice>
        <mc:Fallback xmlns="">
          <p:graphicFrame>
            <p:nvGraphicFramePr>
              <p:cNvPr id="16" name="Table 15">
                <a:extLst>
                  <a:ext uri="{FF2B5EF4-FFF2-40B4-BE49-F238E27FC236}">
                    <a16:creationId xmlns:a16="http://schemas.microsoft.com/office/drawing/2014/main" id="{FEFF5B46-13F9-4C41-B3D9-03D38E4AFBE7}"/>
                  </a:ext>
                </a:extLst>
              </p:cNvPr>
              <p:cNvGraphicFramePr>
                <a:graphicFrameLocks noGrp="1"/>
              </p:cNvGraphicFramePr>
              <p:nvPr>
                <p:extLst>
                  <p:ext uri="{D42A27DB-BD31-4B8C-83A1-F6EECF244321}">
                    <p14:modId xmlns:p14="http://schemas.microsoft.com/office/powerpoint/2010/main" val="2705622437"/>
                  </p:ext>
                </p:extLst>
              </p:nvPr>
            </p:nvGraphicFramePr>
            <p:xfrm>
              <a:off x="3866422" y="2399904"/>
              <a:ext cx="1129434" cy="1854200"/>
            </p:xfrm>
            <a:graphic>
              <a:graphicData uri="http://schemas.openxmlformats.org/drawingml/2006/table">
                <a:tbl>
                  <a:tblPr firstRow="1" bandRow="1">
                    <a:tableStyleId>{F5AB1C69-6EDB-4FF4-983F-18BD219EF322}</a:tableStyleId>
                  </a:tblPr>
                  <a:tblGrid>
                    <a:gridCol w="1129434">
                      <a:extLst>
                        <a:ext uri="{9D8B030D-6E8A-4147-A177-3AD203B41FA5}">
                          <a16:colId xmlns:a16="http://schemas.microsoft.com/office/drawing/2014/main" val="522177979"/>
                        </a:ext>
                      </a:extLst>
                    </a:gridCol>
                  </a:tblGrid>
                  <a:tr h="370840">
                    <a:tc>
                      <a:txBody>
                        <a:bodyPr/>
                        <a:lstStyle/>
                        <a:p>
                          <a:endParaRPr lang="en-US"/>
                        </a:p>
                      </a:txBody>
                      <a:tcPr>
                        <a:blipFill>
                          <a:blip r:embed="rId6"/>
                          <a:stretch>
                            <a:fillRect l="-538" t="-1639" r="-2151" b="-403279"/>
                          </a:stretch>
                        </a:blipFill>
                      </a:tcPr>
                    </a:tc>
                    <a:extLst>
                      <a:ext uri="{0D108BD9-81ED-4DB2-BD59-A6C34878D82A}">
                        <a16:rowId xmlns:a16="http://schemas.microsoft.com/office/drawing/2014/main" val="1161456333"/>
                      </a:ext>
                    </a:extLst>
                  </a:tr>
                  <a:tr h="370840">
                    <a:tc>
                      <a:txBody>
                        <a:bodyPr/>
                        <a:lstStyle/>
                        <a:p>
                          <a:pPr algn="ctr"/>
                          <a:r>
                            <a:rPr lang="en-US" sz="1400" dirty="0" smtClean="0">
                              <a:solidFill>
                                <a:schemeClr val="tx1"/>
                              </a:solidFill>
                            </a:rPr>
                            <a:t>-2.9</a:t>
                          </a:r>
                          <a:endParaRPr lang="en-US" sz="1400" dirty="0">
                            <a:solidFill>
                              <a:schemeClr val="tx1"/>
                            </a:solidFill>
                          </a:endParaRPr>
                        </a:p>
                      </a:txBody>
                      <a:tcPr/>
                    </a:tc>
                    <a:extLst>
                      <a:ext uri="{0D108BD9-81ED-4DB2-BD59-A6C34878D82A}">
                        <a16:rowId xmlns:a16="http://schemas.microsoft.com/office/drawing/2014/main" val="4209527493"/>
                      </a:ext>
                    </a:extLst>
                  </a:tr>
                  <a:tr h="370840">
                    <a:tc>
                      <a:txBody>
                        <a:bodyPr/>
                        <a:lstStyle/>
                        <a:p>
                          <a:pPr algn="ctr"/>
                          <a:r>
                            <a:rPr lang="en-US" sz="1400" dirty="0" smtClean="0">
                              <a:solidFill>
                                <a:schemeClr val="tx1"/>
                              </a:solidFill>
                            </a:rPr>
                            <a:t>-1.4</a:t>
                          </a:r>
                          <a:endParaRPr lang="en-US" sz="1400" dirty="0">
                            <a:solidFill>
                              <a:schemeClr val="tx1"/>
                            </a:solidFill>
                          </a:endParaRPr>
                        </a:p>
                      </a:txBody>
                      <a:tcPr/>
                    </a:tc>
                    <a:extLst>
                      <a:ext uri="{0D108BD9-81ED-4DB2-BD59-A6C34878D82A}">
                        <a16:rowId xmlns:a16="http://schemas.microsoft.com/office/drawing/2014/main" val="3189708125"/>
                      </a:ext>
                    </a:extLst>
                  </a:tr>
                  <a:tr h="370840">
                    <a:tc>
                      <a:txBody>
                        <a:bodyPr/>
                        <a:lstStyle/>
                        <a:p>
                          <a:pPr algn="ctr"/>
                          <a:r>
                            <a:rPr lang="en-US" sz="1400" dirty="0" smtClean="0">
                              <a:solidFill>
                                <a:schemeClr val="tx1"/>
                              </a:solidFill>
                            </a:rPr>
                            <a:t>-3.7</a:t>
                          </a:r>
                          <a:endParaRPr lang="en-US" sz="1400" dirty="0">
                            <a:solidFill>
                              <a:schemeClr val="tx1"/>
                            </a:solidFill>
                          </a:endParaRPr>
                        </a:p>
                      </a:txBody>
                      <a:tcPr/>
                    </a:tc>
                    <a:extLst>
                      <a:ext uri="{0D108BD9-81ED-4DB2-BD59-A6C34878D82A}">
                        <a16:rowId xmlns:a16="http://schemas.microsoft.com/office/drawing/2014/main" val="3494497803"/>
                      </a:ext>
                    </a:extLst>
                  </a:tr>
                  <a:tr h="370840">
                    <a:tc>
                      <a:txBody>
                        <a:bodyPr/>
                        <a:lstStyle/>
                        <a:p>
                          <a:pPr algn="ctr"/>
                          <a:r>
                            <a:rPr lang="en-US" sz="1400" dirty="0" smtClean="0">
                              <a:solidFill>
                                <a:schemeClr val="tx1"/>
                              </a:solidFill>
                            </a:rPr>
                            <a:t>-</a:t>
                          </a:r>
                          <a:r>
                            <a:rPr lang="en-US" sz="1400" dirty="0" smtClean="0">
                              <a:solidFill>
                                <a:schemeClr val="tx1"/>
                              </a:solidFill>
                            </a:rPr>
                            <a:t>0.8</a:t>
                          </a:r>
                          <a:endParaRPr lang="en-US" sz="1400" dirty="0">
                            <a:solidFill>
                              <a:schemeClr val="tx1"/>
                            </a:solidFill>
                          </a:endParaRPr>
                        </a:p>
                      </a:txBody>
                      <a:tcPr/>
                    </a:tc>
                    <a:extLst>
                      <a:ext uri="{0D108BD9-81ED-4DB2-BD59-A6C34878D82A}">
                        <a16:rowId xmlns:a16="http://schemas.microsoft.com/office/drawing/2014/main" val="2700627175"/>
                      </a:ext>
                    </a:extLst>
                  </a:tr>
                </a:tbl>
              </a:graphicData>
            </a:graphic>
          </p:graphicFrame>
        </mc:Fallback>
      </mc:AlternateContent>
    </p:spTree>
    <p:extLst>
      <p:ext uri="{BB962C8B-B14F-4D97-AF65-F5344CB8AC3E}">
        <p14:creationId xmlns:p14="http://schemas.microsoft.com/office/powerpoint/2010/main" val="748059599"/>
      </p:ext>
    </p:extLst>
  </p:cSld>
  <p:clrMapOvr>
    <a:masterClrMapping/>
  </p:clrMapOvr>
  <p:transition spd="slow" advTm="12962">
    <p:push dir="u"/>
  </p:transition>
  <p:timing>
    <p:tnLst>
      <p:par>
        <p:cTn id="1" dur="indefinite" restart="never" nodeType="tmRoot"/>
      </p:par>
    </p:tnLst>
  </p:timing>
  <p:extLst mod="1">
    <p:ext uri="{3A86A75C-4F4B-4683-9AE1-C65F6400EC91}">
      <p14:laserTraceLst xmlns:p14="http://schemas.microsoft.com/office/powerpoint/2010/main">
        <p14:tracePtLst>
          <p14:tracePt t="902" x="4783138" y="4637088"/>
          <p14:tracePt t="986" x="4716463" y="4681538"/>
          <p14:tracePt t="1000" x="4673600" y="4695825"/>
          <p14:tracePt t="1017" x="4600575" y="4710113"/>
          <p14:tracePt t="1034" x="4492625" y="4724400"/>
          <p14:tracePt t="1050" x="4354513" y="4738688"/>
          <p14:tracePt t="1067" x="4202113" y="4738688"/>
          <p14:tracePt t="1084" x="4064000" y="4738688"/>
          <p14:tracePt t="1100" x="3954463" y="4738688"/>
          <p14:tracePt t="1117" x="3852863" y="4724400"/>
          <p14:tracePt t="1134" x="3736975" y="4681538"/>
          <p14:tracePt t="1151" x="3629025" y="4630738"/>
          <p14:tracePt t="1167" x="3505200" y="4572000"/>
          <p14:tracePt t="1184" x="3432175" y="4535488"/>
          <p14:tracePt t="1201" x="3381375" y="4484688"/>
          <p14:tracePt t="1217" x="3338513" y="4441825"/>
          <p14:tracePt t="1234" x="3287713" y="4383088"/>
          <p14:tracePt t="1251" x="3214688" y="4303713"/>
          <p14:tracePt t="1267" x="3141663" y="4216400"/>
          <p14:tracePt t="1284" x="3062288" y="4122738"/>
          <p14:tracePt t="1301" x="2960688" y="4005263"/>
          <p14:tracePt t="1317" x="2859088" y="3903663"/>
          <p14:tracePt t="1334" x="2794000" y="3846513"/>
          <p14:tracePt t="1351" x="2728913" y="3767138"/>
          <p14:tracePt t="1367" x="2655888" y="3665538"/>
          <p14:tracePt t="1384" x="2613025" y="3584575"/>
          <p14:tracePt t="1401" x="2540000" y="3468688"/>
          <p14:tracePt t="1417" x="2460625" y="3324225"/>
          <p14:tracePt t="1434" x="2379663" y="3178175"/>
          <p14:tracePt t="1451" x="2336800" y="3040063"/>
          <p14:tracePt t="1467" x="2293938" y="2917825"/>
          <p14:tracePt t="1484" x="2271713" y="2816225"/>
          <p14:tracePt t="1501" x="2243138" y="2728913"/>
          <p14:tracePt t="1517" x="2220913" y="2641600"/>
          <p14:tracePt t="1534" x="2192338" y="2554288"/>
          <p14:tracePt t="1551" x="2162175" y="2466975"/>
          <p14:tracePt t="1567" x="2133600" y="2365375"/>
          <p14:tracePt t="1584" x="2111375" y="2278063"/>
          <p14:tracePt t="1601" x="2090738" y="2206625"/>
          <p14:tracePt t="1617" x="2054225" y="2141538"/>
          <p14:tracePt t="1634" x="2032000" y="2082800"/>
          <p14:tracePt t="1651" x="2017713" y="2054225"/>
          <p14:tracePt t="1667" x="2009775" y="2017713"/>
          <p14:tracePt t="1684" x="1995488" y="1989138"/>
          <p14:tracePt t="1701" x="1989138" y="1952625"/>
          <p14:tracePt t="1717" x="1981200" y="1922463"/>
          <p14:tracePt t="1734" x="1966913" y="1893888"/>
          <p14:tracePt t="1751" x="1952625" y="1871663"/>
          <p14:tracePt t="1767" x="1952625" y="1857375"/>
          <p14:tracePt t="1872" x="1952625" y="1851025"/>
          <p14:tracePt t="2216" x="1952625" y="1836738"/>
          <p14:tracePt t="2224" x="1973263" y="1828800"/>
          <p14:tracePt t="2234" x="2003425" y="1828800"/>
          <p14:tracePt t="2251" x="2082800" y="1806575"/>
          <p14:tracePt t="2268" x="2176463" y="1800225"/>
          <p14:tracePt t="2284" x="2257425" y="1792288"/>
          <p14:tracePt t="2301" x="2359025" y="1778000"/>
          <p14:tracePt t="2318" x="2466975" y="1778000"/>
          <p14:tracePt t="2334" x="2576513" y="1778000"/>
          <p14:tracePt t="2351" x="2735263" y="1778000"/>
          <p14:tracePt t="2368" x="2844800" y="1778000"/>
          <p14:tracePt t="2384" x="2954338" y="1778000"/>
          <p14:tracePt t="2401" x="3040063" y="1778000"/>
          <p14:tracePt t="2418" x="3121025" y="1778000"/>
          <p14:tracePt t="2434" x="3186113" y="1778000"/>
          <p14:tracePt t="2451" x="3236913" y="1778000"/>
          <p14:tracePt t="2468" x="3309938" y="1778000"/>
          <p14:tracePt t="2484" x="3375025" y="1778000"/>
          <p14:tracePt t="2501" x="3432175" y="1778000"/>
          <p14:tracePt t="2518" x="3497263" y="1778000"/>
          <p14:tracePt t="2534" x="3527425" y="1778000"/>
          <p14:tracePt t="2551" x="3563938" y="1778000"/>
          <p14:tracePt t="2568" x="3614738" y="1778000"/>
          <p14:tracePt t="2584" x="3643313" y="1778000"/>
          <p14:tracePt t="2601" x="3671888" y="1778000"/>
          <p14:tracePt t="2618" x="3708400" y="1778000"/>
          <p14:tracePt t="2634" x="3759200" y="1785938"/>
          <p14:tracePt t="2651" x="3787775" y="1785938"/>
          <p14:tracePt t="2668" x="3817938" y="1800225"/>
          <p14:tracePt t="2684" x="3852863" y="1806575"/>
          <p14:tracePt t="2701" x="3903663" y="1806575"/>
          <p14:tracePt t="2718" x="3948113" y="1814513"/>
          <p14:tracePt t="2734" x="3998913" y="1828800"/>
          <p14:tracePt t="2751" x="4035425" y="1828800"/>
          <p14:tracePt t="2768" x="4041775" y="1828800"/>
          <p14:tracePt t="2784" x="4056063" y="1828800"/>
          <p14:tracePt t="2801" x="4078288" y="1836738"/>
          <p14:tracePt t="2834" x="4092575" y="1836738"/>
          <p14:tracePt t="2851" x="4114800" y="1836738"/>
          <p14:tracePt t="2884" x="4122738" y="1843088"/>
          <p14:tracePt t="3649" x="4137025" y="1843088"/>
          <p14:tracePt t="3672" x="4143375" y="1843088"/>
          <p14:tracePt t="3696" x="4157663" y="1843088"/>
          <p14:tracePt t="3712" x="4165600" y="1843088"/>
          <p14:tracePt t="3736" x="4173538" y="1843088"/>
          <p14:tracePt t="3744" x="4179888" y="1843088"/>
          <p14:tracePt t="3776" x="4187825" y="1843088"/>
          <p14:tracePt t="3800" x="4202113" y="1836738"/>
          <p14:tracePt t="3817" x="4208463" y="1836738"/>
          <p14:tracePt t="3832" x="4224338" y="1836738"/>
          <p14:tracePt t="3840" x="4230688" y="1836738"/>
          <p14:tracePt t="3851" x="4244975" y="1836738"/>
          <p14:tracePt t="3868" x="4267200" y="1828800"/>
          <p14:tracePt t="3885" x="4295775" y="1820863"/>
          <p14:tracePt t="3901" x="4318000" y="1820863"/>
          <p14:tracePt t="3918" x="4332288" y="1820863"/>
          <p14:tracePt t="3935" x="4354513" y="1820863"/>
          <p14:tracePt t="3951" x="4376738" y="1820863"/>
          <p14:tracePt t="3969" x="4391025" y="1820863"/>
          <p14:tracePt t="3985" x="4405313" y="1820863"/>
          <p14:tracePt t="4001" x="4419600" y="1820863"/>
          <p14:tracePt t="4018" x="4427538" y="1806575"/>
          <p14:tracePt t="4035" x="4433888" y="1806575"/>
          <p14:tracePt t="4051" x="4448175" y="1806575"/>
          <p14:tracePt t="4069" x="4456113" y="1806575"/>
          <p14:tracePt t="4101" x="4462463" y="1806575"/>
          <p14:tracePt t="4128" x="4478338" y="1806575"/>
          <p14:tracePt t="4185" x="4492625" y="1800225"/>
          <p14:tracePt t="4256" x="4498975" y="1800225"/>
          <p14:tracePt t="4312" x="4506913" y="1800225"/>
          <p14:tracePt t="4408" x="4521200" y="1800225"/>
          <p14:tracePt t="4448" x="4529138" y="1800225"/>
          <p14:tracePt t="4464" x="4543425" y="1800225"/>
          <p14:tracePt t="4472" x="4549775" y="1800225"/>
          <p14:tracePt t="4480" x="4564063" y="1800225"/>
          <p14:tracePt t="4488" x="4579938" y="1800225"/>
          <p14:tracePt t="4502" x="4594225" y="1800225"/>
          <p14:tracePt t="4518" x="4630738" y="1800225"/>
          <p14:tracePt t="4536" x="4665663" y="1800225"/>
          <p14:tracePt t="4552" x="4695825" y="1800225"/>
          <p14:tracePt t="4568" x="4724400" y="1800225"/>
          <p14:tracePt t="4585" x="4760913" y="1800225"/>
          <p14:tracePt t="4602" x="4803775" y="1800225"/>
          <p14:tracePt t="4618" x="4833938" y="1800225"/>
          <p14:tracePt t="4635" x="4862513" y="1800225"/>
          <p14:tracePt t="4652" x="4876800" y="1800225"/>
          <p14:tracePt t="4668" x="4884738" y="1800225"/>
          <p14:tracePt t="4685" x="4899025" y="1800225"/>
          <p14:tracePt t="4702" x="4905375" y="1800225"/>
          <p14:tracePt t="4718" x="4919663" y="1800225"/>
          <p14:tracePt t="4735" x="4941888" y="1800225"/>
          <p14:tracePt t="4752" x="4970463" y="1800225"/>
          <p14:tracePt t="4768" x="4986338" y="1800225"/>
          <p14:tracePt t="4785" x="5000625" y="1800225"/>
          <p14:tracePt t="4802" x="5014913" y="1800225"/>
          <p14:tracePt t="4818" x="5029200" y="1800225"/>
          <p14:tracePt t="4835" x="5043488" y="1800225"/>
          <p14:tracePt t="4852" x="5057775" y="1800225"/>
          <p14:tracePt t="4869" x="5065713" y="1800225"/>
          <p14:tracePt t="4885" x="5080000" y="1800225"/>
          <p14:tracePt t="4902" x="5102225" y="1785938"/>
          <p14:tracePt t="4918" x="5108575" y="1785938"/>
          <p14:tracePt t="4935" x="5138738" y="1785938"/>
          <p14:tracePt t="4952" x="5145088" y="1785938"/>
          <p14:tracePt t="4968" x="5153025" y="1778000"/>
          <p14:tracePt t="4985" x="5167313" y="1770063"/>
          <p14:tracePt t="5002" x="5181600" y="1770063"/>
          <p14:tracePt t="5018" x="5195888" y="1763713"/>
          <p14:tracePt t="5035" x="5218113" y="1755775"/>
          <p14:tracePt t="5052" x="5224463" y="1755775"/>
          <p14:tracePt t="5068" x="5240338" y="1749425"/>
          <p14:tracePt t="5085" x="5254625" y="1749425"/>
          <p14:tracePt t="5102" x="5260975" y="1749425"/>
          <p14:tracePt t="5119" x="5275263" y="1749425"/>
          <p14:tracePt t="5135" x="5297488" y="1741488"/>
          <p14:tracePt t="5152" x="5311775" y="1741488"/>
          <p14:tracePt t="5168" x="5326063" y="1735138"/>
          <p14:tracePt t="5185" x="5334000" y="1735138"/>
          <p14:tracePt t="5202" x="5348288" y="1735138"/>
          <p14:tracePt t="5219" x="5356225" y="1735138"/>
          <p14:tracePt t="5235" x="5376863" y="1735138"/>
          <p14:tracePt t="5252" x="5392738" y="1735138"/>
          <p14:tracePt t="5269" x="5407025" y="1735138"/>
          <p14:tracePt t="5285" x="5421313" y="1735138"/>
          <p14:tracePt t="5302" x="5449888" y="1735138"/>
          <p14:tracePt t="5319" x="5464175" y="1727200"/>
          <p14:tracePt t="5335" x="5494338" y="1727200"/>
          <p14:tracePt t="5352" x="5537200" y="1719263"/>
          <p14:tracePt t="5369" x="5565775" y="1712913"/>
          <p14:tracePt t="5385" x="5602288" y="1712913"/>
          <p14:tracePt t="5402" x="5646738" y="1704975"/>
          <p14:tracePt t="5419" x="5681663" y="1698625"/>
          <p14:tracePt t="5435" x="5726113" y="1690688"/>
          <p14:tracePt t="5452" x="5768975" y="1684338"/>
          <p14:tracePt t="5469" x="5791200" y="1684338"/>
          <p14:tracePt t="5485" x="5819775" y="1676400"/>
          <p14:tracePt t="5502" x="5842000" y="1676400"/>
          <p14:tracePt t="5519" x="5878513" y="1668463"/>
          <p14:tracePt t="5535" x="5935663" y="1668463"/>
          <p14:tracePt t="5553" x="5972175" y="1668463"/>
          <p14:tracePt t="5568" x="6022975" y="1639888"/>
          <p14:tracePt t="5585" x="6053138" y="1639888"/>
          <p14:tracePt t="5602" x="6073775" y="1639888"/>
          <p14:tracePt t="5618" x="6103938" y="1639888"/>
          <p14:tracePt t="5635" x="6132513" y="1639888"/>
          <p14:tracePt t="5652" x="6154738" y="1639888"/>
          <p14:tracePt t="5669" x="6189663" y="1639888"/>
          <p14:tracePt t="5685" x="6234113" y="1639888"/>
          <p14:tracePt t="5702" x="6284913" y="1639888"/>
          <p14:tracePt t="5719" x="6327775" y="1639888"/>
          <p14:tracePt t="5735" x="6415088" y="1639888"/>
          <p14:tracePt t="5752" x="6502400" y="1639888"/>
          <p14:tracePt t="5769" x="6596063" y="1639888"/>
          <p14:tracePt t="5786" x="6713538" y="1639888"/>
          <p14:tracePt t="5802" x="6829425" y="1639888"/>
          <p14:tracePt t="5819" x="6945313" y="1639888"/>
          <p14:tracePt t="5835" x="7038975" y="1639888"/>
          <p14:tracePt t="5852" x="7112000" y="1639888"/>
          <p14:tracePt t="5869" x="7177088" y="1639888"/>
          <p14:tracePt t="5885" x="7235825" y="1639888"/>
          <p14:tracePt t="5902" x="7292975" y="1639888"/>
          <p14:tracePt t="5919" x="7351713" y="1639888"/>
          <p14:tracePt t="5935" x="7408863" y="1639888"/>
          <p14:tracePt t="5952" x="7453313" y="1639888"/>
          <p14:tracePt t="5969" x="7510463" y="1639888"/>
          <p14:tracePt t="5985" x="7569200" y="1639888"/>
          <p14:tracePt t="6002" x="7648575" y="1639888"/>
          <p14:tracePt t="6019" x="7735888" y="1639888"/>
          <p14:tracePt t="6035" x="7815263" y="1639888"/>
          <p14:tracePt t="6052" x="7866063" y="1639888"/>
          <p14:tracePt t="6069" x="7888288" y="1639888"/>
          <p14:tracePt t="6085" x="7910513" y="1639888"/>
          <p14:tracePt t="6102" x="7916863" y="1639888"/>
          <p14:tracePt t="6256" x="7924800" y="1639888"/>
          <p14:tracePt t="6304" x="7910513" y="1639888"/>
          <p14:tracePt t="6312" x="7888288" y="1639888"/>
          <p14:tracePt t="6320" x="7859713" y="1639888"/>
          <p14:tracePt t="6336" x="7780338" y="1639888"/>
          <p14:tracePt t="6352" x="7713663" y="1654175"/>
          <p14:tracePt t="6369" x="7642225" y="1662113"/>
          <p14:tracePt t="6386" x="7591425" y="1668463"/>
          <p14:tracePt t="6402" x="7540625" y="1684338"/>
          <p14:tracePt t="6419" x="7489825" y="1690688"/>
          <p14:tracePt t="6436" x="7439025" y="1712913"/>
          <p14:tracePt t="6452" x="7358063" y="1719263"/>
          <p14:tracePt t="6469" x="7286625" y="1735138"/>
          <p14:tracePt t="6486" x="7205663" y="1749425"/>
          <p14:tracePt t="6502" x="7112000" y="1755775"/>
          <p14:tracePt t="6519" x="6981825" y="1785938"/>
          <p14:tracePt t="6536" x="6900863" y="1792288"/>
          <p14:tracePt t="6552" x="6835775" y="1814513"/>
          <p14:tracePt t="6569" x="6799263" y="1820863"/>
          <p14:tracePt t="6585" x="6764338" y="1843088"/>
          <p14:tracePt t="6602" x="6742113" y="1851025"/>
          <p14:tracePt t="6619" x="6719888" y="1865313"/>
          <p14:tracePt t="6635" x="6713538" y="1871663"/>
          <p14:tracePt t="6652" x="6691313" y="1879600"/>
          <p14:tracePt t="6669" x="6677025" y="1893888"/>
          <p14:tracePt t="6686" x="6662738" y="1916113"/>
          <p14:tracePt t="6702" x="6640513" y="1930400"/>
          <p14:tracePt t="6719" x="6604000" y="1989138"/>
          <p14:tracePt t="6736" x="6581775" y="2032000"/>
          <p14:tracePt t="6752" x="6567488" y="2082800"/>
          <p14:tracePt t="6769" x="6561138" y="2155825"/>
          <p14:tracePt t="6786" x="6545263" y="2220913"/>
          <p14:tracePt t="6802" x="6545263" y="2263775"/>
          <p14:tracePt t="6819" x="6538913" y="2300288"/>
          <p14:tracePt t="6836" x="6530975" y="2373313"/>
          <p14:tracePt t="6852" x="6530975" y="2460625"/>
          <p14:tracePt t="6869" x="6530975" y="2576513"/>
          <p14:tracePt t="6886" x="6530975" y="2670175"/>
          <p14:tracePt t="6902" x="6530975" y="2751138"/>
          <p14:tracePt t="6919" x="6530975" y="2801938"/>
          <p14:tracePt t="6936" x="6516688" y="2932113"/>
          <p14:tracePt t="6952" x="6516688" y="3084513"/>
          <p14:tracePt t="6969" x="6516688" y="3265488"/>
          <p14:tracePt t="6986" x="6516688" y="3440113"/>
          <p14:tracePt t="7002" x="6516688" y="3556000"/>
          <p14:tracePt t="7019" x="6502400" y="3657600"/>
          <p14:tracePt t="7036" x="6473825" y="3730625"/>
          <p14:tracePt t="7052" x="6451600" y="3832225"/>
          <p14:tracePt t="7069" x="6437313" y="3954463"/>
          <p14:tracePt t="7086" x="6415088" y="4092575"/>
          <p14:tracePt t="7102" x="6400800" y="4208463"/>
          <p14:tracePt t="7119" x="6378575" y="4310063"/>
          <p14:tracePt t="7136" x="6357938" y="4368800"/>
          <p14:tracePt t="7152" x="6335713" y="4405313"/>
          <p14:tracePt t="7169" x="6307138" y="4470400"/>
          <p14:tracePt t="7186" x="6248400" y="4557713"/>
          <p14:tracePt t="7202" x="6189663" y="4637088"/>
          <p14:tracePt t="7219" x="6138863" y="4681538"/>
          <p14:tracePt t="7236" x="6096000" y="4702175"/>
          <p14:tracePt t="7252" x="6053138" y="4716463"/>
          <p14:tracePt t="7269" x="5980113" y="4732338"/>
          <p14:tracePt t="7286" x="5892800" y="4732338"/>
          <p14:tracePt t="7302" x="5813425" y="4732338"/>
          <p14:tracePt t="7319" x="5681663" y="4702175"/>
          <p14:tracePt t="7336" x="5565775" y="4659313"/>
          <p14:tracePt t="7352" x="5413375" y="4586288"/>
          <p14:tracePt t="7369" x="5291138" y="4529138"/>
          <p14:tracePt t="7386" x="5195888" y="4484688"/>
          <p14:tracePt t="7402" x="5138738" y="4441825"/>
          <p14:tracePt t="7419" x="5102225" y="4419600"/>
          <p14:tracePt t="7436" x="5072063" y="4391025"/>
          <p14:tracePt t="7453" x="5065713" y="4354513"/>
          <p14:tracePt t="7469" x="5029200" y="4275138"/>
          <p14:tracePt t="7486" x="5021263" y="4179888"/>
          <p14:tracePt t="7502" x="5006975" y="4041775"/>
          <p14:tracePt t="7519" x="5006975" y="3903663"/>
          <p14:tracePt t="7536" x="5006975" y="3671888"/>
          <p14:tracePt t="7553" x="5006975" y="3527425"/>
          <p14:tracePt t="7570" x="5006975" y="3432175"/>
          <p14:tracePt t="7586" x="5043488" y="3309938"/>
          <p14:tracePt t="7602" x="5072063" y="3208338"/>
          <p14:tracePt t="7619" x="5108575" y="3084513"/>
          <p14:tracePt t="7636" x="5145088" y="2974975"/>
          <p14:tracePt t="7652" x="5189538" y="2852738"/>
          <p14:tracePt t="7669" x="5203825" y="2751138"/>
          <p14:tracePt t="7686" x="5240338" y="2641600"/>
          <p14:tracePt t="7703" x="5275263" y="2540000"/>
          <p14:tracePt t="7719" x="5319713" y="2395538"/>
          <p14:tracePt t="7736" x="5356225" y="2314575"/>
          <p14:tracePt t="7753" x="5376863" y="2249488"/>
          <p14:tracePt t="7769" x="5399088" y="2192338"/>
          <p14:tracePt t="7786" x="5421313" y="2133600"/>
          <p14:tracePt t="7803" x="5443538" y="2105025"/>
          <p14:tracePt t="7819" x="5464175" y="2082800"/>
          <p14:tracePt t="7836" x="5494338" y="2054225"/>
          <p14:tracePt t="7853" x="5522913" y="2024063"/>
          <p14:tracePt t="7869" x="5559425" y="2009775"/>
          <p14:tracePt t="7886" x="5610225" y="1995488"/>
          <p14:tracePt t="7903" x="5653088" y="1989138"/>
          <p14:tracePt t="7919" x="5726113" y="1989138"/>
          <p14:tracePt t="7936" x="5768975" y="1989138"/>
          <p14:tracePt t="7953" x="5799138" y="1989138"/>
          <p14:tracePt t="7969" x="5849938" y="2003425"/>
          <p14:tracePt t="7986" x="5915025" y="2024063"/>
          <p14:tracePt t="8003" x="5980113" y="2068513"/>
          <p14:tracePt t="8019" x="6053138" y="2119313"/>
          <p14:tracePt t="8036" x="6118225" y="2162175"/>
          <p14:tracePt t="8053" x="6175375" y="2212975"/>
          <p14:tracePt t="8069" x="6219825" y="2249488"/>
          <p14:tracePt t="8086" x="6248400" y="2286000"/>
          <p14:tracePt t="8103" x="6284913" y="2344738"/>
          <p14:tracePt t="8119" x="6335713" y="2460625"/>
          <p14:tracePt t="8136" x="6378575" y="2554288"/>
          <p14:tracePt t="8153" x="6423025" y="2641600"/>
          <p14:tracePt t="8169" x="6465888" y="2714625"/>
          <p14:tracePt t="8186" x="6488113" y="2765425"/>
          <p14:tracePt t="8203" x="6510338" y="2801938"/>
          <p14:tracePt t="8219" x="6524625" y="2859088"/>
          <p14:tracePt t="8236" x="6538913" y="2932113"/>
          <p14:tracePt t="8253" x="6553200" y="3025775"/>
          <p14:tracePt t="8270" x="6561138" y="3135313"/>
          <p14:tracePt t="8286" x="6581775" y="3208338"/>
          <p14:tracePt t="8303" x="6589713" y="3273425"/>
          <p14:tracePt t="8320" x="6596063" y="3344863"/>
          <p14:tracePt t="8336" x="6596063" y="3389313"/>
          <p14:tracePt t="8353" x="6596063" y="3462338"/>
          <p14:tracePt t="8369" x="6596063" y="3527425"/>
          <p14:tracePt t="8386" x="6596063" y="3606800"/>
          <p14:tracePt t="8403" x="6596063" y="3694113"/>
          <p14:tracePt t="8419" x="6596063" y="3767138"/>
          <p14:tracePt t="8436" x="6596063" y="3817938"/>
          <p14:tracePt t="8453" x="6596063" y="3889375"/>
          <p14:tracePt t="8469" x="6575425" y="3940175"/>
          <p14:tracePt t="8486" x="6553200" y="4005263"/>
          <p14:tracePt t="8503" x="6538913" y="4056063"/>
          <p14:tracePt t="8520" x="6502400" y="4151313"/>
          <p14:tracePt t="8536" x="6465888" y="4208463"/>
          <p14:tracePt t="8553" x="6437313" y="4244975"/>
          <p14:tracePt t="8570" x="6408738" y="4295775"/>
          <p14:tracePt t="8586" x="6357938" y="4346575"/>
          <p14:tracePt t="8603" x="6291263" y="4405313"/>
          <p14:tracePt t="8620" x="6219825" y="4456113"/>
          <p14:tracePt t="8636" x="6154738" y="4498975"/>
          <p14:tracePt t="8653" x="6081713" y="4549775"/>
          <p14:tracePt t="8669" x="6002338" y="4586288"/>
          <p14:tracePt t="8686" x="5892800" y="4622800"/>
          <p14:tracePt t="8703" x="5732463" y="4651375"/>
          <p14:tracePt t="8719" x="5638800" y="4673600"/>
          <p14:tracePt t="8736" x="5580063" y="4681538"/>
          <p14:tracePt t="8753" x="5529263" y="4681538"/>
          <p14:tracePt t="8770" x="5494338" y="4681538"/>
          <p14:tracePt t="8786" x="5449888" y="4659313"/>
          <p14:tracePt t="8803" x="5384800" y="4630738"/>
          <p14:tracePt t="8820" x="5311775" y="4572000"/>
          <p14:tracePt t="8836" x="5268913" y="4513263"/>
          <p14:tracePt t="8853" x="5224463" y="4448175"/>
          <p14:tracePt t="8870" x="5189538" y="4368800"/>
          <p14:tracePt t="8886" x="5159375" y="4267200"/>
          <p14:tracePt t="8903" x="5122863" y="4114800"/>
          <p14:tracePt t="8920" x="5116513" y="4021138"/>
          <p14:tracePt t="8936" x="5102225" y="3919538"/>
          <p14:tracePt t="8953" x="5102225" y="3832225"/>
          <p14:tracePt t="8970" x="5102225" y="3722688"/>
          <p14:tracePt t="8986" x="5102225" y="3621088"/>
          <p14:tracePt t="9003" x="5102225" y="3527425"/>
          <p14:tracePt t="9020" x="5102225" y="3417888"/>
          <p14:tracePt t="9036" x="5102225" y="3338513"/>
          <p14:tracePt t="9053" x="5102225" y="3251200"/>
          <p14:tracePt t="9070" x="5108575" y="3192463"/>
          <p14:tracePt t="9086" x="5138738" y="3106738"/>
          <p14:tracePt t="9103" x="5153025" y="2982913"/>
          <p14:tracePt t="9120" x="5181600" y="2903538"/>
          <p14:tracePt t="9136" x="5203825" y="2816225"/>
          <p14:tracePt t="9153" x="5218113" y="2743200"/>
          <p14:tracePt t="9170" x="5240338" y="2692400"/>
          <p14:tracePt t="9186" x="5240338" y="2655888"/>
          <p14:tracePt t="9203" x="5260975" y="2613025"/>
          <p14:tracePt t="9220" x="5268913" y="2576513"/>
          <p14:tracePt t="9236" x="5297488" y="2532063"/>
          <p14:tracePt t="9253" x="5305425" y="2517775"/>
          <p14:tracePt t="9270" x="5326063" y="2481263"/>
          <p14:tracePt t="9286" x="5348288" y="2452688"/>
          <p14:tracePt t="9303" x="5370513" y="2430463"/>
          <p14:tracePt t="9320" x="5413375" y="2395538"/>
          <p14:tracePt t="9336" x="5443538" y="2379663"/>
          <p14:tracePt t="9353" x="5472113" y="2379663"/>
          <p14:tracePt t="9370" x="5514975" y="2359025"/>
          <p14:tracePt t="9386" x="5559425" y="2359025"/>
          <p14:tracePt t="9403" x="5616575" y="2359025"/>
          <p14:tracePt t="9420" x="5681663" y="2359025"/>
          <p14:tracePt t="9436" x="5776913" y="2344738"/>
          <p14:tracePt t="9453" x="5834063" y="2344738"/>
          <p14:tracePt t="9470" x="5864225" y="2344738"/>
          <p14:tracePt t="9487" x="5900738" y="2344738"/>
          <p14:tracePt t="9503" x="5957888" y="2344738"/>
          <p14:tracePt t="9520" x="5980113" y="2344738"/>
          <p14:tracePt t="9536" x="6002338" y="2344738"/>
          <p14:tracePt t="9554" x="6008688" y="2344738"/>
          <p14:tracePt t="9570" x="6016625" y="2344738"/>
          <p14:tracePt t="9587" x="6030913" y="2344738"/>
          <p14:tracePt t="9603" x="6045200" y="2351088"/>
          <p14:tracePt t="9620" x="6073775" y="2365375"/>
          <p14:tracePt t="9636" x="6081713" y="2373313"/>
          <p14:tracePt t="9653" x="6088063" y="2379663"/>
          <p14:tracePt t="9670" x="6096000" y="2387600"/>
          <p14:tracePt t="9687" x="6118225" y="2401888"/>
          <p14:tracePt t="9703" x="6161088" y="2460625"/>
          <p14:tracePt t="9720" x="6183313" y="2511425"/>
          <p14:tracePt t="9736" x="6205538" y="2547938"/>
          <p14:tracePt t="9753" x="6234113" y="2590800"/>
          <p14:tracePt t="9770" x="6248400" y="2633663"/>
          <p14:tracePt t="9787" x="6270625" y="2684463"/>
          <p14:tracePt t="9803" x="6299200" y="2743200"/>
          <p14:tracePt t="9820" x="6335713" y="2822575"/>
          <p14:tracePt t="9837" x="6342063" y="2895600"/>
          <p14:tracePt t="9853" x="6364288" y="2954338"/>
          <p14:tracePt t="9870" x="6378575" y="3019425"/>
          <p14:tracePt t="9886" x="6392863" y="3076575"/>
          <p14:tracePt t="9903" x="6408738" y="3157538"/>
          <p14:tracePt t="9920" x="6429375" y="3222625"/>
          <p14:tracePt t="9937" x="6443663" y="3294063"/>
          <p14:tracePt t="9953" x="6451600" y="3360738"/>
          <p14:tracePt t="9970" x="6465888" y="3417888"/>
          <p14:tracePt t="9987" x="6465888" y="3462338"/>
          <p14:tracePt t="10003" x="6473825" y="3505200"/>
          <p14:tracePt t="10020" x="6488113" y="3556000"/>
          <p14:tracePt t="10037" x="6488113" y="3598863"/>
          <p14:tracePt t="10053" x="6488113" y="3649663"/>
          <p14:tracePt t="10070" x="6488113" y="3708400"/>
          <p14:tracePt t="10087" x="6488113" y="3751263"/>
          <p14:tracePt t="10103" x="6488113" y="3810000"/>
          <p14:tracePt t="10120" x="6488113" y="3838575"/>
          <p14:tracePt t="10137" x="6480175" y="3875088"/>
          <p14:tracePt t="10153" x="6473825" y="3919538"/>
          <p14:tracePt t="10170" x="6465888" y="3976688"/>
          <p14:tracePt t="10187" x="6459538" y="4027488"/>
          <p14:tracePt t="10203" x="6443663" y="4071938"/>
          <p14:tracePt t="10220" x="6437313" y="4100513"/>
          <p14:tracePt t="10237" x="6423025" y="4143375"/>
          <p14:tracePt t="10253" x="6415088" y="4187825"/>
          <p14:tracePt t="10270" x="6400800" y="4224338"/>
          <p14:tracePt t="10287" x="6372225" y="4289425"/>
          <p14:tracePt t="10303" x="6364288" y="4310063"/>
          <p14:tracePt t="10320" x="6342063" y="4346575"/>
          <p14:tracePt t="10337" x="6313488" y="4383088"/>
          <p14:tracePt t="10353" x="6291263" y="4419600"/>
          <p14:tracePt t="10370" x="6262688" y="4456113"/>
          <p14:tracePt t="10387" x="6226175" y="4492625"/>
          <p14:tracePt t="10403" x="6169025" y="4543425"/>
          <p14:tracePt t="10420" x="6118225" y="4586288"/>
          <p14:tracePt t="10437" x="6067425" y="4614863"/>
          <p14:tracePt t="10453" x="6016625" y="4651375"/>
          <p14:tracePt t="10456" x="5986463" y="4659313"/>
          <p14:tracePt t="10470" x="5957888" y="4673600"/>
          <p14:tracePt t="10487" x="5907088" y="4687888"/>
          <p14:tracePt t="10503" x="5819775" y="4724400"/>
          <p14:tracePt t="10520" x="5783263" y="4738688"/>
          <p14:tracePt t="10537" x="5748338" y="4746625"/>
          <p14:tracePt t="10553" x="5726113" y="4752975"/>
          <p14:tracePt t="10571" x="5711825" y="4752975"/>
          <p14:tracePt t="10587" x="5689600" y="4752975"/>
          <p14:tracePt t="10603" x="5661025" y="4752975"/>
          <p14:tracePt t="10620" x="5616575" y="4752975"/>
          <p14:tracePt t="10637" x="5565775" y="4752975"/>
          <p14:tracePt t="10653" x="5494338" y="4732338"/>
          <p14:tracePt t="10670" x="5421313" y="4710113"/>
          <p14:tracePt t="10687" x="5376863" y="4687888"/>
          <p14:tracePt t="10703" x="5326063" y="4651375"/>
          <p14:tracePt t="10720" x="5305425" y="4630738"/>
          <p14:tracePt t="10737" x="5275263" y="4594225"/>
          <p14:tracePt t="10754" x="5260975" y="4529138"/>
          <p14:tracePt t="10771" x="5232400" y="4470400"/>
          <p14:tracePt t="10787" x="5218113" y="4405313"/>
          <p14:tracePt t="10803" x="5210175" y="4340225"/>
          <p14:tracePt t="10821" x="5203825" y="4252913"/>
          <p14:tracePt t="10837" x="5173663" y="4179888"/>
          <p14:tracePt t="10854" x="5153025" y="4078288"/>
          <p14:tracePt t="10870" x="5145088" y="3970338"/>
          <p14:tracePt t="10887" x="5130800" y="3817938"/>
          <p14:tracePt t="10904" x="5130800" y="3708400"/>
          <p14:tracePt t="10920" x="5130800" y="3592513"/>
          <p14:tracePt t="10937" x="5153025" y="3468688"/>
          <p14:tracePt t="10954" x="5159375" y="3352800"/>
          <p14:tracePt t="10970" x="5189538" y="3236913"/>
          <p14:tracePt t="10987" x="5203825" y="3135313"/>
          <p14:tracePt t="11004" x="5224463" y="3033713"/>
          <p14:tracePt t="11021" x="5240338" y="2946400"/>
          <p14:tracePt t="11037" x="5275263" y="2830513"/>
          <p14:tracePt t="11054" x="5305425" y="2751138"/>
          <p14:tracePt t="11070" x="5334000" y="2692400"/>
          <p14:tracePt t="11087" x="5362575" y="2633663"/>
          <p14:tracePt t="11104" x="5384800" y="2598738"/>
          <p14:tracePt t="11120" x="5399088" y="2582863"/>
          <p14:tracePt t="11137" x="5427663" y="2547938"/>
          <p14:tracePt t="11154" x="5457825" y="2517775"/>
          <p14:tracePt t="11170" x="5529263" y="2452688"/>
          <p14:tracePt t="11187" x="5610225" y="2395538"/>
          <p14:tracePt t="11204" x="5638800" y="2379663"/>
          <p14:tracePt t="11220" x="5703888" y="2351088"/>
          <p14:tracePt t="11237" x="5768975" y="2322513"/>
          <p14:tracePt t="11254" x="5819775" y="2300288"/>
          <p14:tracePt t="11270" x="5864225" y="2278063"/>
          <p14:tracePt t="11288" x="5929313" y="2257425"/>
          <p14:tracePt t="11304" x="5965825" y="2249488"/>
          <p14:tracePt t="11320" x="6016625" y="2235200"/>
          <p14:tracePt t="11337" x="6059488" y="2227263"/>
          <p14:tracePt t="11354" x="6118225" y="2220913"/>
          <p14:tracePt t="11370" x="6161088" y="2220913"/>
          <p14:tracePt t="11387" x="6211888" y="2212975"/>
          <p14:tracePt t="11404" x="6240463" y="2212975"/>
          <p14:tracePt t="11420" x="6270625" y="2212975"/>
          <p14:tracePt t="11437" x="6284913" y="2212975"/>
          <p14:tracePt t="11454" x="6299200" y="2212975"/>
          <p14:tracePt t="11470" x="6307138" y="2212975"/>
          <p14:tracePt t="11487" x="6313488" y="2212975"/>
          <p14:tracePt t="11504" x="6327775" y="2212975"/>
          <p14:tracePt t="11520" x="6342063" y="2220913"/>
          <p14:tracePt t="11537" x="6364288" y="2243138"/>
          <p14:tracePt t="11554" x="6372225" y="2271713"/>
          <p14:tracePt t="11570" x="6392863" y="2308225"/>
          <p14:tracePt t="11587" x="6415088" y="2344738"/>
          <p14:tracePt t="11604" x="6429375" y="2387600"/>
          <p14:tracePt t="11620" x="6443663" y="2430463"/>
          <p14:tracePt t="11637" x="6459538" y="2474913"/>
          <p14:tracePt t="11654" x="6465888" y="2517775"/>
          <p14:tracePt t="11670" x="6480175" y="2554288"/>
          <p14:tracePt t="11687" x="6488113" y="2590800"/>
          <p14:tracePt t="11704" x="6494463" y="2613025"/>
          <p14:tracePt t="11720" x="6494463" y="2619375"/>
          <p14:tracePt t="11737" x="6494463" y="2627313"/>
        </p14:tracePtLst>
      </p14:laserTraceLst>
    </p:ext>
  </p:extLs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lstStyle/>
              <a:p>
                <a:r>
                  <a:rPr lang="en-US" dirty="0"/>
                  <a:t>3. Determine the Sample size (</a:t>
                </a:r>
                <a14:m>
                  <m:oMath xmlns:m="http://schemas.openxmlformats.org/officeDocument/2006/math">
                    <m:r>
                      <a:rPr lang="en-US" b="0" i="1" smtClean="0">
                        <a:latin typeface="Cambria Math" panose="02040503050406030204" pitchFamily="18" charset="0"/>
                      </a:rPr>
                      <m:t>𝑁</m:t>
                    </m:r>
                  </m:oMath>
                </a14:m>
                <a:r>
                  <a:rPr lang="en-US" dirty="0"/>
                  <a:t>) </a:t>
                </a:r>
                <a:r>
                  <a:rPr lang="en-US" dirty="0" smtClean="0"/>
                  <a:t>(3/5</a:t>
                </a:r>
                <a:r>
                  <a:rPr lang="en-US" dirty="0"/>
                  <a:t>) </a:t>
                </a:r>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a:blip r:embed="rId5"/>
                <a:stretch>
                  <a:fillRect l="-3009"/>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5AA13D58-D7BC-8747-9F0A-0DB9E6B3595A}" type="slidenum">
              <a:rPr lang="en-US" smtClean="0"/>
              <a:t>37</a:t>
            </a:fld>
            <a:endParaRPr lang="en-US"/>
          </a:p>
        </p:txBody>
      </p:sp>
      <p:sp>
        <p:nvSpPr>
          <p:cNvPr id="8" name="Right Brace 7"/>
          <p:cNvSpPr/>
          <p:nvPr/>
        </p:nvSpPr>
        <p:spPr>
          <a:xfrm>
            <a:off x="5245586" y="3130034"/>
            <a:ext cx="263769" cy="1257300"/>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0" name="TextBox 9"/>
              <p:cNvSpPr txBox="1"/>
              <p:nvPr/>
            </p:nvSpPr>
            <p:spPr>
              <a:xfrm>
                <a:off x="5509355" y="3574018"/>
                <a:ext cx="703269" cy="369332"/>
              </a:xfrm>
              <a:prstGeom prst="rect">
                <a:avLst/>
              </a:prstGeom>
              <a:noFill/>
            </p:spPr>
            <p:txBody>
              <a:bodyPr wrap="none" rtlCol="0">
                <a:spAutoFit/>
              </a:bodyPr>
              <a:lstStyle/>
              <a:p>
                <a14:m>
                  <m:oMath xmlns:m="http://schemas.openxmlformats.org/officeDocument/2006/math">
                    <m:r>
                      <a:rPr lang="en-US" i="1" smtClean="0">
                        <a:latin typeface="Cambria Math" panose="02040503050406030204" pitchFamily="18" charset="0"/>
                      </a:rPr>
                      <m:t>𝑁</m:t>
                    </m:r>
                  </m:oMath>
                </a14:m>
                <a:r>
                  <a:rPr lang="en-US" dirty="0"/>
                  <a:t>= 4</a:t>
                </a:r>
              </a:p>
            </p:txBody>
          </p:sp>
        </mc:Choice>
        <mc:Fallback xmlns="">
          <p:sp>
            <p:nvSpPr>
              <p:cNvPr id="10" name="TextBox 9"/>
              <p:cNvSpPr txBox="1">
                <a:spLocks noRot="1" noChangeAspect="1" noMove="1" noResize="1" noEditPoints="1" noAdjustHandles="1" noChangeArrowheads="1" noChangeShapeType="1" noTextEdit="1"/>
              </p:cNvSpPr>
              <p:nvPr/>
            </p:nvSpPr>
            <p:spPr>
              <a:xfrm>
                <a:off x="5509355" y="3574018"/>
                <a:ext cx="703269" cy="369332"/>
              </a:xfrm>
              <a:prstGeom prst="rect">
                <a:avLst/>
              </a:prstGeom>
              <a:blipFill>
                <a:blip r:embed="rId6"/>
                <a:stretch>
                  <a:fillRect t="-8197" r="-608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1024128" y="2084777"/>
                <a:ext cx="4728217" cy="369332"/>
              </a:xfrm>
              <a:prstGeom prst="rect">
                <a:avLst/>
              </a:prstGeom>
              <a:noFill/>
            </p:spPr>
            <p:txBody>
              <a:bodyPr wrap="none" rtlCol="0">
                <a:spAutoFit/>
              </a:bodyPr>
              <a:lstStyle/>
              <a:p>
                <a:r>
                  <a:rPr lang="en-US" dirty="0"/>
                  <a:t>Sample size (</a:t>
                </a:r>
                <a14:m>
                  <m:oMath xmlns:m="http://schemas.openxmlformats.org/officeDocument/2006/math">
                    <m:r>
                      <a:rPr lang="en-US" i="1" smtClean="0">
                        <a:latin typeface="Cambria Math" panose="02040503050406030204" pitchFamily="18" charset="0"/>
                      </a:rPr>
                      <m:t>𝑁</m:t>
                    </m:r>
                  </m:oMath>
                </a14:m>
                <a:r>
                  <a:rPr lang="en-US" dirty="0"/>
                  <a:t>) is amount of data of each group</a:t>
                </a:r>
              </a:p>
            </p:txBody>
          </p:sp>
        </mc:Choice>
        <mc:Fallback xmlns="">
          <p:sp>
            <p:nvSpPr>
              <p:cNvPr id="11" name="TextBox 10"/>
              <p:cNvSpPr txBox="1">
                <a:spLocks noRot="1" noChangeAspect="1" noMove="1" noResize="1" noEditPoints="1" noAdjustHandles="1" noChangeArrowheads="1" noChangeShapeType="1" noTextEdit="1"/>
              </p:cNvSpPr>
              <p:nvPr/>
            </p:nvSpPr>
            <p:spPr>
              <a:xfrm>
                <a:off x="1024128" y="2084777"/>
                <a:ext cx="4728217" cy="369332"/>
              </a:xfrm>
              <a:prstGeom prst="rect">
                <a:avLst/>
              </a:prstGeom>
              <a:blipFill>
                <a:blip r:embed="rId4"/>
                <a:stretch>
                  <a:fillRect l="-1031" t="-9836" b="-24590"/>
                </a:stretch>
              </a:blipFill>
            </p:spPr>
            <p:txBody>
              <a:bodyPr/>
              <a:lstStyle/>
              <a:p>
                <a:r>
                  <a:rPr lang="en-US">
                    <a:noFill/>
                  </a:rPr>
                  <a:t> </a:t>
                </a:r>
              </a:p>
            </p:txBody>
          </p:sp>
        </mc:Fallback>
      </mc:AlternateContent>
      <p:graphicFrame>
        <p:nvGraphicFramePr>
          <p:cNvPr id="9" name="Table 8">
            <a:extLst>
              <a:ext uri="{FF2B5EF4-FFF2-40B4-BE49-F238E27FC236}">
                <a16:creationId xmlns:a16="http://schemas.microsoft.com/office/drawing/2014/main" id="{1DEE22A6-5017-0940-9EC1-C3EA9B0DCC52}"/>
              </a:ext>
            </a:extLst>
          </p:cNvPr>
          <p:cNvGraphicFramePr>
            <a:graphicFrameLocks noGrp="1"/>
          </p:cNvGraphicFramePr>
          <p:nvPr>
            <p:extLst>
              <p:ext uri="{D42A27DB-BD31-4B8C-83A1-F6EECF244321}">
                <p14:modId xmlns:p14="http://schemas.microsoft.com/office/powerpoint/2010/main" val="2974355354"/>
              </p:ext>
            </p:extLst>
          </p:nvPr>
        </p:nvGraphicFramePr>
        <p:xfrm>
          <a:off x="2436177" y="3016250"/>
          <a:ext cx="1209117" cy="1854200"/>
        </p:xfrm>
        <a:graphic>
          <a:graphicData uri="http://schemas.openxmlformats.org/drawingml/2006/table">
            <a:tbl>
              <a:tblPr firstRow="1" bandRow="1">
                <a:tableStyleId>{93296810-A885-4BE3-A3E7-6D5BEEA58F35}</a:tableStyleId>
              </a:tblPr>
              <a:tblGrid>
                <a:gridCol w="1209117">
                  <a:extLst>
                    <a:ext uri="{9D8B030D-6E8A-4147-A177-3AD203B41FA5}">
                      <a16:colId xmlns:a16="http://schemas.microsoft.com/office/drawing/2014/main" val="619288654"/>
                    </a:ext>
                  </a:extLst>
                </a:gridCol>
              </a:tblGrid>
              <a:tr h="370840">
                <a:tc>
                  <a:txBody>
                    <a:bodyPr/>
                    <a:lstStyle/>
                    <a:p>
                      <a:pPr algn="ctr"/>
                      <a:r>
                        <a:rPr lang="en-US" sz="1400" dirty="0" smtClean="0">
                          <a:solidFill>
                            <a:schemeClr val="tx1"/>
                          </a:solidFill>
                        </a:rPr>
                        <a:t>F2-GA</a:t>
                      </a:r>
                      <a:endParaRPr lang="en-US" sz="1400" dirty="0">
                        <a:solidFill>
                          <a:schemeClr val="tx1"/>
                        </a:solidFill>
                      </a:endParaRPr>
                    </a:p>
                  </a:txBody>
                  <a:tcPr/>
                </a:tc>
                <a:extLst>
                  <a:ext uri="{0D108BD9-81ED-4DB2-BD59-A6C34878D82A}">
                    <a16:rowId xmlns:a16="http://schemas.microsoft.com/office/drawing/2014/main" val="2280859014"/>
                  </a:ext>
                </a:extLst>
              </a:tr>
              <a:tr h="370840">
                <a:tc>
                  <a:txBody>
                    <a:bodyPr/>
                    <a:lstStyle/>
                    <a:p>
                      <a:pPr algn="ctr" fontAlgn="b"/>
                      <a:r>
                        <a:rPr lang="en-US" sz="1400" u="none" strike="noStrike" dirty="0">
                          <a:effectLst/>
                        </a:rPr>
                        <a:t>0.1</a:t>
                      </a:r>
                      <a:endParaRPr lang="en-US" sz="1400" b="0" i="0" u="none" strike="noStrike" dirty="0">
                        <a:solidFill>
                          <a:srgbClr val="000000"/>
                        </a:solidFill>
                        <a:effectLst/>
                        <a:latin typeface="+mj-lt"/>
                      </a:endParaRPr>
                    </a:p>
                  </a:txBody>
                  <a:tcPr marL="9525" marR="9525" marT="9525" marB="0" anchor="ctr"/>
                </a:tc>
                <a:extLst>
                  <a:ext uri="{0D108BD9-81ED-4DB2-BD59-A6C34878D82A}">
                    <a16:rowId xmlns:a16="http://schemas.microsoft.com/office/drawing/2014/main" val="3122994943"/>
                  </a:ext>
                </a:extLst>
              </a:tr>
              <a:tr h="370840">
                <a:tc>
                  <a:txBody>
                    <a:bodyPr/>
                    <a:lstStyle/>
                    <a:p>
                      <a:pPr algn="ctr" fontAlgn="b"/>
                      <a:r>
                        <a:rPr lang="en-US" sz="1400" u="none" strike="noStrike" dirty="0">
                          <a:effectLst/>
                        </a:rPr>
                        <a:t>0.6</a:t>
                      </a:r>
                      <a:endParaRPr lang="en-US" sz="1400" b="0" i="0" u="none" strike="noStrike" dirty="0">
                        <a:solidFill>
                          <a:srgbClr val="000000"/>
                        </a:solidFill>
                        <a:effectLst/>
                        <a:latin typeface="+mj-lt"/>
                      </a:endParaRPr>
                    </a:p>
                  </a:txBody>
                  <a:tcPr marL="9525" marR="9525" marT="9525" marB="0" anchor="ctr"/>
                </a:tc>
                <a:extLst>
                  <a:ext uri="{0D108BD9-81ED-4DB2-BD59-A6C34878D82A}">
                    <a16:rowId xmlns:a16="http://schemas.microsoft.com/office/drawing/2014/main" val="3345521160"/>
                  </a:ext>
                </a:extLst>
              </a:tr>
              <a:tr h="370840">
                <a:tc>
                  <a:txBody>
                    <a:bodyPr/>
                    <a:lstStyle/>
                    <a:p>
                      <a:pPr algn="ctr" fontAlgn="b"/>
                      <a:r>
                        <a:rPr lang="en-US" sz="1400" u="none" strike="noStrike" dirty="0">
                          <a:effectLst/>
                        </a:rPr>
                        <a:t>0.3</a:t>
                      </a:r>
                      <a:endParaRPr lang="en-US" sz="1400" b="0" i="0" u="none" strike="noStrike" dirty="0">
                        <a:solidFill>
                          <a:srgbClr val="000000"/>
                        </a:solidFill>
                        <a:effectLst/>
                        <a:latin typeface="+mj-lt"/>
                      </a:endParaRPr>
                    </a:p>
                  </a:txBody>
                  <a:tcPr marL="9525" marR="9525" marT="9525" marB="0" anchor="ctr"/>
                </a:tc>
                <a:extLst>
                  <a:ext uri="{0D108BD9-81ED-4DB2-BD59-A6C34878D82A}">
                    <a16:rowId xmlns:a16="http://schemas.microsoft.com/office/drawing/2014/main" val="2400711326"/>
                  </a:ext>
                </a:extLst>
              </a:tr>
              <a:tr h="370840">
                <a:tc>
                  <a:txBody>
                    <a:bodyPr/>
                    <a:lstStyle/>
                    <a:p>
                      <a:pPr algn="ctr" fontAlgn="b"/>
                      <a:r>
                        <a:rPr lang="en-US" sz="1400" u="none" strike="noStrike" dirty="0">
                          <a:effectLst/>
                        </a:rPr>
                        <a:t>0.2</a:t>
                      </a:r>
                      <a:endParaRPr lang="en-US" sz="1400" b="0" i="0" u="none" strike="noStrike" dirty="0">
                        <a:solidFill>
                          <a:srgbClr val="000000"/>
                        </a:solidFill>
                        <a:effectLst/>
                        <a:latin typeface="Tw Cen MT" panose="020B0602020104020603" pitchFamily="34" charset="77"/>
                      </a:endParaRPr>
                    </a:p>
                  </a:txBody>
                  <a:tcPr marL="9525" marR="9525" marT="9525" marB="0" anchor="ctr"/>
                </a:tc>
                <a:extLst>
                  <a:ext uri="{0D108BD9-81ED-4DB2-BD59-A6C34878D82A}">
                    <a16:rowId xmlns:a16="http://schemas.microsoft.com/office/drawing/2014/main" val="3018803206"/>
                  </a:ext>
                </a:extLst>
              </a:tr>
            </a:tbl>
          </a:graphicData>
        </a:graphic>
      </p:graphicFrame>
      <p:graphicFrame>
        <p:nvGraphicFramePr>
          <p:cNvPr id="14" name="Table 13">
            <a:extLst>
              <a:ext uri="{FF2B5EF4-FFF2-40B4-BE49-F238E27FC236}">
                <a16:creationId xmlns:a16="http://schemas.microsoft.com/office/drawing/2014/main" id="{FEFF5B46-13F9-4C41-B3D9-03D38E4AFBE7}"/>
              </a:ext>
            </a:extLst>
          </p:cNvPr>
          <p:cNvGraphicFramePr>
            <a:graphicFrameLocks noGrp="1"/>
          </p:cNvGraphicFramePr>
          <p:nvPr>
            <p:extLst>
              <p:ext uri="{D42A27DB-BD31-4B8C-83A1-F6EECF244321}">
                <p14:modId xmlns:p14="http://schemas.microsoft.com/office/powerpoint/2010/main" val="4179654460"/>
              </p:ext>
            </p:extLst>
          </p:nvPr>
        </p:nvGraphicFramePr>
        <p:xfrm>
          <a:off x="3827740" y="3016250"/>
          <a:ext cx="1180361" cy="1854200"/>
        </p:xfrm>
        <a:graphic>
          <a:graphicData uri="http://schemas.openxmlformats.org/drawingml/2006/table">
            <a:tbl>
              <a:tblPr firstRow="1" bandRow="1">
                <a:tableStyleId>{21E4AEA4-8DFA-4A89-87EB-49C32662AFE0}</a:tableStyleId>
              </a:tblPr>
              <a:tblGrid>
                <a:gridCol w="1180361">
                  <a:extLst>
                    <a:ext uri="{9D8B030D-6E8A-4147-A177-3AD203B41FA5}">
                      <a16:colId xmlns:a16="http://schemas.microsoft.com/office/drawing/2014/main" val="522177979"/>
                    </a:ext>
                  </a:extLst>
                </a:gridCol>
              </a:tblGrid>
              <a:tr h="370840">
                <a:tc>
                  <a:txBody>
                    <a:bodyPr/>
                    <a:lstStyle/>
                    <a:p>
                      <a:pPr algn="ctr"/>
                      <a:r>
                        <a:rPr lang="en-US" sz="1400" dirty="0" smtClean="0">
                          <a:solidFill>
                            <a:schemeClr val="tx1"/>
                          </a:solidFill>
                        </a:rPr>
                        <a:t>F2-GB</a:t>
                      </a:r>
                      <a:endParaRPr lang="en-US" sz="1400" dirty="0">
                        <a:solidFill>
                          <a:schemeClr val="tx1"/>
                        </a:solidFill>
                      </a:endParaRPr>
                    </a:p>
                  </a:txBody>
                  <a:tcPr/>
                </a:tc>
                <a:extLst>
                  <a:ext uri="{0D108BD9-81ED-4DB2-BD59-A6C34878D82A}">
                    <a16:rowId xmlns:a16="http://schemas.microsoft.com/office/drawing/2014/main" val="1161456333"/>
                  </a:ext>
                </a:extLst>
              </a:tr>
              <a:tr h="370840">
                <a:tc>
                  <a:txBody>
                    <a:bodyPr/>
                    <a:lstStyle/>
                    <a:p>
                      <a:pPr algn="ctr"/>
                      <a:r>
                        <a:rPr lang="en-US" sz="1400" dirty="0"/>
                        <a:t>3</a:t>
                      </a:r>
                    </a:p>
                  </a:txBody>
                  <a:tcPr marL="9525" marR="9525" marT="9525" marB="0" anchor="ctr"/>
                </a:tc>
                <a:extLst>
                  <a:ext uri="{0D108BD9-81ED-4DB2-BD59-A6C34878D82A}">
                    <a16:rowId xmlns:a16="http://schemas.microsoft.com/office/drawing/2014/main" val="4209527493"/>
                  </a:ext>
                </a:extLst>
              </a:tr>
              <a:tr h="370840">
                <a:tc>
                  <a:txBody>
                    <a:bodyPr/>
                    <a:lstStyle/>
                    <a:p>
                      <a:pPr algn="ctr"/>
                      <a:r>
                        <a:rPr lang="en-US" sz="1400" dirty="0"/>
                        <a:t>2</a:t>
                      </a:r>
                    </a:p>
                  </a:txBody>
                  <a:tcPr marL="9525" marR="9525" marT="9525" marB="0" anchor="ctr"/>
                </a:tc>
                <a:extLst>
                  <a:ext uri="{0D108BD9-81ED-4DB2-BD59-A6C34878D82A}">
                    <a16:rowId xmlns:a16="http://schemas.microsoft.com/office/drawing/2014/main" val="3189708125"/>
                  </a:ext>
                </a:extLst>
              </a:tr>
              <a:tr h="370840">
                <a:tc>
                  <a:txBody>
                    <a:bodyPr/>
                    <a:lstStyle/>
                    <a:p>
                      <a:pPr algn="ctr"/>
                      <a:r>
                        <a:rPr lang="en-US" sz="1400" dirty="0"/>
                        <a:t>4</a:t>
                      </a:r>
                    </a:p>
                  </a:txBody>
                  <a:tcPr marL="9525" marR="9525" marT="9525" marB="0" anchor="ctr"/>
                </a:tc>
                <a:extLst>
                  <a:ext uri="{0D108BD9-81ED-4DB2-BD59-A6C34878D82A}">
                    <a16:rowId xmlns:a16="http://schemas.microsoft.com/office/drawing/2014/main" val="3494497803"/>
                  </a:ext>
                </a:extLst>
              </a:tr>
              <a:tr h="370840">
                <a:tc>
                  <a:txBody>
                    <a:bodyPr/>
                    <a:lstStyle/>
                    <a:p>
                      <a:pPr algn="ctr"/>
                      <a:r>
                        <a:rPr lang="en-US" sz="1400" dirty="0"/>
                        <a:t>1</a:t>
                      </a:r>
                      <a:endParaRPr lang="en-US" sz="1400" dirty="0">
                        <a:latin typeface="Tw Cen MT" panose="020B0602020104020603" pitchFamily="34" charset="77"/>
                      </a:endParaRPr>
                    </a:p>
                  </a:txBody>
                  <a:tcPr marL="9525" marR="9525" marT="9525" marB="0" anchor="ctr"/>
                </a:tc>
                <a:extLst>
                  <a:ext uri="{0D108BD9-81ED-4DB2-BD59-A6C34878D82A}">
                    <a16:rowId xmlns:a16="http://schemas.microsoft.com/office/drawing/2014/main" val="2700627175"/>
                  </a:ext>
                </a:extLst>
              </a:tr>
            </a:tbl>
          </a:graphicData>
        </a:graphic>
      </p:graphicFrame>
    </p:spTree>
    <p:extLst>
      <p:ext uri="{BB962C8B-B14F-4D97-AF65-F5344CB8AC3E}">
        <p14:creationId xmlns:p14="http://schemas.microsoft.com/office/powerpoint/2010/main" val="525216"/>
      </p:ext>
    </p:extLst>
  </p:cSld>
  <p:clrMapOvr>
    <a:masterClrMapping/>
  </p:clrMapOvr>
  <p:transition spd="slow" advTm="8904">
    <p:push dir="u"/>
  </p:transition>
  <p:timing>
    <p:tnLst>
      <p:par>
        <p:cTn id="1" dur="indefinite" restart="never" nodeType="tmRoot"/>
      </p:par>
    </p:tnLst>
  </p:timing>
  <p:extLst mod="1">
    <p:ext uri="{3A86A75C-4F4B-4683-9AE1-C65F6400EC91}">
      <p14:laserTraceLst xmlns:p14="http://schemas.microsoft.com/office/powerpoint/2010/main">
        <p14:tracePtLst>
          <p14:tracePt t="1605" x="6488113" y="2619375"/>
          <p14:tracePt t="1613" x="6480175" y="2613025"/>
          <p14:tracePt t="1620" x="6473825" y="2605088"/>
          <p14:tracePt t="1634" x="6465888" y="2598738"/>
          <p14:tracePt t="1650" x="6437313" y="2582863"/>
          <p14:tracePt t="1667" x="6415088" y="2554288"/>
          <p14:tracePt t="1684" x="6378575" y="2517775"/>
          <p14:tracePt t="1700" x="6364288" y="2497138"/>
          <p14:tracePt t="1717" x="6357938" y="2481263"/>
          <p14:tracePt t="1734" x="6350000" y="2466975"/>
          <p14:tracePt t="1750" x="6350000" y="2460625"/>
          <p14:tracePt t="1767" x="6342063" y="2446338"/>
          <p14:tracePt t="1784" x="6342063" y="2438400"/>
          <p14:tracePt t="1800" x="6335713" y="2430463"/>
          <p14:tracePt t="1817" x="6335713" y="2416175"/>
          <p14:tracePt t="1834" x="6335713" y="2409825"/>
          <p14:tracePt t="1851" x="6335713" y="2395538"/>
          <p14:tracePt t="1867" x="6335713" y="2387600"/>
          <p14:tracePt t="1884" x="6335713" y="2373313"/>
          <p14:tracePt t="1900" x="6335713" y="2351088"/>
          <p14:tracePt t="1917" x="6335713" y="2328863"/>
          <p14:tracePt t="1934" x="6335713" y="2322513"/>
          <p14:tracePt t="1951" x="6350000" y="2300288"/>
          <p14:tracePt t="1967" x="6357938" y="2286000"/>
          <p14:tracePt t="1984" x="6378575" y="2249488"/>
          <p14:tracePt t="2001" x="6378575" y="2243138"/>
          <p14:tracePt t="2017" x="6392863" y="2220913"/>
          <p14:tracePt t="2034" x="6408738" y="2192338"/>
          <p14:tracePt t="2051" x="6429375" y="2176463"/>
          <p14:tracePt t="2067" x="6437313" y="2155825"/>
          <p14:tracePt t="2084" x="6459538" y="2133600"/>
          <p14:tracePt t="2101" x="6480175" y="2105025"/>
          <p14:tracePt t="2117" x="6502400" y="2082800"/>
          <p14:tracePt t="2134" x="6538913" y="2054225"/>
          <p14:tracePt t="2151" x="6567488" y="2017713"/>
          <p14:tracePt t="2167" x="6611938" y="1995488"/>
          <p14:tracePt t="2184" x="6646863" y="1981200"/>
          <p14:tracePt t="2201" x="6691313" y="1952625"/>
          <p14:tracePt t="2217" x="6727825" y="1930400"/>
          <p14:tracePt t="2234" x="6770688" y="1901825"/>
          <p14:tracePt t="2251" x="6815138" y="1879600"/>
          <p14:tracePt t="2268" x="6880225" y="1851025"/>
          <p14:tracePt t="2284" x="6908800" y="1843088"/>
          <p14:tracePt t="2301" x="6951663" y="1836738"/>
          <p14:tracePt t="2317" x="6981825" y="1820863"/>
          <p14:tracePt t="2334" x="7018338" y="1814513"/>
          <p14:tracePt t="2351" x="7053263" y="1806575"/>
          <p14:tracePt t="2367" x="7089775" y="1806575"/>
          <p14:tracePt t="2384" x="7119938" y="1800225"/>
          <p14:tracePt t="2401" x="7148513" y="1800225"/>
          <p14:tracePt t="2417" x="7170738" y="1800225"/>
          <p14:tracePt t="2434" x="7185025" y="1800225"/>
          <p14:tracePt t="2451" x="7199313" y="1800225"/>
          <p14:tracePt t="2467" x="7221538" y="1806575"/>
          <p14:tracePt t="2484" x="7242175" y="1820863"/>
          <p14:tracePt t="2501" x="7264400" y="1836738"/>
          <p14:tracePt t="2534" x="7272338" y="1843088"/>
          <p14:tracePt t="2551" x="7272338" y="1857375"/>
          <p14:tracePt t="2567" x="7286625" y="1887538"/>
          <p14:tracePt t="2584" x="7286625" y="1922463"/>
          <p14:tracePt t="2601" x="7292975" y="1958975"/>
          <p14:tracePt t="2617" x="7292975" y="1989138"/>
          <p14:tracePt t="2634" x="7292975" y="1995488"/>
          <p14:tracePt t="2651" x="7292975" y="2009775"/>
          <p14:tracePt t="2667" x="7286625" y="2024063"/>
          <p14:tracePt t="2684" x="7286625" y="2032000"/>
          <p14:tracePt t="2701" x="7278688" y="2039938"/>
          <p14:tracePt t="2717" x="7264400" y="2046288"/>
          <p14:tracePt t="2734" x="7256463" y="2046288"/>
          <p14:tracePt t="2751" x="7242175" y="2046288"/>
          <p14:tracePt t="2784" x="7235825" y="2046288"/>
          <p14:tracePt t="2804" x="7227888" y="2046288"/>
          <p14:tracePt t="2845" x="7227888" y="2039938"/>
          <p14:tracePt t="2853" x="7227888" y="2032000"/>
          <p14:tracePt t="2861" x="7227888" y="2017713"/>
          <p14:tracePt t="2869" x="7227888" y="2009775"/>
          <p14:tracePt t="2884" x="7227888" y="1958975"/>
          <p14:tracePt t="2901" x="7256463" y="1916113"/>
          <p14:tracePt t="2918" x="7286625" y="1879600"/>
          <p14:tracePt t="2934" x="7315200" y="1843088"/>
          <p14:tracePt t="2951" x="7343775" y="1820863"/>
          <p14:tracePt t="2968" x="7366000" y="1800225"/>
          <p14:tracePt t="2984" x="7388225" y="1763713"/>
          <p14:tracePt t="3001" x="7402513" y="1749425"/>
          <p14:tracePt t="3018" x="7408863" y="1735138"/>
          <p14:tracePt t="3034" x="7424738" y="1727200"/>
          <p14:tracePt t="3051" x="7439025" y="1712913"/>
          <p14:tracePt t="3067" x="7453313" y="1704975"/>
          <p14:tracePt t="3084" x="7467600" y="1690688"/>
          <p14:tracePt t="3101" x="7489825" y="1684338"/>
          <p14:tracePt t="3118" x="7510463" y="1668463"/>
          <p14:tracePt t="3134" x="7540625" y="1668463"/>
          <p14:tracePt t="3151" x="7569200" y="1668463"/>
          <p14:tracePt t="3168" x="7605713" y="1668463"/>
          <p14:tracePt t="3184" x="7627938" y="1668463"/>
          <p14:tracePt t="3201" x="7642225" y="1676400"/>
          <p14:tracePt t="3218" x="7670800" y="1704975"/>
          <p14:tracePt t="3234" x="7693025" y="1727200"/>
          <p14:tracePt t="3251" x="7721600" y="1800225"/>
          <p14:tracePt t="3268" x="7729538" y="1836738"/>
          <p14:tracePt t="3284" x="7735888" y="1893888"/>
          <p14:tracePt t="3301" x="7735888" y="1944688"/>
          <p14:tracePt t="3318" x="7735888" y="2003425"/>
          <p14:tracePt t="3334" x="7735888" y="2046288"/>
          <p14:tracePt t="3351" x="7729538" y="2074863"/>
          <p14:tracePt t="3368" x="7721600" y="2090738"/>
          <p14:tracePt t="3384" x="7713663" y="2111375"/>
          <p14:tracePt t="3401" x="7693025" y="2133600"/>
          <p14:tracePt t="3418" x="7693025" y="2141538"/>
          <p14:tracePt t="3435" x="7685088" y="2155825"/>
          <p14:tracePt t="3451" x="7670800" y="2184400"/>
          <p14:tracePt t="3468" x="7642225" y="2235200"/>
          <p14:tracePt t="3484" x="7634288" y="2263775"/>
          <p14:tracePt t="3501" x="7620000" y="2293938"/>
          <p14:tracePt t="3518" x="7605713" y="2336800"/>
          <p14:tracePt t="3534" x="7583488" y="2365375"/>
          <p14:tracePt t="3551" x="7569200" y="2409825"/>
          <p14:tracePt t="3568" x="7561263" y="2430463"/>
          <p14:tracePt t="3585" x="7540625" y="2460625"/>
          <p14:tracePt t="3601" x="7532688" y="2497138"/>
          <p14:tracePt t="3618" x="7510463" y="2540000"/>
          <p14:tracePt t="3634" x="7496175" y="2568575"/>
          <p14:tracePt t="3651" x="7475538" y="2605088"/>
          <p14:tracePt t="3668" x="7445375" y="2649538"/>
          <p14:tracePt t="3684" x="7394575" y="2706688"/>
          <p14:tracePt t="3701" x="7343775" y="2771775"/>
          <p14:tracePt t="3718" x="7256463" y="2836863"/>
          <p14:tracePt t="3735" x="7126288" y="2932113"/>
          <p14:tracePt t="3751" x="7002463" y="3005138"/>
          <p14:tracePt t="3768" x="6900863" y="3055938"/>
          <p14:tracePt t="3784" x="6784975" y="3098800"/>
          <p14:tracePt t="3801" x="6677025" y="3127375"/>
          <p14:tracePt t="3818" x="6618288" y="3135313"/>
          <p14:tracePt t="3834" x="6553200" y="3149600"/>
          <p14:tracePt t="3851" x="6510338" y="3157538"/>
          <p14:tracePt t="3868" x="6459538" y="3157538"/>
          <p14:tracePt t="3884" x="6408738" y="3149600"/>
          <p14:tracePt t="3901" x="6313488" y="3141663"/>
          <p14:tracePt t="3918" x="6211888" y="3121025"/>
          <p14:tracePt t="3935" x="6154738" y="3113088"/>
          <p14:tracePt t="3951" x="6118225" y="3106738"/>
          <p14:tracePt t="3968" x="6103938" y="3106738"/>
          <p14:tracePt t="3984" x="6088063" y="3098800"/>
          <p14:tracePt t="4001" x="6073775" y="3084513"/>
          <p14:tracePt t="4019" x="6030913" y="3062288"/>
          <p14:tracePt t="4035" x="5980113" y="3033713"/>
          <p14:tracePt t="4052" x="5884863" y="2989263"/>
          <p14:tracePt t="4068" x="5842000" y="2974975"/>
          <p14:tracePt t="4085" x="5783263" y="2960688"/>
          <p14:tracePt t="4101" x="5762625" y="2946400"/>
          <p14:tracePt t="4118" x="5748338" y="2938463"/>
          <p14:tracePt t="4135" x="5726113" y="2932113"/>
          <p14:tracePt t="4151" x="5718175" y="2917825"/>
          <p14:tracePt t="4168" x="5703888" y="2881313"/>
          <p14:tracePt t="4185" x="5675313" y="2844800"/>
          <p14:tracePt t="4201" x="5653088" y="2830513"/>
          <p14:tracePt t="4218" x="5653088" y="2822575"/>
          <p14:tracePt t="4235" x="5653088" y="2816225"/>
          <p14:tracePt t="4285" x="5653088" y="2808288"/>
          <p14:tracePt t="4293" x="5653088" y="2801938"/>
          <p14:tracePt t="4317" x="5653088" y="2786063"/>
          <p14:tracePt t="4324" x="5661025" y="2779713"/>
          <p14:tracePt t="4341" x="5675313" y="2771775"/>
          <p14:tracePt t="4351" x="5681663" y="2771775"/>
          <p14:tracePt t="4368" x="5718175" y="2765425"/>
          <p14:tracePt t="4385" x="5762625" y="2765425"/>
          <p14:tracePt t="4401" x="5813425" y="2765425"/>
          <p14:tracePt t="4418" x="5884863" y="2779713"/>
          <p14:tracePt t="4435" x="5965825" y="2816225"/>
          <p14:tracePt t="4451" x="6088063" y="2887663"/>
          <p14:tracePt t="4468" x="6169025" y="2946400"/>
          <p14:tracePt t="4485" x="6234113" y="3005138"/>
          <p14:tracePt t="4501" x="6307138" y="3070225"/>
          <p14:tracePt t="4518" x="6386513" y="3135313"/>
          <p14:tracePt t="4535" x="6423025" y="3192463"/>
          <p14:tracePt t="4551" x="6459538" y="3236913"/>
          <p14:tracePt t="4568" x="6488113" y="3294063"/>
          <p14:tracePt t="4585" x="6510338" y="3330575"/>
          <p14:tracePt t="4601" x="6530975" y="3389313"/>
          <p14:tracePt t="4618" x="6530975" y="3432175"/>
          <p14:tracePt t="4635" x="6538913" y="3497263"/>
          <p14:tracePt t="4651" x="6538913" y="3614738"/>
          <p14:tracePt t="4668" x="6538913" y="3671888"/>
          <p14:tracePt t="4685" x="6538913" y="3736975"/>
          <p14:tracePt t="4701" x="6538913" y="3781425"/>
          <p14:tracePt t="4718" x="6524625" y="3846513"/>
          <p14:tracePt t="4735" x="6488113" y="3925888"/>
          <p14:tracePt t="4751" x="6451600" y="4005263"/>
          <p14:tracePt t="4768" x="6408738" y="4078288"/>
          <p14:tracePt t="4785" x="6357938" y="4157663"/>
          <p14:tracePt t="4802" x="6335713" y="4216400"/>
          <p14:tracePt t="4818" x="6291263" y="4259263"/>
          <p14:tracePt t="4835" x="6270625" y="4289425"/>
          <p14:tracePt t="4851" x="6234113" y="4340225"/>
          <p14:tracePt t="4868" x="6211888" y="4360863"/>
          <p14:tracePt t="4885" x="6183313" y="4391025"/>
          <p14:tracePt t="4901" x="6154738" y="4405313"/>
          <p14:tracePt t="4918" x="6124575" y="4411663"/>
          <p14:tracePt t="4935" x="6103938" y="4433888"/>
          <p14:tracePt t="4951" x="6067425" y="4441825"/>
          <p14:tracePt t="4968" x="6053138" y="4448175"/>
          <p14:tracePt t="4985" x="6022975" y="4456113"/>
          <p14:tracePt t="5002" x="6008688" y="4456113"/>
          <p14:tracePt t="5018" x="5972175" y="4456113"/>
          <p14:tracePt t="5036" x="5935663" y="4456113"/>
          <p14:tracePt t="5052" x="5907088" y="4456113"/>
          <p14:tracePt t="5068" x="5870575" y="4433888"/>
          <p14:tracePt t="5085" x="5842000" y="4427538"/>
          <p14:tracePt t="5102" x="5805488" y="4405313"/>
          <p14:tracePt t="5118" x="5768975" y="4383088"/>
          <p14:tracePt t="5135" x="5748338" y="4368800"/>
          <p14:tracePt t="5152" x="5718175" y="4340225"/>
          <p14:tracePt t="5168" x="5689600" y="4303713"/>
          <p14:tracePt t="5185" x="5675313" y="4275138"/>
          <p14:tracePt t="5202" x="5646738" y="4230688"/>
          <p14:tracePt t="5218" x="5624513" y="4187825"/>
          <p14:tracePt t="5235" x="5616575" y="4157663"/>
          <p14:tracePt t="5252" x="5610225" y="4129088"/>
          <p14:tracePt t="5268" x="5602288" y="4114800"/>
          <p14:tracePt t="5285" x="5602288" y="4092575"/>
          <p14:tracePt t="5302" x="5602288" y="4064000"/>
          <p14:tracePt t="5318" x="5595938" y="4035425"/>
          <p14:tracePt t="5335" x="5595938" y="4005263"/>
          <p14:tracePt t="5352" x="5595938" y="3984625"/>
          <p14:tracePt t="5368" x="5595938" y="3948113"/>
          <p14:tracePt t="5385" x="5595938" y="3911600"/>
          <p14:tracePt t="5402" x="5595938" y="3875088"/>
          <p14:tracePt t="5418" x="5595938" y="3832225"/>
          <p14:tracePt t="5435" x="5595938" y="3795713"/>
          <p14:tracePt t="5452" x="5595938" y="3767138"/>
          <p14:tracePt t="5468" x="5602288" y="3730625"/>
          <p14:tracePt t="5485" x="5610225" y="3700463"/>
          <p14:tracePt t="5502" x="5616575" y="3665538"/>
          <p14:tracePt t="5518" x="5630863" y="3643313"/>
          <p14:tracePt t="5535" x="5638800" y="3621088"/>
          <p14:tracePt t="5552" x="5661025" y="3584575"/>
          <p14:tracePt t="5568" x="5661025" y="3578225"/>
          <p14:tracePt t="5585" x="5681663" y="3548063"/>
          <p14:tracePt t="5602" x="5681663" y="3533775"/>
          <p14:tracePt t="5618" x="5697538" y="3527425"/>
          <p14:tracePt t="5635" x="5703888" y="3513138"/>
          <p14:tracePt t="5652" x="5711825" y="3505200"/>
          <p14:tracePt t="5668" x="5726113" y="3497263"/>
          <p14:tracePt t="5685" x="5732463" y="3490913"/>
          <p14:tracePt t="5702" x="5748338" y="3482975"/>
          <p14:tracePt t="5718" x="5748338" y="3476625"/>
          <p14:tracePt t="5735" x="5768975" y="3476625"/>
          <p14:tracePt t="5752" x="5799138" y="3468688"/>
          <p14:tracePt t="5768" x="5834063" y="3468688"/>
          <p14:tracePt t="5785" x="5864225" y="3468688"/>
          <p14:tracePt t="5802" x="5900738" y="3468688"/>
          <p14:tracePt t="5818" x="5943600" y="3468688"/>
          <p14:tracePt t="5835" x="6008688" y="3468688"/>
          <p14:tracePt t="5852" x="6053138" y="3468688"/>
          <p14:tracePt t="5868" x="6088063" y="3482975"/>
          <p14:tracePt t="5885" x="6132513" y="3497263"/>
          <p14:tracePt t="5902" x="6169025" y="3513138"/>
          <p14:tracePt t="5918" x="6211888" y="3533775"/>
          <p14:tracePt t="5935" x="6234113" y="3548063"/>
          <p14:tracePt t="5952" x="6270625" y="3570288"/>
          <p14:tracePt t="5968" x="6291263" y="3578225"/>
          <p14:tracePt t="5985" x="6307138" y="3584575"/>
          <p14:tracePt t="6003" x="6327775" y="3598863"/>
          <p14:tracePt t="6018" x="6335713" y="3606800"/>
          <p14:tracePt t="6035" x="6350000" y="3621088"/>
          <p14:tracePt t="6052" x="6364288" y="3657600"/>
          <p14:tracePt t="6068" x="6386513" y="3686175"/>
          <p14:tracePt t="6085" x="6415088" y="3744913"/>
          <p14:tracePt t="6102" x="6423025" y="3787775"/>
          <p14:tracePt t="6119" x="6443663" y="3860800"/>
          <p14:tracePt t="6135" x="6451600" y="3911600"/>
          <p14:tracePt t="6152" x="6451600" y="3970338"/>
          <p14:tracePt t="6168" x="6465888" y="4021138"/>
          <p14:tracePt t="6185" x="6465888" y="4071938"/>
          <p14:tracePt t="6202" x="6459538" y="4122738"/>
          <p14:tracePt t="6219" x="6437313" y="4202113"/>
          <p14:tracePt t="6235" x="6392863" y="4281488"/>
          <p14:tracePt t="6252" x="6335713" y="4354513"/>
          <p14:tracePt t="6269" x="6291263" y="4397375"/>
          <p14:tracePt t="6285" x="6234113" y="4427538"/>
          <p14:tracePt t="6302" x="6169025" y="4470400"/>
          <p14:tracePt t="6318" x="6103938" y="4484688"/>
          <p14:tracePt t="6335" x="6045200" y="4498975"/>
          <p14:tracePt t="6352" x="5951538" y="4506913"/>
          <p14:tracePt t="6368" x="5884863" y="4506913"/>
          <p14:tracePt t="6385" x="5813425" y="4506913"/>
          <p14:tracePt t="6402" x="5748338" y="4506913"/>
          <p14:tracePt t="6419" x="5689600" y="4492625"/>
          <p14:tracePt t="6435" x="5661025" y="4484688"/>
          <p14:tracePt t="6452" x="5624513" y="4462463"/>
          <p14:tracePt t="6469" x="5602288" y="4441825"/>
          <p14:tracePt t="6485" x="5580063" y="4419600"/>
          <p14:tracePt t="6502" x="5565775" y="4376738"/>
          <p14:tracePt t="6519" x="5537200" y="4310063"/>
          <p14:tracePt t="6535" x="5500688" y="4244975"/>
          <p14:tracePt t="6552" x="5464175" y="4179888"/>
          <p14:tracePt t="6569" x="5449888" y="4129088"/>
          <p14:tracePt t="6585" x="5435600" y="4092575"/>
          <p14:tracePt t="6602" x="5427663" y="4056063"/>
          <p14:tracePt t="6619" x="5427663" y="4027488"/>
          <p14:tracePt t="6635" x="5427663" y="3970338"/>
          <p14:tracePt t="6652" x="5427663" y="3925888"/>
          <p14:tracePt t="6669" x="5427663" y="3889375"/>
          <p14:tracePt t="6685" x="5427663" y="3860800"/>
          <p14:tracePt t="6702" x="5435600" y="3824288"/>
          <p14:tracePt t="6719" x="5443538" y="3795713"/>
          <p14:tracePt t="6735" x="5457825" y="3767138"/>
          <p14:tracePt t="6752" x="5478463" y="3722688"/>
          <p14:tracePt t="6769" x="5494338" y="3700463"/>
          <p14:tracePt t="6785" x="5514975" y="3665538"/>
          <p14:tracePt t="6802" x="5551488" y="3621088"/>
          <p14:tracePt t="6819" x="5565775" y="3606800"/>
          <p14:tracePt t="6835" x="5602288" y="3570288"/>
          <p14:tracePt t="6852" x="5638800" y="3533775"/>
          <p14:tracePt t="6869" x="5675313" y="3505200"/>
          <p14:tracePt t="6885" x="5697538" y="3482975"/>
          <p14:tracePt t="6902" x="5732463" y="3462338"/>
          <p14:tracePt t="6919" x="5762625" y="3446463"/>
          <p14:tracePt t="6935" x="5791200" y="3432175"/>
          <p14:tracePt t="6952" x="5834063" y="3425825"/>
          <p14:tracePt t="6969" x="5870575" y="3417888"/>
          <p14:tracePt t="6985" x="5915025" y="3417888"/>
          <p14:tracePt t="7002" x="5957888" y="3411538"/>
          <p14:tracePt t="7019" x="6002338" y="3411538"/>
          <p14:tracePt t="7035" x="6073775" y="3411538"/>
          <p14:tracePt t="7052" x="6124575" y="3411538"/>
          <p14:tracePt t="7069" x="6175375" y="3411538"/>
          <p14:tracePt t="7085" x="6234113" y="3432175"/>
          <p14:tracePt t="7102" x="6270625" y="3440113"/>
          <p14:tracePt t="7119" x="6299200" y="3454400"/>
          <p14:tracePt t="7135" x="6313488" y="3462338"/>
          <p14:tracePt t="7152" x="6335713" y="3468688"/>
          <p14:tracePt t="7169" x="6342063" y="3468688"/>
          <p14:tracePt t="7185" x="6350000" y="3476625"/>
          <p14:tracePt t="7202" x="6357938" y="3482975"/>
          <p14:tracePt t="7219" x="6364288" y="3490913"/>
          <p14:tracePt t="7235" x="6386513" y="3505200"/>
          <p14:tracePt t="7253" x="6392863" y="3505200"/>
          <p14:tracePt t="7269" x="6400800" y="3513138"/>
          <p14:tracePt t="7286" x="6415088" y="3527425"/>
          <p14:tracePt t="7303" x="6429375" y="3533775"/>
          <p14:tracePt t="7319" x="6443663" y="3548063"/>
          <p14:tracePt t="7336" x="6459538" y="3563938"/>
          <p14:tracePt t="7352" x="6473825" y="3578225"/>
          <p14:tracePt t="7369" x="6480175" y="3584575"/>
          <p14:tracePt t="7386" x="6480175" y="3592513"/>
          <p14:tracePt t="7402" x="6494463" y="3598863"/>
          <p14:tracePt t="7419" x="6510338" y="3621088"/>
          <p14:tracePt t="7436" x="6524625" y="3635375"/>
          <p14:tracePt t="7452" x="6530975" y="3649663"/>
          <p14:tracePt t="7469" x="6538913" y="3665538"/>
          <p14:tracePt t="7486" x="6553200" y="3679825"/>
          <p14:tracePt t="7503" x="6553200" y="3686175"/>
          <p14:tracePt t="7519" x="6567488" y="3694113"/>
          <p14:tracePt t="7536" x="6567488" y="3708400"/>
          <p14:tracePt t="7552" x="6581775" y="3716338"/>
          <p14:tracePt t="7586" x="6589713" y="3722688"/>
          <p14:tracePt t="7749" x="6596063" y="3736975"/>
          <p14:tracePt t="7773" x="6604000" y="3736975"/>
          <p14:tracePt t="7781" x="6611938" y="3736975"/>
          <p14:tracePt t="7797" x="6626225" y="3744913"/>
          <p14:tracePt t="7813" x="6632575" y="3744913"/>
          <p14:tracePt t="7829" x="6640513" y="3751263"/>
        </p14:tracePtLst>
      </p14:laserTraceLst>
    </p:ext>
  </p:extLs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4. Determining degree of freedom (DF) </a:t>
            </a:r>
            <a:r>
              <a:rPr lang="en-US" dirty="0" smtClean="0"/>
              <a:t>(3/5</a:t>
            </a:r>
            <a:r>
              <a:rPr lang="en-US" dirty="0"/>
              <a:t>)</a:t>
            </a:r>
          </a:p>
        </p:txBody>
      </p:sp>
      <p:sp>
        <p:nvSpPr>
          <p:cNvPr id="3" name="Content Placeholder 2"/>
          <p:cNvSpPr>
            <a:spLocks noGrp="1"/>
          </p:cNvSpPr>
          <p:nvPr>
            <p:ph idx="1"/>
          </p:nvPr>
        </p:nvSpPr>
        <p:spPr>
          <a:xfrm>
            <a:off x="1024128" y="2286000"/>
            <a:ext cx="9720071" cy="1219161"/>
          </a:xfrm>
        </p:spPr>
        <p:txBody>
          <a:bodyPr/>
          <a:lstStyle/>
          <a:p>
            <a:pPr>
              <a:buFont typeface="Wingdings" panose="05000000000000000000" pitchFamily="2" charset="2"/>
              <a:buChar char="v"/>
            </a:pPr>
            <a:r>
              <a:rPr lang="en-US" dirty="0"/>
              <a:t> Degree of freedom is the number of values in the final calculation that are free to vary.</a:t>
            </a:r>
          </a:p>
          <a:p>
            <a:pPr>
              <a:buFont typeface="Wingdings" panose="05000000000000000000" pitchFamily="2" charset="2"/>
              <a:buChar char="v"/>
            </a:pPr>
            <a:r>
              <a:rPr lang="en-US" dirty="0"/>
              <a:t> Example:</a:t>
            </a:r>
          </a:p>
        </p:txBody>
      </p:sp>
      <p:sp>
        <p:nvSpPr>
          <p:cNvPr id="4" name="Slide Number Placeholder 3"/>
          <p:cNvSpPr>
            <a:spLocks noGrp="1"/>
          </p:cNvSpPr>
          <p:nvPr>
            <p:ph type="sldNum" sz="quarter" idx="12"/>
          </p:nvPr>
        </p:nvSpPr>
        <p:spPr/>
        <p:txBody>
          <a:bodyPr/>
          <a:lstStyle/>
          <a:p>
            <a:fld id="{5AA13D58-D7BC-8747-9F0A-0DB9E6B3595A}" type="slidenum">
              <a:rPr lang="en-US" smtClean="0"/>
              <a:t>38</a:t>
            </a:fld>
            <a:endParaRPr lang="en-US"/>
          </a:p>
        </p:txBody>
      </p:sp>
      <mc:AlternateContent xmlns:mc="http://schemas.openxmlformats.org/markup-compatibility/2006" xmlns:a14="http://schemas.microsoft.com/office/drawing/2010/main">
        <mc:Choice Requires="a14">
          <p:sp>
            <p:nvSpPr>
              <p:cNvPr id="7" name="TextBox 6"/>
              <p:cNvSpPr txBox="1"/>
              <p:nvPr/>
            </p:nvSpPr>
            <p:spPr>
              <a:xfrm>
                <a:off x="5659244" y="3503226"/>
                <a:ext cx="3141629" cy="369332"/>
              </a:xfrm>
              <a:prstGeom prst="rect">
                <a:avLst/>
              </a:prstGeom>
            </p:spPr>
            <p:style>
              <a:lnRef idx="3">
                <a:schemeClr val="lt1"/>
              </a:lnRef>
              <a:fillRef idx="1">
                <a:schemeClr val="dk1"/>
              </a:fillRef>
              <a:effectRef idx="1">
                <a:schemeClr val="dk1"/>
              </a:effectRef>
              <a:fontRef idx="minor">
                <a:schemeClr val="lt1"/>
              </a:fontRef>
            </p:style>
            <p:txBody>
              <a:bodyPr wrap="none" rtlCol="0">
                <a:spAutoFit/>
              </a:bodyPr>
              <a:lstStyle/>
              <a:p>
                <a:r>
                  <a:rPr lang="en-US" b="1" dirty="0"/>
                  <a:t>Degree of Freedom (</a:t>
                </a:r>
                <a:r>
                  <a:rPr lang="en-US" b="1" dirty="0" err="1"/>
                  <a:t>df</a:t>
                </a:r>
                <a:r>
                  <a:rPr lang="en-US" b="1" dirty="0"/>
                  <a:t>) = </a:t>
                </a:r>
                <a14:m>
                  <m:oMath xmlns:m="http://schemas.openxmlformats.org/officeDocument/2006/math">
                    <m:r>
                      <a:rPr lang="en-US" b="1" i="1" smtClean="0">
                        <a:latin typeface="Cambria Math" panose="02040503050406030204" pitchFamily="18" charset="0"/>
                      </a:rPr>
                      <m:t>𝑵</m:t>
                    </m:r>
                  </m:oMath>
                </a14:m>
                <a:r>
                  <a:rPr lang="en-US" b="1" dirty="0"/>
                  <a:t>-1</a:t>
                </a:r>
              </a:p>
            </p:txBody>
          </p:sp>
        </mc:Choice>
        <mc:Fallback xmlns="">
          <p:sp>
            <p:nvSpPr>
              <p:cNvPr id="7" name="TextBox 6"/>
              <p:cNvSpPr txBox="1">
                <a:spLocks noRot="1" noChangeAspect="1" noMove="1" noResize="1" noEditPoints="1" noAdjustHandles="1" noChangeArrowheads="1" noChangeShapeType="1" noTextEdit="1"/>
              </p:cNvSpPr>
              <p:nvPr/>
            </p:nvSpPr>
            <p:spPr>
              <a:xfrm>
                <a:off x="5659244" y="3503226"/>
                <a:ext cx="3141629" cy="369332"/>
              </a:xfrm>
              <a:prstGeom prst="rect">
                <a:avLst/>
              </a:prstGeom>
              <a:blipFill>
                <a:blip r:embed="rId4"/>
                <a:stretch>
                  <a:fillRect l="-1349" t="-7937" b="-222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1694360" y="5431348"/>
                <a:ext cx="635110" cy="369332"/>
              </a:xfrm>
              <a:prstGeom prst="rect">
                <a:avLst/>
              </a:prstGeom>
              <a:noFill/>
            </p:spPr>
            <p:txBody>
              <a:bodyPr wrap="none" rtlCol="0">
                <a:spAutoFit/>
              </a:bodyPr>
              <a:lstStyle/>
              <a:p>
                <a14:m>
                  <m:oMath xmlns:m="http://schemas.openxmlformats.org/officeDocument/2006/math">
                    <m:r>
                      <a:rPr lang="en-US" b="1" i="1" smtClean="0">
                        <a:latin typeface="Cambria Math" panose="02040503050406030204" pitchFamily="18" charset="0"/>
                      </a:rPr>
                      <m:t>𝑵</m:t>
                    </m:r>
                  </m:oMath>
                </a14:m>
                <a:r>
                  <a:rPr lang="en-US" b="1" dirty="0"/>
                  <a:t>=4</a:t>
                </a:r>
              </a:p>
            </p:txBody>
          </p:sp>
        </mc:Choice>
        <mc:Fallback xmlns="">
          <p:sp>
            <p:nvSpPr>
              <p:cNvPr id="8" name="TextBox 7"/>
              <p:cNvSpPr txBox="1">
                <a:spLocks noRot="1" noChangeAspect="1" noMove="1" noResize="1" noEditPoints="1" noAdjustHandles="1" noChangeArrowheads="1" noChangeShapeType="1" noTextEdit="1"/>
              </p:cNvSpPr>
              <p:nvPr/>
            </p:nvSpPr>
            <p:spPr>
              <a:xfrm>
                <a:off x="1694360" y="5431348"/>
                <a:ext cx="635110" cy="369332"/>
              </a:xfrm>
              <a:prstGeom prst="rect">
                <a:avLst/>
              </a:prstGeom>
              <a:blipFill>
                <a:blip r:embed="rId5"/>
                <a:stretch>
                  <a:fillRect t="-9836" r="-6731"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3866336" y="5446634"/>
                <a:ext cx="635110" cy="369332"/>
              </a:xfrm>
              <a:prstGeom prst="rect">
                <a:avLst/>
              </a:prstGeom>
              <a:noFill/>
            </p:spPr>
            <p:txBody>
              <a:bodyPr wrap="none" rtlCol="0">
                <a:spAutoFit/>
              </a:bodyPr>
              <a:lstStyle/>
              <a:p>
                <a14:m>
                  <m:oMath xmlns:m="http://schemas.openxmlformats.org/officeDocument/2006/math">
                    <m:r>
                      <a:rPr lang="en-US" b="1" i="1" smtClean="0">
                        <a:latin typeface="Cambria Math" panose="02040503050406030204" pitchFamily="18" charset="0"/>
                      </a:rPr>
                      <m:t>𝑵</m:t>
                    </m:r>
                  </m:oMath>
                </a14:m>
                <a:r>
                  <a:rPr lang="en-US" b="1" dirty="0"/>
                  <a:t>=4</a:t>
                </a:r>
              </a:p>
            </p:txBody>
          </p:sp>
        </mc:Choice>
        <mc:Fallback xmlns="">
          <p:sp>
            <p:nvSpPr>
              <p:cNvPr id="9" name="TextBox 8"/>
              <p:cNvSpPr txBox="1">
                <a:spLocks noRot="1" noChangeAspect="1" noMove="1" noResize="1" noEditPoints="1" noAdjustHandles="1" noChangeArrowheads="1" noChangeShapeType="1" noTextEdit="1"/>
              </p:cNvSpPr>
              <p:nvPr/>
            </p:nvSpPr>
            <p:spPr>
              <a:xfrm>
                <a:off x="3866336" y="5446634"/>
                <a:ext cx="635110" cy="369332"/>
              </a:xfrm>
              <a:prstGeom prst="rect">
                <a:avLst/>
              </a:prstGeom>
              <a:blipFill>
                <a:blip r:embed="rId6"/>
                <a:stretch>
                  <a:fillRect t="-8197" r="-7692"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5659244" y="3951617"/>
                <a:ext cx="181652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𝒅𝒇</m:t>
                      </m:r>
                      <m:r>
                        <a:rPr lang="en-US" b="1" i="0" smtClean="0">
                          <a:latin typeface="Cambria Math" panose="02040503050406030204" pitchFamily="18" charset="0"/>
                        </a:rPr>
                        <m:t>=</m:t>
                      </m:r>
                      <m:r>
                        <a:rPr lang="en-US" b="1" i="0" smtClean="0">
                          <a:latin typeface="Cambria Math" panose="02040503050406030204" pitchFamily="18" charset="0"/>
                        </a:rPr>
                        <m:t>𝟒</m:t>
                      </m:r>
                      <m:r>
                        <a:rPr lang="en-US" b="1" i="0" smtClean="0">
                          <a:latin typeface="Cambria Math" panose="02040503050406030204" pitchFamily="18" charset="0"/>
                        </a:rPr>
                        <m:t>−</m:t>
                      </m:r>
                      <m:r>
                        <a:rPr lang="en-US" b="1" i="0" smtClean="0">
                          <a:latin typeface="Cambria Math" panose="02040503050406030204" pitchFamily="18" charset="0"/>
                        </a:rPr>
                        <m:t>𝟏</m:t>
                      </m:r>
                      <m:r>
                        <a:rPr lang="en-US" b="1" i="0" smtClean="0">
                          <a:latin typeface="Cambria Math" panose="02040503050406030204" pitchFamily="18" charset="0"/>
                        </a:rPr>
                        <m:t>=</m:t>
                      </m:r>
                      <m:r>
                        <a:rPr lang="en-US" b="1" i="0" smtClean="0">
                          <a:latin typeface="Cambria Math" panose="02040503050406030204" pitchFamily="18" charset="0"/>
                        </a:rPr>
                        <m:t>𝟑</m:t>
                      </m:r>
                    </m:oMath>
                  </m:oMathPara>
                </a14:m>
                <a:endParaRPr lang="en-US" b="1" dirty="0"/>
              </a:p>
            </p:txBody>
          </p:sp>
        </mc:Choice>
        <mc:Fallback xmlns="">
          <p:sp>
            <p:nvSpPr>
              <p:cNvPr id="11" name="TextBox 10"/>
              <p:cNvSpPr txBox="1">
                <a:spLocks noRot="1" noChangeAspect="1" noMove="1" noResize="1" noEditPoints="1" noAdjustHandles="1" noChangeArrowheads="1" noChangeShapeType="1" noTextEdit="1"/>
              </p:cNvSpPr>
              <p:nvPr/>
            </p:nvSpPr>
            <p:spPr>
              <a:xfrm>
                <a:off x="5659244" y="3951617"/>
                <a:ext cx="1816523" cy="369332"/>
              </a:xfrm>
              <a:prstGeom prst="rect">
                <a:avLst/>
              </a:prstGeom>
              <a:blipFill>
                <a:blip r:embed="rId7"/>
                <a:stretch>
                  <a:fillRect b="-13115"/>
                </a:stretch>
              </a:blipFill>
            </p:spPr>
            <p:txBody>
              <a:bodyPr/>
              <a:lstStyle/>
              <a:p>
                <a:r>
                  <a:rPr lang="en-US">
                    <a:noFill/>
                  </a:rPr>
                  <a:t> </a:t>
                </a:r>
              </a:p>
            </p:txBody>
          </p:sp>
        </mc:Fallback>
      </mc:AlternateContent>
      <p:graphicFrame>
        <p:nvGraphicFramePr>
          <p:cNvPr id="12" name="Table 11">
            <a:extLst>
              <a:ext uri="{FF2B5EF4-FFF2-40B4-BE49-F238E27FC236}">
                <a16:creationId xmlns:a16="http://schemas.microsoft.com/office/drawing/2014/main" id="{1DEE22A6-5017-0940-9EC1-C3EA9B0DCC52}"/>
              </a:ext>
            </a:extLst>
          </p:cNvPr>
          <p:cNvGraphicFramePr>
            <a:graphicFrameLocks noGrp="1"/>
          </p:cNvGraphicFramePr>
          <p:nvPr>
            <p:extLst>
              <p:ext uri="{D42A27DB-BD31-4B8C-83A1-F6EECF244321}">
                <p14:modId xmlns:p14="http://schemas.microsoft.com/office/powerpoint/2010/main" val="2405086843"/>
              </p:ext>
            </p:extLst>
          </p:nvPr>
        </p:nvGraphicFramePr>
        <p:xfrm>
          <a:off x="1465604" y="3473422"/>
          <a:ext cx="1418713" cy="1854200"/>
        </p:xfrm>
        <a:graphic>
          <a:graphicData uri="http://schemas.openxmlformats.org/drawingml/2006/table">
            <a:tbl>
              <a:tblPr firstRow="1" bandRow="1">
                <a:tableStyleId>{93296810-A885-4BE3-A3E7-6D5BEEA58F35}</a:tableStyleId>
              </a:tblPr>
              <a:tblGrid>
                <a:gridCol w="1418713">
                  <a:extLst>
                    <a:ext uri="{9D8B030D-6E8A-4147-A177-3AD203B41FA5}">
                      <a16:colId xmlns:a16="http://schemas.microsoft.com/office/drawing/2014/main" val="619288654"/>
                    </a:ext>
                  </a:extLst>
                </a:gridCol>
              </a:tblGrid>
              <a:tr h="370840">
                <a:tc>
                  <a:txBody>
                    <a:bodyPr/>
                    <a:lstStyle/>
                    <a:p>
                      <a:pPr algn="ctr"/>
                      <a:r>
                        <a:rPr lang="en-US" sz="1400" dirty="0" smtClean="0">
                          <a:solidFill>
                            <a:schemeClr val="tx1"/>
                          </a:solidFill>
                        </a:rPr>
                        <a:t>F2-GA</a:t>
                      </a:r>
                      <a:endParaRPr lang="en-US" sz="1400" dirty="0">
                        <a:solidFill>
                          <a:schemeClr val="tx1"/>
                        </a:solidFill>
                      </a:endParaRPr>
                    </a:p>
                  </a:txBody>
                  <a:tcPr/>
                </a:tc>
                <a:extLst>
                  <a:ext uri="{0D108BD9-81ED-4DB2-BD59-A6C34878D82A}">
                    <a16:rowId xmlns:a16="http://schemas.microsoft.com/office/drawing/2014/main" val="2280859014"/>
                  </a:ext>
                </a:extLst>
              </a:tr>
              <a:tr h="370840">
                <a:tc>
                  <a:txBody>
                    <a:bodyPr/>
                    <a:lstStyle/>
                    <a:p>
                      <a:pPr algn="ctr" fontAlgn="b"/>
                      <a:r>
                        <a:rPr lang="en-US" sz="1400" u="none" strike="noStrike" dirty="0">
                          <a:effectLst/>
                        </a:rPr>
                        <a:t>0.1</a:t>
                      </a:r>
                      <a:endParaRPr lang="en-US" sz="1400" b="0" i="0" u="none" strike="noStrike" dirty="0">
                        <a:solidFill>
                          <a:srgbClr val="000000"/>
                        </a:solidFill>
                        <a:effectLst/>
                        <a:latin typeface="+mj-lt"/>
                      </a:endParaRPr>
                    </a:p>
                  </a:txBody>
                  <a:tcPr marL="9525" marR="9525" marT="9525" marB="0" anchor="ctr"/>
                </a:tc>
                <a:extLst>
                  <a:ext uri="{0D108BD9-81ED-4DB2-BD59-A6C34878D82A}">
                    <a16:rowId xmlns:a16="http://schemas.microsoft.com/office/drawing/2014/main" val="3122994943"/>
                  </a:ext>
                </a:extLst>
              </a:tr>
              <a:tr h="370840">
                <a:tc>
                  <a:txBody>
                    <a:bodyPr/>
                    <a:lstStyle/>
                    <a:p>
                      <a:pPr algn="ctr" fontAlgn="b"/>
                      <a:r>
                        <a:rPr lang="en-US" sz="1400" u="none" strike="noStrike" dirty="0">
                          <a:effectLst/>
                        </a:rPr>
                        <a:t>0.6</a:t>
                      </a:r>
                      <a:endParaRPr lang="en-US" sz="1400" b="0" i="0" u="none" strike="noStrike" dirty="0">
                        <a:solidFill>
                          <a:srgbClr val="000000"/>
                        </a:solidFill>
                        <a:effectLst/>
                        <a:latin typeface="+mj-lt"/>
                      </a:endParaRPr>
                    </a:p>
                  </a:txBody>
                  <a:tcPr marL="9525" marR="9525" marT="9525" marB="0" anchor="ctr"/>
                </a:tc>
                <a:extLst>
                  <a:ext uri="{0D108BD9-81ED-4DB2-BD59-A6C34878D82A}">
                    <a16:rowId xmlns:a16="http://schemas.microsoft.com/office/drawing/2014/main" val="3345521160"/>
                  </a:ext>
                </a:extLst>
              </a:tr>
              <a:tr h="370840">
                <a:tc>
                  <a:txBody>
                    <a:bodyPr/>
                    <a:lstStyle/>
                    <a:p>
                      <a:pPr algn="ctr" fontAlgn="b"/>
                      <a:r>
                        <a:rPr lang="en-US" sz="1400" u="none" strike="noStrike" dirty="0">
                          <a:effectLst/>
                        </a:rPr>
                        <a:t>0.3</a:t>
                      </a:r>
                      <a:endParaRPr lang="en-US" sz="1400" b="0" i="0" u="none" strike="noStrike" dirty="0">
                        <a:solidFill>
                          <a:srgbClr val="000000"/>
                        </a:solidFill>
                        <a:effectLst/>
                        <a:latin typeface="+mj-lt"/>
                      </a:endParaRPr>
                    </a:p>
                  </a:txBody>
                  <a:tcPr marL="9525" marR="9525" marT="9525" marB="0" anchor="ctr"/>
                </a:tc>
                <a:extLst>
                  <a:ext uri="{0D108BD9-81ED-4DB2-BD59-A6C34878D82A}">
                    <a16:rowId xmlns:a16="http://schemas.microsoft.com/office/drawing/2014/main" val="2400711326"/>
                  </a:ext>
                </a:extLst>
              </a:tr>
              <a:tr h="370840">
                <a:tc>
                  <a:txBody>
                    <a:bodyPr/>
                    <a:lstStyle/>
                    <a:p>
                      <a:pPr algn="ctr" fontAlgn="b"/>
                      <a:r>
                        <a:rPr lang="en-US" sz="1400" u="none" strike="noStrike" dirty="0">
                          <a:effectLst/>
                        </a:rPr>
                        <a:t>0.2</a:t>
                      </a:r>
                      <a:endParaRPr lang="en-US" sz="1400" b="0" i="0" u="none" strike="noStrike" dirty="0">
                        <a:solidFill>
                          <a:srgbClr val="000000"/>
                        </a:solidFill>
                        <a:effectLst/>
                        <a:latin typeface="Tw Cen MT" panose="020B0602020104020603" pitchFamily="34" charset="77"/>
                      </a:endParaRPr>
                    </a:p>
                  </a:txBody>
                  <a:tcPr marL="9525" marR="9525" marT="9525" marB="0" anchor="ctr"/>
                </a:tc>
                <a:extLst>
                  <a:ext uri="{0D108BD9-81ED-4DB2-BD59-A6C34878D82A}">
                    <a16:rowId xmlns:a16="http://schemas.microsoft.com/office/drawing/2014/main" val="3018803206"/>
                  </a:ext>
                </a:extLst>
              </a:tr>
            </a:tbl>
          </a:graphicData>
        </a:graphic>
      </p:graphicFrame>
      <p:graphicFrame>
        <p:nvGraphicFramePr>
          <p:cNvPr id="13" name="Table 12">
            <a:extLst>
              <a:ext uri="{FF2B5EF4-FFF2-40B4-BE49-F238E27FC236}">
                <a16:creationId xmlns:a16="http://schemas.microsoft.com/office/drawing/2014/main" id="{FEFF5B46-13F9-4C41-B3D9-03D38E4AFBE7}"/>
              </a:ext>
            </a:extLst>
          </p:cNvPr>
          <p:cNvGraphicFramePr>
            <a:graphicFrameLocks noGrp="1"/>
          </p:cNvGraphicFramePr>
          <p:nvPr>
            <p:extLst>
              <p:ext uri="{D42A27DB-BD31-4B8C-83A1-F6EECF244321}">
                <p14:modId xmlns:p14="http://schemas.microsoft.com/office/powerpoint/2010/main" val="303390545"/>
              </p:ext>
            </p:extLst>
          </p:nvPr>
        </p:nvGraphicFramePr>
        <p:xfrm>
          <a:off x="3491405" y="3544353"/>
          <a:ext cx="1384972" cy="1854200"/>
        </p:xfrm>
        <a:graphic>
          <a:graphicData uri="http://schemas.openxmlformats.org/drawingml/2006/table">
            <a:tbl>
              <a:tblPr firstRow="1" bandRow="1">
                <a:tableStyleId>{21E4AEA4-8DFA-4A89-87EB-49C32662AFE0}</a:tableStyleId>
              </a:tblPr>
              <a:tblGrid>
                <a:gridCol w="1384972">
                  <a:extLst>
                    <a:ext uri="{9D8B030D-6E8A-4147-A177-3AD203B41FA5}">
                      <a16:colId xmlns:a16="http://schemas.microsoft.com/office/drawing/2014/main" val="522177979"/>
                    </a:ext>
                  </a:extLst>
                </a:gridCol>
              </a:tblGrid>
              <a:tr h="370840">
                <a:tc>
                  <a:txBody>
                    <a:bodyPr/>
                    <a:lstStyle/>
                    <a:p>
                      <a:pPr algn="ctr"/>
                      <a:r>
                        <a:rPr lang="en-US" sz="1400" dirty="0" smtClean="0">
                          <a:solidFill>
                            <a:schemeClr val="tx1"/>
                          </a:solidFill>
                        </a:rPr>
                        <a:t>F2-GB</a:t>
                      </a:r>
                      <a:endParaRPr lang="en-US" sz="1400" dirty="0">
                        <a:solidFill>
                          <a:schemeClr val="tx1"/>
                        </a:solidFill>
                      </a:endParaRPr>
                    </a:p>
                  </a:txBody>
                  <a:tcPr/>
                </a:tc>
                <a:extLst>
                  <a:ext uri="{0D108BD9-81ED-4DB2-BD59-A6C34878D82A}">
                    <a16:rowId xmlns:a16="http://schemas.microsoft.com/office/drawing/2014/main" val="1161456333"/>
                  </a:ext>
                </a:extLst>
              </a:tr>
              <a:tr h="370840">
                <a:tc>
                  <a:txBody>
                    <a:bodyPr/>
                    <a:lstStyle/>
                    <a:p>
                      <a:pPr algn="ctr"/>
                      <a:r>
                        <a:rPr lang="en-US" sz="1400" dirty="0"/>
                        <a:t>3</a:t>
                      </a:r>
                    </a:p>
                  </a:txBody>
                  <a:tcPr marL="9525" marR="9525" marT="9525" marB="0" anchor="ctr"/>
                </a:tc>
                <a:extLst>
                  <a:ext uri="{0D108BD9-81ED-4DB2-BD59-A6C34878D82A}">
                    <a16:rowId xmlns:a16="http://schemas.microsoft.com/office/drawing/2014/main" val="4209527493"/>
                  </a:ext>
                </a:extLst>
              </a:tr>
              <a:tr h="370840">
                <a:tc>
                  <a:txBody>
                    <a:bodyPr/>
                    <a:lstStyle/>
                    <a:p>
                      <a:pPr algn="ctr"/>
                      <a:r>
                        <a:rPr lang="en-US" sz="1400" dirty="0"/>
                        <a:t>2</a:t>
                      </a:r>
                    </a:p>
                  </a:txBody>
                  <a:tcPr marL="9525" marR="9525" marT="9525" marB="0" anchor="ctr"/>
                </a:tc>
                <a:extLst>
                  <a:ext uri="{0D108BD9-81ED-4DB2-BD59-A6C34878D82A}">
                    <a16:rowId xmlns:a16="http://schemas.microsoft.com/office/drawing/2014/main" val="3189708125"/>
                  </a:ext>
                </a:extLst>
              </a:tr>
              <a:tr h="370840">
                <a:tc>
                  <a:txBody>
                    <a:bodyPr/>
                    <a:lstStyle/>
                    <a:p>
                      <a:pPr algn="ctr"/>
                      <a:r>
                        <a:rPr lang="en-US" sz="1400" dirty="0"/>
                        <a:t>4</a:t>
                      </a:r>
                    </a:p>
                  </a:txBody>
                  <a:tcPr marL="9525" marR="9525" marT="9525" marB="0" anchor="ctr"/>
                </a:tc>
                <a:extLst>
                  <a:ext uri="{0D108BD9-81ED-4DB2-BD59-A6C34878D82A}">
                    <a16:rowId xmlns:a16="http://schemas.microsoft.com/office/drawing/2014/main" val="3494497803"/>
                  </a:ext>
                </a:extLst>
              </a:tr>
              <a:tr h="370840">
                <a:tc>
                  <a:txBody>
                    <a:bodyPr/>
                    <a:lstStyle/>
                    <a:p>
                      <a:pPr algn="ctr"/>
                      <a:r>
                        <a:rPr lang="en-US" sz="1400" dirty="0"/>
                        <a:t>1</a:t>
                      </a:r>
                      <a:endParaRPr lang="en-US" sz="1400" dirty="0">
                        <a:latin typeface="Tw Cen MT" panose="020B0602020104020603" pitchFamily="34" charset="77"/>
                      </a:endParaRPr>
                    </a:p>
                  </a:txBody>
                  <a:tcPr marL="9525" marR="9525" marT="9525" marB="0" anchor="ctr"/>
                </a:tc>
                <a:extLst>
                  <a:ext uri="{0D108BD9-81ED-4DB2-BD59-A6C34878D82A}">
                    <a16:rowId xmlns:a16="http://schemas.microsoft.com/office/drawing/2014/main" val="2700627175"/>
                  </a:ext>
                </a:extLst>
              </a:tr>
            </a:tbl>
          </a:graphicData>
        </a:graphic>
      </p:graphicFrame>
    </p:spTree>
    <p:extLst>
      <p:ext uri="{BB962C8B-B14F-4D97-AF65-F5344CB8AC3E}">
        <p14:creationId xmlns:p14="http://schemas.microsoft.com/office/powerpoint/2010/main" val="1111513760"/>
      </p:ext>
    </p:extLst>
  </p:cSld>
  <p:clrMapOvr>
    <a:masterClrMapping/>
  </p:clrMapOvr>
  <p:transition spd="slow" advTm="8408">
    <p:push dir="u"/>
  </p:transition>
  <p:timing>
    <p:tnLst>
      <p:par>
        <p:cTn id="1" dur="indefinite" restart="never" nodeType="tmRoot"/>
      </p:par>
    </p:tnLst>
  </p:timing>
  <p:extLst mod="1">
    <p:ext uri="{3A86A75C-4F4B-4683-9AE1-C65F6400EC91}">
      <p14:laserTraceLst xmlns:p14="http://schemas.microsoft.com/office/powerpoint/2010/main">
        <p14:tracePtLst>
          <p14:tracePt t="677" x="6618288" y="3759200"/>
          <p14:tracePt t="711" x="6459538" y="3759200"/>
          <p14:tracePt t="716" x="6392863" y="3759200"/>
          <p14:tracePt t="733" x="6256338" y="3759200"/>
          <p14:tracePt t="749" x="6138863" y="3751263"/>
          <p14:tracePt t="766" x="6002338" y="3736975"/>
          <p14:tracePt t="783" x="5884863" y="3708400"/>
          <p14:tracePt t="800" x="5819775" y="3708400"/>
          <p14:tracePt t="816" x="5783263" y="3700463"/>
          <p14:tracePt t="833" x="5740400" y="3686175"/>
          <p14:tracePt t="850" x="5718175" y="3679825"/>
          <p14:tracePt t="866" x="5653088" y="3679825"/>
          <p14:tracePt t="883" x="5595938" y="3649663"/>
          <p14:tracePt t="900" x="5559425" y="3643313"/>
          <p14:tracePt t="916" x="5500688" y="3621088"/>
          <p14:tracePt t="933" x="5449888" y="3598863"/>
          <p14:tracePt t="950" x="5407025" y="3578225"/>
          <p14:tracePt t="967" x="5376863" y="3563938"/>
          <p14:tracePt t="983" x="5326063" y="3533775"/>
          <p14:tracePt t="1000" x="5260975" y="3482975"/>
          <p14:tracePt t="1017" x="5195888" y="3425825"/>
          <p14:tracePt t="1018" x="5153025" y="3395663"/>
          <p14:tracePt t="1033" x="5116513" y="3360738"/>
          <p14:tracePt t="1050" x="5029200" y="3287713"/>
          <p14:tracePt t="1066" x="4941888" y="3214688"/>
          <p14:tracePt t="1083" x="4913313" y="3178175"/>
          <p14:tracePt t="1100" x="4868863" y="3127375"/>
          <p14:tracePt t="1116" x="4833938" y="3084513"/>
          <p14:tracePt t="1133" x="4803775" y="3025775"/>
          <p14:tracePt t="1150" x="4789488" y="2982913"/>
          <p14:tracePt t="1166" x="4775200" y="2954338"/>
          <p14:tracePt t="1183" x="4760913" y="2909888"/>
          <p14:tracePt t="1200" x="4752975" y="2873375"/>
          <p14:tracePt t="1216" x="4732338" y="2808288"/>
          <p14:tracePt t="1233" x="4724400" y="2735263"/>
          <p14:tracePt t="1250" x="4702175" y="2641600"/>
          <p14:tracePt t="1267" x="4681538" y="2568575"/>
          <p14:tracePt t="1283" x="4665663" y="2511425"/>
          <p14:tracePt t="1300" x="4665663" y="2460625"/>
          <p14:tracePt t="1316" x="4659313" y="2409825"/>
          <p14:tracePt t="1333" x="4651375" y="2365375"/>
          <p14:tracePt t="1350" x="4651375" y="2314575"/>
          <p14:tracePt t="1366" x="4673600" y="2271713"/>
          <p14:tracePt t="1383" x="4702175" y="2227263"/>
          <p14:tracePt t="1400" x="4732338" y="2198688"/>
          <p14:tracePt t="1433" x="4746625" y="2192338"/>
          <p14:tracePt t="1450" x="4752975" y="2184400"/>
          <p14:tracePt t="1467" x="4767263" y="2170113"/>
          <p14:tracePt t="1483" x="4775200" y="2155825"/>
          <p14:tracePt t="1500" x="4797425" y="2141538"/>
          <p14:tracePt t="1516" x="4840288" y="2119313"/>
          <p14:tracePt t="1533" x="4884738" y="2111375"/>
          <p14:tracePt t="1550" x="4935538" y="2097088"/>
          <p14:tracePt t="1567" x="4964113" y="2090738"/>
          <p14:tracePt t="1583" x="5021263" y="2082800"/>
          <p14:tracePt t="1600" x="5080000" y="2068513"/>
          <p14:tracePt t="1616" x="5153025" y="2068513"/>
          <p14:tracePt t="1633" x="5254625" y="2054225"/>
          <p14:tracePt t="1650" x="5421313" y="2024063"/>
          <p14:tracePt t="1667" x="5545138" y="2024063"/>
          <p14:tracePt t="1683" x="5689600" y="2024063"/>
          <p14:tracePt t="1700" x="5842000" y="2024063"/>
          <p14:tracePt t="1717" x="6002338" y="2024063"/>
          <p14:tracePt t="1733" x="6118225" y="2024063"/>
          <p14:tracePt t="1750" x="6234113" y="2024063"/>
          <p14:tracePt t="1767" x="6350000" y="2024063"/>
          <p14:tracePt t="1783" x="6480175" y="2024063"/>
          <p14:tracePt t="1800" x="6611938" y="2024063"/>
          <p14:tracePt t="1817" x="6727825" y="2024063"/>
          <p14:tracePt t="1833" x="6815138" y="2017713"/>
          <p14:tracePt t="1850" x="6908800" y="2003425"/>
          <p14:tracePt t="1867" x="6959600" y="1995488"/>
          <p14:tracePt t="1883" x="7038975" y="1989138"/>
          <p14:tracePt t="1900" x="7154863" y="1989138"/>
          <p14:tracePt t="1917" x="7286625" y="1981200"/>
          <p14:tracePt t="1933" x="7351713" y="1958975"/>
          <p14:tracePt t="1950" x="7380288" y="1958975"/>
          <p14:tracePt t="1967" x="7402513" y="1958975"/>
          <p14:tracePt t="2020" x="7408863" y="1958975"/>
          <p14:tracePt t="2084" x="7424738" y="1966913"/>
          <p14:tracePt t="2092" x="7424738" y="1973263"/>
          <p14:tracePt t="2100" x="7424738" y="1995488"/>
          <p14:tracePt t="2117" x="7453313" y="2082800"/>
          <p14:tracePt t="2133" x="7475538" y="2155825"/>
          <p14:tracePt t="2150" x="7496175" y="2206625"/>
          <p14:tracePt t="2167" x="7504113" y="2227263"/>
          <p14:tracePt t="2184" x="7518400" y="2235200"/>
          <p14:tracePt t="2200" x="7526338" y="2249488"/>
          <p14:tracePt t="2217" x="7540625" y="2278063"/>
          <p14:tracePt t="2233" x="7546975" y="2293938"/>
          <p14:tracePt t="2250" x="7569200" y="2314575"/>
          <p14:tracePt t="2267" x="7577138" y="2328863"/>
          <p14:tracePt t="2284" x="7577138" y="2351088"/>
          <p14:tracePt t="2300" x="7583488" y="2373313"/>
          <p14:tracePt t="2317" x="7591425" y="2409825"/>
          <p14:tracePt t="2333" x="7591425" y="2460625"/>
          <p14:tracePt t="2350" x="7591425" y="2497138"/>
          <p14:tracePt t="2367" x="7591425" y="2525713"/>
          <p14:tracePt t="2384" x="7591425" y="2547938"/>
          <p14:tracePt t="2400" x="7597775" y="2568575"/>
          <p14:tracePt t="2417" x="7597775" y="2590800"/>
          <p14:tracePt t="2433" x="7612063" y="2605088"/>
          <p14:tracePt t="2451" x="7662863" y="2627313"/>
          <p14:tracePt t="2467" x="7699375" y="2627313"/>
          <p14:tracePt t="2483" x="7735888" y="2627313"/>
          <p14:tracePt t="2500" x="7764463" y="2627313"/>
          <p14:tracePt t="2517" x="7786688" y="2619375"/>
          <p14:tracePt t="2539" x="7794625" y="2613025"/>
          <p14:tracePt t="2660" x="7794625" y="2619375"/>
          <p14:tracePt t="2684" x="7794625" y="2633663"/>
          <p14:tracePt t="2700" x="7794625" y="2641600"/>
          <p14:tracePt t="2716" x="7794625" y="2655888"/>
          <p14:tracePt t="2732" x="7794625" y="2663825"/>
          <p14:tracePt t="2739" x="7794625" y="2670175"/>
          <p14:tracePt t="2750" x="7786688" y="2678113"/>
          <p14:tracePt t="2767" x="7758113" y="2706688"/>
          <p14:tracePt t="2784" x="7735888" y="2720975"/>
          <p14:tracePt t="2800" x="7685088" y="2751138"/>
          <p14:tracePt t="2817" x="7620000" y="2801938"/>
          <p14:tracePt t="2834" x="7546975" y="2859088"/>
          <p14:tracePt t="2850" x="7481888" y="2887663"/>
          <p14:tracePt t="2867" x="7394575" y="2932113"/>
          <p14:tracePt t="2884" x="7351713" y="2960688"/>
          <p14:tracePt t="2900" x="7292975" y="2982913"/>
          <p14:tracePt t="2917" x="7227888" y="3005138"/>
          <p14:tracePt t="2933" x="7134225" y="3040063"/>
          <p14:tracePt t="2950" x="7069138" y="3062288"/>
          <p14:tracePt t="2967" x="6988175" y="3098800"/>
          <p14:tracePt t="2984" x="6923088" y="3121025"/>
          <p14:tracePt t="3000" x="6858000" y="3135313"/>
          <p14:tracePt t="3017" x="6807200" y="3141663"/>
          <p14:tracePt t="3019" x="6784975" y="3141663"/>
          <p14:tracePt t="3034" x="6764338" y="3149600"/>
          <p14:tracePt t="3050" x="6697663" y="3163888"/>
          <p14:tracePt t="3067" x="6677025" y="3163888"/>
          <p14:tracePt t="3084" x="6640513" y="3171825"/>
          <p14:tracePt t="3100" x="6632575" y="3171825"/>
          <p14:tracePt t="3117" x="6618288" y="3171825"/>
          <p14:tracePt t="3134" x="6604000" y="3171825"/>
          <p14:tracePt t="3236" x="6596063" y="3178175"/>
          <p14:tracePt t="3243" x="6596063" y="3186113"/>
          <p14:tracePt t="3251" x="6604000" y="3192463"/>
          <p14:tracePt t="3267" x="6618288" y="3200400"/>
          <p14:tracePt t="3284" x="6618288" y="3208338"/>
          <p14:tracePt t="3300" x="6626225" y="3208338"/>
          <p14:tracePt t="3317" x="6640513" y="3222625"/>
          <p14:tracePt t="3334" x="6683375" y="3294063"/>
          <p14:tracePt t="3351" x="6784975" y="3432175"/>
          <p14:tracePt t="3367" x="6967538" y="3686175"/>
          <p14:tracePt t="3384" x="7148513" y="3919538"/>
          <p14:tracePt t="3400" x="7242175" y="4035425"/>
          <p14:tracePt t="3417" x="7292975" y="4092575"/>
          <p14:tracePt t="3434" x="7329488" y="4165600"/>
          <p14:tracePt t="3450" x="7337425" y="4303713"/>
          <p14:tracePt t="3467" x="7337425" y="4397375"/>
          <p14:tracePt t="3484" x="7315200" y="4484688"/>
          <p14:tracePt t="3500" x="7272338" y="4549775"/>
          <p14:tracePt t="3517" x="7205663" y="4630738"/>
          <p14:tracePt t="3534" x="7148513" y="4710113"/>
          <p14:tracePt t="3551" x="7069138" y="4797425"/>
          <p14:tracePt t="3567" x="6959600" y="4891088"/>
          <p14:tracePt t="3584" x="6835775" y="4970463"/>
          <p14:tracePt t="3601" x="6734175" y="5014913"/>
          <p14:tracePt t="3617" x="6626225" y="5051425"/>
          <p14:tracePt t="3634" x="6545263" y="5080000"/>
          <p14:tracePt t="3650" x="6423025" y="5102225"/>
          <p14:tracePt t="3667" x="6357938" y="5108575"/>
          <p14:tracePt t="3684" x="6299200" y="5108575"/>
          <p14:tracePt t="3700" x="6240463" y="5108575"/>
          <p14:tracePt t="3717" x="6169025" y="5108575"/>
          <p14:tracePt t="3734" x="6103938" y="5108575"/>
          <p14:tracePt t="3750" x="6037263" y="5108575"/>
          <p14:tracePt t="3767" x="5957888" y="5102225"/>
          <p14:tracePt t="3784" x="5907088" y="5080000"/>
          <p14:tracePt t="3801" x="5849938" y="5057775"/>
          <p14:tracePt t="3817" x="5783263" y="5029200"/>
          <p14:tracePt t="3834" x="5697538" y="4986338"/>
          <p14:tracePt t="3851" x="5653088" y="4956175"/>
          <p14:tracePt t="3867" x="5588000" y="4905375"/>
          <p14:tracePt t="3884" x="5565775" y="4884738"/>
          <p14:tracePt t="3901" x="5537200" y="4848225"/>
          <p14:tracePt t="3917" x="5522913" y="4818063"/>
          <p14:tracePt t="3934" x="5508625" y="4783138"/>
          <p14:tracePt t="3951" x="5500688" y="4732338"/>
          <p14:tracePt t="3967" x="5486400" y="4645025"/>
          <p14:tracePt t="3984" x="5472113" y="4543425"/>
          <p14:tracePt t="4001" x="5464175" y="4478338"/>
          <p14:tracePt t="4017" x="5464175" y="4433888"/>
          <p14:tracePt t="4019" x="5464175" y="4419600"/>
          <p14:tracePt t="4034" x="5464175" y="4376738"/>
          <p14:tracePt t="4051" x="5464175" y="4346575"/>
          <p14:tracePt t="4067" x="5464175" y="4303713"/>
          <p14:tracePt t="4084" x="5464175" y="4259263"/>
          <p14:tracePt t="4101" x="5464175" y="4216400"/>
          <p14:tracePt t="4118" x="5478463" y="4157663"/>
          <p14:tracePt t="4134" x="5494338" y="4114800"/>
          <p14:tracePt t="4151" x="5522913" y="4056063"/>
          <p14:tracePt t="4167" x="5551488" y="3990975"/>
          <p14:tracePt t="4184" x="5580063" y="3925888"/>
          <p14:tracePt t="4201" x="5610225" y="3860800"/>
          <p14:tracePt t="4217" x="5653088" y="3795713"/>
          <p14:tracePt t="4234" x="5681663" y="3736975"/>
          <p14:tracePt t="4251" x="5754688" y="3629025"/>
          <p14:tracePt t="4267" x="5791200" y="3592513"/>
          <p14:tracePt t="4284" x="5834063" y="3533775"/>
          <p14:tracePt t="4301" x="5878513" y="3490913"/>
          <p14:tracePt t="4317" x="5935663" y="3440113"/>
          <p14:tracePt t="4334" x="5994400" y="3403600"/>
          <p14:tracePt t="4351" x="6059488" y="3360738"/>
          <p14:tracePt t="4367" x="6138863" y="3324225"/>
          <p14:tracePt t="4384" x="6234113" y="3287713"/>
          <p14:tracePt t="4401" x="6327775" y="3259138"/>
          <p14:tracePt t="4417" x="6437313" y="3222625"/>
          <p14:tracePt t="4434" x="6618288" y="3178175"/>
          <p14:tracePt t="4451" x="6727825" y="3157538"/>
          <p14:tracePt t="4467" x="6815138" y="3149600"/>
          <p14:tracePt t="4484" x="6908800" y="3141663"/>
          <p14:tracePt t="4501" x="6988175" y="3135313"/>
          <p14:tracePt t="4518" x="7083425" y="3135313"/>
          <p14:tracePt t="4534" x="7177088" y="3135313"/>
          <p14:tracePt t="4551" x="7278688" y="3135313"/>
          <p14:tracePt t="4567" x="7343775" y="3121025"/>
          <p14:tracePt t="4584" x="7402513" y="3121025"/>
          <p14:tracePt t="4601" x="7453313" y="3121025"/>
          <p14:tracePt t="4618" x="7510463" y="3121025"/>
          <p14:tracePt t="4634" x="7612063" y="3121025"/>
          <p14:tracePt t="4651" x="7707313" y="3121025"/>
          <p14:tracePt t="4667" x="7786688" y="3121025"/>
          <p14:tracePt t="4684" x="7866063" y="3121025"/>
          <p14:tracePt t="4701" x="7947025" y="3121025"/>
          <p14:tracePt t="4718" x="8062913" y="3135313"/>
          <p14:tracePt t="4734" x="8142288" y="3149600"/>
          <p14:tracePt t="4751" x="8215313" y="3157538"/>
          <p14:tracePt t="4768" x="8266113" y="3163888"/>
          <p14:tracePt t="4784" x="8302625" y="3171825"/>
          <p14:tracePt t="4801" x="8331200" y="3178175"/>
          <p14:tracePt t="4818" x="8367713" y="3186113"/>
          <p14:tracePt t="4834" x="8404225" y="3192463"/>
          <p14:tracePt t="4851" x="8461375" y="3208338"/>
          <p14:tracePt t="4868" x="8491538" y="3222625"/>
          <p14:tracePt t="4884" x="8526463" y="3243263"/>
          <p14:tracePt t="4901" x="8585200" y="3265488"/>
          <p14:tracePt t="4918" x="8613775" y="3287713"/>
          <p14:tracePt t="4935" x="8686800" y="3344863"/>
          <p14:tracePt t="4951" x="8751888" y="3395663"/>
          <p14:tracePt t="4968" x="8816975" y="3454400"/>
          <p14:tracePt t="4984" x="8875713" y="3505200"/>
          <p14:tracePt t="5001" x="8932863" y="3563938"/>
          <p14:tracePt t="5018" x="9028113" y="3671888"/>
          <p14:tracePt t="5034" x="9050338" y="3716338"/>
          <p14:tracePt t="5051" x="9129713" y="3832225"/>
          <p14:tracePt t="5068" x="9172575" y="3897313"/>
          <p14:tracePt t="5084" x="9202738" y="3962400"/>
          <p14:tracePt t="5101" x="9223375" y="4027488"/>
          <p14:tracePt t="5118" x="9237663" y="4086225"/>
          <p14:tracePt t="5134" x="9245600" y="4137025"/>
          <p14:tracePt t="5151" x="9245600" y="4187825"/>
          <p14:tracePt t="5168" x="9245600" y="4244975"/>
          <p14:tracePt t="5184" x="9231313" y="4310063"/>
          <p14:tracePt t="5201" x="9194800" y="4383088"/>
          <p14:tracePt t="5218" x="9129713" y="4498975"/>
          <p14:tracePt t="5234" x="9078913" y="4557713"/>
          <p14:tracePt t="5252" x="9028113" y="4608513"/>
          <p14:tracePt t="5268" x="8969375" y="4645025"/>
          <p14:tracePt t="5284" x="8882063" y="4681538"/>
          <p14:tracePt t="5301" x="8788400" y="4724400"/>
          <p14:tracePt t="5318" x="8701088" y="4760913"/>
          <p14:tracePt t="5334" x="8585200" y="4797425"/>
          <p14:tracePt t="5351" x="8491538" y="4818063"/>
          <p14:tracePt t="5368" x="8382000" y="4840288"/>
          <p14:tracePt t="5385" x="8272463" y="4854575"/>
          <p14:tracePt t="5401" x="8170863" y="4868863"/>
          <p14:tracePt t="5418" x="8091488" y="4876800"/>
          <p14:tracePt t="5434" x="7961313" y="4884738"/>
          <p14:tracePt t="5451" x="7881938" y="4905375"/>
          <p14:tracePt t="5468" x="7794625" y="4913313"/>
          <p14:tracePt t="5485" x="7699375" y="4927600"/>
          <p14:tracePt t="5501" x="7612063" y="4927600"/>
          <p14:tracePt t="5518" x="7526338" y="4941888"/>
          <p14:tracePt t="5535" x="7416800" y="4941888"/>
          <p14:tracePt t="5551" x="7300913" y="4941888"/>
          <p14:tracePt t="5568" x="7191375" y="4941888"/>
          <p14:tracePt t="5585" x="7075488" y="4941888"/>
          <p14:tracePt t="5601" x="6967538" y="4941888"/>
          <p14:tracePt t="5618" x="6792913" y="4941888"/>
          <p14:tracePt t="5635" x="6662738" y="4927600"/>
          <p14:tracePt t="5651" x="6524625" y="4905375"/>
          <p14:tracePt t="5668" x="6415088" y="4891088"/>
          <p14:tracePt t="5684" x="6335713" y="4868863"/>
          <p14:tracePt t="5701" x="6256338" y="4862513"/>
          <p14:tracePt t="5718" x="6189663" y="4854575"/>
          <p14:tracePt t="5734" x="6118225" y="4840288"/>
          <p14:tracePt t="5751" x="6008688" y="4826000"/>
          <p14:tracePt t="5768" x="5915025" y="4803775"/>
          <p14:tracePt t="5785" x="5827713" y="4797425"/>
          <p14:tracePt t="5801" x="5768975" y="4775200"/>
          <p14:tracePt t="5819" x="5703888" y="4760913"/>
          <p14:tracePt t="5834" x="5675313" y="4738688"/>
          <p14:tracePt t="5851" x="5638800" y="4710113"/>
          <p14:tracePt t="5868" x="5610225" y="4687888"/>
          <p14:tracePt t="5885" x="5580063" y="4659313"/>
          <p14:tracePt t="5901" x="5545138" y="4622800"/>
          <p14:tracePt t="5918" x="5522913" y="4594225"/>
          <p14:tracePt t="5934" x="5486400" y="4543425"/>
          <p14:tracePt t="5951" x="5464175" y="4498975"/>
          <p14:tracePt t="5968" x="5435600" y="4448175"/>
          <p14:tracePt t="5984" x="5399088" y="4383088"/>
          <p14:tracePt t="6001" x="5384800" y="4340225"/>
          <p14:tracePt t="6018" x="5384800" y="4295775"/>
          <p14:tracePt t="6020" x="5370513" y="4267200"/>
          <p14:tracePt t="6035" x="5370513" y="4208463"/>
          <p14:tracePt t="6051" x="5370513" y="4114800"/>
          <p14:tracePt t="6068" x="5370513" y="4021138"/>
          <p14:tracePt t="6085" x="5384800" y="3925888"/>
          <p14:tracePt t="6101" x="5399088" y="3860800"/>
          <p14:tracePt t="6118" x="5427663" y="3787775"/>
          <p14:tracePt t="6135" x="5457825" y="3730625"/>
          <p14:tracePt t="6151" x="5494338" y="3694113"/>
          <p14:tracePt t="6168" x="5529263" y="3629025"/>
          <p14:tracePt t="6185" x="5565775" y="3584575"/>
          <p14:tracePt t="6201" x="5630863" y="3527425"/>
          <p14:tracePt t="6218" x="5740400" y="3468688"/>
          <p14:tracePt t="6235" x="5834063" y="3403600"/>
          <p14:tracePt t="6251" x="5935663" y="3367088"/>
          <p14:tracePt t="6268" x="6053138" y="3324225"/>
          <p14:tracePt t="6285" x="6183313" y="3294063"/>
          <p14:tracePt t="6301" x="6350000" y="3236913"/>
          <p14:tracePt t="6318" x="6567488" y="3163888"/>
          <p14:tracePt t="6335" x="6756400" y="3149600"/>
          <p14:tracePt t="6351" x="6951663" y="3135313"/>
          <p14:tracePt t="6368" x="7126288" y="3135313"/>
          <p14:tracePt t="6385" x="7278688" y="3135313"/>
          <p14:tracePt t="6401" x="7424738" y="3135313"/>
          <p14:tracePt t="6418" x="7597775" y="3135313"/>
          <p14:tracePt t="6435" x="7713663" y="3135313"/>
          <p14:tracePt t="6451" x="7851775" y="3135313"/>
          <p14:tracePt t="6468" x="7967663" y="3149600"/>
          <p14:tracePt t="6485" x="8099425" y="3163888"/>
          <p14:tracePt t="6502" x="8229600" y="3178175"/>
          <p14:tracePt t="6518" x="8353425" y="3186113"/>
          <p14:tracePt t="6535" x="8483600" y="3208338"/>
          <p14:tracePt t="6551" x="8599488" y="3222625"/>
          <p14:tracePt t="6568" x="8709025" y="3243263"/>
          <p14:tracePt t="6585" x="8810625" y="3259138"/>
          <p14:tracePt t="6601" x="8897938" y="3287713"/>
          <p14:tracePt t="6618" x="8948738" y="3316288"/>
          <p14:tracePt t="6635" x="9050338" y="3352800"/>
          <p14:tracePt t="6651" x="9101138" y="3389313"/>
          <p14:tracePt t="6668" x="9158288" y="3417888"/>
          <p14:tracePt t="6685" x="9194800" y="3454400"/>
          <p14:tracePt t="6702" x="9223375" y="3476625"/>
          <p14:tracePt t="6718" x="9223375" y="3513138"/>
          <p14:tracePt t="6735" x="9237663" y="3548063"/>
          <p14:tracePt t="6752" x="9237663" y="3621088"/>
          <p14:tracePt t="6768" x="9237663" y="3679825"/>
          <p14:tracePt t="6785" x="9223375" y="3751263"/>
          <p14:tracePt t="6802" x="9202738" y="3795713"/>
          <p14:tracePt t="6818" x="9107488" y="3911600"/>
          <p14:tracePt t="6835" x="8977313" y="4013200"/>
          <p14:tracePt t="6852" x="8853488" y="4100513"/>
          <p14:tracePt t="6868" x="8729663" y="4179888"/>
          <p14:tracePt t="6885" x="8643938" y="4238625"/>
          <p14:tracePt t="6902" x="8556625" y="4281488"/>
          <p14:tracePt t="6918" x="8475663" y="4303713"/>
          <p14:tracePt t="6935" x="8389938" y="4332288"/>
          <p14:tracePt t="6952" x="8302625" y="4360863"/>
          <p14:tracePt t="6968" x="8215313" y="4368800"/>
          <p14:tracePt t="6986" x="8105775" y="4397375"/>
          <p14:tracePt t="7002" x="7997825" y="4405313"/>
          <p14:tracePt t="7019" x="7859713" y="4419600"/>
          <p14:tracePt t="7035" x="7729538" y="4433888"/>
          <p14:tracePt t="7052" x="7642225" y="4433888"/>
          <p14:tracePt t="7068" x="7577138" y="4433888"/>
          <p14:tracePt t="7085" x="7510463" y="4433888"/>
          <p14:tracePt t="7102" x="7459663" y="4433888"/>
          <p14:tracePt t="7118" x="7408863" y="4433888"/>
          <p14:tracePt t="7135" x="7358063" y="4433888"/>
          <p14:tracePt t="7152" x="7315200" y="4433888"/>
          <p14:tracePt t="7168" x="7278688" y="4433888"/>
          <p14:tracePt t="7185" x="7256463" y="4433888"/>
          <p14:tracePt t="7201" x="7242175" y="4433888"/>
          <p14:tracePt t="7218" x="7227888" y="4433888"/>
        </p14:tracePtLst>
      </p14:laserTraceLst>
    </p:ext>
  </p:extLs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5AA13D58-D7BC-8747-9F0A-0DB9E6B3595A}" type="slidenum">
              <a:rPr lang="en-US" smtClean="0"/>
              <a:t>39</a:t>
            </a:fld>
            <a:endParaRPr lang="en-US"/>
          </a:p>
        </p:txBody>
      </p:sp>
      <mc:AlternateContent xmlns:mc="http://schemas.openxmlformats.org/markup-compatibility/2006" xmlns:a14="http://schemas.microsoft.com/office/drawing/2010/main">
        <mc:Choice Requires="a14">
          <p:sp>
            <p:nvSpPr>
              <p:cNvPr id="5" name="Title 4"/>
              <p:cNvSpPr>
                <a:spLocks noGrp="1"/>
              </p:cNvSpPr>
              <p:nvPr>
                <p:ph type="title"/>
              </p:nvPr>
            </p:nvSpPr>
            <p:spPr/>
            <p:txBody>
              <a:bodyPr/>
              <a:lstStyle/>
              <a:p>
                <a:r>
                  <a:rPr lang="en-US" dirty="0"/>
                  <a:t>5. Calculation of T-score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𝑠𝑡𝑎𝑡</m:t>
                        </m:r>
                      </m:sub>
                    </m:sSub>
                  </m:oMath>
                </a14:m>
                <a:r>
                  <a:rPr lang="en-US" dirty="0"/>
                  <a:t>) </a:t>
                </a:r>
                <a:r>
                  <a:rPr lang="en-US" dirty="0" smtClean="0"/>
                  <a:t>(3/5</a:t>
                </a:r>
                <a:r>
                  <a:rPr lang="en-US" dirty="0"/>
                  <a:t>)</a:t>
                </a:r>
              </a:p>
            </p:txBody>
          </p:sp>
        </mc:Choice>
        <mc:Fallback xmlns="">
          <p:sp>
            <p:nvSpPr>
              <p:cNvPr id="5" name="Title 4"/>
              <p:cNvSpPr>
                <a:spLocks noGrp="1" noRot="1" noChangeAspect="1" noMove="1" noResize="1" noEditPoints="1" noAdjustHandles="1" noChangeArrowheads="1" noChangeShapeType="1" noTextEdit="1"/>
              </p:cNvSpPr>
              <p:nvPr>
                <p:ph type="title"/>
              </p:nvPr>
            </p:nvSpPr>
            <p:spPr>
              <a:blipFill>
                <a:blip r:embed="rId6"/>
                <a:stretch>
                  <a:fillRect l="-30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6981927" y="2043199"/>
                <a:ext cx="2793778" cy="1412438"/>
              </a:xfrm>
              <a:prstGeom prst="rect">
                <a:avLst/>
              </a:prstGeom>
            </p:spPr>
            <p:style>
              <a:lnRef idx="2">
                <a:schemeClr val="dk1">
                  <a:shade val="50000"/>
                </a:schemeClr>
              </a:lnRef>
              <a:fillRef idx="1">
                <a:schemeClr val="dk1"/>
              </a:fillRef>
              <a:effectRef idx="0">
                <a:schemeClr val="dk1"/>
              </a:effectRef>
              <a:fontRef idx="minor">
                <a:schemeClr val="lt1"/>
              </a:fontRef>
            </p:style>
            <p:txBody>
              <a:bodyPr wrap="none">
                <a:spAutoFit/>
              </a:bodyPr>
              <a:lstStyle/>
              <a:p>
                <a:pPr>
                  <a:lnSpc>
                    <a:spcPct val="150000"/>
                  </a:lnSpc>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𝑠𝑡𝑎𝑡</m:t>
                          </m:r>
                        </m:sub>
                      </m:sSub>
                      <m:r>
                        <a:rPr lang="en-US" i="1">
                          <a:latin typeface="Cambria Math" panose="02040503050406030204" pitchFamily="18" charset="0"/>
                        </a:rPr>
                        <m:t>=</m:t>
                      </m:r>
                      <m:f>
                        <m:fPr>
                          <m:ctrlPr>
                            <a:rPr lang="en-US" i="1">
                              <a:latin typeface="Cambria Math" panose="02040503050406030204" pitchFamily="18" charset="0"/>
                            </a:rPr>
                          </m:ctrlPr>
                        </m:fPr>
                        <m:num>
                          <m:nary>
                            <m:naryPr>
                              <m:chr m:val="∑"/>
                              <m:subHide m:val="on"/>
                              <m:supHide m:val="on"/>
                              <m:ctrlPr>
                                <a:rPr lang="en-US" i="1">
                                  <a:latin typeface="Cambria Math" panose="02040503050406030204" pitchFamily="18" charset="0"/>
                                </a:rPr>
                              </m:ctrlPr>
                            </m:naryPr>
                            <m:sub/>
                            <m:sup/>
                            <m:e>
                              <m:r>
                                <a:rPr lang="en-US" i="1">
                                  <a:latin typeface="Cambria Math" panose="02040503050406030204" pitchFamily="18" charset="0"/>
                                </a:rPr>
                                <m:t>𝐷</m:t>
                              </m:r>
                            </m:e>
                          </m:nary>
                        </m:num>
                        <m:den>
                          <m:rad>
                            <m:radPr>
                              <m:degHide m:val="on"/>
                              <m:ctrlPr>
                                <a:rPr lang="en-US" i="1">
                                  <a:latin typeface="Cambria Math" panose="02040503050406030204" pitchFamily="18" charset="0"/>
                                </a:rPr>
                              </m:ctrlPr>
                            </m:radPr>
                            <m:deg/>
                            <m:e>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𝑁</m:t>
                                      </m:r>
                                      <m:nary>
                                        <m:naryPr>
                                          <m:chr m:val="∑"/>
                                          <m:subHide m:val="on"/>
                                          <m:supHide m:val="on"/>
                                          <m:ctrlPr>
                                            <a:rPr lang="en-US" i="1">
                                              <a:latin typeface="Cambria Math" panose="02040503050406030204" pitchFamily="18" charset="0"/>
                                            </a:rPr>
                                          </m:ctrlPr>
                                        </m:naryPr>
                                        <m:sub/>
                                        <m:sup/>
                                        <m:e>
                                          <m:r>
                                            <a:rPr lang="en-US" i="1">
                                              <a:latin typeface="Cambria Math" panose="02040503050406030204" pitchFamily="18" charset="0"/>
                                            </a:rPr>
                                            <m:t>𝐷</m:t>
                                          </m:r>
                                        </m:e>
                                      </m:nary>
                                    </m:e>
                                    <m:sup>
                                      <m:r>
                                        <a:rPr lang="en-US" i="1">
                                          <a:latin typeface="Cambria Math" panose="02040503050406030204" pitchFamily="18" charset="0"/>
                                        </a:rPr>
                                        <m:t>2</m:t>
                                      </m:r>
                                    </m:sup>
                                  </m:sSup>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m:t>
                                      </m:r>
                                      <m:nary>
                                        <m:naryPr>
                                          <m:chr m:val="∑"/>
                                          <m:subHide m:val="on"/>
                                          <m:supHide m:val="on"/>
                                          <m:ctrlPr>
                                            <a:rPr lang="en-US" i="1">
                                              <a:latin typeface="Cambria Math" panose="02040503050406030204" pitchFamily="18" charset="0"/>
                                            </a:rPr>
                                          </m:ctrlPr>
                                        </m:naryPr>
                                        <m:sub/>
                                        <m:sup/>
                                        <m:e>
                                          <m:r>
                                            <a:rPr lang="en-US" i="1">
                                              <a:latin typeface="Cambria Math" panose="02040503050406030204" pitchFamily="18" charset="0"/>
                                            </a:rPr>
                                            <m:t>𝐷</m:t>
                                          </m:r>
                                        </m:e>
                                      </m:nary>
                                      <m:r>
                                        <a:rPr lang="en-US" i="1">
                                          <a:latin typeface="Cambria Math" panose="02040503050406030204" pitchFamily="18" charset="0"/>
                                        </a:rPr>
                                        <m:t>)</m:t>
                                      </m:r>
                                    </m:e>
                                    <m:sup>
                                      <m:r>
                                        <a:rPr lang="en-US" i="1">
                                          <a:latin typeface="Cambria Math" panose="02040503050406030204" pitchFamily="18" charset="0"/>
                                        </a:rPr>
                                        <m:t>2</m:t>
                                      </m:r>
                                    </m:sup>
                                  </m:sSup>
                                </m:num>
                                <m:den>
                                  <m:r>
                                    <a:rPr lang="en-US" i="1">
                                      <a:latin typeface="Cambria Math" panose="02040503050406030204" pitchFamily="18" charset="0"/>
                                    </a:rPr>
                                    <m:t>𝑁</m:t>
                                  </m:r>
                                  <m:r>
                                    <a:rPr lang="en-US" i="1">
                                      <a:latin typeface="Cambria Math" panose="02040503050406030204" pitchFamily="18" charset="0"/>
                                    </a:rPr>
                                    <m:t>−1</m:t>
                                  </m:r>
                                </m:den>
                              </m:f>
                            </m:e>
                          </m:rad>
                        </m:den>
                      </m:f>
                    </m:oMath>
                  </m:oMathPara>
                </a14:m>
                <a:endParaRPr lang="en-US" dirty="0"/>
              </a:p>
            </p:txBody>
          </p:sp>
        </mc:Choice>
        <mc:Fallback xmlns="">
          <p:sp>
            <p:nvSpPr>
              <p:cNvPr id="8" name="Rectangle 7"/>
              <p:cNvSpPr>
                <a:spLocks noRot="1" noChangeAspect="1" noMove="1" noResize="1" noEditPoints="1" noAdjustHandles="1" noChangeArrowheads="1" noChangeShapeType="1" noTextEdit="1"/>
              </p:cNvSpPr>
              <p:nvPr/>
            </p:nvSpPr>
            <p:spPr>
              <a:xfrm>
                <a:off x="6981927" y="2043199"/>
                <a:ext cx="2793778" cy="1412438"/>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5289488" y="3738684"/>
                <a:ext cx="5454712" cy="1349985"/>
              </a:xfrm>
              <a:prstGeom prst="rect">
                <a:avLst/>
              </a:prstGeom>
              <a:noFill/>
            </p:spPr>
            <p:txBody>
              <a:bodyPr wrap="square" lIns="0" tIns="0" rIns="0" bIns="0" rtlCol="0">
                <a:spAutoFit/>
              </a:bodyPr>
              <a:lstStyle/>
              <a:p>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𝑡</m:t>
                        </m:r>
                      </m:e>
                      <m:sub>
                        <m:r>
                          <a:rPr lang="en-US" sz="2400" b="0" i="1" smtClean="0">
                            <a:latin typeface="Cambria Math" panose="02040503050406030204" pitchFamily="18" charset="0"/>
                          </a:rPr>
                          <m:t>𝑠𝑡𝑎𝑡</m:t>
                        </m:r>
                      </m:sub>
                    </m:sSub>
                    <m:r>
                      <a:rPr lang="en-US" sz="2400" b="0" i="1" smtClean="0">
                        <a:latin typeface="Cambria Math" panose="02040503050406030204" pitchFamily="18" charset="0"/>
                      </a:rPr>
                      <m:t>=</m:t>
                    </m:r>
                    <m:f>
                      <m:fPr>
                        <m:ctrlPr>
                          <a:rPr lang="en-US" sz="2400" i="1" smtClean="0">
                            <a:latin typeface="Cambria Math" panose="02040503050406030204" pitchFamily="18" charset="0"/>
                          </a:rPr>
                        </m:ctrlPr>
                      </m:fPr>
                      <m:num>
                        <m:r>
                          <a:rPr lang="en-GB" sz="2400" b="0" i="1" smtClean="0">
                            <a:latin typeface="Cambria Math" panose="02040503050406030204" pitchFamily="18" charset="0"/>
                          </a:rPr>
                          <m:t>−8.8</m:t>
                        </m:r>
                      </m:num>
                      <m:den>
                        <m:rad>
                          <m:radPr>
                            <m:degHide m:val="on"/>
                            <m:ctrlPr>
                              <a:rPr lang="en-US" sz="2400" i="1" smtClean="0">
                                <a:latin typeface="Cambria Math" panose="02040503050406030204" pitchFamily="18" charset="0"/>
                              </a:rPr>
                            </m:ctrlPr>
                          </m:radPr>
                          <m:deg/>
                          <m:e>
                            <m:f>
                              <m:fPr>
                                <m:ctrlPr>
                                  <a:rPr lang="en-US" sz="2400" i="1" smtClean="0">
                                    <a:latin typeface="Cambria Math" panose="02040503050406030204" pitchFamily="18" charset="0"/>
                                  </a:rPr>
                                </m:ctrlPr>
                              </m:fPr>
                              <m:num>
                                <m:r>
                                  <a:rPr lang="en-US" sz="2400" i="1">
                                    <a:latin typeface="Cambria Math" panose="02040503050406030204" pitchFamily="18" charset="0"/>
                                  </a:rPr>
                                  <m:t>4 </m:t>
                                </m:r>
                                <m:d>
                                  <m:dPr>
                                    <m:ctrlPr>
                                      <a:rPr lang="en-US" sz="2400" i="1">
                                        <a:latin typeface="Cambria Math" panose="02040503050406030204" pitchFamily="18" charset="0"/>
                                      </a:rPr>
                                    </m:ctrlPr>
                                  </m:dPr>
                                  <m:e>
                                    <m:r>
                                      <a:rPr lang="en-GB" sz="2400" b="0" i="1" smtClean="0">
                                        <a:latin typeface="Cambria Math" panose="02040503050406030204" pitchFamily="18" charset="0"/>
                                      </a:rPr>
                                      <m:t>24.7</m:t>
                                    </m:r>
                                  </m:e>
                                </m:d>
                                <m:r>
                                  <a:rPr lang="en-US" sz="2400" i="1">
                                    <a:latin typeface="Cambria Math" panose="02040503050406030204" pitchFamily="18" charset="0"/>
                                  </a:rPr>
                                  <m:t>−</m:t>
                                </m:r>
                                <m:sSup>
                                  <m:sSupPr>
                                    <m:ctrlPr>
                                      <a:rPr lang="en-US" sz="2400" i="1">
                                        <a:latin typeface="Cambria Math" panose="02040503050406030204" pitchFamily="18" charset="0"/>
                                      </a:rPr>
                                    </m:ctrlPr>
                                  </m:sSupPr>
                                  <m:e>
                                    <m:d>
                                      <m:dPr>
                                        <m:ctrlPr>
                                          <a:rPr lang="en-US" sz="2400" i="1">
                                            <a:latin typeface="Cambria Math" panose="02040503050406030204" pitchFamily="18" charset="0"/>
                                          </a:rPr>
                                        </m:ctrlPr>
                                      </m:dPr>
                                      <m:e>
                                        <m:r>
                                          <a:rPr lang="en-GB" sz="2400" b="0" i="1" smtClean="0">
                                            <a:latin typeface="Cambria Math" panose="02040503050406030204" pitchFamily="18" charset="0"/>
                                          </a:rPr>
                                          <m:t>−8.8</m:t>
                                        </m:r>
                                      </m:e>
                                    </m:d>
                                  </m:e>
                                  <m:sup>
                                    <m:r>
                                      <a:rPr lang="en-US" sz="2400" i="1">
                                        <a:latin typeface="Cambria Math" panose="02040503050406030204" pitchFamily="18" charset="0"/>
                                      </a:rPr>
                                      <m:t>2</m:t>
                                    </m:r>
                                  </m:sup>
                                </m:sSup>
                              </m:num>
                              <m:den>
                                <m:r>
                                  <a:rPr lang="en-US" sz="2400" b="0" i="1" smtClean="0">
                                    <a:latin typeface="Cambria Math" panose="02040503050406030204" pitchFamily="18" charset="0"/>
                                  </a:rPr>
                                  <m:t>3</m:t>
                                </m:r>
                              </m:den>
                            </m:f>
                          </m:e>
                        </m:rad>
                      </m:den>
                    </m:f>
                    <m:r>
                      <a:rPr lang="en-US" sz="2400" b="0" i="1" smtClean="0">
                        <a:latin typeface="Cambria Math" panose="02040503050406030204" pitchFamily="18" charset="0"/>
                      </a:rPr>
                      <m:t>=</m:t>
                    </m:r>
                    <m:f>
                      <m:fPr>
                        <m:ctrlPr>
                          <a:rPr lang="en-US" sz="2400" i="1">
                            <a:latin typeface="Cambria Math" panose="02040503050406030204" pitchFamily="18" charset="0"/>
                          </a:rPr>
                        </m:ctrlPr>
                      </m:fPr>
                      <m:num>
                        <m:r>
                          <a:rPr lang="en-GB" sz="2400" b="0" i="1" smtClean="0">
                            <a:latin typeface="Cambria Math" panose="02040503050406030204" pitchFamily="18" charset="0"/>
                          </a:rPr>
                          <m:t>−8.8</m:t>
                        </m:r>
                      </m:num>
                      <m:den>
                        <m:rad>
                          <m:radPr>
                            <m:degHide m:val="on"/>
                            <m:ctrlPr>
                              <a:rPr lang="en-US" sz="2400" i="1">
                                <a:latin typeface="Cambria Math" panose="02040503050406030204" pitchFamily="18" charset="0"/>
                              </a:rPr>
                            </m:ctrlPr>
                          </m:radPr>
                          <m:deg/>
                          <m:e>
                            <m:f>
                              <m:fPr>
                                <m:ctrlPr>
                                  <a:rPr lang="en-US" sz="2400" i="1">
                                    <a:latin typeface="Cambria Math" panose="02040503050406030204" pitchFamily="18" charset="0"/>
                                  </a:rPr>
                                </m:ctrlPr>
                              </m:fPr>
                              <m:num>
                                <m:r>
                                  <a:rPr lang="en-GB" sz="2400" b="0" i="1" smtClean="0">
                                    <a:latin typeface="Cambria Math" panose="02040503050406030204" pitchFamily="18" charset="0"/>
                                  </a:rPr>
                                  <m:t>98.8</m:t>
                                </m:r>
                                <m:r>
                                  <a:rPr lang="en-US" sz="2400" i="1">
                                    <a:latin typeface="Cambria Math" panose="02040503050406030204" pitchFamily="18" charset="0"/>
                                  </a:rPr>
                                  <m:t>−</m:t>
                                </m:r>
                                <m:r>
                                  <a:rPr lang="en-GB" sz="2400" b="0" i="1" smtClean="0">
                                    <a:latin typeface="Cambria Math" panose="02040503050406030204" pitchFamily="18" charset="0"/>
                                  </a:rPr>
                                  <m:t>77.44</m:t>
                                </m:r>
                              </m:num>
                              <m:den>
                                <m:r>
                                  <a:rPr lang="en-US" sz="2400" i="1">
                                    <a:latin typeface="Cambria Math" panose="02040503050406030204" pitchFamily="18" charset="0"/>
                                  </a:rPr>
                                  <m:t>3</m:t>
                                </m:r>
                              </m:den>
                            </m:f>
                          </m:e>
                        </m:rad>
                      </m:den>
                    </m:f>
                    <m:r>
                      <a:rPr lang="en-US" sz="2400" b="0" i="1" smtClean="0">
                        <a:latin typeface="Cambria Math" panose="02040503050406030204" pitchFamily="18" charset="0"/>
                      </a:rPr>
                      <m:t>=</m:t>
                    </m:r>
                    <m:f>
                      <m:fPr>
                        <m:ctrlPr>
                          <a:rPr lang="en-US" sz="2400" i="1">
                            <a:latin typeface="Cambria Math" panose="02040503050406030204" pitchFamily="18" charset="0"/>
                          </a:rPr>
                        </m:ctrlPr>
                      </m:fPr>
                      <m:num>
                        <m:r>
                          <a:rPr lang="en-GB" sz="2400" b="0" i="1" smtClean="0">
                            <a:latin typeface="Cambria Math" panose="02040503050406030204" pitchFamily="18" charset="0"/>
                          </a:rPr>
                          <m:t>−8.8</m:t>
                        </m:r>
                      </m:num>
                      <m:den>
                        <m:rad>
                          <m:radPr>
                            <m:degHide m:val="on"/>
                            <m:ctrlPr>
                              <a:rPr lang="en-US" sz="2400" i="1">
                                <a:latin typeface="Cambria Math" panose="02040503050406030204" pitchFamily="18" charset="0"/>
                              </a:rPr>
                            </m:ctrlPr>
                          </m:radPr>
                          <m:deg/>
                          <m:e>
                            <m:f>
                              <m:fPr>
                                <m:ctrlPr>
                                  <a:rPr lang="en-US" sz="2400" i="1">
                                    <a:latin typeface="Cambria Math" panose="02040503050406030204" pitchFamily="18" charset="0"/>
                                  </a:rPr>
                                </m:ctrlPr>
                              </m:fPr>
                              <m:num>
                                <m:r>
                                  <a:rPr lang="en-GB" sz="2400" b="0" i="1" smtClean="0">
                                    <a:latin typeface="Cambria Math" panose="02040503050406030204" pitchFamily="18" charset="0"/>
                                  </a:rPr>
                                  <m:t>21.36</m:t>
                                </m:r>
                              </m:num>
                              <m:den>
                                <m:r>
                                  <a:rPr lang="en-US" sz="2400" i="1">
                                    <a:latin typeface="Cambria Math" panose="02040503050406030204" pitchFamily="18" charset="0"/>
                                  </a:rPr>
                                  <m:t>3</m:t>
                                </m:r>
                              </m:den>
                            </m:f>
                          </m:e>
                        </m:rad>
                      </m:den>
                    </m:f>
                  </m:oMath>
                </a14:m>
                <a:r>
                  <a:rPr lang="en-US" sz="2400" dirty="0"/>
                  <a:t> = </a:t>
                </a:r>
                <a14:m>
                  <m:oMath xmlns:m="http://schemas.openxmlformats.org/officeDocument/2006/math">
                    <m:f>
                      <m:fPr>
                        <m:ctrlPr>
                          <a:rPr lang="en-US" sz="2400" i="1">
                            <a:latin typeface="Cambria Math" panose="02040503050406030204" pitchFamily="18" charset="0"/>
                          </a:rPr>
                        </m:ctrlPr>
                      </m:fPr>
                      <m:num>
                        <m:r>
                          <a:rPr lang="en-GB" sz="2400" b="0" i="1" smtClean="0">
                            <a:latin typeface="Cambria Math" panose="02040503050406030204" pitchFamily="18" charset="0"/>
                          </a:rPr>
                          <m:t>−8.8</m:t>
                        </m:r>
                      </m:num>
                      <m:den>
                        <m:r>
                          <a:rPr lang="en-GB" sz="2400" b="0" i="1" smtClean="0">
                            <a:latin typeface="Cambria Math" panose="02040503050406030204" pitchFamily="18" charset="0"/>
                          </a:rPr>
                          <m:t>2.67</m:t>
                        </m:r>
                      </m:den>
                    </m:f>
                    <m:r>
                      <a:rPr lang="en-US" sz="2400" b="0" i="0" smtClean="0">
                        <a:latin typeface="Cambria Math" panose="02040503050406030204" pitchFamily="18" charset="0"/>
                      </a:rPr>
                      <m:t>=</m:t>
                    </m:r>
                    <m:r>
                      <a:rPr lang="en-GB" sz="2400" b="0" i="0" smtClean="0">
                        <a:latin typeface="Cambria Math" panose="02040503050406030204" pitchFamily="18" charset="0"/>
                      </a:rPr>
                      <m:t>−3</m:t>
                    </m:r>
                    <m:r>
                      <a:rPr lang="en-US" sz="2400" b="0" i="0" smtClean="0">
                        <a:latin typeface="Cambria Math" panose="02040503050406030204" pitchFamily="18" charset="0"/>
                      </a:rPr>
                      <m:t>.</m:t>
                    </m:r>
                    <m:r>
                      <a:rPr lang="en-GB" sz="2400" b="0" i="0" smtClean="0">
                        <a:latin typeface="Cambria Math" panose="02040503050406030204" pitchFamily="18" charset="0"/>
                      </a:rPr>
                      <m:t>3</m:t>
                    </m:r>
                  </m:oMath>
                </a14:m>
                <a:endParaRPr lang="en-US" sz="2400" dirty="0"/>
              </a:p>
            </p:txBody>
          </p:sp>
        </mc:Choice>
        <mc:Fallback xmlns="">
          <p:sp>
            <p:nvSpPr>
              <p:cNvPr id="9" name="TextBox 8"/>
              <p:cNvSpPr txBox="1">
                <a:spLocks noRot="1" noChangeAspect="1" noMove="1" noResize="1" noEditPoints="1" noAdjustHandles="1" noChangeArrowheads="1" noChangeShapeType="1" noTextEdit="1"/>
              </p:cNvSpPr>
              <p:nvPr/>
            </p:nvSpPr>
            <p:spPr>
              <a:xfrm>
                <a:off x="5289488" y="3738684"/>
                <a:ext cx="5454712" cy="1349985"/>
              </a:xfrm>
              <a:prstGeom prst="rect">
                <a:avLst/>
              </a:prstGeom>
              <a:blipFill>
                <a:blip r:embed="rId4"/>
                <a:stretch>
                  <a:fillRect l="-3464" b="-720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graphicFrame>
            <p:nvGraphicFramePr>
              <p:cNvPr id="14" name="Table 13"/>
              <p:cNvGraphicFramePr>
                <a:graphicFrameLocks noGrp="1"/>
              </p:cNvGraphicFramePr>
              <p:nvPr>
                <p:extLst>
                  <p:ext uri="{D42A27DB-BD31-4B8C-83A1-F6EECF244321}">
                    <p14:modId xmlns:p14="http://schemas.microsoft.com/office/powerpoint/2010/main" val="897515474"/>
                  </p:ext>
                </p:extLst>
              </p:nvPr>
            </p:nvGraphicFramePr>
            <p:xfrm>
              <a:off x="817287" y="2217161"/>
              <a:ext cx="3925940" cy="2476952"/>
            </p:xfrm>
            <a:graphic>
              <a:graphicData uri="http://schemas.openxmlformats.org/drawingml/2006/table">
                <a:tbl>
                  <a:tblPr firstRow="1" bandRow="1">
                    <a:tableStyleId>{21E4AEA4-8DFA-4A89-87EB-49C32662AFE0}</a:tableStyleId>
                  </a:tblPr>
                  <a:tblGrid>
                    <a:gridCol w="848634">
                      <a:extLst>
                        <a:ext uri="{9D8B030D-6E8A-4147-A177-3AD203B41FA5}">
                          <a16:colId xmlns:a16="http://schemas.microsoft.com/office/drawing/2014/main" val="4016524795"/>
                        </a:ext>
                      </a:extLst>
                    </a:gridCol>
                    <a:gridCol w="2391507">
                      <a:extLst>
                        <a:ext uri="{9D8B030D-6E8A-4147-A177-3AD203B41FA5}">
                          <a16:colId xmlns:a16="http://schemas.microsoft.com/office/drawing/2014/main" val="1170499020"/>
                        </a:ext>
                      </a:extLst>
                    </a:gridCol>
                    <a:gridCol w="685799">
                      <a:extLst>
                        <a:ext uri="{9D8B030D-6E8A-4147-A177-3AD203B41FA5}">
                          <a16:colId xmlns:a16="http://schemas.microsoft.com/office/drawing/2014/main" val="355660146"/>
                        </a:ext>
                      </a:extLst>
                    </a:gridCol>
                  </a:tblGrid>
                  <a:tr h="410776">
                    <a:tc>
                      <a:txBody>
                        <a:bodyPr/>
                        <a:lstStyle/>
                        <a:p>
                          <a:pPr algn="ctr"/>
                          <a:r>
                            <a:rPr lang="en-US" sz="1400" dirty="0">
                              <a:solidFill>
                                <a:schemeClr val="tx1"/>
                              </a:solidFill>
                            </a:rPr>
                            <a:t>Notation</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Meaning</a:t>
                          </a:r>
                        </a:p>
                      </a:txBody>
                      <a:tcPr/>
                    </a:tc>
                    <a:tc>
                      <a:txBody>
                        <a:bodyPr/>
                        <a:lstStyle/>
                        <a:p>
                          <a:pPr algn="ctr"/>
                          <a:r>
                            <a:rPr lang="en-US" sz="1400" dirty="0">
                              <a:solidFill>
                                <a:schemeClr val="tx1"/>
                              </a:solidFill>
                            </a:rPr>
                            <a:t>Value</a:t>
                          </a:r>
                        </a:p>
                      </a:txBody>
                      <a:tcPr/>
                    </a:tc>
                    <a:extLst>
                      <a:ext uri="{0D108BD9-81ED-4DB2-BD59-A6C34878D82A}">
                        <a16:rowId xmlns:a16="http://schemas.microsoft.com/office/drawing/2014/main" val="1196686448"/>
                      </a:ext>
                    </a:extLst>
                  </a:tr>
                  <a:tr h="766955">
                    <a:tc>
                      <a:txBody>
                        <a:bodyPr/>
                        <a:lstStyle/>
                        <a:p>
                          <a:pPr algn="ctr"/>
                          <a14:m>
                            <m:oMathPara xmlns:m="http://schemas.openxmlformats.org/officeDocument/2006/math">
                              <m:oMathParaPr>
                                <m:jc m:val="centerGroup"/>
                              </m:oMathParaPr>
                              <m:oMath xmlns:m="http://schemas.openxmlformats.org/officeDocument/2006/math">
                                <m:nary>
                                  <m:naryPr>
                                    <m:chr m:val="∑"/>
                                    <m:subHide m:val="on"/>
                                    <m:supHide m:val="on"/>
                                    <m:ctrlPr>
                                      <a:rPr lang="en-US" sz="1200" i="1" smtClean="0">
                                        <a:latin typeface="Cambria Math" panose="02040503050406030204" pitchFamily="18" charset="0"/>
                                      </a:rPr>
                                    </m:ctrlPr>
                                  </m:naryPr>
                                  <m:sub/>
                                  <m:sup/>
                                  <m:e>
                                    <m:r>
                                      <a:rPr lang="en-US" sz="1200" smtClean="0">
                                        <a:latin typeface="Cambria Math" panose="02040503050406030204" pitchFamily="18" charset="0"/>
                                      </a:rPr>
                                      <m:t>𝐷</m:t>
                                    </m:r>
                                  </m:e>
                                </m:nary>
                              </m:oMath>
                            </m:oMathPara>
                          </a14:m>
                          <a:endParaRPr lang="en-US"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t>The sum of the </a:t>
                          </a:r>
                          <a:r>
                            <a:rPr lang="en-US" sz="1200" baseline="0" dirty="0"/>
                            <a:t>distance between two distribution</a:t>
                          </a:r>
                          <a:endParaRPr lang="en-US" sz="1200" dirty="0"/>
                        </a:p>
                      </a:txBody>
                      <a:tcPr/>
                    </a:tc>
                    <a:tc>
                      <a:txBody>
                        <a:bodyPr/>
                        <a:lstStyle/>
                        <a:p>
                          <a:pPr algn="ctr"/>
                          <a14:m>
                            <m:oMathPara xmlns:m="http://schemas.openxmlformats.org/officeDocument/2006/math">
                              <m:oMathParaPr>
                                <m:jc m:val="centerGroup"/>
                              </m:oMathParaPr>
                              <m:oMath xmlns:m="http://schemas.openxmlformats.org/officeDocument/2006/math">
                                <m:r>
                                  <a:rPr lang="en-GB" sz="1200" b="0" i="1" smtClean="0">
                                    <a:latin typeface="Cambria Math" panose="02040503050406030204" pitchFamily="18" charset="0"/>
                                  </a:rPr>
                                  <m:t>−8.8</m:t>
                                </m:r>
                              </m:oMath>
                            </m:oMathPara>
                          </a14:m>
                          <a:endParaRPr lang="en-US" sz="1200" dirty="0"/>
                        </a:p>
                      </a:txBody>
                      <a:tcPr/>
                    </a:tc>
                    <a:extLst>
                      <a:ext uri="{0D108BD9-81ED-4DB2-BD59-A6C34878D82A}">
                        <a16:rowId xmlns:a16="http://schemas.microsoft.com/office/drawing/2014/main" val="3685889961"/>
                      </a:ext>
                    </a:extLst>
                  </a:tr>
                  <a:tr h="766955">
                    <a:tc>
                      <a:txBody>
                        <a:bodyPr/>
                        <a:lstStyle/>
                        <a:p>
                          <a:pPr algn="ctr"/>
                          <a14:m>
                            <m:oMathPara xmlns:m="http://schemas.openxmlformats.org/officeDocument/2006/math">
                              <m:oMathParaPr>
                                <m:jc m:val="centerGroup"/>
                              </m:oMathParaPr>
                              <m:oMath xmlns:m="http://schemas.openxmlformats.org/officeDocument/2006/math">
                                <m:nary>
                                  <m:naryPr>
                                    <m:chr m:val="∑"/>
                                    <m:subHide m:val="on"/>
                                    <m:supHide m:val="on"/>
                                    <m:ctrlPr>
                                      <a:rPr lang="en-US" sz="1200" i="1" smtClean="0">
                                        <a:latin typeface="Cambria Math" panose="02040503050406030204" pitchFamily="18" charset="0"/>
                                      </a:rPr>
                                    </m:ctrlPr>
                                  </m:naryPr>
                                  <m:sub/>
                                  <m:sup/>
                                  <m:e>
                                    <m:sSup>
                                      <m:sSupPr>
                                        <m:ctrlPr>
                                          <a:rPr lang="en-US" sz="1200" i="1" smtClean="0">
                                            <a:latin typeface="Cambria Math" panose="02040503050406030204" pitchFamily="18" charset="0"/>
                                          </a:rPr>
                                        </m:ctrlPr>
                                      </m:sSupPr>
                                      <m:e>
                                        <m:r>
                                          <a:rPr lang="en-US" sz="1200" smtClean="0">
                                            <a:latin typeface="Cambria Math" panose="02040503050406030204" pitchFamily="18" charset="0"/>
                                          </a:rPr>
                                          <m:t>𝐷</m:t>
                                        </m:r>
                                      </m:e>
                                      <m:sup>
                                        <m:r>
                                          <a:rPr lang="en-US" sz="1200" smtClean="0">
                                            <a:latin typeface="Cambria Math" panose="02040503050406030204" pitchFamily="18" charset="0"/>
                                          </a:rPr>
                                          <m:t>2</m:t>
                                        </m:r>
                                      </m:sup>
                                    </m:sSup>
                                  </m:e>
                                </m:nary>
                              </m:oMath>
                            </m:oMathPara>
                          </a14:m>
                          <a:endParaRPr lang="en-US"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t>The</a:t>
                          </a:r>
                          <a:r>
                            <a:rPr lang="en-US" sz="1200" baseline="0" dirty="0"/>
                            <a:t> sum of the s</a:t>
                          </a:r>
                          <a:r>
                            <a:rPr lang="en-US" sz="1200" dirty="0"/>
                            <a:t>quare</a:t>
                          </a:r>
                          <a:r>
                            <a:rPr lang="en-US" sz="1200" baseline="0" dirty="0"/>
                            <a:t> of distance between two distribution</a:t>
                          </a:r>
                          <a:endParaRPr lang="en-US" sz="1200" dirty="0"/>
                        </a:p>
                      </a:txBody>
                      <a:tcPr/>
                    </a:tc>
                    <a:tc>
                      <a:txBody>
                        <a:bodyPr/>
                        <a:lstStyle/>
                        <a:p>
                          <a:pPr algn="ctr"/>
                          <a14:m>
                            <m:oMathPara xmlns:m="http://schemas.openxmlformats.org/officeDocument/2006/math">
                              <m:oMathParaPr>
                                <m:jc m:val="centerGroup"/>
                              </m:oMathParaPr>
                              <m:oMath xmlns:m="http://schemas.openxmlformats.org/officeDocument/2006/math">
                                <m:r>
                                  <a:rPr lang="en-GB" sz="1200" b="0" i="1" smtClean="0">
                                    <a:latin typeface="Cambria Math" panose="02040503050406030204" pitchFamily="18" charset="0"/>
                                  </a:rPr>
                                  <m:t>24.7</m:t>
                                </m:r>
                              </m:oMath>
                            </m:oMathPara>
                          </a14:m>
                          <a:endParaRPr lang="en-US" sz="1200" dirty="0"/>
                        </a:p>
                      </a:txBody>
                      <a:tcPr/>
                    </a:tc>
                    <a:extLst>
                      <a:ext uri="{0D108BD9-81ED-4DB2-BD59-A6C34878D82A}">
                        <a16:rowId xmlns:a16="http://schemas.microsoft.com/office/drawing/2014/main" val="1564827869"/>
                      </a:ext>
                    </a:extLst>
                  </a:tr>
                  <a:tr h="532266">
                    <a:tc>
                      <a:txBody>
                        <a:bodyPr/>
                        <a:lstStyle/>
                        <a:p>
                          <a:pPr algn="ctr"/>
                          <a14:m>
                            <m:oMathPara xmlns:m="http://schemas.openxmlformats.org/officeDocument/2006/math">
                              <m:oMathParaPr>
                                <m:jc m:val="centerGroup"/>
                              </m:oMathParaPr>
                              <m:oMath xmlns:m="http://schemas.openxmlformats.org/officeDocument/2006/math">
                                <m:r>
                                  <a:rPr lang="en-US" sz="1200" smtClean="0">
                                    <a:latin typeface="Cambria Math" panose="02040503050406030204" pitchFamily="18" charset="0"/>
                                  </a:rPr>
                                  <m:t>𝑁</m:t>
                                </m:r>
                              </m:oMath>
                            </m:oMathPara>
                          </a14:m>
                          <a:endParaRPr lang="en-US" sz="1200" dirty="0"/>
                        </a:p>
                      </a:txBody>
                      <a:tcPr/>
                    </a:tc>
                    <a:tc>
                      <a:txBody>
                        <a:bodyPr/>
                        <a:lstStyle/>
                        <a:p>
                          <a:r>
                            <a:rPr lang="en-US" sz="1200" dirty="0"/>
                            <a:t>Sample size of each group</a:t>
                          </a:r>
                        </a:p>
                      </a:txBody>
                      <a:tcPr/>
                    </a:tc>
                    <a:tc>
                      <a:txBody>
                        <a:bodyPr/>
                        <a:lstStyle/>
                        <a:p>
                          <a:pPr algn="ctr"/>
                          <a14:m>
                            <m:oMathPara xmlns:m="http://schemas.openxmlformats.org/officeDocument/2006/math">
                              <m:oMathParaPr>
                                <m:jc m:val="centerGroup"/>
                              </m:oMathParaPr>
                              <m:oMath xmlns:m="http://schemas.openxmlformats.org/officeDocument/2006/math">
                                <m:r>
                                  <a:rPr lang="en-US" sz="1200" smtClean="0">
                                    <a:latin typeface="Cambria Math" panose="02040503050406030204" pitchFamily="18" charset="0"/>
                                  </a:rPr>
                                  <m:t>4</m:t>
                                </m:r>
                              </m:oMath>
                            </m:oMathPara>
                          </a14:m>
                          <a:endParaRPr lang="en-US" sz="1200" dirty="0"/>
                        </a:p>
                      </a:txBody>
                      <a:tcPr/>
                    </a:tc>
                    <a:extLst>
                      <a:ext uri="{0D108BD9-81ED-4DB2-BD59-A6C34878D82A}">
                        <a16:rowId xmlns:a16="http://schemas.microsoft.com/office/drawing/2014/main" val="2759482170"/>
                      </a:ext>
                    </a:extLst>
                  </a:tr>
                </a:tbl>
              </a:graphicData>
            </a:graphic>
          </p:graphicFrame>
        </mc:Choice>
        <mc:Fallback xmlns="">
          <p:graphicFrame>
            <p:nvGraphicFramePr>
              <p:cNvPr id="14" name="Table 13"/>
              <p:cNvGraphicFramePr>
                <a:graphicFrameLocks noGrp="1"/>
              </p:cNvGraphicFramePr>
              <p:nvPr>
                <p:extLst>
                  <p:ext uri="{D42A27DB-BD31-4B8C-83A1-F6EECF244321}">
                    <p14:modId xmlns:p14="http://schemas.microsoft.com/office/powerpoint/2010/main" val="897515474"/>
                  </p:ext>
                </p:extLst>
              </p:nvPr>
            </p:nvGraphicFramePr>
            <p:xfrm>
              <a:off x="817287" y="2217161"/>
              <a:ext cx="3925940" cy="2476952"/>
            </p:xfrm>
            <a:graphic>
              <a:graphicData uri="http://schemas.openxmlformats.org/drawingml/2006/table">
                <a:tbl>
                  <a:tblPr firstRow="1" bandRow="1">
                    <a:tableStyleId>{21E4AEA4-8DFA-4A89-87EB-49C32662AFE0}</a:tableStyleId>
                  </a:tblPr>
                  <a:tblGrid>
                    <a:gridCol w="848634">
                      <a:extLst>
                        <a:ext uri="{9D8B030D-6E8A-4147-A177-3AD203B41FA5}">
                          <a16:colId xmlns:a16="http://schemas.microsoft.com/office/drawing/2014/main" val="4016524795"/>
                        </a:ext>
                      </a:extLst>
                    </a:gridCol>
                    <a:gridCol w="2391507">
                      <a:extLst>
                        <a:ext uri="{9D8B030D-6E8A-4147-A177-3AD203B41FA5}">
                          <a16:colId xmlns:a16="http://schemas.microsoft.com/office/drawing/2014/main" val="1170499020"/>
                        </a:ext>
                      </a:extLst>
                    </a:gridCol>
                    <a:gridCol w="685799">
                      <a:extLst>
                        <a:ext uri="{9D8B030D-6E8A-4147-A177-3AD203B41FA5}">
                          <a16:colId xmlns:a16="http://schemas.microsoft.com/office/drawing/2014/main" val="355660146"/>
                        </a:ext>
                      </a:extLst>
                    </a:gridCol>
                  </a:tblGrid>
                  <a:tr h="410776">
                    <a:tc>
                      <a:txBody>
                        <a:bodyPr/>
                        <a:lstStyle/>
                        <a:p>
                          <a:pPr algn="ctr"/>
                          <a:r>
                            <a:rPr lang="en-US" sz="1400" dirty="0" smtClean="0">
                              <a:solidFill>
                                <a:schemeClr val="tx1"/>
                              </a:solidFill>
                            </a:rPr>
                            <a:t>Notation</a:t>
                          </a:r>
                          <a:endParaRPr lang="en-US" sz="1400" dirty="0">
                            <a:solidFill>
                              <a:schemeClr val="tx1"/>
                            </a:solidFill>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smtClean="0">
                              <a:solidFill>
                                <a:schemeClr val="tx1"/>
                              </a:solidFill>
                            </a:rPr>
                            <a:t>Meaning</a:t>
                          </a:r>
                        </a:p>
                      </a:txBody>
                      <a:tcPr/>
                    </a:tc>
                    <a:tc>
                      <a:txBody>
                        <a:bodyPr/>
                        <a:lstStyle/>
                        <a:p>
                          <a:pPr algn="ctr"/>
                          <a:r>
                            <a:rPr lang="en-US" sz="1400" dirty="0" smtClean="0">
                              <a:solidFill>
                                <a:schemeClr val="tx1"/>
                              </a:solidFill>
                            </a:rPr>
                            <a:t>Value</a:t>
                          </a:r>
                          <a:endParaRPr lang="en-US" sz="1400" dirty="0">
                            <a:solidFill>
                              <a:schemeClr val="tx1"/>
                            </a:solidFill>
                          </a:endParaRPr>
                        </a:p>
                      </a:txBody>
                      <a:tcPr/>
                    </a:tc>
                    <a:extLst>
                      <a:ext uri="{0D108BD9-81ED-4DB2-BD59-A6C34878D82A}">
                        <a16:rowId xmlns:a16="http://schemas.microsoft.com/office/drawing/2014/main" val="1196686448"/>
                      </a:ext>
                    </a:extLst>
                  </a:tr>
                  <a:tr h="766955">
                    <a:tc>
                      <a:txBody>
                        <a:bodyPr/>
                        <a:lstStyle/>
                        <a:p>
                          <a:endParaRPr lang="en-US"/>
                        </a:p>
                      </a:txBody>
                      <a:tcPr>
                        <a:blipFill>
                          <a:blip r:embed="rId5"/>
                          <a:stretch>
                            <a:fillRect l="-719" t="-81746" r="-366906" b="-185714"/>
                          </a:stretch>
                        </a:blip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The sum of the </a:t>
                          </a:r>
                          <a:r>
                            <a:rPr lang="en-US" sz="1200" baseline="0" dirty="0" smtClean="0"/>
                            <a:t>distance between two distribution</a:t>
                          </a:r>
                          <a:endParaRPr lang="en-US" sz="1200" dirty="0" smtClean="0"/>
                        </a:p>
                      </a:txBody>
                      <a:tcPr/>
                    </a:tc>
                    <a:tc>
                      <a:txBody>
                        <a:bodyPr/>
                        <a:lstStyle/>
                        <a:p>
                          <a:endParaRPr lang="en-US"/>
                        </a:p>
                      </a:txBody>
                      <a:tcPr>
                        <a:blipFill>
                          <a:blip r:embed="rId5"/>
                          <a:stretch>
                            <a:fillRect l="-471681" t="-81746" r="-3540" b="-185714"/>
                          </a:stretch>
                        </a:blipFill>
                      </a:tcPr>
                    </a:tc>
                    <a:extLst>
                      <a:ext uri="{0D108BD9-81ED-4DB2-BD59-A6C34878D82A}">
                        <a16:rowId xmlns:a16="http://schemas.microsoft.com/office/drawing/2014/main" val="3685889961"/>
                      </a:ext>
                    </a:extLst>
                  </a:tr>
                  <a:tr h="766955">
                    <a:tc>
                      <a:txBody>
                        <a:bodyPr/>
                        <a:lstStyle/>
                        <a:p>
                          <a:endParaRPr lang="en-US"/>
                        </a:p>
                      </a:txBody>
                      <a:tcPr>
                        <a:blipFill>
                          <a:blip r:embed="rId5"/>
                          <a:stretch>
                            <a:fillRect l="-719" t="-181746" r="-366906" b="-85714"/>
                          </a:stretch>
                        </a:blip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The</a:t>
                          </a:r>
                          <a:r>
                            <a:rPr lang="en-US" sz="1200" baseline="0" dirty="0" smtClean="0"/>
                            <a:t> sum of the s</a:t>
                          </a:r>
                          <a:r>
                            <a:rPr lang="en-US" sz="1200" dirty="0" smtClean="0"/>
                            <a:t>quare</a:t>
                          </a:r>
                          <a:r>
                            <a:rPr lang="en-US" sz="1200" baseline="0" dirty="0" smtClean="0"/>
                            <a:t> of distance between two distribution</a:t>
                          </a:r>
                          <a:endParaRPr lang="en-US" sz="1200" dirty="0" smtClean="0"/>
                        </a:p>
                      </a:txBody>
                      <a:tcPr/>
                    </a:tc>
                    <a:tc>
                      <a:txBody>
                        <a:bodyPr/>
                        <a:lstStyle/>
                        <a:p>
                          <a:endParaRPr lang="en-US"/>
                        </a:p>
                      </a:txBody>
                      <a:tcPr>
                        <a:blipFill>
                          <a:blip r:embed="rId5"/>
                          <a:stretch>
                            <a:fillRect l="-471681" t="-181746" r="-3540" b="-85714"/>
                          </a:stretch>
                        </a:blipFill>
                      </a:tcPr>
                    </a:tc>
                    <a:extLst>
                      <a:ext uri="{0D108BD9-81ED-4DB2-BD59-A6C34878D82A}">
                        <a16:rowId xmlns:a16="http://schemas.microsoft.com/office/drawing/2014/main" val="1564827869"/>
                      </a:ext>
                    </a:extLst>
                  </a:tr>
                  <a:tr h="532266">
                    <a:tc>
                      <a:txBody>
                        <a:bodyPr/>
                        <a:lstStyle/>
                        <a:p>
                          <a:endParaRPr lang="en-US"/>
                        </a:p>
                      </a:txBody>
                      <a:tcPr>
                        <a:blipFill>
                          <a:blip r:embed="rId5"/>
                          <a:stretch>
                            <a:fillRect l="-719" t="-403409" r="-366906" b="-22727"/>
                          </a:stretch>
                        </a:blipFill>
                      </a:tcPr>
                    </a:tc>
                    <a:tc>
                      <a:txBody>
                        <a:bodyPr/>
                        <a:lstStyle/>
                        <a:p>
                          <a:r>
                            <a:rPr lang="en-US" sz="1200" dirty="0" smtClean="0"/>
                            <a:t>Sample size of each group</a:t>
                          </a:r>
                          <a:endParaRPr lang="en-US" sz="1200" dirty="0"/>
                        </a:p>
                      </a:txBody>
                      <a:tcPr/>
                    </a:tc>
                    <a:tc>
                      <a:txBody>
                        <a:bodyPr/>
                        <a:lstStyle/>
                        <a:p>
                          <a:endParaRPr lang="en-US"/>
                        </a:p>
                      </a:txBody>
                      <a:tcPr>
                        <a:blipFill>
                          <a:blip r:embed="rId5"/>
                          <a:stretch>
                            <a:fillRect l="-471681" t="-403409" r="-3540" b="-22727"/>
                          </a:stretch>
                        </a:blipFill>
                      </a:tcPr>
                    </a:tc>
                    <a:extLst>
                      <a:ext uri="{0D108BD9-81ED-4DB2-BD59-A6C34878D82A}">
                        <a16:rowId xmlns:a16="http://schemas.microsoft.com/office/drawing/2014/main" val="2759482170"/>
                      </a:ext>
                    </a:extLst>
                  </a:tr>
                </a:tbl>
              </a:graphicData>
            </a:graphic>
          </p:graphicFrame>
        </mc:Fallback>
      </mc:AlternateContent>
      <p:sp>
        <p:nvSpPr>
          <p:cNvPr id="2" name="Right Arrow 1"/>
          <p:cNvSpPr/>
          <p:nvPr/>
        </p:nvSpPr>
        <p:spPr>
          <a:xfrm>
            <a:off x="5373026" y="2358511"/>
            <a:ext cx="1248508" cy="527539"/>
          </a:xfrm>
          <a:prstGeom prst="rightArrow">
            <a:avLst/>
          </a:prstGeom>
        </p:spPr>
        <p:style>
          <a:lnRef idx="3">
            <a:schemeClr val="lt1"/>
          </a:lnRef>
          <a:fillRef idx="1">
            <a:schemeClr val="dk1"/>
          </a:fillRef>
          <a:effectRef idx="1">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0218516"/>
      </p:ext>
    </p:extLst>
  </p:cSld>
  <p:clrMapOvr>
    <a:masterClrMapping/>
  </p:clrMapOvr>
  <p:transition spd="slow" advTm="23807">
    <p:push dir="u"/>
  </p:transition>
  <p:timing>
    <p:tnLst>
      <p:par>
        <p:cTn id="1" dur="indefinite" restart="never" nodeType="tmRoot"/>
      </p:par>
    </p:tnLst>
  </p:timing>
  <p:extLst mod="1">
    <p:ext uri="{3A86A75C-4F4B-4683-9AE1-C65F6400EC91}">
      <p14:laserTraceLst xmlns:p14="http://schemas.microsoft.com/office/powerpoint/2010/main">
        <p14:tracePtLst>
          <p14:tracePt t="568" x="7205663" y="4433888"/>
          <p14:tracePt t="586" x="7140575" y="4433888"/>
          <p14:tracePt t="600" x="7083425" y="4433888"/>
          <p14:tracePt t="617" x="7024688" y="4433888"/>
          <p14:tracePt t="633" x="6967538" y="4433888"/>
          <p14:tracePt t="650" x="6923088" y="4427538"/>
          <p14:tracePt t="667" x="6880225" y="4419600"/>
          <p14:tracePt t="683" x="6843713" y="4419600"/>
          <p14:tracePt t="700" x="6821488" y="4397375"/>
          <p14:tracePt t="717" x="6799263" y="4397375"/>
          <p14:tracePt t="733" x="6778625" y="4391025"/>
          <p14:tracePt t="750" x="6713538" y="4360863"/>
          <p14:tracePt t="767" x="6683375" y="4346575"/>
          <p14:tracePt t="783" x="6669088" y="4318000"/>
          <p14:tracePt t="800" x="6646863" y="4289425"/>
          <p14:tracePt t="817" x="6611938" y="4224338"/>
          <p14:tracePt t="834" x="6567488" y="4151313"/>
          <p14:tracePt t="850" x="6510338" y="4078288"/>
          <p14:tracePt t="866" x="6465888" y="4013200"/>
          <p14:tracePt t="883" x="6451600" y="3970338"/>
          <p14:tracePt t="900" x="6423025" y="3933825"/>
          <p14:tracePt t="916" x="6408738" y="3868738"/>
          <p14:tracePt t="933" x="6400800" y="3846513"/>
          <p14:tracePt t="950" x="6392863" y="3810000"/>
          <p14:tracePt t="967" x="6392863" y="3795713"/>
          <p14:tracePt t="983" x="6378575" y="3787775"/>
          <p14:tracePt t="1384" x="6378575" y="3781425"/>
          <p14:tracePt t="1391" x="6378575" y="3767138"/>
          <p14:tracePt t="1400" x="6364288" y="3751263"/>
          <p14:tracePt t="1417" x="6350000" y="3716338"/>
          <p14:tracePt t="1433" x="6327775" y="3671888"/>
          <p14:tracePt t="1450" x="6313488" y="3643313"/>
          <p14:tracePt t="1467" x="6307138" y="3629025"/>
          <p14:tracePt t="1483" x="6299200" y="3606800"/>
          <p14:tracePt t="1500" x="6291263" y="3584575"/>
          <p14:tracePt t="1517" x="6284913" y="3563938"/>
          <p14:tracePt t="1533" x="6270625" y="3533775"/>
          <p14:tracePt t="1550" x="6262688" y="3513138"/>
          <p14:tracePt t="1567" x="6256338" y="3476625"/>
          <p14:tracePt t="1583" x="6248400" y="3468688"/>
          <p14:tracePt t="1600" x="6248400" y="3454400"/>
          <p14:tracePt t="1633" x="6248400" y="3446463"/>
          <p14:tracePt t="1650" x="6248400" y="3440113"/>
          <p14:tracePt t="1667" x="6240463" y="3432175"/>
          <p14:tracePt t="1683" x="6240463" y="3425825"/>
          <p14:tracePt t="1711" x="6240463" y="3417888"/>
          <p14:tracePt t="1759" x="6240463" y="3411538"/>
          <p14:tracePt t="1815" x="6240463" y="3403600"/>
          <p14:tracePt t="2097" x="6240463" y="3381375"/>
          <p14:tracePt t="2105" x="6219825" y="3360738"/>
          <p14:tracePt t="2112" x="6197600" y="3338513"/>
          <p14:tracePt t="2121" x="6183313" y="3324225"/>
          <p14:tracePt t="2134" x="6169025" y="3302000"/>
          <p14:tracePt t="2150" x="6132513" y="3243263"/>
          <p14:tracePt t="2167" x="6103938" y="3192463"/>
          <p14:tracePt t="2184" x="6073775" y="3121025"/>
          <p14:tracePt t="2201" x="6059488" y="3048000"/>
          <p14:tracePt t="2217" x="6037263" y="2960688"/>
          <p14:tracePt t="2235" x="6030913" y="2867025"/>
          <p14:tracePt t="2251" x="6030913" y="2765425"/>
          <p14:tracePt t="2268" x="6030913" y="2678113"/>
          <p14:tracePt t="2284" x="6030913" y="2590800"/>
          <p14:tracePt t="2301" x="6037263" y="2525713"/>
          <p14:tracePt t="2317" x="6045200" y="2460625"/>
          <p14:tracePt t="2334" x="6073775" y="2395538"/>
          <p14:tracePt t="2351" x="6096000" y="2293938"/>
          <p14:tracePt t="2367" x="6110288" y="2263775"/>
          <p14:tracePt t="2384" x="6124575" y="2235200"/>
          <p14:tracePt t="2401" x="6138863" y="2198688"/>
          <p14:tracePt t="2417" x="6161088" y="2176463"/>
          <p14:tracePt t="2434" x="6169025" y="2162175"/>
          <p14:tracePt t="2451" x="6183313" y="2141538"/>
          <p14:tracePt t="2468" x="6219825" y="2111375"/>
          <p14:tracePt t="2484" x="6240463" y="2090738"/>
          <p14:tracePt t="2501" x="6270625" y="2068513"/>
          <p14:tracePt t="2517" x="6299200" y="2054225"/>
          <p14:tracePt t="2535" x="6342063" y="2032000"/>
          <p14:tracePt t="2551" x="6392863" y="2003425"/>
          <p14:tracePt t="2570" x="6429375" y="1995488"/>
          <p14:tracePt t="2584" x="6488113" y="1966913"/>
          <p14:tracePt t="2601" x="6516688" y="1952625"/>
          <p14:tracePt t="2617" x="6538913" y="1944688"/>
          <p14:tracePt t="2634" x="6561138" y="1938338"/>
          <p14:tracePt t="2651" x="6596063" y="1930400"/>
          <p14:tracePt t="2668" x="6618288" y="1930400"/>
          <p14:tracePt t="2684" x="6654800" y="1922463"/>
          <p14:tracePt t="2701" x="6705600" y="1916113"/>
          <p14:tracePt t="2717" x="6734175" y="1908175"/>
          <p14:tracePt t="2735" x="6764338" y="1893888"/>
          <p14:tracePt t="2751" x="6770688" y="1893888"/>
          <p14:tracePt t="2784" x="6784975" y="1893888"/>
          <p14:tracePt t="2817" x="6792913" y="1893888"/>
          <p14:tracePt t="2865" x="6807200" y="1887538"/>
          <p14:tracePt t="2881" x="6815138" y="1879600"/>
          <p14:tracePt t="2889" x="6829425" y="1871663"/>
          <p14:tracePt t="2905" x="6843713" y="1865313"/>
          <p14:tracePt t="2917" x="6850063" y="1857375"/>
          <p14:tracePt t="2935" x="6886575" y="1828800"/>
          <p14:tracePt t="2951" x="6908800" y="1820863"/>
          <p14:tracePt t="2968" x="6908800" y="1814513"/>
          <p14:tracePt t="2984" x="6923088" y="1800225"/>
          <p14:tracePt t="3001" x="6931025" y="1800225"/>
          <p14:tracePt t="3018" x="6937375" y="1792288"/>
          <p14:tracePt t="3034" x="6959600" y="1778000"/>
          <p14:tracePt t="3051" x="6967538" y="1763713"/>
          <p14:tracePt t="3069" x="6981825" y="1749425"/>
          <p14:tracePt t="3084" x="6996113" y="1735138"/>
          <p14:tracePt t="3121" x="7002463" y="1727200"/>
          <p14:tracePt t="3186" x="7010400" y="1719263"/>
          <p14:tracePt t="3193" x="7018338" y="1719263"/>
          <p14:tracePt t="3274" x="7024688" y="1719263"/>
          <p14:tracePt t="3281" x="7032625" y="1719263"/>
          <p14:tracePt t="3288" x="7038975" y="1719263"/>
          <p14:tracePt t="3301" x="7046913" y="1719263"/>
          <p14:tracePt t="3318" x="7061200" y="1719263"/>
          <p14:tracePt t="3335" x="7104063" y="1735138"/>
          <p14:tracePt t="3351" x="7148513" y="1741488"/>
          <p14:tracePt t="3368" x="7199313" y="1749425"/>
          <p14:tracePt t="3384" x="7235825" y="1749425"/>
          <p14:tracePt t="3401" x="7264400" y="1749425"/>
          <p14:tracePt t="3418" x="7292975" y="1763713"/>
          <p14:tracePt t="3434" x="7315200" y="1763713"/>
          <p14:tracePt t="3451" x="7337425" y="1763713"/>
          <p14:tracePt t="3468" x="7358063" y="1763713"/>
          <p14:tracePt t="3484" x="7380288" y="1763713"/>
          <p14:tracePt t="3501" x="7402513" y="1763713"/>
          <p14:tracePt t="3518" x="7439025" y="1763713"/>
          <p14:tracePt t="3535" x="7459663" y="1763713"/>
          <p14:tracePt t="3552" x="7475538" y="1763713"/>
          <p14:tracePt t="3568" x="7481888" y="1755775"/>
          <p14:tracePt t="3602" x="7489825" y="1755775"/>
          <p14:tracePt t="3618" x="7496175" y="1755775"/>
          <p14:tracePt t="3634" x="7510463" y="1755775"/>
          <p14:tracePt t="3651" x="7518400" y="1755775"/>
          <p14:tracePt t="3668" x="7532688" y="1763713"/>
          <p14:tracePt t="3684" x="7540625" y="1763713"/>
          <p14:tracePt t="3701" x="7546975" y="1770063"/>
          <p14:tracePt t="3718" x="7569200" y="1770063"/>
          <p14:tracePt t="3735" x="7605713" y="1785938"/>
          <p14:tracePt t="3751" x="7620000" y="1800225"/>
          <p14:tracePt t="3768" x="7648575" y="1800225"/>
          <p14:tracePt t="3784" x="7662863" y="1814513"/>
          <p14:tracePt t="3801" x="7685088" y="1814513"/>
          <p14:tracePt t="3818" x="7707313" y="1814513"/>
          <p14:tracePt t="3834" x="7735888" y="1814513"/>
          <p14:tracePt t="3851" x="7758113" y="1820863"/>
          <p14:tracePt t="3868" x="7786688" y="1820863"/>
          <p14:tracePt t="3885" x="7800975" y="1828800"/>
          <p14:tracePt t="3901" x="7808913" y="1828800"/>
          <p14:tracePt t="4290" x="7815263" y="1828800"/>
          <p14:tracePt t="4297" x="7815263" y="1836738"/>
          <p14:tracePt t="4322" x="7815263" y="1843088"/>
          <p14:tracePt t="4329" x="7808913" y="1851025"/>
          <p14:tracePt t="4346" x="7794625" y="1851025"/>
          <p14:tracePt t="4353" x="7786688" y="1857375"/>
          <p14:tracePt t="4368" x="7772400" y="1865313"/>
          <p14:tracePt t="4385" x="7743825" y="1865313"/>
          <p14:tracePt t="4401" x="7685088" y="1871663"/>
          <p14:tracePt t="4418" x="7627938" y="1887538"/>
          <p14:tracePt t="4435" x="7569200" y="1893888"/>
          <p14:tracePt t="4451" x="7504113" y="1893888"/>
          <p14:tracePt t="4468" x="7445375" y="1893888"/>
          <p14:tracePt t="4485" x="7388225" y="1893888"/>
          <p14:tracePt t="4502" x="7343775" y="1893888"/>
          <p14:tracePt t="4521" x="7278688" y="1893888"/>
          <p14:tracePt t="4535" x="7242175" y="1893888"/>
          <p14:tracePt t="4551" x="7221538" y="1916113"/>
          <p14:tracePt t="4568" x="7199313" y="1916113"/>
          <p14:tracePt t="4585" x="7191375" y="1930400"/>
          <p14:tracePt t="4601" x="7170738" y="1938338"/>
          <p14:tracePt t="4618" x="7162800" y="1952625"/>
          <p14:tracePt t="4635" x="7140575" y="1973263"/>
          <p14:tracePt t="4651" x="7119938" y="1995488"/>
          <p14:tracePt t="4668" x="7083425" y="2032000"/>
          <p14:tracePt t="4685" x="7053263" y="2060575"/>
          <p14:tracePt t="4701" x="7018338" y="2125663"/>
          <p14:tracePt t="4718" x="6923088" y="2257425"/>
          <p14:tracePt t="4735" x="6843713" y="2379663"/>
          <p14:tracePt t="4752" x="6764338" y="2517775"/>
          <p14:tracePt t="4768" x="6713538" y="2641600"/>
          <p14:tracePt t="4785" x="6654800" y="2771775"/>
          <p14:tracePt t="4801" x="6640513" y="2859088"/>
          <p14:tracePt t="4818" x="6618288" y="2938463"/>
          <p14:tracePt t="4836" x="6618288" y="2997200"/>
          <p14:tracePt t="4852" x="6618288" y="3076575"/>
          <p14:tracePt t="4868" x="6618288" y="3157538"/>
          <p14:tracePt t="4885" x="6632575" y="3228975"/>
          <p14:tracePt t="4901" x="6669088" y="3309938"/>
          <p14:tracePt t="4918" x="6727825" y="3395663"/>
          <p14:tracePt t="4935" x="6784975" y="3468688"/>
          <p14:tracePt t="4952" x="6872288" y="3541713"/>
          <p14:tracePt t="4968" x="7018338" y="3621088"/>
          <p14:tracePt t="4985" x="7162800" y="3694113"/>
          <p14:tracePt t="5002" x="7292975" y="3744913"/>
          <p14:tracePt t="5018" x="7431088" y="3781425"/>
          <p14:tracePt t="5035" x="7577138" y="3810000"/>
          <p14:tracePt t="5052" x="7721600" y="3817938"/>
          <p14:tracePt t="5068" x="7859713" y="3817938"/>
          <p14:tracePt t="5086" x="7975600" y="3817938"/>
          <p14:tracePt t="5090" x="8026400" y="3817938"/>
          <p14:tracePt t="5101" x="8069263" y="3817938"/>
          <p14:tracePt t="5119" x="8193088" y="3817938"/>
          <p14:tracePt t="5135" x="8272463" y="3817938"/>
          <p14:tracePt t="5151" x="8389938" y="3817938"/>
          <p14:tracePt t="5168" x="8505825" y="3817938"/>
          <p14:tracePt t="5185" x="8570913" y="3817938"/>
          <p14:tracePt t="5202" x="8664575" y="3810000"/>
          <p14:tracePt t="5218" x="8715375" y="3802063"/>
          <p14:tracePt t="5235" x="8774113" y="3795713"/>
          <p14:tracePt t="5252" x="8816975" y="3787775"/>
          <p14:tracePt t="5269" x="8904288" y="3781425"/>
          <p14:tracePt t="5286" x="8963025" y="3773488"/>
          <p14:tracePt t="5302" x="9034463" y="3759200"/>
          <p14:tracePt t="5319" x="9136063" y="3730625"/>
          <p14:tracePt t="5335" x="9217025" y="3708400"/>
          <p14:tracePt t="5352" x="9274175" y="3694113"/>
          <p14:tracePt t="5369" x="9347200" y="3671888"/>
          <p14:tracePt t="5385" x="9405938" y="3657600"/>
          <p14:tracePt t="5402" x="9463088" y="3643313"/>
          <p14:tracePt t="5418" x="9499600" y="3635375"/>
          <p14:tracePt t="5435" x="9542463" y="3629025"/>
          <p14:tracePt t="5452" x="9572625" y="3621088"/>
          <p14:tracePt t="5468" x="9609138" y="3614738"/>
          <p14:tracePt t="5485" x="9652000" y="3614738"/>
          <p14:tracePt t="5502" x="9680575" y="3606800"/>
          <p14:tracePt t="5519" x="9725025" y="3598863"/>
          <p14:tracePt t="5535" x="9775825" y="3584575"/>
          <p14:tracePt t="5552" x="9804400" y="3578225"/>
          <p14:tracePt t="5568" x="9847263" y="3556000"/>
          <p14:tracePt t="5585" x="9883775" y="3548063"/>
          <p14:tracePt t="5602" x="9913938" y="3548063"/>
          <p14:tracePt t="5619" x="9942513" y="3527425"/>
          <p14:tracePt t="5635" x="9964738" y="3513138"/>
          <p14:tracePt t="5652" x="9971088" y="3505200"/>
          <p14:tracePt t="5668" x="9993313" y="3497263"/>
          <p14:tracePt t="5685" x="10007600" y="3482975"/>
          <p14:tracePt t="5702" x="10021888" y="3462338"/>
          <p14:tracePt t="5719" x="10044113" y="3446463"/>
          <p14:tracePt t="5735" x="10050463" y="3417888"/>
          <p14:tracePt t="5752" x="10058400" y="3403600"/>
          <p14:tracePt t="5771" x="10066338" y="3395663"/>
          <p14:tracePt t="5842" x="10066338" y="3389313"/>
          <p14:tracePt t="5890" x="10066338" y="3375025"/>
          <p14:tracePt t="6762" x="10058400" y="3375025"/>
          <p14:tracePt t="6785" x="10050463" y="3381375"/>
          <p14:tracePt t="6817" x="10036175" y="3389313"/>
          <p14:tracePt t="6906" x="10029825" y="3389313"/>
          <p14:tracePt t="6946" x="10021888" y="3389313"/>
          <p14:tracePt t="6962" x="10015538" y="3395663"/>
          <p14:tracePt t="6985" x="10007600" y="3395663"/>
          <p14:tracePt t="6993" x="9999663" y="3395663"/>
          <p14:tracePt t="7003" x="9993313" y="3395663"/>
          <p14:tracePt t="7020" x="9985375" y="3395663"/>
          <p14:tracePt t="7035" x="9979025" y="3395663"/>
          <p14:tracePt t="7052" x="9971088" y="3395663"/>
          <p14:tracePt t="7122" x="9964738" y="3395663"/>
          <p14:tracePt t="7665" x="9948863" y="3395663"/>
          <p14:tracePt t="7671" x="9928225" y="3395663"/>
          <p14:tracePt t="7680" x="9891713" y="3395663"/>
          <p14:tracePt t="7688" x="9826625" y="3395663"/>
          <p14:tracePt t="7702" x="9739313" y="3395663"/>
          <p14:tracePt t="7719" x="9383713" y="3403600"/>
          <p14:tracePt t="7735" x="9050338" y="3403600"/>
          <p14:tracePt t="7753" x="8672513" y="3403600"/>
          <p14:tracePt t="7769" x="8339138" y="3403600"/>
          <p14:tracePt t="7786" x="7997825" y="3403600"/>
          <p14:tracePt t="7802" x="7758113" y="3403600"/>
          <p14:tracePt t="7819" x="7561263" y="3403600"/>
          <p14:tracePt t="7835" x="7424738" y="3403600"/>
          <p14:tracePt t="7852" x="7300913" y="3403600"/>
          <p14:tracePt t="7869" x="7170738" y="3403600"/>
          <p14:tracePt t="7885" x="7069138" y="3403600"/>
          <p14:tracePt t="7902" x="6937375" y="3403600"/>
          <p14:tracePt t="7919" x="6858000" y="3425825"/>
          <p14:tracePt t="7935" x="6764338" y="3432175"/>
          <p14:tracePt t="7952" x="6683375" y="3440113"/>
          <p14:tracePt t="7969" x="6581775" y="3462338"/>
          <p14:tracePt t="7986" x="6516688" y="3468688"/>
          <p14:tracePt t="8002" x="6443663" y="3482975"/>
          <p14:tracePt t="8020" x="6392863" y="3490913"/>
          <p14:tracePt t="8036" x="6335713" y="3490913"/>
          <p14:tracePt t="8052" x="6262688" y="3497263"/>
          <p14:tracePt t="8069" x="6183313" y="3497263"/>
          <p14:tracePt t="8086" x="6110288" y="3497263"/>
          <p14:tracePt t="8088" x="6067425" y="3497263"/>
          <p14:tracePt t="8102" x="6037263" y="3497263"/>
          <p14:tracePt t="8120" x="5957888" y="3497263"/>
          <p14:tracePt t="8136" x="5915025" y="3497263"/>
          <p14:tracePt t="8152" x="5870575" y="3497263"/>
          <p14:tracePt t="8169" x="5827713" y="3497263"/>
          <p14:tracePt t="8186" x="5776913" y="3497263"/>
          <p14:tracePt t="8202" x="5748338" y="3497263"/>
          <p14:tracePt t="8219" x="5740400" y="3497263"/>
          <p14:tracePt t="8252" x="5726113" y="3497263"/>
          <p14:tracePt t="8269" x="5718175" y="3497263"/>
          <p14:tracePt t="8296" x="5703888" y="3497263"/>
          <p14:tracePt t="8352" x="5697538" y="3497263"/>
          <p14:tracePt t="8672" x="5681663" y="3497263"/>
          <p14:tracePt t="8680" x="5675313" y="3497263"/>
          <p14:tracePt t="8696" x="5667375" y="3490913"/>
          <p14:tracePt t="8711" x="5661025" y="3490913"/>
          <p14:tracePt t="8737" x="5653088" y="3482975"/>
          <p14:tracePt t="8744" x="5653088" y="3476625"/>
          <p14:tracePt t="8752" x="5653088" y="3468688"/>
          <p14:tracePt t="8770" x="5646738" y="3446463"/>
          <p14:tracePt t="8786" x="5630863" y="3395663"/>
          <p14:tracePt t="8803" x="5616575" y="3330575"/>
          <p14:tracePt t="8819" x="5588000" y="3228975"/>
          <p14:tracePt t="8836" x="5537200" y="3098800"/>
          <p14:tracePt t="8852" x="5457825" y="2954338"/>
          <p14:tracePt t="8869" x="5392738" y="2830513"/>
          <p14:tracePt t="8886" x="5348288" y="2771775"/>
          <p14:tracePt t="8902" x="5319713" y="2692400"/>
          <p14:tracePt t="8919" x="5297488" y="2613025"/>
          <p14:tracePt t="8936" x="5260975" y="2517775"/>
          <p14:tracePt t="8953" x="5195888" y="2409825"/>
          <p14:tracePt t="8970" x="5153025" y="2344738"/>
          <p14:tracePt t="8986" x="5122863" y="2308225"/>
          <p14:tracePt t="9003" x="5072063" y="2278063"/>
          <p14:tracePt t="9020" x="5037138" y="2257425"/>
          <p14:tracePt t="9036" x="4970463" y="2220913"/>
          <p14:tracePt t="9053" x="4905375" y="2206625"/>
          <p14:tracePt t="9069" x="4797425" y="2155825"/>
          <p14:tracePt t="9086" x="4614863" y="2105025"/>
          <p14:tracePt t="9103" x="4441825" y="2060575"/>
          <p14:tracePt t="9119" x="4267200" y="2003425"/>
          <p14:tracePt t="9136" x="4129088" y="1989138"/>
          <p14:tracePt t="9153" x="3998913" y="1966913"/>
          <p14:tracePt t="9169" x="3875088" y="1966913"/>
          <p14:tracePt t="9186" x="3767138" y="1966913"/>
          <p14:tracePt t="9203" x="3657600" y="1966913"/>
          <p14:tracePt t="9219" x="3548063" y="1966913"/>
          <p14:tracePt t="9236" x="3432175" y="1966913"/>
          <p14:tracePt t="9253" x="3287713" y="1966913"/>
          <p14:tracePt t="9271" x="3070225" y="1966913"/>
          <p14:tracePt t="9286" x="2989263" y="1952625"/>
          <p14:tracePt t="9303" x="2757488" y="1938338"/>
          <p14:tracePt t="9319" x="2619375" y="1916113"/>
          <p14:tracePt t="9336" x="2503488" y="1916113"/>
          <p14:tracePt t="9353" x="2416175" y="1916113"/>
          <p14:tracePt t="9369" x="2308225" y="1916113"/>
          <p14:tracePt t="9386" x="2198688" y="1916113"/>
          <p14:tracePt t="9403" x="2090738" y="1916113"/>
          <p14:tracePt t="9419" x="1973263" y="1916113"/>
          <p14:tracePt t="9436" x="1879600" y="1916113"/>
          <p14:tracePt t="9453" x="1763713" y="1916113"/>
          <p14:tracePt t="9469" x="1654175" y="1916113"/>
          <p14:tracePt t="9487" x="1473200" y="1916113"/>
          <p14:tracePt t="9503" x="1357313" y="1916113"/>
          <p14:tracePt t="9520" x="1247775" y="1916113"/>
          <p14:tracePt t="9536" x="1176338" y="1922463"/>
          <p14:tracePt t="9553" x="1125538" y="1938338"/>
          <p14:tracePt t="9569" x="1058863" y="1958975"/>
          <p14:tracePt t="9586" x="1001713" y="1973263"/>
          <p14:tracePt t="9603" x="950913" y="1989138"/>
          <p14:tracePt t="9620" x="900113" y="2017713"/>
          <p14:tracePt t="9636" x="855663" y="2046288"/>
          <p14:tracePt t="9653" x="804863" y="2082800"/>
          <p14:tracePt t="9669" x="754063" y="2111375"/>
          <p14:tracePt t="9686" x="688975" y="2162175"/>
          <p14:tracePt t="9703" x="631825" y="2212975"/>
          <p14:tracePt t="9720" x="587375" y="2271713"/>
          <p14:tracePt t="9736" x="536575" y="2365375"/>
          <p14:tracePt t="9754" x="485775" y="2489200"/>
          <p14:tracePt t="9770" x="428625" y="2598738"/>
          <p14:tracePt t="9786" x="392113" y="2678113"/>
          <p14:tracePt t="9803" x="347663" y="2786063"/>
          <p14:tracePt t="9820" x="319088" y="2903538"/>
          <p14:tracePt t="9836" x="296863" y="3048000"/>
          <p14:tracePt t="9853" x="282575" y="3208338"/>
          <p14:tracePt t="9869" x="282575" y="3360738"/>
          <p14:tracePt t="9886" x="282575" y="3541713"/>
          <p14:tracePt t="9903" x="282575" y="3679825"/>
          <p14:tracePt t="9920" x="296863" y="3838575"/>
          <p14:tracePt t="9936" x="341313" y="4005263"/>
          <p14:tracePt t="9953" x="414338" y="4157663"/>
          <p14:tracePt t="9969" x="493713" y="4281488"/>
          <p14:tracePt t="9986" x="581025" y="4405313"/>
          <p14:tracePt t="10003" x="696913" y="4549775"/>
          <p14:tracePt t="10020" x="790575" y="4659313"/>
          <p14:tracePt t="10036" x="877888" y="4738688"/>
          <p14:tracePt t="10053" x="993775" y="4818063"/>
          <p14:tracePt t="10070" x="1154113" y="4884738"/>
          <p14:tracePt t="10086" x="1335088" y="4964113"/>
          <p14:tracePt t="10089" x="1436688" y="4992688"/>
          <p14:tracePt t="10103" x="1603375" y="5043488"/>
          <p14:tracePt t="10120" x="1770063" y="5102225"/>
          <p14:tracePt t="10136" x="1916113" y="5138738"/>
          <p14:tracePt t="10153" x="2046288" y="5159375"/>
          <p14:tracePt t="10170" x="2155825" y="5173663"/>
          <p14:tracePt t="10186" x="2249488" y="5189538"/>
          <p14:tracePt t="10203" x="2308225" y="5189538"/>
          <p14:tracePt t="10219" x="2359025" y="5189538"/>
          <p14:tracePt t="10236" x="2416175" y="5189538"/>
          <p14:tracePt t="10253" x="2503488" y="5173663"/>
          <p14:tracePt t="10269" x="2605088" y="5173663"/>
          <p14:tracePt t="10286" x="2779713" y="5173663"/>
          <p14:tracePt t="10303" x="2859088" y="5173663"/>
          <p14:tracePt t="10320" x="2909888" y="5173663"/>
          <p14:tracePt t="10336" x="2968625" y="5189538"/>
          <p14:tracePt t="10353" x="3025775" y="5189538"/>
          <p14:tracePt t="10370" x="3121025" y="5189538"/>
          <p14:tracePt t="10386" x="3251200" y="5189538"/>
          <p14:tracePt t="10403" x="3344863" y="5189538"/>
          <p14:tracePt t="10420" x="3446463" y="5195888"/>
          <p14:tracePt t="10436" x="3505200" y="5203825"/>
          <p14:tracePt t="10453" x="3556000" y="5218113"/>
          <p14:tracePt t="10470" x="3629025" y="5218113"/>
          <p14:tracePt t="10486" x="3722688" y="5218113"/>
          <p14:tracePt t="10503" x="3795713" y="5210175"/>
          <p14:tracePt t="10521" x="3875088" y="5181600"/>
          <p14:tracePt t="10536" x="3954463" y="5173663"/>
          <p14:tracePt t="10553" x="4035425" y="5167313"/>
          <p14:tracePt t="10570" x="4092575" y="5159375"/>
          <p14:tracePt t="10586" x="4122738" y="5145088"/>
          <p14:tracePt t="10603" x="4165600" y="5122863"/>
          <p14:tracePt t="10620" x="4194175" y="5094288"/>
          <p14:tracePt t="10636" x="4252913" y="5051425"/>
          <p14:tracePt t="10653" x="4325938" y="4986338"/>
          <p14:tracePt t="10670" x="4397375" y="4913313"/>
          <p14:tracePt t="10686" x="4506913" y="4818063"/>
          <p14:tracePt t="10703" x="4549775" y="4775200"/>
          <p14:tracePt t="10720" x="4594225" y="4710113"/>
          <p14:tracePt t="10737" x="4645025" y="4637088"/>
          <p14:tracePt t="10753" x="4702175" y="4529138"/>
          <p14:tracePt t="10770" x="4775200" y="4376738"/>
          <p14:tracePt t="10786" x="4833938" y="4244975"/>
          <p14:tracePt t="10803" x="4891088" y="4114800"/>
          <p14:tracePt t="10820" x="4935538" y="3998913"/>
          <p14:tracePt t="10836" x="4986338" y="3889375"/>
          <p14:tracePt t="10853" x="5006975" y="3759200"/>
          <p14:tracePt t="10870" x="5037138" y="3570288"/>
          <p14:tracePt t="10886" x="5037138" y="3302000"/>
          <p14:tracePt t="10903" x="5037138" y="3200400"/>
          <p14:tracePt t="10920" x="5037138" y="3127375"/>
          <p14:tracePt t="10936" x="5037138" y="3048000"/>
          <p14:tracePt t="10953" x="5037138" y="2960688"/>
          <p14:tracePt t="10970" x="5037138" y="2844800"/>
          <p14:tracePt t="10987" x="5029200" y="2735263"/>
          <p14:tracePt t="11003" x="5021263" y="2655888"/>
          <p14:tracePt t="11020" x="5014913" y="2598738"/>
          <p14:tracePt t="11036" x="5000625" y="2547938"/>
          <p14:tracePt t="11053" x="4992688" y="2497138"/>
          <p14:tracePt t="11070" x="4978400" y="2430463"/>
          <p14:tracePt t="11086" x="4941888" y="2336800"/>
          <p14:tracePt t="11103" x="4935538" y="2293938"/>
          <p14:tracePt t="11120" x="4905375" y="2249488"/>
          <p14:tracePt t="11136" x="4891088" y="2212975"/>
          <p14:tracePt t="11153" x="4876800" y="2184400"/>
          <p14:tracePt t="11170" x="4848225" y="2133600"/>
          <p14:tracePt t="11186" x="4797425" y="2074863"/>
          <p14:tracePt t="11204" x="4752975" y="2024063"/>
          <p14:tracePt t="11220" x="4702175" y="1981200"/>
          <p14:tracePt t="11237" x="4645025" y="1952625"/>
          <p14:tracePt t="11253" x="4564063" y="1930400"/>
          <p14:tracePt t="11270" x="4383088" y="1901825"/>
          <p14:tracePt t="11287" x="4267200" y="1887538"/>
          <p14:tracePt t="11303" x="4143375" y="1865313"/>
          <p14:tracePt t="11320" x="4013200" y="1857375"/>
          <p14:tracePt t="11337" x="3875088" y="1857375"/>
          <p14:tracePt t="11353" x="3751263" y="1857375"/>
          <p14:tracePt t="11370" x="3649663" y="1857375"/>
          <p14:tracePt t="11387" x="3578225" y="1857375"/>
          <p14:tracePt t="11403" x="3519488" y="1857375"/>
          <p14:tracePt t="11420" x="3454400" y="1857375"/>
          <p14:tracePt t="11437" x="3352800" y="1857375"/>
          <p14:tracePt t="11453" x="3251200" y="1857375"/>
          <p14:tracePt t="11470" x="3090863" y="1857375"/>
          <p14:tracePt t="11487" x="2982913" y="1857375"/>
          <p14:tracePt t="11503" x="2895600" y="1857375"/>
          <p14:tracePt t="11520" x="2808288" y="1857375"/>
          <p14:tracePt t="11537" x="2714625" y="1857375"/>
          <p14:tracePt t="11553" x="2605088" y="1857375"/>
          <p14:tracePt t="11570" x="2497138" y="1857375"/>
          <p14:tracePt t="11587" x="2387600" y="1857375"/>
          <p14:tracePt t="11603" x="2286000" y="1828800"/>
          <p14:tracePt t="11620" x="2227263" y="1820863"/>
          <p14:tracePt t="11637" x="2162175" y="1806575"/>
          <p14:tracePt t="11653" x="2060575" y="1792288"/>
          <p14:tracePt t="11670" x="1958975" y="1778000"/>
          <p14:tracePt t="11687" x="1893888" y="1778000"/>
          <p14:tracePt t="11703" x="1836738" y="1778000"/>
          <p14:tracePt t="11720" x="1785938" y="1778000"/>
          <p14:tracePt t="11737" x="1727200" y="1785938"/>
          <p14:tracePt t="11754" x="1662113" y="1792288"/>
          <p14:tracePt t="11770" x="1597025" y="1800225"/>
          <p14:tracePt t="11787" x="1531938" y="1806575"/>
          <p14:tracePt t="11803" x="1458913" y="1820863"/>
          <p14:tracePt t="11820" x="1400175" y="1828800"/>
          <p14:tracePt t="11837" x="1349375" y="1836738"/>
          <p14:tracePt t="11853" x="1306513" y="1851025"/>
          <p14:tracePt t="11870" x="1270000" y="1857375"/>
          <p14:tracePt t="11887" x="1204913" y="1879600"/>
          <p14:tracePt t="11904" x="1139825" y="1908175"/>
          <p14:tracePt t="11920" x="1074738" y="1944688"/>
          <p14:tracePt t="11937" x="1030288" y="1958975"/>
          <p14:tracePt t="11953" x="965200" y="1989138"/>
          <p14:tracePt t="11970" x="928688" y="2003425"/>
          <p14:tracePt t="11987" x="900113" y="2017713"/>
          <p14:tracePt t="12003" x="855663" y="2039938"/>
          <p14:tracePt t="12020" x="827088" y="2068513"/>
          <p14:tracePt t="12037" x="790575" y="2097088"/>
          <p14:tracePt t="12053" x="754063" y="2119313"/>
          <p14:tracePt t="12070" x="719138" y="2141538"/>
          <p14:tracePt t="12087" x="696913" y="2155825"/>
          <p14:tracePt t="12103" x="668338" y="2176463"/>
          <p14:tracePt t="12120" x="631825" y="2206625"/>
          <p14:tracePt t="12137" x="609600" y="2235200"/>
          <p14:tracePt t="12153" x="566738" y="2293938"/>
          <p14:tracePt t="12170" x="522288" y="2373313"/>
          <p14:tracePt t="12187" x="479425" y="2460625"/>
          <p14:tracePt t="12204" x="434975" y="2525713"/>
          <p14:tracePt t="12220" x="414338" y="2590800"/>
          <p14:tracePt t="12237" x="392113" y="2663825"/>
          <p14:tracePt t="12253" x="369888" y="2735263"/>
          <p14:tracePt t="12270" x="347663" y="2917825"/>
          <p14:tracePt t="12287" x="319088" y="3033713"/>
          <p14:tracePt t="12303" x="319088" y="3163888"/>
          <p14:tracePt t="12320" x="319088" y="3294063"/>
          <p14:tracePt t="12337" x="319088" y="3432175"/>
          <p14:tracePt t="12353" x="319088" y="3548063"/>
          <p14:tracePt t="12370" x="333375" y="3665538"/>
          <p14:tracePt t="12387" x="347663" y="3802063"/>
          <p14:tracePt t="12403" x="377825" y="3940175"/>
          <p14:tracePt t="12420" x="414338" y="4071938"/>
          <p14:tracePt t="12437" x="449263" y="4165600"/>
          <p14:tracePt t="12453" x="493713" y="4281488"/>
          <p14:tracePt t="12470" x="522288" y="4368800"/>
          <p14:tracePt t="12487" x="595313" y="4498975"/>
          <p14:tracePt t="12504" x="652463" y="4586288"/>
          <p14:tracePt t="12520" x="739775" y="4681538"/>
          <p14:tracePt t="12537" x="835025" y="4746625"/>
          <p14:tracePt t="12554" x="885825" y="4797425"/>
          <p14:tracePt t="12570" x="942975" y="4833938"/>
          <p14:tracePt t="12587" x="993775" y="4868863"/>
          <p14:tracePt t="12604" x="1066800" y="4905375"/>
          <p14:tracePt t="12620" x="1146175" y="4949825"/>
          <p14:tracePt t="12637" x="1227138" y="4986338"/>
          <p14:tracePt t="12654" x="1292225" y="5021263"/>
          <p14:tracePt t="12670" x="1349375" y="5043488"/>
          <p14:tracePt t="12687" x="1414463" y="5072063"/>
          <p14:tracePt t="12704" x="1458913" y="5080000"/>
          <p14:tracePt t="12720" x="1501775" y="5102225"/>
          <p14:tracePt t="12737" x="1582738" y="5130800"/>
          <p14:tracePt t="12754" x="1625600" y="5138738"/>
          <p14:tracePt t="12770" x="1676400" y="5145088"/>
          <p14:tracePt t="12787" x="1741488" y="5167313"/>
          <p14:tracePt t="12804" x="1770063" y="5173663"/>
          <p14:tracePt t="12820" x="1828800" y="5189538"/>
          <p14:tracePt t="12837" x="1879600" y="5203825"/>
          <p14:tracePt t="12854" x="1958975" y="5232400"/>
          <p14:tracePt t="12870" x="2054225" y="5240338"/>
          <p14:tracePt t="12887" x="2119313" y="5254625"/>
          <p14:tracePt t="12904" x="2162175" y="5254625"/>
          <p14:tracePt t="12920" x="2212975" y="5254625"/>
          <p14:tracePt t="12937" x="2278063" y="5254625"/>
          <p14:tracePt t="12954" x="2359025" y="5254625"/>
          <p14:tracePt t="12970" x="2466975" y="5254625"/>
          <p14:tracePt t="12987" x="2554288" y="5254625"/>
          <p14:tracePt t="13004" x="2633663" y="5254625"/>
          <p14:tracePt t="13020" x="2728913" y="5254625"/>
          <p14:tracePt t="13037" x="2816225" y="5254625"/>
          <p14:tracePt t="13054" x="2909888" y="5254625"/>
          <p14:tracePt t="13070" x="3062288" y="5254625"/>
          <p14:tracePt t="13087" x="3178175" y="5246688"/>
          <p14:tracePt t="13104" x="3279775" y="5246688"/>
          <p14:tracePt t="13120" x="3367088" y="5240338"/>
          <p14:tracePt t="13137" x="3454400" y="5240338"/>
          <p14:tracePt t="13154" x="3541713" y="5224463"/>
          <p14:tracePt t="13170" x="3614738" y="5210175"/>
          <p14:tracePt t="13187" x="3700463" y="5195888"/>
          <p14:tracePt t="13204" x="3795713" y="5173663"/>
          <p14:tracePt t="13220" x="3875088" y="5145088"/>
          <p14:tracePt t="13237" x="3970338" y="5122863"/>
          <p14:tracePt t="13254" x="4049713" y="5102225"/>
          <p14:tracePt t="13270" x="4157663" y="5065713"/>
          <p14:tracePt t="13287" x="4202113" y="5051425"/>
          <p14:tracePt t="13304" x="4244975" y="5037138"/>
          <p14:tracePt t="13320" x="4289425" y="5006975"/>
          <p14:tracePt t="13337" x="4368800" y="4956175"/>
          <p14:tracePt t="13354" x="4433888" y="4919663"/>
          <p14:tracePt t="13371" x="4506913" y="4884738"/>
          <p14:tracePt t="13387" x="4543425" y="4862513"/>
          <p14:tracePt t="13404" x="4572000" y="4848225"/>
          <p14:tracePt t="13421" x="4586288" y="4840288"/>
          <p14:tracePt t="13437" x="4600575" y="4826000"/>
          <p14:tracePt t="13454" x="4622800" y="4811713"/>
          <p14:tracePt t="13471" x="4637088" y="4797425"/>
          <p14:tracePt t="13487" x="4637088" y="4789488"/>
          <p14:tracePt t="13521" x="4651375" y="4775200"/>
          <p14:tracePt t="13672" x="4659313" y="4767263"/>
          <p14:tracePt t="13711" x="4665663" y="4767263"/>
          <p14:tracePt t="13719" x="4673600" y="4767263"/>
          <p14:tracePt t="13736" x="4681538" y="4767263"/>
          <p14:tracePt t="13743" x="4687888" y="4767263"/>
          <p14:tracePt t="13754" x="4695825" y="4767263"/>
          <p14:tracePt t="13770" x="4702175" y="4767263"/>
          <p14:tracePt t="13787" x="4716463" y="4767263"/>
          <p14:tracePt t="13804" x="4746625" y="4767263"/>
          <p14:tracePt t="13821" x="4783138" y="4767263"/>
          <p14:tracePt t="13837" x="4826000" y="4767263"/>
          <p14:tracePt t="13854" x="4868863" y="4767263"/>
          <p14:tracePt t="13871" x="4891088" y="4767263"/>
          <p14:tracePt t="13975" x="4899025" y="4767263"/>
          <p14:tracePt t="14031" x="4905375" y="4775200"/>
          <p14:tracePt t="14039" x="4913313" y="4783138"/>
          <p14:tracePt t="14048" x="4919663" y="4803775"/>
          <p14:tracePt t="14055" x="4927600" y="4818063"/>
          <p14:tracePt t="14071" x="4935538" y="4848225"/>
          <p14:tracePt t="14087" x="4949825" y="4884738"/>
          <p14:tracePt t="14104" x="4949825" y="4891088"/>
          <p14:tracePt t="14128" x="4949825" y="4899025"/>
          <p14:tracePt t="14137" x="4949825" y="4913313"/>
          <p14:tracePt t="14154" x="4949825" y="4935538"/>
          <p14:tracePt t="14171" x="4949825" y="4949825"/>
          <p14:tracePt t="14187" x="4949825" y="4964113"/>
          <p14:tracePt t="14327" x="4949825" y="4970463"/>
          <p14:tracePt t="14336" x="4949825" y="4964113"/>
          <p14:tracePt t="14343" x="4949825" y="4956175"/>
          <p14:tracePt t="14354" x="4949825" y="4927600"/>
          <p14:tracePt t="14371" x="4941888" y="4884738"/>
          <p14:tracePt t="14387" x="4927600" y="4826000"/>
          <p14:tracePt t="14404" x="4927600" y="4760913"/>
          <p14:tracePt t="14421" x="4927600" y="4695825"/>
          <p14:tracePt t="14438" x="4927600" y="4608513"/>
          <p14:tracePt t="14454" x="4927600" y="4506913"/>
          <p14:tracePt t="14471" x="4927600" y="4433888"/>
          <p14:tracePt t="14488" x="4927600" y="4346575"/>
          <p14:tracePt t="14504" x="4956175" y="4267200"/>
          <p14:tracePt t="14521" x="4970463" y="4202113"/>
          <p14:tracePt t="14538" x="5006975" y="4122738"/>
          <p14:tracePt t="14554" x="5057775" y="4021138"/>
          <p14:tracePt t="14571" x="5094288" y="3962400"/>
          <p14:tracePt t="14587" x="5138738" y="3889375"/>
          <p14:tracePt t="14604" x="5181600" y="3838575"/>
          <p14:tracePt t="14621" x="5224463" y="3781425"/>
          <p14:tracePt t="14638" x="5260975" y="3751263"/>
          <p14:tracePt t="14654" x="5305425" y="3700463"/>
          <p14:tracePt t="14671" x="5334000" y="3671888"/>
          <p14:tracePt t="14688" x="5376863" y="3643313"/>
          <p14:tracePt t="14704" x="5443538" y="3606800"/>
          <p14:tracePt t="14721" x="5500688" y="3578225"/>
          <p14:tracePt t="14738" x="5588000" y="3548063"/>
          <p14:tracePt t="14754" x="5675313" y="3519488"/>
          <p14:tracePt t="14771" x="5748338" y="3497263"/>
          <p14:tracePt t="14787" x="5842000" y="3476625"/>
          <p14:tracePt t="14804" x="5921375" y="3468688"/>
          <p14:tracePt t="14821" x="6067425" y="3440113"/>
          <p14:tracePt t="14838" x="6234113" y="3432175"/>
          <p14:tracePt t="14854" x="6530975" y="3432175"/>
          <p14:tracePt t="14871" x="6719888" y="3432175"/>
          <p14:tracePt t="14888" x="6916738" y="3432175"/>
          <p14:tracePt t="14904" x="7104063" y="3432175"/>
          <p14:tracePt t="14921" x="7307263" y="3432175"/>
          <p14:tracePt t="14938" x="7518400" y="3432175"/>
          <p14:tracePt t="14954" x="7721600" y="3432175"/>
          <p14:tracePt t="14971" x="7910513" y="3432175"/>
          <p14:tracePt t="14988" x="8085138" y="3432175"/>
          <p14:tracePt t="15004" x="8237538" y="3432175"/>
          <p14:tracePt t="15021" x="8404225" y="3432175"/>
          <p14:tracePt t="15038" x="8534400" y="3432175"/>
          <p14:tracePt t="15054" x="8751888" y="3432175"/>
          <p14:tracePt t="15071" x="8897938" y="3432175"/>
          <p14:tracePt t="15088" x="9028113" y="3432175"/>
          <p14:tracePt t="15104" x="9144000" y="3432175"/>
          <p14:tracePt t="15121" x="9245600" y="3432175"/>
          <p14:tracePt t="15138" x="9369425" y="3432175"/>
          <p14:tracePt t="15154" x="9485313" y="3432175"/>
          <p14:tracePt t="15171" x="9615488" y="3432175"/>
          <p14:tracePt t="15188" x="9745663" y="3432175"/>
          <p14:tracePt t="15204" x="9877425" y="3432175"/>
          <p14:tracePt t="15221" x="10029825" y="3432175"/>
          <p14:tracePt t="15238" x="10167938" y="3446463"/>
          <p14:tracePt t="15254" x="10355263" y="3468688"/>
          <p14:tracePt t="15271" x="10450513" y="3490913"/>
          <p14:tracePt t="15288" x="10529888" y="3490913"/>
          <p14:tracePt t="15304" x="10602913" y="3497263"/>
          <p14:tracePt t="15321" x="10660063" y="3513138"/>
          <p14:tracePt t="15338" x="10710863" y="3519488"/>
          <p14:tracePt t="15354" x="10747375" y="3533775"/>
          <p14:tracePt t="15371" x="10777538" y="3548063"/>
          <p14:tracePt t="15388" x="10806113" y="3570288"/>
          <p14:tracePt t="15404" x="10828338" y="3592513"/>
          <p14:tracePt t="15421" x="10848975" y="3621088"/>
          <p14:tracePt t="15438" x="10871200" y="3649663"/>
          <p14:tracePt t="15454" x="10907713" y="3700463"/>
          <p14:tracePt t="15471" x="10914063" y="3759200"/>
          <p14:tracePt t="15488" x="10936288" y="3838575"/>
          <p14:tracePt t="15505" x="10936288" y="3976688"/>
          <p14:tracePt t="15521" x="10936288" y="4129088"/>
          <p14:tracePt t="15538" x="10944225" y="4281488"/>
          <p14:tracePt t="15555" x="10964863" y="4419600"/>
          <p14:tracePt t="15571" x="10972800" y="4498975"/>
          <p14:tracePt t="15588" x="10972800" y="4564063"/>
          <p14:tracePt t="15605" x="10972800" y="4630738"/>
          <p14:tracePt t="15621" x="10958513" y="4732338"/>
          <p14:tracePt t="15638" x="10879138" y="4876800"/>
          <p14:tracePt t="15654" x="10726738" y="5094288"/>
          <p14:tracePt t="15671" x="10609263" y="5218113"/>
          <p14:tracePt t="15688" x="10493375" y="5319713"/>
          <p14:tracePt t="15705" x="10348913" y="5413375"/>
          <p14:tracePt t="15722" x="10174288" y="5500688"/>
          <p14:tracePt t="15738" x="10007600" y="5565775"/>
          <p14:tracePt t="15755" x="9818688" y="5624513"/>
          <p14:tracePt t="15771" x="9586913" y="5681663"/>
          <p14:tracePt t="15788" x="9375775" y="5711825"/>
          <p14:tracePt t="15805" x="9129713" y="5754688"/>
          <p14:tracePt t="15821" x="8904288" y="5776913"/>
          <p14:tracePt t="15838" x="8607425" y="5834063"/>
          <p14:tracePt t="15855" x="8432800" y="5864225"/>
          <p14:tracePt t="15871" x="8258175" y="5884863"/>
          <p14:tracePt t="15888" x="8085138" y="5884863"/>
          <p14:tracePt t="15905" x="7916863" y="5900738"/>
          <p14:tracePt t="15921" x="7772400" y="5900738"/>
          <p14:tracePt t="15938" x="7642225" y="5900738"/>
          <p14:tracePt t="15955" x="7526338" y="5900738"/>
          <p14:tracePt t="15971" x="7394575" y="5900738"/>
          <p14:tracePt t="15988" x="7242175" y="5900738"/>
          <p14:tracePt t="16005" x="7089775" y="5900738"/>
          <p14:tracePt t="16021" x="6937375" y="5900738"/>
          <p14:tracePt t="16038" x="6713538" y="5900738"/>
          <p14:tracePt t="16055" x="6604000" y="5900738"/>
          <p14:tracePt t="16071" x="6510338" y="5900738"/>
          <p14:tracePt t="16088" x="6408738" y="5900738"/>
          <p14:tracePt t="16105" x="6327775" y="5900738"/>
          <p14:tracePt t="16121" x="6219825" y="5870575"/>
          <p14:tracePt t="16138" x="6124575" y="5849938"/>
          <p14:tracePt t="16155" x="6059488" y="5834063"/>
          <p14:tracePt t="16171" x="5994400" y="5813425"/>
          <p14:tracePt t="16188" x="5929313" y="5805488"/>
          <p14:tracePt t="16205" x="5849938" y="5776913"/>
          <p14:tracePt t="16221" x="5740400" y="5740400"/>
          <p14:tracePt t="16238" x="5638800" y="5711825"/>
          <p14:tracePt t="16255" x="5595938" y="5703888"/>
          <p14:tracePt t="16271" x="5551488" y="5681663"/>
          <p14:tracePt t="16288" x="5508625" y="5675313"/>
          <p14:tracePt t="16305" x="5457825" y="5624513"/>
          <p14:tracePt t="16321" x="5362575" y="5573713"/>
          <p14:tracePt t="16338" x="5246688" y="5522913"/>
          <p14:tracePt t="16355" x="5153025" y="5464175"/>
          <p14:tracePt t="16371" x="5065713" y="5413375"/>
          <p14:tracePt t="16388" x="4986338" y="5362575"/>
          <p14:tracePt t="16405" x="4891088" y="5311775"/>
          <p14:tracePt t="16421" x="4811713" y="5254625"/>
          <p14:tracePt t="16438" x="4752975" y="5210175"/>
          <p14:tracePt t="16455" x="4724400" y="5173663"/>
          <p14:tracePt t="16471" x="4716463" y="5138738"/>
          <p14:tracePt t="16488" x="4710113" y="5087938"/>
          <p14:tracePt t="16505" x="4687888" y="5006975"/>
          <p14:tracePt t="16521" x="4681538" y="4913313"/>
          <p14:tracePt t="16538" x="4681538" y="4868863"/>
          <p14:tracePt t="16555" x="4681538" y="4840288"/>
          <p14:tracePt t="16571" x="4681538" y="4811713"/>
          <p14:tracePt t="16588" x="4681538" y="4783138"/>
          <p14:tracePt t="16605" x="4687888" y="4732338"/>
          <p14:tracePt t="16621" x="4702175" y="4681538"/>
          <p14:tracePt t="16639" x="4732338" y="4622800"/>
          <p14:tracePt t="16655" x="4752975" y="4579938"/>
          <p14:tracePt t="16671" x="4760913" y="4549775"/>
          <p14:tracePt t="16688" x="4783138" y="4521200"/>
          <p14:tracePt t="16705" x="4811713" y="4478338"/>
          <p14:tracePt t="16721" x="4826000" y="4433888"/>
          <p14:tracePt t="16738" x="4848225" y="4397375"/>
          <p14:tracePt t="16755" x="4868863" y="4354513"/>
          <p14:tracePt t="16771" x="4899025" y="4318000"/>
          <p14:tracePt t="16788" x="4935538" y="4259263"/>
          <p14:tracePt t="16805" x="4956175" y="4224338"/>
          <p14:tracePt t="16822" x="4992688" y="4165600"/>
          <p14:tracePt t="16838" x="5043488" y="4086225"/>
          <p14:tracePt t="16855" x="5057775" y="4056063"/>
          <p14:tracePt t="16872" x="5072063" y="4041775"/>
          <p14:tracePt t="16888" x="5087938" y="4027488"/>
          <p14:tracePt t="16905" x="5108575" y="3998913"/>
          <p14:tracePt t="16922" x="5130800" y="3970338"/>
          <p14:tracePt t="16938" x="5153025" y="3933825"/>
          <p14:tracePt t="16955" x="5181600" y="3903663"/>
          <p14:tracePt t="16972" x="5195888" y="3883025"/>
          <p14:tracePt t="16988" x="5218113" y="3860800"/>
          <p14:tracePt t="17005" x="5232400" y="3852863"/>
          <p14:tracePt t="17021" x="5246688" y="3838575"/>
          <p14:tracePt t="17038" x="5275263" y="3810000"/>
          <p14:tracePt t="17055" x="5297488" y="3795713"/>
          <p14:tracePt t="17072" x="5311775" y="3795713"/>
          <p14:tracePt t="17088" x="5319713" y="3787775"/>
          <p14:tracePt t="17105" x="5348288" y="3787775"/>
          <p14:tracePt t="17122" x="5356225" y="3773488"/>
          <p14:tracePt t="17138" x="5376863" y="3773488"/>
          <p14:tracePt t="17155" x="5392738" y="3773488"/>
          <p14:tracePt t="17172" x="5413375" y="3767138"/>
          <p14:tracePt t="17188" x="5443538" y="3759200"/>
          <p14:tracePt t="17205" x="5472113" y="3744913"/>
          <p14:tracePt t="17222" x="5514975" y="3736975"/>
          <p14:tracePt t="17238" x="5551488" y="3730625"/>
          <p14:tracePt t="17255" x="5580063" y="3722688"/>
          <p14:tracePt t="17288" x="5595938" y="3722688"/>
          <p14:tracePt t="17305" x="5624513" y="3716338"/>
          <p14:tracePt t="17322" x="5638800" y="3716338"/>
          <p14:tracePt t="17338" x="5675313" y="3716338"/>
          <p14:tracePt t="17355" x="5703888" y="3716338"/>
          <p14:tracePt t="17372" x="5748338" y="3708400"/>
          <p14:tracePt t="17388" x="5805488" y="3708400"/>
          <p14:tracePt t="17405" x="5884863" y="3708400"/>
          <p14:tracePt t="17422" x="6002338" y="3708400"/>
          <p14:tracePt t="17438" x="6175375" y="3759200"/>
          <p14:tracePt t="17455" x="6299200" y="3817938"/>
          <p14:tracePt t="17472" x="6408738" y="3868738"/>
          <p14:tracePt t="17488" x="6538913" y="3954463"/>
          <p14:tracePt t="17505" x="6640513" y="4013200"/>
          <p14:tracePt t="17522" x="6784975" y="4106863"/>
          <p14:tracePt t="17538" x="6916738" y="4194175"/>
          <p14:tracePt t="17555" x="7038975" y="4259263"/>
          <p14:tracePt t="17572" x="7148513" y="4318000"/>
          <p14:tracePt t="17588" x="7242175" y="4383088"/>
          <p14:tracePt t="17605" x="7323138" y="4433888"/>
          <p14:tracePt t="17622" x="7402513" y="4484688"/>
          <p14:tracePt t="17639" x="7489825" y="4557713"/>
          <p14:tracePt t="17655" x="7540625" y="4594225"/>
          <p14:tracePt t="17672" x="7577138" y="4630738"/>
          <p14:tracePt t="17688" x="7597775" y="4659313"/>
          <p14:tracePt t="17705" x="7620000" y="4695825"/>
          <p14:tracePt t="17722" x="7648575" y="4738688"/>
          <p14:tracePt t="17738" x="7693025" y="4783138"/>
          <p14:tracePt t="17755" x="7713663" y="4818063"/>
          <p14:tracePt t="17772" x="7735888" y="4862513"/>
          <p14:tracePt t="17789" x="7750175" y="4899025"/>
          <p14:tracePt t="17805" x="7758113" y="4927600"/>
          <p14:tracePt t="17822" x="7758113" y="5014913"/>
          <p14:tracePt t="17838" x="7743825" y="5116513"/>
          <p14:tracePt t="17855" x="7707313" y="5218113"/>
          <p14:tracePt t="17872" x="7670800" y="5291138"/>
          <p14:tracePt t="17889" x="7656513" y="5319713"/>
          <p14:tracePt t="17905" x="7642225" y="5334000"/>
          <p14:tracePt t="17922" x="7612063" y="5356225"/>
          <p14:tracePt t="17939" x="7591425" y="5376863"/>
          <p14:tracePt t="17955" x="7554913" y="5392738"/>
          <p14:tracePt t="17972" x="7540625" y="5407025"/>
          <p14:tracePt t="17989" x="7489825" y="5435600"/>
          <p14:tracePt t="18005" x="7424738" y="5443538"/>
          <p14:tracePt t="18022" x="7337425" y="5464175"/>
          <p14:tracePt t="18039" x="7292975" y="5472113"/>
          <p14:tracePt t="18055" x="7256463" y="5472113"/>
          <p14:tracePt t="18072" x="7213600" y="5486400"/>
          <p14:tracePt t="18089" x="7177088" y="5486400"/>
          <p14:tracePt t="18105" x="7134225" y="5486400"/>
          <p14:tracePt t="18122" x="7089775" y="5486400"/>
          <p14:tracePt t="18139" x="7069138" y="5486400"/>
          <p14:tracePt t="18155" x="7038975" y="5486400"/>
          <p14:tracePt t="18172" x="7010400" y="5486400"/>
          <p14:tracePt t="18189" x="6967538" y="5486400"/>
          <p14:tracePt t="18205" x="6937375" y="5486400"/>
          <p14:tracePt t="18222" x="6886575" y="5486400"/>
          <p14:tracePt t="18239" x="6858000" y="5478463"/>
          <p14:tracePt t="18255" x="6821488" y="5464175"/>
          <p14:tracePt t="18272" x="6792913" y="5457825"/>
          <p14:tracePt t="18289" x="6770688" y="5457825"/>
          <p14:tracePt t="18305" x="6727825" y="5449888"/>
          <p14:tracePt t="18322" x="6705600" y="5443538"/>
          <p14:tracePt t="18339" x="6691313" y="5427663"/>
          <p14:tracePt t="18355" x="6646863" y="5413375"/>
          <p14:tracePt t="18372" x="6618288" y="5407025"/>
          <p14:tracePt t="18389" x="6596063" y="5384800"/>
          <p14:tracePt t="18405" x="6553200" y="5362575"/>
          <p14:tracePt t="18422" x="6516688" y="5348288"/>
          <p14:tracePt t="18439" x="6502400" y="5334000"/>
          <p14:tracePt t="18472" x="6494463" y="5326063"/>
          <p14:tracePt t="18489" x="6480175" y="5319713"/>
          <p14:tracePt t="18505" x="6465888" y="5305425"/>
          <p14:tracePt t="18522" x="6459538" y="5297488"/>
          <p14:tracePt t="18539" x="6451600" y="5291138"/>
          <p14:tracePt t="18556" x="6437313" y="5275263"/>
          <p14:tracePt t="18572" x="6429375" y="5268913"/>
          <p14:tracePt t="18589" x="6415088" y="5246688"/>
          <p14:tracePt t="18605" x="6415088" y="5232400"/>
          <p14:tracePt t="18622" x="6400800" y="5210175"/>
          <p14:tracePt t="18639" x="6400800" y="5203825"/>
          <p14:tracePt t="18655" x="6392863" y="5189538"/>
          <p14:tracePt t="18672" x="6392863" y="5181600"/>
          <p14:tracePt t="18689" x="6392863" y="5173663"/>
          <p14:tracePt t="18705" x="6386513" y="5153025"/>
          <p14:tracePt t="18722" x="6386513" y="5130800"/>
          <p14:tracePt t="18739" x="6386513" y="5108575"/>
          <p14:tracePt t="18755" x="6386513" y="5102225"/>
          <p14:tracePt t="18772" x="6386513" y="5080000"/>
          <p14:tracePt t="18789" x="6386513" y="5072063"/>
          <p14:tracePt t="18805" x="6386513" y="5065713"/>
          <p14:tracePt t="18822" x="6386513" y="5037138"/>
          <p14:tracePt t="18839" x="6386513" y="5014913"/>
          <p14:tracePt t="18855" x="6386513" y="5000625"/>
          <p14:tracePt t="18872" x="6386513" y="4986338"/>
          <p14:tracePt t="18889" x="6386513" y="4978400"/>
          <p14:tracePt t="18906" x="6386513" y="4970463"/>
          <p14:tracePt t="18922" x="6386513" y="4949825"/>
          <p14:tracePt t="18939" x="6386513" y="4927600"/>
          <p14:tracePt t="18956" x="6386513" y="4919663"/>
          <p14:tracePt t="18972" x="6386513" y="4905375"/>
          <p14:tracePt t="18989" x="6392863" y="4891088"/>
          <p14:tracePt t="19006" x="6392863" y="4884738"/>
          <p14:tracePt t="19022" x="6392863" y="4876800"/>
          <p14:tracePt t="19039" x="6400800" y="4854575"/>
          <p14:tracePt t="19056" x="6408738" y="4848225"/>
          <p14:tracePt t="19073" x="6415088" y="4833938"/>
          <p14:tracePt t="19089" x="6423025" y="4826000"/>
          <p14:tracePt t="19106" x="6429375" y="4811713"/>
          <p14:tracePt t="19122" x="6443663" y="4797425"/>
          <p14:tracePt t="19139" x="6465888" y="4789488"/>
          <p14:tracePt t="19155" x="6488113" y="4775200"/>
          <p14:tracePt t="19172" x="6502400" y="4760913"/>
          <p14:tracePt t="19189" x="6516688" y="4752975"/>
          <p14:tracePt t="19206" x="6545263" y="4746625"/>
          <p14:tracePt t="19222" x="6575425" y="4732338"/>
          <p14:tracePt t="19239" x="6611938" y="4724400"/>
          <p14:tracePt t="19256" x="6646863" y="4710113"/>
          <p14:tracePt t="19272" x="6662738" y="4710113"/>
          <p14:tracePt t="19289" x="6691313" y="4702175"/>
          <p14:tracePt t="19306" x="6734175" y="4702175"/>
          <p14:tracePt t="19322" x="6778625" y="4702175"/>
          <p14:tracePt t="19339" x="6821488" y="4702175"/>
          <p14:tracePt t="19356" x="6865938" y="4702175"/>
          <p14:tracePt t="19372" x="6886575" y="4702175"/>
          <p14:tracePt t="19389" x="6916738" y="4702175"/>
          <p14:tracePt t="19406" x="6937375" y="4702175"/>
          <p14:tracePt t="19422" x="7002463" y="4702175"/>
          <p14:tracePt t="19439" x="7038975" y="4710113"/>
          <p14:tracePt t="19456" x="7089775" y="4716463"/>
          <p14:tracePt t="19472" x="7134225" y="4732338"/>
          <p14:tracePt t="19489" x="7177088" y="4746625"/>
          <p14:tracePt t="19506" x="7191375" y="4746625"/>
          <p14:tracePt t="19522" x="7213600" y="4752975"/>
          <p14:tracePt t="19539" x="7227888" y="4767263"/>
          <p14:tracePt t="19556" x="7256463" y="4783138"/>
          <p14:tracePt t="19572" x="7278688" y="4797425"/>
          <p14:tracePt t="19589" x="7300913" y="4818063"/>
          <p14:tracePt t="19591" x="7315200" y="4826000"/>
          <p14:tracePt t="19607" x="7323138" y="4833938"/>
          <p14:tracePt t="19622" x="7337425" y="4848225"/>
          <p14:tracePt t="19639" x="7351713" y="4862513"/>
          <p14:tracePt t="19656" x="7373938" y="4891088"/>
          <p14:tracePt t="19672" x="7388225" y="4913313"/>
          <p14:tracePt t="19689" x="7408863" y="4935538"/>
          <p14:tracePt t="19706" x="7408863" y="4956175"/>
          <p14:tracePt t="19723" x="7416800" y="4970463"/>
          <p14:tracePt t="19739" x="7416800" y="5006975"/>
          <p14:tracePt t="19756" x="7416800" y="5043488"/>
          <p14:tracePt t="19773" x="7416800" y="5094288"/>
          <p14:tracePt t="19789" x="7416800" y="5138738"/>
          <p14:tracePt t="19806" x="7402513" y="5167313"/>
          <p14:tracePt t="19823" x="7373938" y="5203825"/>
          <p14:tracePt t="19839" x="7343775" y="5218113"/>
          <p14:tracePt t="19856" x="7323138" y="5240338"/>
          <p14:tracePt t="19872" x="7292975" y="5254625"/>
          <p14:tracePt t="19889" x="7235825" y="5275263"/>
          <p14:tracePt t="19906" x="7185025" y="5291138"/>
          <p14:tracePt t="19922" x="7134225" y="5291138"/>
          <p14:tracePt t="19939" x="7075488" y="5291138"/>
          <p14:tracePt t="19956" x="7032625" y="5291138"/>
          <p14:tracePt t="19973" x="6996113" y="5291138"/>
          <p14:tracePt t="19989" x="6959600" y="5291138"/>
          <p14:tracePt t="20006" x="6931025" y="5291138"/>
          <p14:tracePt t="20022" x="6872288" y="5291138"/>
          <p14:tracePt t="20039" x="6829425" y="5283200"/>
          <p14:tracePt t="20056" x="6792913" y="5268913"/>
          <p14:tracePt t="20073" x="6764338" y="5268913"/>
          <p14:tracePt t="20089" x="6756400" y="5254625"/>
          <p14:tracePt t="20106" x="6742113" y="5254625"/>
          <p14:tracePt t="20123" x="6719888" y="5246688"/>
          <p14:tracePt t="20139" x="6697663" y="5240338"/>
          <p14:tracePt t="20156" x="6669088" y="5224463"/>
          <p14:tracePt t="20173" x="6646863" y="5218113"/>
          <p14:tracePt t="20189" x="6632575" y="5203825"/>
          <p14:tracePt t="20206" x="6626225" y="5195888"/>
          <p14:tracePt t="20223" x="6611938" y="5189538"/>
          <p14:tracePt t="20239" x="6604000" y="5181600"/>
          <p14:tracePt t="20295" x="6604000" y="5167313"/>
          <p14:tracePt t="20311" x="6604000" y="5159375"/>
          <p14:tracePt t="20327" x="6604000" y="5145088"/>
          <p14:tracePt t="20343" x="6604000" y="5138738"/>
          <p14:tracePt t="20359" x="6604000" y="5130800"/>
          <p14:tracePt t="20368" x="6604000" y="5122863"/>
          <p14:tracePt t="20375" x="6604000" y="5116513"/>
          <p14:tracePt t="20415" x="6611938" y="5108575"/>
          <p14:tracePt t="20431" x="6611938" y="5102225"/>
          <p14:tracePt t="20448" x="6618288" y="5102225"/>
          <p14:tracePt t="20487" x="6626225" y="5102225"/>
          <p14:tracePt t="20504" x="6626225" y="5094288"/>
          <p14:tracePt t="20520" x="6640513" y="5094288"/>
          <p14:tracePt t="20527" x="6646863" y="5094288"/>
          <p14:tracePt t="20543" x="6662738" y="5094288"/>
          <p14:tracePt t="20551" x="6669088" y="5094288"/>
          <p14:tracePt t="20568" x="6683375" y="5094288"/>
          <p14:tracePt t="20575" x="6691313" y="5094288"/>
          <p14:tracePt t="20589" x="6697663" y="5094288"/>
          <p14:tracePt t="20606" x="6705600" y="5094288"/>
          <p14:tracePt t="20623" x="6734175" y="5094288"/>
          <p14:tracePt t="20639" x="6756400" y="5094288"/>
          <p14:tracePt t="20656" x="6770688" y="5094288"/>
          <p14:tracePt t="20673" x="6784975" y="5094288"/>
          <p14:tracePt t="20690" x="6792913" y="5094288"/>
          <p14:tracePt t="20706" x="6799263" y="5094288"/>
          <p14:tracePt t="20723" x="6807200" y="5094288"/>
          <p14:tracePt t="20756" x="6821488" y="5094288"/>
          <p14:tracePt t="20789" x="6835775" y="5094288"/>
          <p14:tracePt t="20806" x="6850063" y="5094288"/>
          <p14:tracePt t="20823" x="6872288" y="5094288"/>
          <p14:tracePt t="20839" x="6894513" y="5094288"/>
          <p14:tracePt t="20856" x="6937375" y="5094288"/>
          <p14:tracePt t="20873" x="6967538" y="5094288"/>
          <p14:tracePt t="20889" x="7002463" y="5094288"/>
          <p14:tracePt t="20906" x="7038975" y="5102225"/>
          <p14:tracePt t="20923" x="7069138" y="5108575"/>
          <p14:tracePt t="20940" x="7097713" y="5108575"/>
          <p14:tracePt t="20956" x="7119938" y="5122863"/>
          <p14:tracePt t="20973" x="7126288" y="5130800"/>
          <p14:tracePt t="20990" x="7140575" y="5138738"/>
          <p14:tracePt t="21006" x="7154863" y="5145088"/>
          <p14:tracePt t="21023" x="7177088" y="5167313"/>
          <p14:tracePt t="21040" x="7191375" y="5173663"/>
          <p14:tracePt t="21056" x="7199313" y="5181600"/>
          <p14:tracePt t="21073" x="7199313" y="5189538"/>
          <p14:tracePt t="21106" x="7213600" y="5210175"/>
          <p14:tracePt t="21123" x="7227888" y="5218113"/>
          <p14:tracePt t="21140" x="7235825" y="5224463"/>
          <p14:tracePt t="21173" x="7242175" y="5232400"/>
          <p14:tracePt t="21216" x="7250113" y="5232400"/>
          <p14:tracePt t="21223" x="7256463" y="5232400"/>
          <p14:tracePt t="21231" x="7264400" y="5232400"/>
          <p14:tracePt t="21240" x="7272338" y="5232400"/>
          <p14:tracePt t="21256" x="7300913" y="5232400"/>
          <p14:tracePt t="21273" x="7307263" y="5224463"/>
          <p14:tracePt t="21290" x="7343775" y="5218113"/>
          <p14:tracePt t="21306" x="7373938" y="5210175"/>
          <p14:tracePt t="21323" x="7402513" y="5203825"/>
          <p14:tracePt t="21340" x="7439025" y="5203825"/>
          <p14:tracePt t="21356" x="7475538" y="5181600"/>
          <p14:tracePt t="21373" x="7504113" y="5181600"/>
          <p14:tracePt t="21390" x="7518400" y="5173663"/>
          <p14:tracePt t="21406" x="7554913" y="5159375"/>
          <p14:tracePt t="21423" x="7577138" y="5153025"/>
          <p14:tracePt t="21440" x="7583488" y="5153025"/>
          <p14:tracePt t="21457" x="7591425" y="5153025"/>
        </p14:tracePtLst>
      </p14:laserTraceLst>
    </p:ext>
  </p:extLs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a:xfrm>
                <a:off x="733982" y="270089"/>
                <a:ext cx="8541903" cy="1499616"/>
              </a:xfrm>
            </p:spPr>
            <p:txBody>
              <a:bodyPr>
                <a:normAutofit/>
              </a:bodyPr>
              <a:lstStyle/>
              <a:p>
                <a:r>
                  <a:rPr lang="en-US" dirty="0" smtClean="0"/>
                  <a:t>Determining </a:t>
                </a:r>
                <a:r>
                  <a:rPr lang="en-US" dirty="0"/>
                  <a:t>t-critical value </a:t>
                </a:r>
                <a14:m>
                  <m:oMath xmlns:m="http://schemas.openxmlformats.org/officeDocument/2006/math">
                    <m:d>
                      <m:dPr>
                        <m:ctrlPr>
                          <a:rPr lang="en-US" b="0" i="1" smtClean="0">
                            <a:latin typeface="Cambria Math" panose="02040503050406030204" pitchFamily="18" charset="0"/>
                          </a:rPr>
                        </m:ctrlPr>
                      </m:dPr>
                      <m:e>
                        <m:sSub>
                          <m:sSubPr>
                            <m:ctrlPr>
                              <a:rPr lang="en-US"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𝑐𝑟𝑖𝑡</m:t>
                            </m:r>
                          </m:sub>
                        </m:sSub>
                      </m:e>
                    </m:d>
                  </m:oMath>
                </a14:m>
                <a:r>
                  <a:rPr lang="en-US" b="0" dirty="0"/>
                  <a:t/>
                </a:r>
                <a:br>
                  <a:rPr lang="en-US" b="0" dirty="0"/>
                </a:br>
                <a:r>
                  <a:rPr lang="en-US" dirty="0"/>
                  <a:t>on the T-table </a:t>
                </a:r>
                <a:r>
                  <a:rPr lang="en-US" dirty="0" smtClean="0"/>
                  <a:t>(4/5</a:t>
                </a:r>
                <a:r>
                  <a:rPr lang="en-US" dirty="0"/>
                  <a:t>)</a:t>
                </a:r>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733982" y="270089"/>
                <a:ext cx="8541903" cy="1499616"/>
              </a:xfrm>
              <a:blipFill>
                <a:blip r:embed="rId6"/>
                <a:stretch>
                  <a:fillRect l="-3424" t="-12195" b="-17480"/>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5AA13D58-D7BC-8747-9F0A-0DB9E6B3595A}" type="slidenum">
              <a:rPr lang="en-US" smtClean="0"/>
              <a:t>40</a:t>
            </a:fld>
            <a:endParaRPr lang="en-US"/>
          </a:p>
        </p:txBody>
      </p:sp>
      <p:sp>
        <p:nvSpPr>
          <p:cNvPr id="3" name="Rectangle 2"/>
          <p:cNvSpPr/>
          <p:nvPr/>
        </p:nvSpPr>
        <p:spPr>
          <a:xfrm>
            <a:off x="733982" y="2934170"/>
            <a:ext cx="2905411" cy="369332"/>
          </a:xfrm>
          <a:prstGeom prst="rect">
            <a:avLst/>
          </a:prstGeom>
        </p:spPr>
        <p:txBody>
          <a:bodyPr wrap="none">
            <a:spAutoFit/>
          </a:bodyPr>
          <a:lstStyle/>
          <a:p>
            <a:pPr marL="285750" indent="-285750">
              <a:buFont typeface="Arial" panose="020B0604020202020204" pitchFamily="34" charset="0"/>
              <a:buChar char="•"/>
            </a:pPr>
            <a:r>
              <a:rPr lang="en-US" dirty="0"/>
              <a:t>Degree of freedom (</a:t>
            </a:r>
            <a:r>
              <a:rPr lang="en-US" dirty="0" err="1"/>
              <a:t>df</a:t>
            </a:r>
            <a:r>
              <a:rPr lang="en-US" dirty="0"/>
              <a:t>): 3</a:t>
            </a:r>
          </a:p>
        </p:txBody>
      </p:sp>
      <p:sp>
        <p:nvSpPr>
          <p:cNvPr id="9" name="Rectangle 8"/>
          <p:cNvSpPr/>
          <p:nvPr/>
        </p:nvSpPr>
        <p:spPr>
          <a:xfrm>
            <a:off x="733982" y="3290133"/>
            <a:ext cx="1778051" cy="369332"/>
          </a:xfrm>
          <a:prstGeom prst="rect">
            <a:avLst/>
          </a:prstGeom>
        </p:spPr>
        <p:txBody>
          <a:bodyPr wrap="none">
            <a:spAutoFit/>
          </a:bodyPr>
          <a:lstStyle/>
          <a:p>
            <a:pPr marL="285750" indent="-285750">
              <a:buFont typeface="Arial" panose="020B0604020202020204" pitchFamily="34" charset="0"/>
              <a:buChar char="•"/>
            </a:pPr>
            <a:r>
              <a:rPr lang="el-GR" dirty="0">
                <a:latin typeface="Times New Roman" panose="02020603050405020304" pitchFamily="18" charset="0"/>
                <a:cs typeface="Times New Roman" panose="02020603050405020304" pitchFamily="18" charset="0"/>
              </a:rPr>
              <a:t>α </a:t>
            </a:r>
            <a:r>
              <a:rPr lang="en-US" dirty="0">
                <a:latin typeface="Times New Roman" panose="02020603050405020304" pitchFamily="18" charset="0"/>
                <a:cs typeface="Times New Roman" panose="02020603050405020304" pitchFamily="18" charset="0"/>
              </a:rPr>
              <a:t>= </a:t>
            </a:r>
            <a:r>
              <a:rPr lang="en-US" dirty="0"/>
              <a:t>0.05 (5%)</a:t>
            </a:r>
          </a:p>
        </p:txBody>
      </p:sp>
      <p:sp>
        <p:nvSpPr>
          <p:cNvPr id="10" name="Rectangle 9"/>
          <p:cNvSpPr/>
          <p:nvPr/>
        </p:nvSpPr>
        <p:spPr>
          <a:xfrm>
            <a:off x="696530" y="2561281"/>
            <a:ext cx="1771575" cy="369332"/>
          </a:xfrm>
          <a:prstGeom prst="rect">
            <a:avLst/>
          </a:prstGeom>
        </p:spPr>
        <p:txBody>
          <a:bodyPr wrap="none">
            <a:spAutoFit/>
          </a:bodyPr>
          <a:lstStyle/>
          <a:p>
            <a:pPr marL="285750" indent="-285750" algn="just">
              <a:buFont typeface="Arial" panose="020B0604020202020204" pitchFamily="34" charset="0"/>
              <a:buChar char="•"/>
            </a:pPr>
            <a:r>
              <a:rPr lang="en-US" dirty="0"/>
              <a:t>T-score = -3.3</a:t>
            </a:r>
          </a:p>
        </p:txBody>
      </p:sp>
      <p:pic>
        <p:nvPicPr>
          <p:cNvPr id="15" name="Picture 14"/>
          <p:cNvPicPr>
            <a:picLocks noChangeAspect="1"/>
          </p:cNvPicPr>
          <p:nvPr/>
        </p:nvPicPr>
        <p:blipFill rotWithShape="1">
          <a:blip r:embed="rId7">
            <a:extLst>
              <a:ext uri="{28A0092B-C50C-407E-A947-70E740481C1C}">
                <a14:useLocalDpi xmlns:a14="http://schemas.microsoft.com/office/drawing/2010/main" val="0"/>
              </a:ext>
            </a:extLst>
          </a:blip>
          <a:srcRect r="22823" b="73175"/>
          <a:stretch/>
        </p:blipFill>
        <p:spPr>
          <a:xfrm>
            <a:off x="3846811" y="2454564"/>
            <a:ext cx="6658405" cy="2251897"/>
          </a:xfrm>
          <a:prstGeom prst="rect">
            <a:avLst/>
          </a:prstGeom>
        </p:spPr>
      </p:pic>
      <p:sp>
        <p:nvSpPr>
          <p:cNvPr id="17" name="Rectangle 16"/>
          <p:cNvSpPr/>
          <p:nvPr/>
        </p:nvSpPr>
        <p:spPr>
          <a:xfrm>
            <a:off x="4490338" y="4002800"/>
            <a:ext cx="475623" cy="204236"/>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9135454" y="4002800"/>
            <a:ext cx="600147" cy="186597"/>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p:nvSpPr>
        <p:spPr>
          <a:xfrm>
            <a:off x="4126666" y="3204674"/>
            <a:ext cx="727345" cy="248884"/>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9135454" y="3197539"/>
            <a:ext cx="600147" cy="248884"/>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Arrow Connector 20"/>
          <p:cNvCxnSpPr>
            <a:stCxn id="17" idx="3"/>
            <a:endCxn id="18" idx="1"/>
          </p:cNvCxnSpPr>
          <p:nvPr/>
        </p:nvCxnSpPr>
        <p:spPr>
          <a:xfrm flipV="1">
            <a:off x="4965961" y="4096099"/>
            <a:ext cx="4169493" cy="8819"/>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20" idx="2"/>
            <a:endCxn id="18" idx="0"/>
          </p:cNvCxnSpPr>
          <p:nvPr/>
        </p:nvCxnSpPr>
        <p:spPr>
          <a:xfrm>
            <a:off x="9435528" y="3446423"/>
            <a:ext cx="0" cy="556377"/>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3590675436"/>
      </p:ext>
    </p:extLst>
  </p:cSld>
  <p:clrMapOvr>
    <a:masterClrMapping/>
  </p:clrMapOvr>
  <p:transition spd="slow" advTm="23153">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500"/>
                                        <p:tgtEl>
                                          <p:spTgt spid="1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fade">
                                      <p:cBhvr>
                                        <p:cTn id="18" dur="500"/>
                                        <p:tgtEl>
                                          <p:spTgt spid="2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500"/>
                                        <p:tgtEl>
                                          <p:spTgt spid="22"/>
                                        </p:tgtEl>
                                      </p:cBhvr>
                                    </p:animEffect>
                                  </p:childTnLst>
                                </p:cTn>
                              </p:par>
                              <p:par>
                                <p:cTn id="24" presetID="10" presetClass="entr" presetSubtype="0" fill="hold" nodeType="withEffect">
                                  <p:stCondLst>
                                    <p:cond delay="0"/>
                                  </p:stCondLst>
                                  <p:childTnLst>
                                    <p:set>
                                      <p:cBhvr>
                                        <p:cTn id="25" dur="1" fill="hold">
                                          <p:stCondLst>
                                            <p:cond delay="0"/>
                                          </p:stCondLst>
                                        </p:cTn>
                                        <p:tgtEl>
                                          <p:spTgt spid="21"/>
                                        </p:tgtEl>
                                        <p:attrNameLst>
                                          <p:attrName>style.visibility</p:attrName>
                                        </p:attrNameLst>
                                      </p:cBhvr>
                                      <p:to>
                                        <p:strVal val="visible"/>
                                      </p:to>
                                    </p:set>
                                    <p:animEffect transition="in" filter="fade">
                                      <p:cBhvr>
                                        <p:cTn id="26" dur="500"/>
                                        <p:tgtEl>
                                          <p:spTgt spid="21"/>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fade">
                                      <p:cBhvr>
                                        <p:cTn id="29"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9" grpId="0"/>
      <p:bldP spid="17" grpId="0" animBg="1"/>
      <p:bldP spid="18" grpId="0" animBg="1"/>
      <p:bldP spid="20" grpId="0" animBg="1"/>
    </p:bldLst>
  </p:timing>
  <p:extLst mod="1">
    <p:ext uri="{3A86A75C-4F4B-4683-9AE1-C65F6400EC91}">
      <p14:laserTraceLst xmlns:p14="http://schemas.microsoft.com/office/powerpoint/2010/main">
        <p14:tracePtLst>
          <p14:tracePt t="463" x="7591425" y="5130800"/>
          <p14:tracePt t="472" x="7591425" y="5102225"/>
          <p14:tracePt t="483" x="7577138" y="5065713"/>
          <p14:tracePt t="500" x="7481888" y="4927600"/>
          <p14:tracePt t="517" x="7264400" y="4710113"/>
          <p14:tracePt t="533" x="6872288" y="4281488"/>
          <p14:tracePt t="550" x="6596063" y="3948113"/>
          <p14:tracePt t="567" x="6291263" y="3578225"/>
          <p14:tracePt t="583" x="6045200" y="3287713"/>
          <p14:tracePt t="600" x="5892800" y="3070225"/>
          <p14:tracePt t="617" x="5805488" y="2895600"/>
          <p14:tracePt t="633" x="5740400" y="2743200"/>
          <p14:tracePt t="650" x="5675313" y="2598738"/>
          <p14:tracePt t="667" x="5580063" y="2452688"/>
          <p14:tracePt t="683" x="5500688" y="2328863"/>
          <p14:tracePt t="700" x="5435600" y="2192338"/>
          <p14:tracePt t="717" x="5376863" y="2090738"/>
          <p14:tracePt t="733" x="5319713" y="1981200"/>
          <p14:tracePt t="750" x="5297488" y="1930400"/>
          <p14:tracePt t="767" x="5275263" y="1901825"/>
          <p14:tracePt t="783" x="5240338" y="1871663"/>
          <p14:tracePt t="800" x="5224463" y="1857375"/>
          <p14:tracePt t="817" x="5218113" y="1836738"/>
          <p14:tracePt t="833" x="5203825" y="1814513"/>
          <p14:tracePt t="850" x="5195888" y="1792288"/>
          <p14:tracePt t="867" x="5189538" y="1785938"/>
          <p14:tracePt t="1071" x="5181600" y="1778000"/>
          <p14:tracePt t="1078" x="5159375" y="1778000"/>
          <p14:tracePt t="1086" x="5153025" y="1785938"/>
          <p14:tracePt t="1100" x="5138738" y="1800225"/>
          <p14:tracePt t="1117" x="5108575" y="1800225"/>
          <p14:tracePt t="1133" x="5000625" y="1836738"/>
          <p14:tracePt t="1150" x="4899025" y="1851025"/>
          <p14:tracePt t="1167" x="4803775" y="1865313"/>
          <p14:tracePt t="1183" x="4738688" y="1865313"/>
          <p14:tracePt t="1200" x="4651375" y="1865313"/>
          <p14:tracePt t="1217" x="4549775" y="1865313"/>
          <p14:tracePt t="1233" x="4427538" y="1828800"/>
          <p14:tracePt t="1250" x="4354513" y="1814513"/>
          <p14:tracePt t="1267" x="4310063" y="1785938"/>
          <p14:tracePt t="1283" x="4244975" y="1770063"/>
          <p14:tracePt t="1300" x="4202113" y="1755775"/>
          <p14:tracePt t="1317" x="4157663" y="1735138"/>
          <p14:tracePt t="1334" x="4049713" y="1684338"/>
          <p14:tracePt t="1350" x="3998913" y="1639888"/>
          <p14:tracePt t="1367" x="3970338" y="1617663"/>
          <p14:tracePt t="1383" x="3954463" y="1574800"/>
          <p14:tracePt t="1400" x="3933825" y="1531938"/>
          <p14:tracePt t="1417" x="3933825" y="1501775"/>
          <p14:tracePt t="1434" x="3919538" y="1473200"/>
          <p14:tracePt t="1450" x="3911600" y="1436688"/>
          <p14:tracePt t="1467" x="3911600" y="1400175"/>
          <p14:tracePt t="1484" x="3911600" y="1357313"/>
          <p14:tracePt t="1500" x="3911600" y="1320800"/>
          <p14:tracePt t="1517" x="3925888" y="1277938"/>
          <p14:tracePt t="1534" x="3940175" y="1255713"/>
          <p14:tracePt t="1550" x="3970338" y="1211263"/>
          <p14:tracePt t="1567" x="4021138" y="1176338"/>
          <p14:tracePt t="1584" x="4064000" y="1146175"/>
          <p14:tracePt t="1600" x="4122738" y="1095375"/>
          <p14:tracePt t="1617" x="4173538" y="1052513"/>
          <p14:tracePt t="1634" x="4224338" y="1016000"/>
          <p14:tracePt t="1650" x="4281488" y="987425"/>
          <p14:tracePt t="1667" x="4346575" y="950913"/>
          <p14:tracePt t="1684" x="4405313" y="928688"/>
          <p14:tracePt t="1700" x="4470400" y="914400"/>
          <p14:tracePt t="1717" x="4535488" y="906463"/>
          <p14:tracePt t="1734" x="4724400" y="906463"/>
          <p14:tracePt t="1750" x="4876800" y="906463"/>
          <p14:tracePt t="1767" x="5043488" y="906463"/>
          <p14:tracePt t="1784" x="5203825" y="928688"/>
          <p14:tracePt t="1800" x="5356225" y="942975"/>
          <p14:tracePt t="1817" x="5500688" y="973138"/>
          <p14:tracePt t="1834" x="5610225" y="1008063"/>
          <p14:tracePt t="1850" x="5732463" y="1044575"/>
          <p14:tracePt t="1867" x="5827713" y="1081088"/>
          <p14:tracePt t="1884" x="5935663" y="1125538"/>
          <p14:tracePt t="1900" x="6067425" y="1196975"/>
          <p14:tracePt t="1917" x="6161088" y="1262063"/>
          <p14:tracePt t="1934" x="6262688" y="1328738"/>
          <p14:tracePt t="1950" x="6313488" y="1357313"/>
          <p14:tracePt t="1967" x="6327775" y="1371600"/>
          <p14:tracePt t="1984" x="6350000" y="1393825"/>
          <p14:tracePt t="2000" x="6364288" y="1414463"/>
          <p14:tracePt t="2017" x="6392863" y="1458913"/>
          <p14:tracePt t="2034" x="6423025" y="1487488"/>
          <p14:tracePt t="2050" x="6443663" y="1531938"/>
          <p14:tracePt t="2067" x="6459538" y="1552575"/>
          <p14:tracePt t="2084" x="6465888" y="1574800"/>
          <p14:tracePt t="2100" x="6473825" y="1589088"/>
          <p14:tracePt t="2117" x="6480175" y="1603375"/>
          <p14:tracePt t="2134" x="6488113" y="1625600"/>
          <p14:tracePt t="2150" x="6488113" y="1639888"/>
          <p14:tracePt t="2167" x="6494463" y="1654175"/>
          <p14:tracePt t="2184" x="6494463" y="1668463"/>
          <p14:tracePt t="2200" x="6502400" y="1684338"/>
          <p14:tracePt t="2217" x="6502400" y="1690688"/>
          <p14:tracePt t="2234" x="6502400" y="1712913"/>
          <p14:tracePt t="2250" x="6502400" y="1719263"/>
          <p14:tracePt t="2267" x="6502400" y="1735138"/>
          <p14:tracePt t="2284" x="6502400" y="1741488"/>
          <p14:tracePt t="2300" x="6502400" y="1749425"/>
          <p14:tracePt t="2317" x="6502400" y="1755775"/>
          <p14:tracePt t="2334" x="6502400" y="1770063"/>
          <p14:tracePt t="2350" x="6502400" y="1778000"/>
          <p14:tracePt t="2367" x="6494463" y="1800225"/>
          <p14:tracePt t="2384" x="6488113" y="1800225"/>
          <p14:tracePt t="2400" x="6465888" y="1806575"/>
          <p14:tracePt t="2417" x="6392863" y="1820863"/>
          <p14:tracePt t="2434" x="6299200" y="1828800"/>
          <p14:tracePt t="2451" x="6154738" y="1828800"/>
          <p14:tracePt t="2467" x="5986463" y="1828800"/>
          <p14:tracePt t="2484" x="5813425" y="1828800"/>
          <p14:tracePt t="2501" x="5661025" y="1828800"/>
          <p14:tracePt t="2517" x="5486400" y="1843088"/>
          <p14:tracePt t="2534" x="5384800" y="1843088"/>
          <p14:tracePt t="2551" x="5297488" y="1843088"/>
          <p14:tracePt t="2567" x="5218113" y="1843088"/>
          <p14:tracePt t="2584" x="5087938" y="1843088"/>
          <p14:tracePt t="2601" x="4986338" y="1843088"/>
          <p14:tracePt t="2617" x="4876800" y="1865313"/>
          <p14:tracePt t="2634" x="4789488" y="1871663"/>
          <p14:tracePt t="2651" x="4738688" y="1893888"/>
          <p14:tracePt t="2667" x="4702175" y="1901825"/>
          <p14:tracePt t="2684" x="4681538" y="1908175"/>
          <p14:tracePt t="2701" x="4651375" y="1922463"/>
          <p14:tracePt t="2717" x="4586288" y="1952625"/>
          <p14:tracePt t="2734" x="4557713" y="1981200"/>
          <p14:tracePt t="2751" x="4498975" y="1995488"/>
          <p14:tracePt t="2767" x="4448175" y="2017713"/>
          <p14:tracePt t="2784" x="4397375" y="2024063"/>
          <p14:tracePt t="2801" x="4325938" y="2039938"/>
          <p14:tracePt t="2817" x="4281488" y="2046288"/>
          <p14:tracePt t="2834" x="4216400" y="2054225"/>
          <p14:tracePt t="2851" x="4165600" y="2054225"/>
          <p14:tracePt t="2867" x="4106863" y="2068513"/>
          <p14:tracePt t="2884" x="4064000" y="2074863"/>
          <p14:tracePt t="2901" x="4021138" y="2082800"/>
          <p14:tracePt t="2917" x="3984625" y="2082800"/>
          <p14:tracePt t="2934" x="3970338" y="2082800"/>
          <p14:tracePt t="2951" x="3954463" y="2082800"/>
          <p14:tracePt t="2967" x="3948113" y="2082800"/>
          <p14:tracePt t="3006" x="3940175" y="2090738"/>
          <p14:tracePt t="3022" x="3933825" y="2090738"/>
          <p14:tracePt t="3062" x="3933825" y="2097088"/>
          <p14:tracePt t="3070" x="3925888" y="2097088"/>
          <p14:tracePt t="3110" x="3919538" y="2105025"/>
          <p14:tracePt t="3190" x="3903663" y="2105025"/>
          <p14:tracePt t="3238" x="3897313" y="2111375"/>
          <p14:tracePt t="3287" x="3889375" y="2111375"/>
          <p14:tracePt t="3367" x="3889375" y="2119313"/>
          <p14:tracePt t="3479" x="3883025" y="2125663"/>
          <p14:tracePt t="3847" x="3875088" y="2119313"/>
          <p14:tracePt t="3854" x="3875088" y="2111375"/>
          <p14:tracePt t="3862" x="3875088" y="2090738"/>
          <p14:tracePt t="3870" x="3875088" y="2074863"/>
          <p14:tracePt t="3884" x="3875088" y="2068513"/>
          <p14:tracePt t="3901" x="3875088" y="2039938"/>
          <p14:tracePt t="3918" x="3875088" y="2024063"/>
          <p14:tracePt t="4763" x="3868738" y="2017713"/>
          <p14:tracePt t="4794" x="3860800" y="2017713"/>
          <p14:tracePt t="4891" x="3852863" y="2017713"/>
          <p14:tracePt t="5092" x="3846513" y="2017713"/>
          <p14:tracePt t="5114" x="3838575" y="2017713"/>
          <p14:tracePt t="5140" x="3832225" y="2017713"/>
          <p14:tracePt t="5211" x="3824288" y="2024063"/>
          <p14:tracePt t="5244" x="3817938" y="2024063"/>
          <p14:tracePt t="5261" x="3810000" y="2032000"/>
          <p14:tracePt t="5282" x="3802063" y="2039938"/>
          <p14:tracePt t="5297" x="3795713" y="2039938"/>
          <p14:tracePt t="5330" x="3781425" y="2046288"/>
          <p14:tracePt t="5344" x="3767138" y="2060575"/>
          <p14:tracePt t="5362" x="3759200" y="2068513"/>
          <p14:tracePt t="5371" x="3736975" y="2082800"/>
          <p14:tracePt t="5385" x="3708400" y="2119313"/>
          <p14:tracePt t="5402" x="3665538" y="2162175"/>
          <p14:tracePt t="5418" x="3606800" y="2212975"/>
          <p14:tracePt t="5435" x="3556000" y="2271713"/>
          <p14:tracePt t="5452" x="3513138" y="2308225"/>
          <p14:tracePt t="5468" x="3468688" y="2365375"/>
          <p14:tracePt t="5485" x="3417888" y="2430463"/>
          <p14:tracePt t="5502" x="3375025" y="2503488"/>
          <p14:tracePt t="5518" x="3338513" y="2598738"/>
          <p14:tracePt t="5535" x="3294063" y="2692400"/>
          <p14:tracePt t="5552" x="3265488" y="2765425"/>
          <p14:tracePt t="5569" x="3251200" y="2808288"/>
          <p14:tracePt t="5585" x="3222625" y="2859088"/>
          <p14:tracePt t="5602" x="3200400" y="2909888"/>
          <p14:tracePt t="5619" x="3192463" y="2932113"/>
          <p14:tracePt t="5635" x="3141663" y="3011488"/>
          <p14:tracePt t="5652" x="3106738" y="3062288"/>
          <p14:tracePt t="5668" x="3055938" y="3135313"/>
          <p14:tracePt t="5685" x="3005138" y="3214688"/>
          <p14:tracePt t="5702" x="2960688" y="3265488"/>
          <p14:tracePt t="5719" x="2938463" y="3294063"/>
          <p14:tracePt t="5735" x="2924175" y="3316288"/>
          <p14:tracePt t="5752" x="2895600" y="3344863"/>
          <p14:tracePt t="5769" x="2873375" y="3367088"/>
          <p14:tracePt t="5785" x="2836863" y="3403600"/>
          <p14:tracePt t="5802" x="2786063" y="3432175"/>
          <p14:tracePt t="5819" x="2751138" y="3462338"/>
          <p14:tracePt t="5835" x="2714625" y="3476625"/>
          <p14:tracePt t="5852" x="2684463" y="3482975"/>
          <p14:tracePt t="5870" x="2655888" y="3497263"/>
          <p14:tracePt t="5885" x="2627313" y="3513138"/>
          <p14:tracePt t="5902" x="2605088" y="3527425"/>
          <p14:tracePt t="5919" x="2568575" y="3533775"/>
          <p14:tracePt t="5935" x="2532063" y="3541713"/>
          <p14:tracePt t="5952" x="2481263" y="3563938"/>
          <p14:tracePt t="5969" x="2430463" y="3570288"/>
          <p14:tracePt t="5985" x="2395538" y="3570288"/>
          <p14:tracePt t="6002" x="2365375" y="3570288"/>
          <p14:tracePt t="6019" x="2344738" y="3570288"/>
          <p14:tracePt t="6035" x="2322513" y="3570288"/>
          <p14:tracePt t="6053" x="2314575" y="3570288"/>
          <p14:tracePt t="6070" x="2293938" y="3584575"/>
          <p14:tracePt t="6086" x="2286000" y="3584575"/>
          <p14:tracePt t="6102" x="2278063" y="3584575"/>
          <p14:tracePt t="6136" x="2263775" y="3584575"/>
          <p14:tracePt t="6153" x="2257425" y="3584575"/>
          <p14:tracePt t="8103" x="2278063" y="3584575"/>
          <p14:tracePt t="8110" x="2300288" y="3584575"/>
          <p14:tracePt t="8119" x="2336800" y="3584575"/>
          <p14:tracePt t="8136" x="2359025" y="3578225"/>
          <p14:tracePt t="8152" x="2365375" y="3570288"/>
          <p14:tracePt t="8169" x="2387600" y="3563938"/>
          <p14:tracePt t="8186" x="2409825" y="3556000"/>
          <p14:tracePt t="8202" x="2438400" y="3548063"/>
          <p14:tracePt t="8219" x="2466975" y="3533775"/>
          <p14:tracePt t="8236" x="2497138" y="3527425"/>
          <p14:tracePt t="8252" x="2511425" y="3527425"/>
          <p14:tracePt t="8269" x="2525713" y="3519488"/>
          <p14:tracePt t="8286" x="2540000" y="3513138"/>
          <p14:tracePt t="8302" x="2554288" y="3505200"/>
          <p14:tracePt t="8319" x="2576513" y="3505200"/>
          <p14:tracePt t="8336" x="2605088" y="3497263"/>
          <p14:tracePt t="8352" x="2649538" y="3482975"/>
          <p14:tracePt t="8369" x="2706688" y="3482975"/>
          <p14:tracePt t="8386" x="2786063" y="3482975"/>
          <p14:tracePt t="8402" x="2873375" y="3482975"/>
          <p14:tracePt t="8419" x="2960688" y="3482975"/>
          <p14:tracePt t="8436" x="3019425" y="3482975"/>
          <p14:tracePt t="8452" x="3062288" y="3482975"/>
          <p14:tracePt t="8469" x="3113088" y="3482975"/>
          <p14:tracePt t="8486" x="3135313" y="3482975"/>
          <p14:tracePt t="8502" x="3163888" y="3482975"/>
          <p14:tracePt t="8519" x="3178175" y="3482975"/>
          <p14:tracePt t="8536" x="3200400" y="3482975"/>
          <p14:tracePt t="8553" x="3208338" y="3482975"/>
          <p14:tracePt t="8569" x="3228975" y="3482975"/>
          <p14:tracePt t="8586" x="3243263" y="3482975"/>
          <p14:tracePt t="8602" x="3251200" y="3482975"/>
          <p14:tracePt t="8619" x="3265488" y="3482975"/>
          <p14:tracePt t="8652" x="3279775" y="3476625"/>
          <p14:tracePt t="8669" x="3287713" y="3476625"/>
          <p14:tracePt t="8694" x="3294063" y="3476625"/>
          <p14:tracePt t="8727" x="3302000" y="3476625"/>
          <p14:tracePt t="8766" x="3309938" y="3476625"/>
          <p14:tracePt t="8822" x="3316288" y="3476625"/>
          <p14:tracePt t="8903" x="3324225" y="3476625"/>
          <p14:tracePt t="8918" x="3330575" y="3476625"/>
          <p14:tracePt t="8943" x="3338513" y="3476625"/>
          <p14:tracePt t="8958" x="3352800" y="3468688"/>
          <p14:tracePt t="8982" x="3360738" y="3468688"/>
          <p14:tracePt t="8990" x="3367088" y="3468688"/>
          <p14:tracePt t="8998" x="3381375" y="3462338"/>
          <p14:tracePt t="9022" x="3395663" y="3462338"/>
          <p14:tracePt t="9030" x="3395663" y="3454400"/>
          <p14:tracePt t="9046" x="3403600" y="3454400"/>
          <p14:tracePt t="9070" x="3411538" y="3454400"/>
          <p14:tracePt t="9086" x="3417888" y="3454400"/>
          <p14:tracePt t="9094" x="3425825" y="3446463"/>
          <p14:tracePt t="9111" x="3440113" y="3446463"/>
          <p14:tracePt t="9119" x="3446463" y="3440113"/>
          <p14:tracePt t="9136" x="3454400" y="3432175"/>
          <p14:tracePt t="9287" x="3454400" y="3425825"/>
          <p14:tracePt t="11920" x="3440113" y="3425825"/>
          <p14:tracePt t="11927" x="3432175" y="3432175"/>
          <p14:tracePt t="11960" x="3417888" y="3446463"/>
          <p14:tracePt t="11967" x="3411538" y="3454400"/>
          <p14:tracePt t="11975" x="3403600" y="3468688"/>
          <p14:tracePt t="11987" x="3375025" y="3505200"/>
          <p14:tracePt t="12004" x="3324225" y="3584575"/>
          <p14:tracePt t="12020" x="3236913" y="3671888"/>
          <p14:tracePt t="12037" x="3005138" y="3889375"/>
          <p14:tracePt t="12054" x="2822575" y="4013200"/>
          <p14:tracePt t="12070" x="2678113" y="4071938"/>
          <p14:tracePt t="12087" x="2568575" y="4106863"/>
          <p14:tracePt t="12104" x="2446338" y="4137025"/>
          <p14:tracePt t="12120" x="2308225" y="4165600"/>
          <p14:tracePt t="12137" x="2170113" y="4179888"/>
          <p14:tracePt t="12154" x="2060575" y="4202113"/>
          <p14:tracePt t="12171" x="1952625" y="4208463"/>
          <p14:tracePt t="12187" x="1828800" y="4208463"/>
          <p14:tracePt t="12204" x="1668463" y="4208463"/>
          <p14:tracePt t="12221" x="1495425" y="4194175"/>
          <p14:tracePt t="12238" x="1312863" y="4165600"/>
          <p14:tracePt t="12254" x="1262063" y="4157663"/>
          <p14:tracePt t="12270" x="1247775" y="4151313"/>
          <p14:tracePt t="12287" x="1241425" y="4151313"/>
          <p14:tracePt t="12327" x="1241425" y="4143375"/>
          <p14:tracePt t="12351" x="1233488" y="4137025"/>
          <p14:tracePt t="12368" x="1219200" y="4129088"/>
          <p14:tracePt t="12384" x="1219200" y="4114800"/>
          <p14:tracePt t="12391" x="1211263" y="4114800"/>
          <p14:tracePt t="12399" x="1204913" y="4100513"/>
          <p14:tracePt t="12416" x="1204913" y="4092575"/>
          <p14:tracePt t="12423" x="1204913" y="4071938"/>
          <p14:tracePt t="12437" x="1204913" y="4041775"/>
          <p14:tracePt t="12454" x="1204913" y="4021138"/>
          <p14:tracePt t="12471" x="1204913" y="3998913"/>
          <p14:tracePt t="12487" x="1204913" y="3976688"/>
          <p14:tracePt t="12504" x="1211263" y="3962400"/>
          <p14:tracePt t="12520" x="1227138" y="3940175"/>
          <p14:tracePt t="12537" x="1233488" y="3925888"/>
          <p14:tracePt t="12571" x="1247775" y="3911600"/>
          <p14:tracePt t="12587" x="1255713" y="3903663"/>
          <p14:tracePt t="12604" x="1255713" y="3897313"/>
          <p14:tracePt t="12621" x="1270000" y="3883025"/>
          <p14:tracePt t="12637" x="1277938" y="3883025"/>
          <p14:tracePt t="12654" x="1277938" y="3875088"/>
          <p14:tracePt t="12687" x="1284288" y="3852863"/>
          <p14:tracePt t="12704" x="1298575" y="3846513"/>
          <p14:tracePt t="12720" x="1312863" y="3838575"/>
          <p14:tracePt t="12737" x="1335088" y="3824288"/>
          <p14:tracePt t="12754" x="1371600" y="3810000"/>
          <p14:tracePt t="12758" x="1371600" y="3802063"/>
          <p14:tracePt t="12771" x="1385888" y="3795713"/>
          <p14:tracePt t="12789" x="1408113" y="3787775"/>
          <p14:tracePt t="12804" x="1414463" y="3781425"/>
          <p14:tracePt t="12821" x="1444625" y="3773488"/>
          <p14:tracePt t="12837" x="1465263" y="3759200"/>
          <p14:tracePt t="12854" x="1495425" y="3751263"/>
          <p14:tracePt t="12871" x="1509713" y="3751263"/>
          <p14:tracePt t="12887" x="1524000" y="3744913"/>
          <p14:tracePt t="12904" x="1531938" y="3736975"/>
          <p14:tracePt t="12921" x="1538288" y="3736975"/>
          <p14:tracePt t="12937" x="1538288" y="3730625"/>
          <p14:tracePt t="12954" x="1560513" y="3722688"/>
          <p14:tracePt t="12971" x="1574800" y="3716338"/>
          <p14:tracePt t="12987" x="1582738" y="3708400"/>
          <p14:tracePt t="13087" x="1589088" y="3708400"/>
          <p14:tracePt t="13416" x="1597025" y="3708400"/>
          <p14:tracePt t="13424" x="1603375" y="3708400"/>
          <p14:tracePt t="13447" x="1611313" y="3708400"/>
          <p14:tracePt t="13455" x="1617663" y="3708400"/>
          <p14:tracePt t="13463" x="1625600" y="3708400"/>
          <p14:tracePt t="13480" x="1639888" y="3708400"/>
          <p14:tracePt t="13487" x="1647825" y="3716338"/>
          <p14:tracePt t="13504" x="1676400" y="3716338"/>
          <p14:tracePt t="13521" x="1698625" y="3716338"/>
          <p14:tracePt t="13538" x="1719263" y="3716338"/>
          <p14:tracePt t="13554" x="1755775" y="3722688"/>
          <p14:tracePt t="13571" x="1770063" y="3722688"/>
          <p14:tracePt t="13587" x="1800225" y="3722688"/>
          <p14:tracePt t="13605" x="1828800" y="3722688"/>
          <p14:tracePt t="13621" x="1843088" y="3722688"/>
          <p14:tracePt t="13637" x="1851025" y="3722688"/>
          <p14:tracePt t="13655" x="1857375" y="3722688"/>
          <p14:tracePt t="13671" x="1865313" y="3722688"/>
          <p14:tracePt t="14176" x="1879600" y="3722688"/>
          <p14:tracePt t="14191" x="1887538" y="3722688"/>
          <p14:tracePt t="14198" x="1893888" y="3722688"/>
          <p14:tracePt t="14207" x="1916113" y="3722688"/>
          <p14:tracePt t="14223" x="1938338" y="3722688"/>
          <p14:tracePt t="14238" x="1981200" y="3722688"/>
          <p14:tracePt t="14254" x="2039938" y="3736975"/>
          <p14:tracePt t="14271" x="2105025" y="3751263"/>
          <p14:tracePt t="14288" x="2198688" y="3787775"/>
          <p14:tracePt t="14304" x="2300288" y="3824288"/>
          <p14:tracePt t="14321" x="2359025" y="3852863"/>
          <p14:tracePt t="14338" x="2387600" y="3860800"/>
          <p14:tracePt t="14354" x="2395538" y="3868738"/>
          <p14:tracePt t="14371" x="2409825" y="3875088"/>
          <p14:tracePt t="14388" x="2430463" y="3889375"/>
          <p14:tracePt t="14404" x="2481263" y="3925888"/>
          <p14:tracePt t="14422" x="2613025" y="3998913"/>
          <p14:tracePt t="14438" x="2663825" y="4013200"/>
          <p14:tracePt t="14454" x="2684463" y="4035425"/>
          <p14:tracePt t="14471" x="2692400" y="4035425"/>
          <p14:tracePt t="14504" x="2700338" y="4035425"/>
          <p14:tracePt t="18895" x="2728913" y="4005263"/>
          <p14:tracePt t="18903" x="2786063" y="3984625"/>
          <p14:tracePt t="18910" x="2881313" y="3984625"/>
          <p14:tracePt t="18922" x="3025775" y="3984625"/>
          <p14:tracePt t="18939" x="3454400" y="4005263"/>
          <p14:tracePt t="18956" x="3903663" y="4078288"/>
          <p14:tracePt t="18972" x="4478338" y="4151313"/>
          <p14:tracePt t="18989" x="5014913" y="4230688"/>
          <p14:tracePt t="19006" x="5892800" y="4360863"/>
          <p14:tracePt t="19022" x="6443663" y="4448175"/>
          <p14:tracePt t="19039" x="6916738" y="4513263"/>
          <p14:tracePt t="19056" x="7272338" y="4543425"/>
          <p14:tracePt t="19072" x="7459663" y="4557713"/>
          <p14:tracePt t="19089" x="7591425" y="4557713"/>
          <p14:tracePt t="19106" x="7693025" y="4557713"/>
          <p14:tracePt t="19122" x="7800975" y="4557713"/>
          <p14:tracePt t="19139" x="7916863" y="4557713"/>
          <p14:tracePt t="19156" x="8018463" y="4564063"/>
          <p14:tracePt t="19173" x="8120063" y="4564063"/>
          <p14:tracePt t="19189" x="8243888" y="4564063"/>
          <p14:tracePt t="19206" x="8272463" y="4557713"/>
          <p14:tracePt t="19223" x="8294688" y="4549775"/>
          <p14:tracePt t="19239" x="8353425" y="4543425"/>
          <p14:tracePt t="19256" x="8483600" y="4543425"/>
          <p14:tracePt t="19273" x="8664575" y="4543425"/>
          <p14:tracePt t="19289" x="8831263" y="4543425"/>
          <p14:tracePt t="19306" x="8926513" y="4521200"/>
          <p14:tracePt t="19323" x="8955088" y="4506913"/>
          <p14:tracePt t="19339" x="8983663" y="4484688"/>
          <p14:tracePt t="19356" x="8991600" y="4478338"/>
          <p14:tracePt t="19373" x="8999538" y="4470400"/>
          <p14:tracePt t="19390" x="9013825" y="4456113"/>
          <p14:tracePt t="19406" x="9034463" y="4433888"/>
          <p14:tracePt t="19423" x="9070975" y="4405313"/>
          <p14:tracePt t="19439" x="9107488" y="4383088"/>
          <p14:tracePt t="19456" x="9136063" y="4376738"/>
          <p14:tracePt t="19473" x="9151938" y="4368800"/>
          <p14:tracePt t="19489" x="9166225" y="4368800"/>
          <p14:tracePt t="19506" x="9180513" y="4360863"/>
          <p14:tracePt t="19523" x="9186863" y="4346575"/>
          <p14:tracePt t="19556" x="9202738" y="4332288"/>
          <p14:tracePt t="19591" x="9209088" y="4332288"/>
          <p14:tracePt t="19614" x="9217025" y="4325938"/>
          <p14:tracePt t="19647" x="9223375" y="4325938"/>
          <p14:tracePt t="19655" x="9231313" y="4325938"/>
          <p14:tracePt t="20151" x="9231313" y="4318000"/>
          <p14:tracePt t="20166" x="9231313" y="4310063"/>
          <p14:tracePt t="20182" x="9237663" y="4303713"/>
          <p14:tracePt t="20199" x="9245600" y="4295775"/>
          <p14:tracePt t="20207" x="9245600" y="4289425"/>
          <p14:tracePt t="20222" x="9245600" y="4281488"/>
          <p14:tracePt t="20230" x="9253538" y="4281488"/>
          <p14:tracePt t="20246" x="9253538" y="4275138"/>
          <p14:tracePt t="20262" x="9259888" y="4267200"/>
          <p14:tracePt t="20279" x="9259888" y="4259263"/>
          <p14:tracePt t="20783" x="9274175" y="4244975"/>
          <p14:tracePt t="20807" x="9288463" y="4238625"/>
          <p14:tracePt t="20823" x="9296400" y="4238625"/>
          <p14:tracePt t="20830" x="9296400" y="4230688"/>
          <p14:tracePt t="20840" x="9304338" y="4230688"/>
          <p14:tracePt t="20857" x="9324975" y="4224338"/>
          <p14:tracePt t="20959" x="9332913" y="4224338"/>
          <p14:tracePt t="21007" x="9339263" y="4224338"/>
          <p14:tracePt t="21164" x="9347200" y="4216400"/>
          <p14:tracePt t="21284" x="9355138" y="4216400"/>
          <p14:tracePt t="21331" x="9361488" y="4216400"/>
          <p14:tracePt t="21363" x="9369425" y="4216400"/>
          <p14:tracePt t="21395" x="9375775" y="4216400"/>
          <p14:tracePt t="21422" x="9383713" y="4216400"/>
          <p14:tracePt t="21466" x="9390063" y="4216400"/>
          <p14:tracePt t="21483" x="9398000" y="4216400"/>
          <p14:tracePt t="21501" x="9412288" y="4208463"/>
          <p14:tracePt t="21588" x="9420225" y="4208463"/>
          <p14:tracePt t="21604" x="9426575" y="4208463"/>
          <p14:tracePt t="21611" x="9434513" y="4208463"/>
          <p14:tracePt t="21643" x="9448800" y="4202113"/>
          <p14:tracePt t="21651" x="9456738" y="4202113"/>
          <p14:tracePt t="21691" x="9471025" y="4202113"/>
          <p14:tracePt t="21714" x="9477375" y="4202113"/>
          <p14:tracePt t="21828" x="9485313" y="4202113"/>
          <p14:tracePt t="21845" x="9491663" y="4202113"/>
          <p14:tracePt t="21860" x="9499600" y="4202113"/>
          <p14:tracePt t="21890" x="9507538" y="4202113"/>
          <p14:tracePt t="21898" x="9521825" y="4202113"/>
          <p14:tracePt t="21922" x="9528175" y="4202113"/>
          <p14:tracePt t="21932" x="9536113" y="4202113"/>
          <p14:tracePt t="21940" x="9542463" y="4202113"/>
          <p14:tracePt t="21957" x="9550400" y="4202113"/>
          <p14:tracePt t="21986" x="9558338" y="4202113"/>
          <p14:tracePt t="21995" x="9564688" y="4202113"/>
          <p14:tracePt t="22011" x="9572625" y="4202113"/>
          <p14:tracePt t="22024" x="9578975" y="4208463"/>
          <p14:tracePt t="22041" x="9586913" y="4208463"/>
          <p14:tracePt t="22057" x="9601200" y="4208463"/>
        </p14:tracePtLst>
      </p14:laserTraceLst>
    </p:ext>
  </p:extLs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3982" y="270089"/>
            <a:ext cx="8541903" cy="1499616"/>
          </a:xfrm>
        </p:spPr>
        <p:txBody>
          <a:bodyPr>
            <a:normAutofit/>
          </a:bodyPr>
          <a:lstStyle/>
          <a:p>
            <a:r>
              <a:rPr lang="en-US" dirty="0" smtClean="0"/>
              <a:t>Determining range P-value </a:t>
            </a:r>
            <a:br>
              <a:rPr lang="en-US" dirty="0" smtClean="0"/>
            </a:br>
            <a:r>
              <a:rPr lang="en-US" dirty="0" smtClean="0"/>
              <a:t>on </a:t>
            </a:r>
            <a:r>
              <a:rPr lang="en-US" dirty="0"/>
              <a:t>the T-table </a:t>
            </a:r>
            <a:r>
              <a:rPr lang="en-US" dirty="0" smtClean="0"/>
              <a:t>(4/5</a:t>
            </a:r>
            <a:r>
              <a:rPr lang="en-US" dirty="0"/>
              <a:t>)</a:t>
            </a:r>
          </a:p>
        </p:txBody>
      </p:sp>
      <p:sp>
        <p:nvSpPr>
          <p:cNvPr id="4" name="Slide Number Placeholder 3"/>
          <p:cNvSpPr>
            <a:spLocks noGrp="1"/>
          </p:cNvSpPr>
          <p:nvPr>
            <p:ph type="sldNum" sz="quarter" idx="12"/>
          </p:nvPr>
        </p:nvSpPr>
        <p:spPr/>
        <p:txBody>
          <a:bodyPr/>
          <a:lstStyle/>
          <a:p>
            <a:fld id="{5AA13D58-D7BC-8747-9F0A-0DB9E6B3595A}" type="slidenum">
              <a:rPr lang="en-US" smtClean="0"/>
              <a:t>41</a:t>
            </a:fld>
            <a:endParaRPr lang="en-US"/>
          </a:p>
        </p:txBody>
      </p:sp>
      <p:sp>
        <p:nvSpPr>
          <p:cNvPr id="3" name="Rectangle 2"/>
          <p:cNvSpPr/>
          <p:nvPr/>
        </p:nvSpPr>
        <p:spPr>
          <a:xfrm>
            <a:off x="733982" y="2934170"/>
            <a:ext cx="2905411" cy="369332"/>
          </a:xfrm>
          <a:prstGeom prst="rect">
            <a:avLst/>
          </a:prstGeom>
        </p:spPr>
        <p:txBody>
          <a:bodyPr wrap="none">
            <a:spAutoFit/>
          </a:bodyPr>
          <a:lstStyle/>
          <a:p>
            <a:pPr marL="285750" indent="-285750">
              <a:buFont typeface="Arial" panose="020B0604020202020204" pitchFamily="34" charset="0"/>
              <a:buChar char="•"/>
            </a:pPr>
            <a:r>
              <a:rPr lang="en-US" dirty="0"/>
              <a:t>Degree of freedom (</a:t>
            </a:r>
            <a:r>
              <a:rPr lang="en-US" dirty="0" err="1"/>
              <a:t>df</a:t>
            </a:r>
            <a:r>
              <a:rPr lang="en-US" dirty="0"/>
              <a:t>): 3</a:t>
            </a:r>
          </a:p>
        </p:txBody>
      </p:sp>
      <p:sp>
        <p:nvSpPr>
          <p:cNvPr id="9" name="Rectangle 8"/>
          <p:cNvSpPr/>
          <p:nvPr/>
        </p:nvSpPr>
        <p:spPr>
          <a:xfrm>
            <a:off x="733982" y="3290133"/>
            <a:ext cx="1778051" cy="369332"/>
          </a:xfrm>
          <a:prstGeom prst="rect">
            <a:avLst/>
          </a:prstGeom>
        </p:spPr>
        <p:txBody>
          <a:bodyPr wrap="none">
            <a:spAutoFit/>
          </a:bodyPr>
          <a:lstStyle/>
          <a:p>
            <a:pPr marL="285750" indent="-285750">
              <a:buFont typeface="Arial" panose="020B0604020202020204" pitchFamily="34" charset="0"/>
              <a:buChar char="•"/>
            </a:pPr>
            <a:r>
              <a:rPr lang="el-GR" dirty="0">
                <a:latin typeface="Times New Roman" panose="02020603050405020304" pitchFamily="18" charset="0"/>
                <a:cs typeface="Times New Roman" panose="02020603050405020304" pitchFamily="18" charset="0"/>
              </a:rPr>
              <a:t>α </a:t>
            </a:r>
            <a:r>
              <a:rPr lang="en-US" dirty="0">
                <a:latin typeface="Times New Roman" panose="02020603050405020304" pitchFamily="18" charset="0"/>
                <a:cs typeface="Times New Roman" panose="02020603050405020304" pitchFamily="18" charset="0"/>
              </a:rPr>
              <a:t>= </a:t>
            </a:r>
            <a:r>
              <a:rPr lang="en-US" dirty="0"/>
              <a:t>0.05 (5%)</a:t>
            </a:r>
          </a:p>
        </p:txBody>
      </p:sp>
      <p:sp>
        <p:nvSpPr>
          <p:cNvPr id="10" name="Rectangle 9"/>
          <p:cNvSpPr/>
          <p:nvPr/>
        </p:nvSpPr>
        <p:spPr>
          <a:xfrm>
            <a:off x="696530" y="2561281"/>
            <a:ext cx="1771575" cy="369332"/>
          </a:xfrm>
          <a:prstGeom prst="rect">
            <a:avLst/>
          </a:prstGeom>
        </p:spPr>
        <p:txBody>
          <a:bodyPr wrap="none">
            <a:spAutoFit/>
          </a:bodyPr>
          <a:lstStyle/>
          <a:p>
            <a:pPr marL="285750" indent="-285750" algn="just">
              <a:buFont typeface="Arial" panose="020B0604020202020204" pitchFamily="34" charset="0"/>
              <a:buChar char="•"/>
            </a:pPr>
            <a:r>
              <a:rPr lang="en-US" dirty="0"/>
              <a:t>T-score = -</a:t>
            </a:r>
            <a:r>
              <a:rPr lang="en-US" dirty="0">
                <a:solidFill>
                  <a:srgbClr val="00B050"/>
                </a:solidFill>
              </a:rPr>
              <a:t>3.3</a:t>
            </a:r>
          </a:p>
        </p:txBody>
      </p:sp>
      <p:pic>
        <p:nvPicPr>
          <p:cNvPr id="15" name="Picture 14"/>
          <p:cNvPicPr>
            <a:picLocks noChangeAspect="1"/>
          </p:cNvPicPr>
          <p:nvPr/>
        </p:nvPicPr>
        <p:blipFill rotWithShape="1">
          <a:blip r:embed="rId4">
            <a:extLst>
              <a:ext uri="{28A0092B-C50C-407E-A947-70E740481C1C}">
                <a14:useLocalDpi xmlns:a14="http://schemas.microsoft.com/office/drawing/2010/main" val="0"/>
              </a:ext>
            </a:extLst>
          </a:blip>
          <a:srcRect r="22823" b="73175"/>
          <a:stretch/>
        </p:blipFill>
        <p:spPr>
          <a:xfrm>
            <a:off x="3846811" y="2454564"/>
            <a:ext cx="6658405" cy="2251897"/>
          </a:xfrm>
          <a:prstGeom prst="rect">
            <a:avLst/>
          </a:prstGeom>
        </p:spPr>
      </p:pic>
      <p:sp>
        <p:nvSpPr>
          <p:cNvPr id="17" name="Rectangle 16"/>
          <p:cNvSpPr/>
          <p:nvPr/>
        </p:nvSpPr>
        <p:spPr>
          <a:xfrm>
            <a:off x="4490338" y="4002800"/>
            <a:ext cx="6014878" cy="186597"/>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9135454" y="4002800"/>
            <a:ext cx="600147" cy="186597"/>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p:nvSpPr>
        <p:spPr>
          <a:xfrm>
            <a:off x="4126666" y="3204674"/>
            <a:ext cx="727345" cy="248884"/>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9135454" y="3197539"/>
            <a:ext cx="600147" cy="248884"/>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Arrow Connector 21"/>
          <p:cNvCxnSpPr>
            <a:stCxn id="20" idx="2"/>
            <a:endCxn id="18" idx="0"/>
          </p:cNvCxnSpPr>
          <p:nvPr/>
        </p:nvCxnSpPr>
        <p:spPr>
          <a:xfrm>
            <a:off x="9435528" y="3446423"/>
            <a:ext cx="0" cy="556377"/>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645083" y="5090358"/>
            <a:ext cx="2085418" cy="369332"/>
          </a:xfrm>
          <a:prstGeom prst="rect">
            <a:avLst/>
          </a:prstGeom>
          <a:ln>
            <a:solidFill>
              <a:srgbClr val="92D050"/>
            </a:solidFill>
          </a:ln>
        </p:spPr>
        <p:txBody>
          <a:bodyPr wrap="square">
            <a:spAutoFit/>
          </a:bodyPr>
          <a:lstStyle/>
          <a:p>
            <a:r>
              <a:rPr lang="en-US" dirty="0" smtClean="0">
                <a:solidFill>
                  <a:srgbClr val="00B050"/>
                </a:solidFill>
              </a:rPr>
              <a:t>Find Range P-VALUE:</a:t>
            </a:r>
            <a:endParaRPr lang="en-US" dirty="0">
              <a:solidFill>
                <a:srgbClr val="00B050"/>
              </a:solidFill>
            </a:endParaRPr>
          </a:p>
        </p:txBody>
      </p:sp>
      <p:sp>
        <p:nvSpPr>
          <p:cNvPr id="16" name="Oval 15"/>
          <p:cNvSpPr/>
          <p:nvPr/>
        </p:nvSpPr>
        <p:spPr>
          <a:xfrm>
            <a:off x="9663328" y="3967758"/>
            <a:ext cx="274320" cy="274320"/>
          </a:xfrm>
          <a:prstGeom prst="ellipse">
            <a:avLst/>
          </a:prstGeom>
          <a:solidFill>
            <a:srgbClr val="00B050"/>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cxnSp>
        <p:nvCxnSpPr>
          <p:cNvPr id="23" name="Straight Connector 22"/>
          <p:cNvCxnSpPr/>
          <p:nvPr/>
        </p:nvCxnSpPr>
        <p:spPr>
          <a:xfrm>
            <a:off x="9663328" y="3321981"/>
            <a:ext cx="274320" cy="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a:stCxn id="16" idx="0"/>
          </p:cNvCxnSpPr>
          <p:nvPr/>
        </p:nvCxnSpPr>
        <p:spPr>
          <a:xfrm flipV="1">
            <a:off x="9800488" y="3329116"/>
            <a:ext cx="0" cy="638642"/>
          </a:xfrm>
          <a:prstGeom prst="line">
            <a:avLst/>
          </a:prstGeom>
          <a:ln w="38100">
            <a:solidFill>
              <a:srgbClr val="00B050"/>
            </a:solidFill>
            <a:prstDash val="sysDot"/>
          </a:ln>
        </p:spPr>
        <p:style>
          <a:lnRef idx="1">
            <a:schemeClr val="accent1"/>
          </a:lnRef>
          <a:fillRef idx="0">
            <a:schemeClr val="accent1"/>
          </a:fillRef>
          <a:effectRef idx="0">
            <a:schemeClr val="accent1"/>
          </a:effectRef>
          <a:fontRef idx="minor">
            <a:schemeClr val="tx1"/>
          </a:fontRef>
        </p:style>
      </p:cxnSp>
      <p:sp>
        <p:nvSpPr>
          <p:cNvPr id="25" name="Rectangle 24"/>
          <p:cNvSpPr/>
          <p:nvPr/>
        </p:nvSpPr>
        <p:spPr>
          <a:xfrm>
            <a:off x="645082" y="5459690"/>
            <a:ext cx="2085418" cy="369332"/>
          </a:xfrm>
          <a:prstGeom prst="rect">
            <a:avLst/>
          </a:prstGeom>
          <a:solidFill>
            <a:srgbClr val="00B050"/>
          </a:solidFill>
          <a:ln>
            <a:solidFill>
              <a:srgbClr val="92D050"/>
            </a:solidFill>
          </a:ln>
        </p:spPr>
        <p:txBody>
          <a:bodyPr wrap="square">
            <a:spAutoFit/>
          </a:bodyPr>
          <a:lstStyle/>
          <a:p>
            <a:pPr algn="ctr"/>
            <a:r>
              <a:rPr lang="en-US" dirty="0" smtClean="0">
                <a:solidFill>
                  <a:schemeClr val="bg1"/>
                </a:solidFill>
              </a:rPr>
              <a:t>0.02&lt;P-value&lt;0.05</a:t>
            </a:r>
            <a:endParaRPr lang="en-US" dirty="0">
              <a:solidFill>
                <a:schemeClr val="bg1"/>
              </a:solidFill>
            </a:endParaRPr>
          </a:p>
        </p:txBody>
      </p:sp>
      <p:sp>
        <p:nvSpPr>
          <p:cNvPr id="26" name="TextBox 25"/>
          <p:cNvSpPr txBox="1"/>
          <p:nvPr/>
        </p:nvSpPr>
        <p:spPr>
          <a:xfrm>
            <a:off x="654914" y="5823565"/>
            <a:ext cx="3642664" cy="369332"/>
          </a:xfrm>
          <a:prstGeom prst="rect">
            <a:avLst/>
          </a:prstGeom>
          <a:ln>
            <a:solidFill>
              <a:srgbClr val="00B05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solidFill>
                  <a:srgbClr val="00B050"/>
                </a:solidFill>
              </a:rPr>
              <a:t>Check using system: 0.046</a:t>
            </a:r>
          </a:p>
        </p:txBody>
      </p:sp>
    </p:spTree>
    <p:custDataLst>
      <p:tags r:id="rId1"/>
    </p:custDataLst>
    <p:extLst>
      <p:ext uri="{BB962C8B-B14F-4D97-AF65-F5344CB8AC3E}">
        <p14:creationId xmlns:p14="http://schemas.microsoft.com/office/powerpoint/2010/main" val="2254311172"/>
      </p:ext>
    </p:extLst>
  </p:cSld>
  <p:clrMapOvr>
    <a:masterClrMapping/>
  </p:clrMapOvr>
  <p:transition spd="slow" advTm="51886">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500"/>
                                        <p:tgtEl>
                                          <p:spTgt spid="24"/>
                                        </p:tgtEl>
                                      </p:cBhvr>
                                    </p:animEffect>
                                  </p:childTnLst>
                                </p:cTn>
                              </p:par>
                              <p:par>
                                <p:cTn id="13" presetID="10" presetClass="entr" presetSubtype="0" fill="hold" nodeType="with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500"/>
                                        <p:tgtEl>
                                          <p:spTgt spid="2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5"/>
                                        </p:tgtEl>
                                        <p:attrNameLst>
                                          <p:attrName>style.visibility</p:attrName>
                                        </p:attrNameLst>
                                      </p:cBhvr>
                                      <p:to>
                                        <p:strVal val="visible"/>
                                      </p:to>
                                    </p:set>
                                    <p:animEffect transition="in" filter="fade">
                                      <p:cBhvr>
                                        <p:cTn id="18"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25" grpId="0" animBg="1"/>
    </p:bldLst>
  </p:timing>
  <p:extLst mod="1">
    <p:ext uri="{3A86A75C-4F4B-4683-9AE1-C65F6400EC91}">
      <p14:laserTraceLst xmlns:p14="http://schemas.microsoft.com/office/powerpoint/2010/main">
        <p14:tracePtLst>
          <p14:tracePt t="1134" x="9593263" y="4208463"/>
          <p14:tracePt t="1141" x="9578975" y="4216400"/>
          <p14:tracePt t="1150" x="9572625" y="4216400"/>
          <p14:tracePt t="1166" x="9536113" y="4216400"/>
          <p14:tracePt t="1182" x="9491663" y="4216400"/>
          <p14:tracePt t="1199" x="9434513" y="4216400"/>
          <p14:tracePt t="1215" x="9339263" y="4230688"/>
          <p14:tracePt t="1232" x="9186863" y="4252913"/>
          <p14:tracePt t="1250" x="9020175" y="4275138"/>
          <p14:tracePt t="1265" x="8824913" y="4295775"/>
          <p14:tracePt t="1282" x="8658225" y="4295775"/>
          <p14:tracePt t="1299" x="8542338" y="4295775"/>
          <p14:tracePt t="1315" x="8424863" y="4289425"/>
          <p14:tracePt t="1332" x="8251825" y="4238625"/>
          <p14:tracePt t="1349" x="8142288" y="4208463"/>
          <p14:tracePt t="1366" x="8012113" y="4173538"/>
          <p14:tracePt t="1382" x="7874000" y="4137025"/>
          <p14:tracePt t="1399" x="7735888" y="4092575"/>
          <p14:tracePt t="1415" x="7612063" y="4056063"/>
          <p14:tracePt t="1432" x="7453313" y="4027488"/>
          <p14:tracePt t="1449" x="7300913" y="4013200"/>
          <p14:tracePt t="1465" x="7097713" y="4013200"/>
          <p14:tracePt t="1482" x="6894513" y="4013200"/>
          <p14:tracePt t="1500" x="6683375" y="4013200"/>
          <p14:tracePt t="1516" x="6473825" y="4013200"/>
          <p14:tracePt t="1533" x="6103938" y="4013200"/>
          <p14:tracePt t="1549" x="5900738" y="4013200"/>
          <p14:tracePt t="1565" x="5711825" y="4013200"/>
          <p14:tracePt t="1582" x="5588000" y="4013200"/>
          <p14:tracePt t="1599" x="5435600" y="3998913"/>
          <p14:tracePt t="1616" x="5291138" y="3998913"/>
          <p14:tracePt t="1632" x="5138738" y="3998913"/>
          <p14:tracePt t="1649" x="4956175" y="3998913"/>
          <p14:tracePt t="1666" x="4767263" y="3998913"/>
          <p14:tracePt t="1682" x="4572000" y="3998913"/>
          <p14:tracePt t="1699" x="4405313" y="3984625"/>
          <p14:tracePt t="1716" x="4244975" y="3984625"/>
          <p14:tracePt t="1733" x="4013200" y="3984625"/>
          <p14:tracePt t="1750" x="3832225" y="3984625"/>
          <p14:tracePt t="1766" x="3686175" y="3984625"/>
          <p14:tracePt t="1782" x="3556000" y="3976688"/>
          <p14:tracePt t="1799" x="3454400" y="3970338"/>
          <p14:tracePt t="1816" x="3360738" y="3954463"/>
          <p14:tracePt t="1833" x="3273425" y="3954463"/>
          <p14:tracePt t="1849" x="3163888" y="3948113"/>
          <p14:tracePt t="1866" x="3076575" y="3948113"/>
          <p14:tracePt t="1882" x="2989263" y="3925888"/>
          <p14:tracePt t="1899" x="2909888" y="3919538"/>
          <p14:tracePt t="1916" x="2822575" y="3903663"/>
          <p14:tracePt t="1932" x="2663825" y="3883025"/>
          <p14:tracePt t="1949" x="2568575" y="3852863"/>
          <p14:tracePt t="1966" x="2503488" y="3832225"/>
          <p14:tracePt t="1982" x="2460625" y="3817938"/>
          <p14:tracePt t="1999" x="2424113" y="3802063"/>
          <p14:tracePt t="2016" x="2401888" y="3795713"/>
          <p14:tracePt t="2032" x="2379663" y="3787775"/>
          <p14:tracePt t="2050" x="2359025" y="3781425"/>
          <p14:tracePt t="2066" x="2336800" y="3773488"/>
          <p14:tracePt t="2082" x="2328863" y="3773488"/>
          <p14:tracePt t="2099" x="2322513" y="3767138"/>
          <p14:tracePt t="2116" x="2314575" y="3767138"/>
          <p14:tracePt t="2133" x="2286000" y="3767138"/>
          <p14:tracePt t="2149" x="2263775" y="3767138"/>
          <p14:tracePt t="3434" x="2278063" y="3767138"/>
          <p14:tracePt t="3441" x="2300288" y="3767138"/>
          <p14:tracePt t="3450" x="2314575" y="3767138"/>
          <p14:tracePt t="3466" x="2365375" y="3767138"/>
          <p14:tracePt t="3483" x="2460625" y="3767138"/>
          <p14:tracePt t="3503" x="2547938" y="3767138"/>
          <p14:tracePt t="3517" x="2598738" y="3767138"/>
          <p14:tracePt t="3533" x="2655888" y="3767138"/>
          <p14:tracePt t="3550" x="2714625" y="3767138"/>
          <p14:tracePt t="3567" x="2779713" y="3767138"/>
          <p14:tracePt t="3583" x="2836863" y="3767138"/>
          <p14:tracePt t="3600" x="2887663" y="3767138"/>
          <p14:tracePt t="3617" x="2917825" y="3767138"/>
          <p14:tracePt t="3633" x="2946400" y="3767138"/>
          <p14:tracePt t="3651" x="2982913" y="3767138"/>
          <p14:tracePt t="3667" x="3005138" y="3767138"/>
          <p14:tracePt t="3684" x="3033713" y="3767138"/>
          <p14:tracePt t="3700" x="3040063" y="3767138"/>
          <p14:tracePt t="3717" x="3062288" y="3767138"/>
          <p14:tracePt t="3734" x="3076575" y="3759200"/>
          <p14:tracePt t="3751" x="3084513" y="3759200"/>
          <p14:tracePt t="3767" x="3106738" y="3751263"/>
          <p14:tracePt t="3783" x="3113088" y="3751263"/>
          <p14:tracePt t="3800" x="3127375" y="3736975"/>
          <p14:tracePt t="3817" x="3141663" y="3730625"/>
          <p14:tracePt t="3833" x="3149600" y="3722688"/>
          <p14:tracePt t="3850" x="3171825" y="3716338"/>
          <p14:tracePt t="3883" x="3186113" y="3700463"/>
          <p14:tracePt t="3900" x="3208338" y="3679825"/>
          <p14:tracePt t="3917" x="3222625" y="3665538"/>
          <p14:tracePt t="3933" x="3243263" y="3643313"/>
          <p14:tracePt t="3950" x="3273425" y="3598863"/>
          <p14:tracePt t="3967" x="3302000" y="3513138"/>
          <p14:tracePt t="3984" x="3316288" y="3432175"/>
          <p14:tracePt t="4001" x="3344863" y="3338513"/>
          <p14:tracePt t="4017" x="3375025" y="3251200"/>
          <p14:tracePt t="4034" x="3403600" y="3186113"/>
          <p14:tracePt t="4041" x="3425825" y="3127375"/>
          <p14:tracePt t="4050" x="3440113" y="3070225"/>
          <p14:tracePt t="4067" x="3462338" y="2974975"/>
          <p14:tracePt t="4083" x="3497263" y="2867025"/>
          <p14:tracePt t="4100" x="3533775" y="2771775"/>
          <p14:tracePt t="4117" x="3598863" y="2641600"/>
          <p14:tracePt t="4133" x="3643313" y="2568575"/>
          <p14:tracePt t="4150" x="3671888" y="2503488"/>
          <p14:tracePt t="4167" x="3722688" y="2424113"/>
          <p14:tracePt t="4184" x="3744913" y="2359025"/>
          <p14:tracePt t="4200" x="3767138" y="2314575"/>
          <p14:tracePt t="4217" x="3787775" y="2271713"/>
          <p14:tracePt t="4233" x="3817938" y="2235200"/>
          <p14:tracePt t="4251" x="3824288" y="2192338"/>
          <p14:tracePt t="4267" x="3860800" y="2125663"/>
          <p14:tracePt t="4285" x="3897313" y="2032000"/>
          <p14:tracePt t="4301" x="3948113" y="1966913"/>
          <p14:tracePt t="4317" x="3970338" y="1952625"/>
          <p14:tracePt t="4334" x="3990975" y="1930400"/>
          <p14:tracePt t="4350" x="3998913" y="1930400"/>
          <p14:tracePt t="4367" x="4005263" y="1922463"/>
          <p14:tracePt t="4384" x="4041775" y="1908175"/>
          <p14:tracePt t="4400" x="4078288" y="1893888"/>
          <p14:tracePt t="4417" x="4143375" y="1887538"/>
          <p14:tracePt t="4434" x="4208463" y="1871663"/>
          <p14:tracePt t="4450" x="4252913" y="1857375"/>
          <p14:tracePt t="4467" x="4281488" y="1857375"/>
          <p14:tracePt t="4484" x="4318000" y="1857375"/>
          <p14:tracePt t="4502" x="4383088" y="1857375"/>
          <p14:tracePt t="4517" x="4411663" y="1857375"/>
          <p14:tracePt t="4534" x="4427538" y="1857375"/>
          <p14:tracePt t="4550" x="4433888" y="1857375"/>
          <p14:tracePt t="4567" x="4456113" y="1857375"/>
          <p14:tracePt t="4583" x="4478338" y="1857375"/>
          <p14:tracePt t="4600" x="4506913" y="1857375"/>
          <p14:tracePt t="4617" x="4543425" y="1857375"/>
          <p14:tracePt t="4634" x="4564063" y="1857375"/>
          <p14:tracePt t="4651" x="4586288" y="1857375"/>
          <p14:tracePt t="4667" x="4600575" y="1857375"/>
          <p14:tracePt t="4683" x="4614863" y="1857375"/>
          <p14:tracePt t="4702" x="4630738" y="1857375"/>
          <p14:tracePt t="4717" x="4651375" y="1857375"/>
          <p14:tracePt t="4755" x="4659313" y="1857375"/>
          <p14:tracePt t="4888" x="4665663" y="1857375"/>
          <p14:tracePt t="4904" x="4673600" y="1851025"/>
          <p14:tracePt t="5041" x="4665663" y="1851025"/>
          <p14:tracePt t="5049" x="4645025" y="1871663"/>
          <p14:tracePt t="5056" x="4608513" y="1887538"/>
          <p14:tracePt t="5067" x="4557713" y="1901825"/>
          <p14:tracePt t="5084" x="4462463" y="1944688"/>
          <p14:tracePt t="5101" x="4224338" y="2017713"/>
          <p14:tracePt t="5117" x="4021138" y="2074863"/>
          <p14:tracePt t="5134" x="3868738" y="2147888"/>
          <p14:tracePt t="5151" x="3773488" y="2220913"/>
          <p14:tracePt t="5167" x="3686175" y="2286000"/>
          <p14:tracePt t="5184" x="3643313" y="2328863"/>
          <p14:tracePt t="5200" x="3592513" y="2395538"/>
          <p14:tracePt t="5217" x="3548063" y="2446338"/>
          <p14:tracePt t="5234" x="3482975" y="2525713"/>
          <p14:tracePt t="5250" x="3411538" y="2605088"/>
          <p14:tracePt t="5267" x="3352800" y="2692400"/>
          <p14:tracePt t="5284" x="3279775" y="2765425"/>
          <p14:tracePt t="5301" x="3186113" y="2852738"/>
          <p14:tracePt t="5317" x="3121025" y="2887663"/>
          <p14:tracePt t="5334" x="3090863" y="2917825"/>
          <p14:tracePt t="5350" x="3070225" y="2938463"/>
          <p14:tracePt t="5367" x="3055938" y="2960688"/>
          <p14:tracePt t="5385" x="3019425" y="2982913"/>
          <p14:tracePt t="5400" x="2974975" y="3011488"/>
          <p14:tracePt t="5417" x="2924175" y="3040063"/>
          <p14:tracePt t="5434" x="2859088" y="3062288"/>
          <p14:tracePt t="5450" x="2794000" y="3076575"/>
          <p14:tracePt t="5467" x="2720975" y="3098800"/>
          <p14:tracePt t="5484" x="2641600" y="3106738"/>
          <p14:tracePt t="5503" x="2497138" y="3106738"/>
          <p14:tracePt t="5517" x="2395538" y="3106738"/>
          <p14:tracePt t="5534" x="2322513" y="3106738"/>
          <p14:tracePt t="5542" x="2293938" y="3106738"/>
          <p14:tracePt t="5554" x="2257425" y="3106738"/>
          <p14:tracePt t="5567" x="2198688" y="3106738"/>
          <p14:tracePt t="5584" x="2147888" y="3106738"/>
          <p14:tracePt t="5601" x="2097088" y="3106738"/>
          <p14:tracePt t="5617" x="2060575" y="3106738"/>
          <p14:tracePt t="5633" x="2024063" y="3106738"/>
          <p14:tracePt t="5650" x="1995488" y="3106738"/>
          <p14:tracePt t="5667" x="1958975" y="3106738"/>
          <p14:tracePt t="5684" x="1930400" y="3106738"/>
          <p14:tracePt t="5701" x="1879600" y="3106738"/>
          <p14:tracePt t="5717" x="1836738" y="3106738"/>
          <p14:tracePt t="5734" x="1806575" y="3106738"/>
          <p14:tracePt t="5750" x="1770063" y="3106738"/>
          <p14:tracePt t="5767" x="1735138" y="3106738"/>
          <p14:tracePt t="5784" x="1712913" y="3106738"/>
          <p14:tracePt t="5800" x="1676400" y="3106738"/>
          <p14:tracePt t="5817" x="1639888" y="3098800"/>
          <p14:tracePt t="5834" x="1597025" y="3098800"/>
          <p14:tracePt t="5850" x="1538288" y="3090863"/>
          <p14:tracePt t="5867" x="1465263" y="3084513"/>
          <p14:tracePt t="5884" x="1379538" y="3070225"/>
          <p14:tracePt t="5901" x="1219200" y="3040063"/>
          <p14:tracePt t="5917" x="1103313" y="3019425"/>
          <p14:tracePt t="5934" x="1044575" y="2997200"/>
          <p14:tracePt t="5950" x="987425" y="2982913"/>
          <p14:tracePt t="5967" x="950913" y="2968625"/>
          <p14:tracePt t="5984" x="892175" y="2954338"/>
          <p14:tracePt t="6000" x="855663" y="2932113"/>
          <p14:tracePt t="6018" x="820738" y="2917825"/>
          <p14:tracePt t="6034" x="790575" y="2903538"/>
          <p14:tracePt t="6038" x="784225" y="2895600"/>
          <p14:tracePt t="6054" x="769938" y="2887663"/>
          <p14:tracePt t="6067" x="762000" y="2873375"/>
          <p14:tracePt t="6084" x="739775" y="2859088"/>
          <p14:tracePt t="6100" x="733425" y="2836863"/>
          <p14:tracePt t="6117" x="711200" y="2786063"/>
          <p14:tracePt t="6134" x="703263" y="2743200"/>
          <p14:tracePt t="6150" x="703263" y="2714625"/>
          <p14:tracePt t="6167" x="703263" y="2684463"/>
          <p14:tracePt t="6184" x="703263" y="2663825"/>
          <p14:tracePt t="6201" x="703263" y="2649538"/>
          <p14:tracePt t="6217" x="703263" y="2641600"/>
          <p14:tracePt t="6234" x="703263" y="2633663"/>
          <p14:tracePt t="6250" x="703263" y="2619375"/>
          <p14:tracePt t="6267" x="703263" y="2613025"/>
          <p14:tracePt t="6284" x="725488" y="2598738"/>
          <p14:tracePt t="6300" x="747713" y="2576513"/>
          <p14:tracePt t="6317" x="762000" y="2562225"/>
          <p14:tracePt t="6334" x="784225" y="2547938"/>
          <p14:tracePt t="6351" x="812800" y="2525713"/>
          <p14:tracePt t="6367" x="849313" y="2503488"/>
          <p14:tracePt t="6384" x="892175" y="2489200"/>
          <p14:tracePt t="6401" x="936625" y="2466975"/>
          <p14:tracePt t="6417" x="979488" y="2460625"/>
          <p14:tracePt t="6434" x="1023938" y="2446338"/>
          <p14:tracePt t="6450" x="1066800" y="2438400"/>
          <p14:tracePt t="6467" x="1125538" y="2430463"/>
          <p14:tracePt t="6484" x="1182688" y="2424113"/>
          <p14:tracePt t="6501" x="1312863" y="2416175"/>
          <p14:tracePt t="6517" x="1414463" y="2416175"/>
          <p14:tracePt t="6534" x="1531938" y="2416175"/>
          <p14:tracePt t="6551" x="1611313" y="2416175"/>
          <p14:tracePt t="6567" x="1684338" y="2416175"/>
          <p14:tracePt t="6584" x="1770063" y="2416175"/>
          <p14:tracePt t="6601" x="1857375" y="2416175"/>
          <p14:tracePt t="6617" x="1966913" y="2416175"/>
          <p14:tracePt t="6634" x="2105025" y="2416175"/>
          <p14:tracePt t="6651" x="2249488" y="2424113"/>
          <p14:tracePt t="6667" x="2409825" y="2438400"/>
          <p14:tracePt t="6684" x="2554288" y="2481263"/>
          <p14:tracePt t="6701" x="2700338" y="2503488"/>
          <p14:tracePt t="6717" x="2771775" y="2511425"/>
          <p14:tracePt t="6734" x="2822575" y="2517775"/>
          <p14:tracePt t="6751" x="2873375" y="2540000"/>
          <p14:tracePt t="6767" x="2909888" y="2562225"/>
          <p14:tracePt t="6784" x="2938463" y="2576513"/>
          <p14:tracePt t="6801" x="2938463" y="2582863"/>
          <p14:tracePt t="6817" x="2960688" y="2619375"/>
          <p14:tracePt t="6834" x="2960688" y="2633663"/>
          <p14:tracePt t="6851" x="2968625" y="2655888"/>
          <p14:tracePt t="6867" x="2968625" y="2678113"/>
          <p14:tracePt t="6884" x="2968625" y="2743200"/>
          <p14:tracePt t="6901" x="2954338" y="2801938"/>
          <p14:tracePt t="6917" x="2946400" y="2830513"/>
          <p14:tracePt t="6934" x="2924175" y="2867025"/>
          <p14:tracePt t="6951" x="2909888" y="2881313"/>
          <p14:tracePt t="6967" x="2895600" y="2903538"/>
          <p14:tracePt t="6984" x="2852738" y="2938463"/>
          <p14:tracePt t="7001" x="2830513" y="2960688"/>
          <p14:tracePt t="7017" x="2779713" y="2989263"/>
          <p14:tracePt t="7034" x="2728913" y="3005138"/>
          <p14:tracePt t="7038" x="2706688" y="3005138"/>
          <p14:tracePt t="7051" x="2678113" y="3025775"/>
          <p14:tracePt t="7067" x="2649538" y="3025775"/>
          <p14:tracePt t="7085" x="2576513" y="3055938"/>
          <p14:tracePt t="7101" x="2497138" y="3062288"/>
          <p14:tracePt t="7118" x="2438400" y="3062288"/>
          <p14:tracePt t="7134" x="2387600" y="3062288"/>
          <p14:tracePt t="7151" x="2344738" y="3062288"/>
          <p14:tracePt t="7167" x="2300288" y="3062288"/>
          <p14:tracePt t="7184" x="2249488" y="3062288"/>
          <p14:tracePt t="7201" x="2220913" y="3062288"/>
          <p14:tracePt t="7218" x="2170113" y="3062288"/>
          <p14:tracePt t="7235" x="2119313" y="3062288"/>
          <p14:tracePt t="7251" x="2068513" y="3062288"/>
          <p14:tracePt t="7268" x="2017713" y="3062288"/>
          <p14:tracePt t="7285" x="1952625" y="3048000"/>
          <p14:tracePt t="7301" x="1916113" y="3048000"/>
          <p14:tracePt t="7318" x="1887538" y="3040063"/>
          <p14:tracePt t="7334" x="1836738" y="3025775"/>
          <p14:tracePt t="7351" x="1806575" y="3025775"/>
          <p14:tracePt t="7368" x="1785938" y="3025775"/>
          <p14:tracePt t="7384" x="1749425" y="3025775"/>
          <p14:tracePt t="7401" x="1735138" y="3019425"/>
          <p14:tracePt t="7418" x="1704975" y="3011488"/>
          <p14:tracePt t="7434" x="1676400" y="3011488"/>
          <p14:tracePt t="7451" x="1654175" y="3005138"/>
          <p14:tracePt t="7468" x="1639888" y="3005138"/>
          <p14:tracePt t="7485" x="1625600" y="3005138"/>
          <p14:tracePt t="7501" x="1603375" y="2997200"/>
          <p14:tracePt t="7518" x="1597025" y="2997200"/>
          <p14:tracePt t="7535" x="1582738" y="2997200"/>
          <p14:tracePt t="7567" x="1574800" y="2997200"/>
          <p14:tracePt t="7687" x="1574800" y="2989263"/>
          <p14:tracePt t="7694" x="1574800" y="2982913"/>
          <p14:tracePt t="7703" x="1582738" y="2982913"/>
          <p14:tracePt t="7720" x="1603375" y="2974975"/>
          <p14:tracePt t="7735" x="1611313" y="2974975"/>
          <p14:tracePt t="7751" x="1639888" y="2954338"/>
          <p14:tracePt t="7768" x="1654175" y="2954338"/>
          <p14:tracePt t="7784" x="1668463" y="2946400"/>
          <p14:tracePt t="7801" x="1690688" y="2946400"/>
          <p14:tracePt t="7818" x="1719263" y="2932113"/>
          <p14:tracePt t="7835" x="1749425" y="2924175"/>
          <p14:tracePt t="7851" x="1763713" y="2917825"/>
          <p14:tracePt t="7868" x="1785938" y="2909888"/>
          <p14:tracePt t="7885" x="1792288" y="2903538"/>
          <p14:tracePt t="7901" x="1800225" y="2903538"/>
          <p14:tracePt t="7918" x="1814513" y="2903538"/>
          <p14:tracePt t="7934" x="1828800" y="2903538"/>
          <p14:tracePt t="7951" x="1836738" y="2903538"/>
          <p14:tracePt t="7968" x="1843088" y="2895600"/>
          <p14:tracePt t="8143" x="1851025" y="2895600"/>
          <p14:tracePt t="8151" x="1857375" y="2895600"/>
          <p14:tracePt t="8183" x="1865313" y="2895600"/>
          <p14:tracePt t="8239" x="1871663" y="2895600"/>
          <p14:tracePt t="8263" x="1887538" y="2895600"/>
          <p14:tracePt t="8278" x="1887538" y="2903538"/>
          <p14:tracePt t="8294" x="1893888" y="2903538"/>
          <p14:tracePt t="8310" x="1901825" y="2903538"/>
          <p14:tracePt t="8320" x="1901825" y="2909888"/>
          <p14:tracePt t="8335" x="1916113" y="2909888"/>
          <p14:tracePt t="8351" x="1922463" y="2909888"/>
          <p14:tracePt t="8439" x="1930400" y="2909888"/>
          <p14:tracePt t="9279" x="1944688" y="2909888"/>
          <p14:tracePt t="9289" x="1952625" y="2909888"/>
          <p14:tracePt t="9301" x="1973263" y="2909888"/>
          <p14:tracePt t="9335" x="1989138" y="2909888"/>
          <p14:tracePt t="9358" x="1995488" y="2909888"/>
          <p14:tracePt t="9368" x="1995488" y="2903538"/>
          <p14:tracePt t="9385" x="2003425" y="2903538"/>
          <p14:tracePt t="9401" x="2017713" y="2903538"/>
          <p14:tracePt t="9435" x="2032000" y="2903538"/>
          <p14:tracePt t="9452" x="2054225" y="2903538"/>
          <p14:tracePt t="9470" x="2082800" y="2903538"/>
          <p14:tracePt t="9485" x="2105025" y="2909888"/>
          <p14:tracePt t="9501" x="2119313" y="2909888"/>
          <p14:tracePt t="9519" x="2125663" y="2917825"/>
          <p14:tracePt t="9535" x="2133600" y="2917825"/>
          <p14:tracePt t="9551" x="2147888" y="2917825"/>
          <p14:tracePt t="9568" x="2162175" y="2924175"/>
          <p14:tracePt t="9585" x="2170113" y="2924175"/>
          <p14:tracePt t="9601" x="2176463" y="2924175"/>
          <p14:tracePt t="9618" x="2184400" y="2924175"/>
          <p14:tracePt t="9635" x="2192338" y="2924175"/>
          <p14:tracePt t="9651" x="2198688" y="2924175"/>
          <p14:tracePt t="9669" x="2220913" y="2924175"/>
          <p14:tracePt t="9685" x="2235200" y="2924175"/>
          <p14:tracePt t="9702" x="2243138" y="2924175"/>
          <p14:tracePt t="9719" x="2249488" y="2924175"/>
          <p14:tracePt t="9735" x="2263775" y="2924175"/>
          <p14:tracePt t="9752" x="2286000" y="2924175"/>
          <p14:tracePt t="9769" x="2300288" y="2924175"/>
          <p14:tracePt t="9785" x="2308225" y="2924175"/>
          <p14:tracePt t="9802" x="2322513" y="2924175"/>
          <p14:tracePt t="9818" x="2328863" y="2924175"/>
          <p14:tracePt t="9852" x="2344738" y="2932113"/>
          <p14:tracePt t="9868" x="2359025" y="2932113"/>
          <p14:tracePt t="9885" x="2373313" y="2938463"/>
          <p14:tracePt t="9902" x="2387600" y="2946400"/>
          <p14:tracePt t="9918" x="2387600" y="2954338"/>
          <p14:tracePt t="9935" x="2395538" y="2954338"/>
          <p14:tracePt t="10247" x="2409825" y="2954338"/>
          <p14:tracePt t="10271" x="2416175" y="2954338"/>
          <p14:tracePt t="10288" x="2430463" y="2954338"/>
          <p14:tracePt t="10294" x="2446338" y="2960688"/>
          <p14:tracePt t="10302" x="2474913" y="2974975"/>
          <p14:tracePt t="10318" x="2525713" y="2989263"/>
          <p14:tracePt t="10335" x="2613025" y="3040063"/>
          <p14:tracePt t="10352" x="2700338" y="3098800"/>
          <p14:tracePt t="10368" x="2801938" y="3192463"/>
          <p14:tracePt t="10385" x="2895600" y="3302000"/>
          <p14:tracePt t="10402" x="2974975" y="3440113"/>
          <p14:tracePt t="10419" x="3048000" y="3592513"/>
          <p14:tracePt t="10435" x="3106738" y="3730625"/>
          <p14:tracePt t="10452" x="3141663" y="3838575"/>
          <p14:tracePt t="10468" x="3171825" y="3933825"/>
          <p14:tracePt t="10485" x="3178175" y="3998913"/>
          <p14:tracePt t="10502" x="3178175" y="4078288"/>
          <p14:tracePt t="10519" x="3178175" y="4179888"/>
          <p14:tracePt t="10535" x="3200400" y="4275138"/>
          <p14:tracePt t="10552" x="3208338" y="4318000"/>
          <p14:tracePt t="10568" x="3214688" y="4368800"/>
          <p14:tracePt t="10585" x="3236913" y="4405313"/>
          <p14:tracePt t="10602" x="3259138" y="4433888"/>
          <p14:tracePt t="10619" x="3287713" y="4470400"/>
          <p14:tracePt t="10635" x="3316288" y="4492625"/>
          <p14:tracePt t="10652" x="3352800" y="4521200"/>
          <p14:tracePt t="10669" x="3411538" y="4572000"/>
          <p14:tracePt t="10685" x="3454400" y="4586288"/>
          <p14:tracePt t="10702" x="3519488" y="4608513"/>
          <p14:tracePt t="10719" x="3592513" y="4608513"/>
          <p14:tracePt t="10735" x="3657600" y="4608513"/>
          <p14:tracePt t="10752" x="3744913" y="4608513"/>
          <p14:tracePt t="10768" x="3810000" y="4594225"/>
          <p14:tracePt t="10785" x="3868738" y="4564063"/>
          <p14:tracePt t="10802" x="3897313" y="4564063"/>
          <p14:tracePt t="10819" x="3933825" y="4543425"/>
          <p14:tracePt t="10835" x="3962400" y="4543425"/>
          <p14:tracePt t="10852" x="3990975" y="4535488"/>
          <p14:tracePt t="10869" x="4027488" y="4521200"/>
          <p14:tracePt t="10885" x="4071938" y="4506913"/>
          <p14:tracePt t="10902" x="4151313" y="4484688"/>
          <p14:tracePt t="10919" x="4259263" y="4470400"/>
          <p14:tracePt t="10935" x="4360863" y="4448175"/>
          <p14:tracePt t="10952" x="4405313" y="4441825"/>
          <p14:tracePt t="10969" x="4441825" y="4427538"/>
          <p14:tracePt t="10985" x="4456113" y="4419600"/>
          <p14:tracePt t="11032" x="4470400" y="4411663"/>
          <p14:tracePt t="11038" x="4478338" y="4411663"/>
          <p14:tracePt t="11052" x="4484688" y="4405313"/>
          <p14:tracePt t="11069" x="4498975" y="4391025"/>
          <p14:tracePt t="11085" x="4506913" y="4383088"/>
          <p14:tracePt t="11231" x="4506913" y="4376738"/>
          <p14:tracePt t="11256" x="4498975" y="4368800"/>
          <p14:tracePt t="11271" x="4478338" y="4354513"/>
          <p14:tracePt t="11278" x="4462463" y="4354513"/>
          <p14:tracePt t="11287" x="4448175" y="4346575"/>
          <p14:tracePt t="11302" x="4427538" y="4340225"/>
          <p14:tracePt t="11319" x="4411663" y="4325938"/>
          <p14:tracePt t="11335" x="4391025" y="4310063"/>
          <p14:tracePt t="11352" x="4383088" y="4295775"/>
          <p14:tracePt t="11369" x="4376738" y="4281488"/>
          <p14:tracePt t="11385" x="4368800" y="4267200"/>
          <p14:tracePt t="11402" x="4360863" y="4238625"/>
          <p14:tracePt t="11419" x="4346575" y="4202113"/>
          <p14:tracePt t="11436" x="4346575" y="4187825"/>
          <p14:tracePt t="11453" x="4346575" y="4157663"/>
          <p14:tracePt t="11469" x="4346575" y="4143375"/>
          <p14:tracePt t="11485" x="4354513" y="4129088"/>
          <p14:tracePt t="11502" x="4376738" y="4092575"/>
          <p14:tracePt t="11519" x="4397375" y="4064000"/>
          <p14:tracePt t="11535" x="4433888" y="4027488"/>
          <p14:tracePt t="11552" x="4448175" y="4021138"/>
          <p14:tracePt t="11569" x="4470400" y="3998913"/>
          <p14:tracePt t="11586" x="4498975" y="3998913"/>
          <p14:tracePt t="11602" x="4529138" y="3990975"/>
          <p14:tracePt t="11619" x="4579938" y="3976688"/>
          <p14:tracePt t="11635" x="4659313" y="3976688"/>
          <p14:tracePt t="11653" x="4818063" y="3976688"/>
          <p14:tracePt t="11669" x="4941888" y="3976688"/>
          <p14:tracePt t="11685" x="5080000" y="3976688"/>
          <p14:tracePt t="11702" x="5195888" y="3976688"/>
          <p14:tracePt t="11720" x="5319713" y="3976688"/>
          <p14:tracePt t="11736" x="5443538" y="3976688"/>
          <p14:tracePt t="11752" x="5565775" y="3976688"/>
          <p14:tracePt t="11770" x="5667375" y="3976688"/>
          <p14:tracePt t="11785" x="5776913" y="3976688"/>
          <p14:tracePt t="11802" x="5900738" y="3976688"/>
          <p14:tracePt t="11820" x="6045200" y="3976688"/>
          <p14:tracePt t="11835" x="6183313" y="3976688"/>
          <p14:tracePt t="11853" x="6415088" y="3976688"/>
          <p14:tracePt t="11869" x="6589713" y="3976688"/>
          <p14:tracePt t="11886" x="6770688" y="3976688"/>
          <p14:tracePt t="11903" x="6945313" y="3976688"/>
          <p14:tracePt t="11919" x="7097713" y="3976688"/>
          <p14:tracePt t="11935" x="7264400" y="3976688"/>
          <p14:tracePt t="11952" x="7416800" y="3976688"/>
          <p14:tracePt t="11970" x="7561263" y="3976688"/>
          <p14:tracePt t="11986" x="7713663" y="3976688"/>
          <p14:tracePt t="12002" x="7851775" y="3976688"/>
          <p14:tracePt t="12019" x="7967663" y="3976688"/>
          <p14:tracePt t="12036" x="8069263" y="3976688"/>
          <p14:tracePt t="12039" x="8142288" y="3976688"/>
          <p14:tracePt t="12052" x="8186738" y="3976688"/>
          <p14:tracePt t="12069" x="8374063" y="3976688"/>
          <p14:tracePt t="12086" x="8491538" y="3976688"/>
          <p14:tracePt t="12102" x="8628063" y="3976688"/>
          <p14:tracePt t="12119" x="8729663" y="3976688"/>
          <p14:tracePt t="12136" x="8824913" y="3970338"/>
          <p14:tracePt t="12152" x="8904288" y="3962400"/>
          <p14:tracePt t="12169" x="8977313" y="3962400"/>
          <p14:tracePt t="12186" x="9078913" y="3962400"/>
          <p14:tracePt t="12204" x="9166225" y="3962400"/>
          <p14:tracePt t="12220" x="9245600" y="3962400"/>
          <p14:tracePt t="12236" x="9304338" y="3962400"/>
          <p14:tracePt t="12253" x="9405938" y="3962400"/>
          <p14:tracePt t="12269" x="9477375" y="3962400"/>
          <p14:tracePt t="12286" x="9528175" y="3962400"/>
          <p14:tracePt t="12302" x="9578975" y="3962400"/>
          <p14:tracePt t="12319" x="9609138" y="3962400"/>
          <p14:tracePt t="12336" x="9652000" y="3962400"/>
          <p14:tracePt t="12352" x="9688513" y="3962400"/>
          <p14:tracePt t="12369" x="9731375" y="3962400"/>
          <p14:tracePt t="12386" x="9761538" y="3962400"/>
          <p14:tracePt t="12402" x="9775825" y="3962400"/>
          <p14:tracePt t="12419" x="9782175" y="3962400"/>
          <p14:tracePt t="12436" x="9790113" y="3962400"/>
          <p14:tracePt t="12452" x="9804400" y="3970338"/>
          <p14:tracePt t="12469" x="9826625" y="3976688"/>
          <p14:tracePt t="12486" x="9832975" y="3976688"/>
          <p14:tracePt t="12502" x="9832975" y="3998913"/>
          <p14:tracePt t="12519" x="9832975" y="4005263"/>
          <p14:tracePt t="12536" x="9832975" y="4013200"/>
          <p14:tracePt t="12552" x="9832975" y="4035425"/>
          <p14:tracePt t="12570" x="9832975" y="4049713"/>
          <p14:tracePt t="12586" x="9818688" y="4086225"/>
          <p14:tracePt t="12603" x="9782175" y="4114800"/>
          <p14:tracePt t="12619" x="9717088" y="4151313"/>
          <p14:tracePt t="12636" x="9623425" y="4179888"/>
          <p14:tracePt t="12653" x="9477375" y="4194175"/>
          <p14:tracePt t="12669" x="9209088" y="4244975"/>
          <p14:tracePt t="12686" x="9028113" y="4275138"/>
          <p14:tracePt t="12704" x="8824913" y="4281488"/>
          <p14:tracePt t="12721" x="8570913" y="4281488"/>
          <p14:tracePt t="12736" x="8353425" y="4281488"/>
          <p14:tracePt t="12753" x="8170863" y="4281488"/>
          <p14:tracePt t="12769" x="7997825" y="4281488"/>
          <p14:tracePt t="12786" x="7800975" y="4281488"/>
          <p14:tracePt t="12803" x="7612063" y="4281488"/>
          <p14:tracePt t="12819" x="7439025" y="4281488"/>
          <p14:tracePt t="12837" x="7199313" y="4281488"/>
          <p14:tracePt t="12853" x="7061200" y="4281488"/>
          <p14:tracePt t="12869" x="6916738" y="4281488"/>
          <p14:tracePt t="12886" x="6742113" y="4281488"/>
          <p14:tracePt t="12903" x="6553200" y="4259263"/>
          <p14:tracePt t="12919" x="6350000" y="4259263"/>
          <p14:tracePt t="12936" x="6183313" y="4259263"/>
          <p14:tracePt t="12953" x="6037263" y="4259263"/>
          <p14:tracePt t="12971" x="5884863" y="4259263"/>
          <p14:tracePt t="12986" x="5754688" y="4259263"/>
          <p14:tracePt t="13003" x="5646738" y="4252913"/>
          <p14:tracePt t="13020" x="5551488" y="4230688"/>
          <p14:tracePt t="13037" x="5421313" y="4216400"/>
          <p14:tracePt t="13053" x="5326063" y="4208463"/>
          <p14:tracePt t="13070" x="5224463" y="4208463"/>
          <p14:tracePt t="13086" x="5108575" y="4208463"/>
          <p14:tracePt t="13103" x="5000625" y="4208463"/>
          <p14:tracePt t="13119" x="4919663" y="4194175"/>
          <p14:tracePt t="13136" x="4840288" y="4179888"/>
          <p14:tracePt t="13153" x="4789488" y="4179888"/>
          <p14:tracePt t="13170" x="4732338" y="4179888"/>
          <p14:tracePt t="13186" x="4681538" y="4165600"/>
          <p14:tracePt t="13203" x="4630738" y="4165600"/>
          <p14:tracePt t="13221" x="4579938" y="4157663"/>
          <p14:tracePt t="13236" x="4572000" y="4157663"/>
          <p14:tracePt t="13253" x="4543425" y="4151313"/>
          <p14:tracePt t="13269" x="4521200" y="4151313"/>
          <p14:tracePt t="13286" x="4498975" y="4151313"/>
          <p14:tracePt t="13303" x="4484688" y="4151313"/>
          <p14:tracePt t="13320" x="4478338" y="4151313"/>
          <p14:tracePt t="13336" x="4462463" y="4151313"/>
          <p14:tracePt t="13353" x="4441825" y="4151313"/>
          <p14:tracePt t="13369" x="4433888" y="4151313"/>
          <p14:tracePt t="13386" x="4419600" y="4151313"/>
          <p14:tracePt t="13403" x="4405313" y="4151313"/>
          <p14:tracePt t="13419" x="4397375" y="4151313"/>
          <p14:tracePt t="13436" x="4376738" y="4151313"/>
          <p14:tracePt t="13453" x="4360863" y="4151313"/>
          <p14:tracePt t="13470" x="4354513" y="4151313"/>
          <p14:tracePt t="13486" x="4346575" y="4151313"/>
          <p14:tracePt t="13503" x="4332288" y="4151313"/>
          <p14:tracePt t="13519" x="4325938" y="4151313"/>
          <p14:tracePt t="14087" x="4310063" y="4151313"/>
          <p14:tracePt t="14094" x="4295775" y="4151313"/>
          <p14:tracePt t="14103" x="4275138" y="4151313"/>
          <p14:tracePt t="14120" x="4216400" y="4122738"/>
          <p14:tracePt t="14136" x="4122738" y="4078288"/>
          <p14:tracePt t="14153" x="4013200" y="4021138"/>
          <p14:tracePt t="14170" x="3919538" y="3984625"/>
          <p14:tracePt t="14186" x="3810000" y="3933825"/>
          <p14:tracePt t="14203" x="3716338" y="3875088"/>
          <p14:tracePt t="14221" x="3548063" y="3773488"/>
          <p14:tracePt t="14237" x="3462338" y="3686175"/>
          <p14:tracePt t="14253" x="3352800" y="3606800"/>
          <p14:tracePt t="14270" x="3279775" y="3519488"/>
          <p14:tracePt t="14286" x="3192463" y="3432175"/>
          <p14:tracePt t="14303" x="3135313" y="3375025"/>
          <p14:tracePt t="14320" x="3098800" y="3338513"/>
          <p14:tracePt t="14336" x="3076575" y="3324225"/>
          <p14:tracePt t="14353" x="3040063" y="3294063"/>
          <p14:tracePt t="14370" x="3005138" y="3265488"/>
          <p14:tracePt t="14386" x="2974975" y="3214688"/>
          <p14:tracePt t="14403" x="2909888" y="3178175"/>
          <p14:tracePt t="14420" x="2852738" y="3121025"/>
          <p14:tracePt t="14437" x="2743200" y="3076575"/>
          <p14:tracePt t="14453" x="2684463" y="3040063"/>
          <p14:tracePt t="14470" x="2633663" y="3019425"/>
          <p14:tracePt t="14486" x="2619375" y="3011488"/>
          <p14:tracePt t="14542" x="2605088" y="3005138"/>
          <p14:tracePt t="14550" x="2590800" y="2989263"/>
          <p14:tracePt t="14558" x="2582863" y="2989263"/>
          <p14:tracePt t="14570" x="2562225" y="2968625"/>
          <p14:tracePt t="14586" x="2525713" y="2946400"/>
          <p14:tracePt t="14603" x="2511425" y="2938463"/>
          <p14:tracePt t="14620" x="2503488" y="2932113"/>
          <p14:tracePt t="14639" x="2503488" y="2924175"/>
          <p14:tracePt t="14653" x="2497138" y="2924175"/>
          <p14:tracePt t="14670" x="2489200" y="2917825"/>
          <p14:tracePt t="14858" x="2481263" y="2917825"/>
          <p14:tracePt t="14871" x="2460625" y="2917825"/>
          <p14:tracePt t="14887" x="2430463" y="2917825"/>
          <p14:tracePt t="14903" x="2387600" y="2917825"/>
          <p14:tracePt t="14922" x="2359025" y="2917825"/>
          <p14:tracePt t="14938" x="2328863" y="2917825"/>
          <p14:tracePt t="14954" x="2293938" y="2909888"/>
          <p14:tracePt t="14970" x="2263775" y="2909888"/>
          <p14:tracePt t="14987" x="2235200" y="2909888"/>
          <p14:tracePt t="15003" x="2212975" y="2909888"/>
          <p14:tracePt t="15020" x="2176463" y="2909888"/>
          <p14:tracePt t="15037" x="2119313" y="2909888"/>
          <p14:tracePt t="15053" x="2074863" y="2903538"/>
          <p14:tracePt t="15070" x="2054225" y="2903538"/>
          <p14:tracePt t="15087" x="2024063" y="2903538"/>
          <p14:tracePt t="15104" x="2009775" y="2903538"/>
          <p14:tracePt t="15120" x="1989138" y="2903538"/>
          <p14:tracePt t="15137" x="1958975" y="2903538"/>
          <p14:tracePt t="15153" x="1922463" y="2895600"/>
          <p14:tracePt t="15170" x="1893888" y="2895600"/>
          <p14:tracePt t="15187" x="1865313" y="2887663"/>
          <p14:tracePt t="15203" x="1851025" y="2887663"/>
          <p14:tracePt t="15221" x="1814513" y="2867025"/>
          <p14:tracePt t="15237" x="1792288" y="2867025"/>
          <p14:tracePt t="15253" x="1763713" y="2852738"/>
          <p14:tracePt t="15270" x="1763713" y="2844800"/>
          <p14:tracePt t="15287" x="1741488" y="2836863"/>
          <p14:tracePt t="15303" x="1741488" y="2816225"/>
          <p14:tracePt t="15320" x="1727200" y="2786063"/>
          <p14:tracePt t="15337" x="1712913" y="2765425"/>
          <p14:tracePt t="15353" x="1704975" y="2728913"/>
          <p14:tracePt t="15371" x="1698625" y="2714625"/>
          <p14:tracePt t="15387" x="1690688" y="2692400"/>
          <p14:tracePt t="15404" x="1690688" y="2678113"/>
          <p14:tracePt t="15421" x="1690688" y="2655888"/>
          <p14:tracePt t="15437" x="1690688" y="2649538"/>
          <p14:tracePt t="15453" x="1690688" y="2627313"/>
          <p14:tracePt t="15471" x="1698625" y="2627313"/>
          <p14:tracePt t="15487" x="1698625" y="2619375"/>
          <p14:tracePt t="15503" x="1704975" y="2613025"/>
          <p14:tracePt t="15520" x="1719263" y="2598738"/>
          <p14:tracePt t="15537" x="1727200" y="2590800"/>
          <p14:tracePt t="15541" x="1735138" y="2582863"/>
          <p14:tracePt t="15553" x="1741488" y="2582863"/>
          <p14:tracePt t="15570" x="1755775" y="2576513"/>
          <p14:tracePt t="15587" x="1778000" y="2562225"/>
          <p14:tracePt t="15604" x="1792288" y="2554288"/>
          <p14:tracePt t="15621" x="1828800" y="2540000"/>
          <p14:tracePt t="15637" x="1857375" y="2525713"/>
          <p14:tracePt t="15654" x="1887538" y="2525713"/>
          <p14:tracePt t="15670" x="1922463" y="2511425"/>
          <p14:tracePt t="15687" x="1944688" y="2503488"/>
          <p14:tracePt t="15704" x="1973263" y="2503488"/>
          <p14:tracePt t="15720" x="1989138" y="2503488"/>
          <p14:tracePt t="15737" x="2017713" y="2503488"/>
          <p14:tracePt t="15754" x="2060575" y="2503488"/>
          <p14:tracePt t="15771" x="2097088" y="2503488"/>
          <p14:tracePt t="15787" x="2141538" y="2503488"/>
          <p14:tracePt t="15804" x="2170113" y="2503488"/>
          <p14:tracePt t="15821" x="2206625" y="2503488"/>
          <p14:tracePt t="15837" x="2220913" y="2503488"/>
          <p14:tracePt t="15854" x="2249488" y="2503488"/>
          <p14:tracePt t="15870" x="2278063" y="2511425"/>
          <p14:tracePt t="15887" x="2322513" y="2532063"/>
          <p14:tracePt t="15904" x="2336800" y="2540000"/>
          <p14:tracePt t="15920" x="2365375" y="2562225"/>
          <p14:tracePt t="15937" x="2373313" y="2568575"/>
          <p14:tracePt t="15954" x="2387600" y="2582863"/>
          <p14:tracePt t="15972" x="2401888" y="2590800"/>
          <p14:tracePt t="15987" x="2416175" y="2605088"/>
          <p14:tracePt t="16004" x="2424113" y="2613025"/>
          <p14:tracePt t="16021" x="2430463" y="2633663"/>
          <p14:tracePt t="16037" x="2446338" y="2655888"/>
          <p14:tracePt t="16056" x="2446338" y="2678113"/>
          <p14:tracePt t="16070" x="2452688" y="2700338"/>
          <p14:tracePt t="16087" x="2452688" y="2728913"/>
          <p14:tracePt t="16104" x="2452688" y="2743200"/>
          <p14:tracePt t="16120" x="2452688" y="2757488"/>
          <p14:tracePt t="16137" x="2452688" y="2779713"/>
          <p14:tracePt t="16154" x="2452688" y="2794000"/>
          <p14:tracePt t="16171" x="2452688" y="2816225"/>
          <p14:tracePt t="16187" x="2452688" y="2836863"/>
          <p14:tracePt t="16205" x="2452688" y="2867025"/>
          <p14:tracePt t="16221" x="2452688" y="2881313"/>
          <p14:tracePt t="16238" x="2446338" y="2895600"/>
          <p14:tracePt t="16254" x="2438400" y="2917825"/>
          <p14:tracePt t="16271" x="2430463" y="2924175"/>
          <p14:tracePt t="16287" x="2424113" y="2932113"/>
          <p14:tracePt t="16304" x="2401888" y="2946400"/>
          <p14:tracePt t="16321" x="2395538" y="2960688"/>
          <p14:tracePt t="16337" x="2379663" y="2968625"/>
          <p14:tracePt t="16354" x="2373313" y="2968625"/>
          <p14:tracePt t="16370" x="2351088" y="2982913"/>
          <p14:tracePt t="16387" x="2344738" y="2989263"/>
          <p14:tracePt t="16404" x="2314575" y="2997200"/>
          <p14:tracePt t="16421" x="2286000" y="3005138"/>
          <p14:tracePt t="16437" x="2271713" y="3005138"/>
          <p14:tracePt t="16454" x="2257425" y="3005138"/>
          <p14:tracePt t="16470" x="2235200" y="3011488"/>
          <p14:tracePt t="16487" x="2212975" y="3011488"/>
          <p14:tracePt t="16504" x="2192338" y="3011488"/>
          <p14:tracePt t="16520" x="2184400" y="3011488"/>
          <p14:tracePt t="16537" x="2170113" y="3011488"/>
          <p14:tracePt t="16554" x="2133600" y="3011488"/>
          <p14:tracePt t="16570" x="2111375" y="3011488"/>
          <p14:tracePt t="16587" x="2082800" y="3005138"/>
          <p14:tracePt t="16604" x="2054225" y="2997200"/>
          <p14:tracePt t="16620" x="2032000" y="2982913"/>
          <p14:tracePt t="16637" x="1995488" y="2968625"/>
          <p14:tracePt t="16654" x="1981200" y="2954338"/>
          <p14:tracePt t="16670" x="1958975" y="2946400"/>
          <p14:tracePt t="16687" x="1944688" y="2932113"/>
          <p14:tracePt t="16704" x="1922463" y="2917825"/>
          <p14:tracePt t="16720" x="1916113" y="2909888"/>
          <p14:tracePt t="16737" x="1908175" y="2903538"/>
          <p14:tracePt t="16754" x="1893888" y="2895600"/>
          <p14:tracePt t="16770" x="1887538" y="2881313"/>
          <p14:tracePt t="16787" x="1879600" y="2867025"/>
          <p14:tracePt t="16804" x="1865313" y="2852738"/>
          <p14:tracePt t="16820" x="1865313" y="2844800"/>
          <p14:tracePt t="16837" x="1865313" y="2808288"/>
          <p14:tracePt t="16854" x="1851025" y="2794000"/>
          <p14:tracePt t="16870" x="1851025" y="2771775"/>
          <p14:tracePt t="16887" x="1851025" y="2757488"/>
          <p14:tracePt t="16904" x="1851025" y="2743200"/>
          <p14:tracePt t="16921" x="1851025" y="2720975"/>
          <p14:tracePt t="16937" x="1857375" y="2706688"/>
          <p14:tracePt t="16954" x="1879600" y="2678113"/>
          <p14:tracePt t="16970" x="1901825" y="2649538"/>
          <p14:tracePt t="16987" x="1922463" y="2627313"/>
          <p14:tracePt t="17004" x="1938338" y="2605088"/>
          <p14:tracePt t="17021" x="1966913" y="2582863"/>
          <p14:tracePt t="17037" x="1981200" y="2568575"/>
          <p14:tracePt t="17054" x="2003425" y="2554288"/>
          <p14:tracePt t="17070" x="2024063" y="2547938"/>
          <p14:tracePt t="17087" x="2054225" y="2532063"/>
          <p14:tracePt t="17104" x="2074863" y="2525713"/>
          <p14:tracePt t="17137" x="2090738" y="2517775"/>
          <p14:tracePt t="17154" x="2097088" y="2517775"/>
          <p14:tracePt t="17171" x="2105025" y="2517775"/>
          <p14:tracePt t="17187" x="2125663" y="2517775"/>
          <p14:tracePt t="17204" x="2147888" y="2511425"/>
          <p14:tracePt t="17221" x="2198688" y="2511425"/>
          <p14:tracePt t="17237" x="2220913" y="2511425"/>
          <p14:tracePt t="17254" x="2249488" y="2511425"/>
          <p14:tracePt t="17271" x="2293938" y="2511425"/>
          <p14:tracePt t="17287" x="2308225" y="2511425"/>
          <p14:tracePt t="17304" x="2344738" y="2511425"/>
          <p14:tracePt t="17321" x="2373313" y="2525713"/>
          <p14:tracePt t="17337" x="2401888" y="2540000"/>
          <p14:tracePt t="17354" x="2430463" y="2562225"/>
          <p14:tracePt t="17371" x="2452688" y="2568575"/>
          <p14:tracePt t="17387" x="2466975" y="2582863"/>
          <p14:tracePt t="17405" x="2489200" y="2590800"/>
          <p14:tracePt t="17421" x="2503488" y="2605088"/>
          <p14:tracePt t="17437" x="2517775" y="2619375"/>
          <p14:tracePt t="17454" x="2525713" y="2627313"/>
          <p14:tracePt t="17471" x="2540000" y="2633663"/>
          <p14:tracePt t="17487" x="2547938" y="2641600"/>
          <p14:tracePt t="17504" x="2547938" y="2649538"/>
          <p14:tracePt t="17521" x="2547938" y="2670175"/>
          <p14:tracePt t="17537" x="2554288" y="2692400"/>
          <p14:tracePt t="17554" x="2554288" y="2720975"/>
          <p14:tracePt t="17571" x="2562225" y="2751138"/>
          <p14:tracePt t="17587" x="2562225" y="2771775"/>
          <p14:tracePt t="17604" x="2562225" y="2801938"/>
          <p14:tracePt t="17621" x="2562225" y="2830513"/>
          <p14:tracePt t="17637" x="2562225" y="2852738"/>
          <p14:tracePt t="17654" x="2562225" y="2873375"/>
          <p14:tracePt t="17671" x="2554288" y="2887663"/>
          <p14:tracePt t="17687" x="2547938" y="2903538"/>
          <p14:tracePt t="17704" x="2540000" y="2909888"/>
          <p14:tracePt t="17721" x="2540000" y="2917825"/>
          <p14:tracePt t="17737" x="2525713" y="2938463"/>
          <p14:tracePt t="17754" x="2517775" y="2946400"/>
          <p14:tracePt t="17787" x="2511425" y="2954338"/>
          <p14:tracePt t="17822" x="2503488" y="2968625"/>
          <p14:tracePt t="17847" x="2497138" y="2968625"/>
          <p14:tracePt t="17861" x="2489200" y="2974975"/>
          <p14:tracePt t="17878" x="2481263" y="2982913"/>
          <p14:tracePt t="17902" x="2474913" y="2982913"/>
          <p14:tracePt t="17909" x="2466975" y="2982913"/>
          <p14:tracePt t="17926" x="2460625" y="2982913"/>
          <p14:tracePt t="17958" x="2452688" y="2982913"/>
          <p14:tracePt t="17982" x="2446338" y="2982913"/>
          <p14:tracePt t="17998" x="2438400" y="2982913"/>
          <p14:tracePt t="18030" x="2430463" y="2982913"/>
          <p14:tracePt t="18079" x="2424113" y="2982913"/>
          <p14:tracePt t="18086" x="2416175" y="2982913"/>
          <p14:tracePt t="18102" x="2409825" y="2974975"/>
          <p14:tracePt t="18150" x="2395538" y="2968625"/>
          <p14:tracePt t="18166" x="2387600" y="2968625"/>
          <p14:tracePt t="18190" x="2379663" y="2960688"/>
          <p14:tracePt t="18198" x="2373313" y="2960688"/>
          <p14:tracePt t="18214" x="2373313" y="2954338"/>
          <p14:tracePt t="18254" x="2365375" y="2954338"/>
          <p14:tracePt t="18350" x="2387600" y="2954338"/>
          <p14:tracePt t="18358" x="2409825" y="2954338"/>
          <p14:tracePt t="18371" x="2438400" y="2954338"/>
          <p14:tracePt t="18388" x="2532063" y="2954338"/>
          <p14:tracePt t="18405" x="2743200" y="3033713"/>
          <p14:tracePt t="18421" x="2954338" y="3106738"/>
          <p14:tracePt t="18438" x="3163888" y="3200400"/>
          <p14:tracePt t="18454" x="3344863" y="3273425"/>
          <p14:tracePt t="18471" x="3482975" y="3338513"/>
          <p14:tracePt t="18488" x="3563938" y="3389313"/>
          <p14:tracePt t="18504" x="3621088" y="3446463"/>
          <p14:tracePt t="18521" x="3649663" y="3482975"/>
          <p14:tracePt t="18538" x="3694113" y="3556000"/>
          <p14:tracePt t="18554" x="3730625" y="3621088"/>
          <p14:tracePt t="18571" x="3759200" y="3708400"/>
          <p14:tracePt t="18588" x="3787775" y="3773488"/>
          <p14:tracePt t="18604" x="3817938" y="3838575"/>
          <p14:tracePt t="18621" x="3860800" y="3925888"/>
          <p14:tracePt t="18638" x="3883025" y="3976688"/>
          <p14:tracePt t="18654" x="3903663" y="4005263"/>
          <p14:tracePt t="18672" x="3903663" y="4021138"/>
          <p14:tracePt t="18688" x="3911600" y="4027488"/>
          <p14:tracePt t="18705" x="3925888" y="4041775"/>
          <p14:tracePt t="18721" x="3962400" y="4064000"/>
          <p14:tracePt t="18738" x="4027488" y="4092575"/>
          <p14:tracePt t="18754" x="4129088" y="4129088"/>
          <p14:tracePt t="18771" x="4252913" y="4165600"/>
          <p14:tracePt t="18788" x="4368800" y="4173538"/>
          <p14:tracePt t="18805" x="4600575" y="4194175"/>
          <p14:tracePt t="18821" x="4848225" y="4202113"/>
          <p14:tracePt t="18838" x="5218113" y="4202113"/>
          <p14:tracePt t="18854" x="5638800" y="4202113"/>
          <p14:tracePt t="18871" x="6008688" y="4202113"/>
          <p14:tracePt t="18888" x="6372225" y="4202113"/>
          <p14:tracePt t="18904" x="6646863" y="4202113"/>
          <p14:tracePt t="18921" x="6981825" y="4202113"/>
          <p14:tracePt t="18938" x="7337425" y="4244975"/>
          <p14:tracePt t="18954" x="7713663" y="4303713"/>
          <p14:tracePt t="18971" x="8054975" y="4354513"/>
          <p14:tracePt t="18988" x="8229600" y="4368800"/>
          <p14:tracePt t="19005" x="8469313" y="4376738"/>
          <p14:tracePt t="19021" x="8613775" y="4376738"/>
          <p14:tracePt t="19038" x="8737600" y="4391025"/>
          <p14:tracePt t="19055" x="8831263" y="4391025"/>
          <p14:tracePt t="19071" x="8904288" y="4405313"/>
          <p14:tracePt t="19088" x="9005888" y="4411663"/>
          <p14:tracePt t="19105" x="9101138" y="4411663"/>
          <p14:tracePt t="19121" x="9180513" y="4411663"/>
          <p14:tracePt t="19138" x="9259888" y="4411663"/>
          <p14:tracePt t="19155" x="9339263" y="4411663"/>
          <p14:tracePt t="19172" x="9420225" y="4411663"/>
          <p14:tracePt t="19188" x="9513888" y="4411663"/>
          <p14:tracePt t="19204" x="9659938" y="4411663"/>
          <p14:tracePt t="19221" x="9739313" y="4411663"/>
          <p14:tracePt t="19238" x="9804400" y="4397375"/>
          <p14:tracePt t="19255" x="9840913" y="4383088"/>
          <p14:tracePt t="19271" x="9898063" y="4346575"/>
          <p14:tracePt t="19288" x="9928225" y="4332288"/>
          <p14:tracePt t="19305" x="9964738" y="4310063"/>
          <p14:tracePt t="19321" x="9999663" y="4295775"/>
          <p14:tracePt t="19338" x="10021888" y="4275138"/>
          <p14:tracePt t="19354" x="10044113" y="4252913"/>
          <p14:tracePt t="19371" x="10058400" y="4244975"/>
          <p14:tracePt t="19388" x="10072688" y="4230688"/>
          <p14:tracePt t="19405" x="10086975" y="4224338"/>
          <p14:tracePt t="19455" x="10094913" y="4216400"/>
          <p14:tracePt t="19815" x="10086975" y="4216400"/>
          <p14:tracePt t="19822" x="10080625" y="4216400"/>
          <p14:tracePt t="19830" x="10066338" y="4224338"/>
          <p14:tracePt t="19847" x="10050463" y="4230688"/>
          <p14:tracePt t="19855" x="10036175" y="4238625"/>
          <p14:tracePt t="19871" x="10029825" y="4238625"/>
          <p14:tracePt t="19888" x="10007600" y="4238625"/>
          <p14:tracePt t="19905" x="9979025" y="4244975"/>
          <p14:tracePt t="19922" x="9956800" y="4244975"/>
          <p14:tracePt t="19938" x="9928225" y="4259263"/>
          <p14:tracePt t="19955" x="9913938" y="4259263"/>
          <p14:tracePt t="19971" x="9883775" y="4259263"/>
          <p14:tracePt t="19988" x="9863138" y="4259263"/>
          <p14:tracePt t="20005" x="9832975" y="4267200"/>
          <p14:tracePt t="20022" x="9812338" y="4267200"/>
          <p14:tracePt t="20038" x="9782175" y="4275138"/>
          <p14:tracePt t="20055" x="9761538" y="4275138"/>
          <p14:tracePt t="20071" x="9745663" y="4275138"/>
          <p14:tracePt t="20088" x="9739313" y="4275138"/>
          <p14:tracePt t="20122" x="9731375" y="4275138"/>
          <p14:tracePt t="20138" x="9725025" y="4275138"/>
          <p14:tracePt t="20174" x="9717088" y="4275138"/>
          <p14:tracePt t="20182" x="9710738" y="4275138"/>
          <p14:tracePt t="20198" x="9702800" y="4275138"/>
          <p14:tracePt t="20246" x="9702800" y="4267200"/>
          <p14:tracePt t="21866" x="9702800" y="4259263"/>
          <p14:tracePt t="21881" x="9702800" y="4244975"/>
          <p14:tracePt t="21892" x="9702800" y="4238625"/>
          <p14:tracePt t="21897" x="9702800" y="4224338"/>
          <p14:tracePt t="21906" x="9710738" y="4202113"/>
          <p14:tracePt t="21925" x="9739313" y="4100513"/>
          <p14:tracePt t="21940" x="9745663" y="4086225"/>
          <p14:tracePt t="21956" x="9753600" y="4064000"/>
          <p14:tracePt t="21974" x="9761538" y="4021138"/>
          <p14:tracePt t="21989" x="9782175" y="3970338"/>
          <p14:tracePt t="22006" x="9796463" y="3919538"/>
          <p14:tracePt t="22023" x="9818688" y="3852863"/>
          <p14:tracePt t="22039" x="9847263" y="3781425"/>
          <p14:tracePt t="22046" x="9863138" y="3767138"/>
          <p14:tracePt t="22057" x="9863138" y="3736975"/>
          <p14:tracePt t="22073" x="9891713" y="3679825"/>
          <p14:tracePt t="22091" x="9913938" y="3635375"/>
          <p14:tracePt t="22106" x="9942513" y="3584575"/>
          <p14:tracePt t="22123" x="9971088" y="3541713"/>
          <p14:tracePt t="22139" x="9979025" y="3505200"/>
          <p14:tracePt t="22156" x="10007600" y="3468688"/>
          <p14:tracePt t="22173" x="10021888" y="3417888"/>
          <p14:tracePt t="22189" x="10044113" y="3389313"/>
          <p14:tracePt t="22206" x="10050463" y="3375025"/>
          <p14:tracePt t="22223" x="10058400" y="3360738"/>
          <p14:tracePt t="22241" x="10066338" y="3344863"/>
          <p14:tracePt t="22256" x="10072688" y="3330575"/>
          <p14:tracePt t="22273" x="10080625" y="3324225"/>
          <p14:tracePt t="22290" x="10080625" y="3316288"/>
          <p14:tracePt t="22306" x="10086975" y="3309938"/>
          <p14:tracePt t="22323" x="10094913" y="3302000"/>
          <p14:tracePt t="22556" x="10094913" y="3309938"/>
          <p14:tracePt t="22564" x="10094913" y="3316288"/>
          <p14:tracePt t="22578" x="10094913" y="3324225"/>
          <p14:tracePt t="22601" x="10094913" y="3330575"/>
          <p14:tracePt t="22612" x="10094913" y="3338513"/>
          <p14:tracePt t="22626" x="10080625" y="3352800"/>
          <p14:tracePt t="22640" x="10080625" y="3367088"/>
          <p14:tracePt t="22656" x="10072688" y="3375025"/>
          <p14:tracePt t="22675" x="10066338" y="3389313"/>
          <p14:tracePt t="22707" x="10066338" y="3411538"/>
          <p14:tracePt t="22723" x="10058400" y="3425825"/>
          <p14:tracePt t="22757" x="10058400" y="3432175"/>
          <p14:tracePt t="22773" x="10058400" y="3446463"/>
          <p14:tracePt t="22826" x="10058400" y="3454400"/>
          <p14:tracePt t="22852" x="10058400" y="3462338"/>
          <p14:tracePt t="22865" x="10066338" y="3462338"/>
          <p14:tracePt t="22873" x="10072688" y="3476625"/>
          <p14:tracePt t="22891" x="10080625" y="3476625"/>
          <p14:tracePt t="22897" x="10080625" y="3482975"/>
          <p14:tracePt t="22914" x="10086975" y="3490913"/>
          <p14:tracePt t="22928" x="10094913" y="3490913"/>
          <p14:tracePt t="22940" x="10101263" y="3497263"/>
          <p14:tracePt t="22977" x="10109200" y="3497263"/>
          <p14:tracePt t="22994" x="10123488" y="3497263"/>
          <p14:tracePt t="23019" x="10137775" y="3497263"/>
          <p14:tracePt t="23034" x="10145713" y="3505200"/>
          <p14:tracePt t="23079" x="10152063" y="3505200"/>
          <p14:tracePt t="23095" x="10160000" y="3505200"/>
          <p14:tracePt t="23110" x="10167938" y="3505200"/>
          <p14:tracePt t="23162" x="10174288" y="3505200"/>
          <p14:tracePt t="23169" x="10182225" y="3505200"/>
          <p14:tracePt t="23233" x="10188575" y="3505200"/>
          <p14:tracePt t="23257" x="10196513" y="3505200"/>
          <p14:tracePt t="23321" x="10202863" y="3505200"/>
          <p14:tracePt t="23368" x="10210800" y="3497263"/>
          <p14:tracePt t="23395" x="10218738" y="3497263"/>
          <p14:tracePt t="23465" x="10225088" y="3490913"/>
          <p14:tracePt t="23529" x="10233025" y="3490913"/>
          <p14:tracePt t="23545" x="10239375" y="3482975"/>
          <p14:tracePt t="23561" x="10247313" y="3482975"/>
          <p14:tracePt t="23586" x="10253663" y="3476625"/>
          <p14:tracePt t="23644" x="10261600" y="3476625"/>
          <p14:tracePt t="23650" x="10269538" y="3476625"/>
          <p14:tracePt t="23692" x="10269538" y="3468688"/>
          <p14:tracePt t="23723" x="10283825" y="3468688"/>
          <p14:tracePt t="23744" x="10290175" y="3462338"/>
          <p14:tracePt t="23787" x="10298113" y="3454400"/>
          <p14:tracePt t="23818" x="10304463" y="3454400"/>
          <p14:tracePt t="23833" x="10312400" y="3446463"/>
          <p14:tracePt t="23883" x="10312400" y="3440113"/>
          <p14:tracePt t="23908" x="10320338" y="3440113"/>
          <p14:tracePt t="23913" x="10326688" y="3432175"/>
          <p14:tracePt t="23930" x="10326688" y="3425825"/>
          <p14:tracePt t="23945" x="10334625" y="3417888"/>
          <p14:tracePt t="23978" x="10334625" y="3411538"/>
          <p14:tracePt t="23994" x="10334625" y="3403600"/>
          <p14:tracePt t="24003" x="10334625" y="3395663"/>
          <p14:tracePt t="24011" x="10334625" y="3389313"/>
          <p14:tracePt t="24026" x="10334625" y="3381375"/>
          <p14:tracePt t="24040" x="10334625" y="3367088"/>
          <p14:tracePt t="24073" x="10334625" y="3352800"/>
          <p14:tracePt t="24090" x="10334625" y="3338513"/>
          <p14:tracePt t="24106" x="10312400" y="3316288"/>
          <p14:tracePt t="24123" x="10283825" y="3294063"/>
          <p14:tracePt t="24140" x="10247313" y="3279775"/>
          <p14:tracePt t="24158" x="10182225" y="3259138"/>
          <p14:tracePt t="24173" x="10123488" y="3236913"/>
          <p14:tracePt t="24190" x="10072688" y="3236913"/>
          <p14:tracePt t="24206" x="10021888" y="3228975"/>
          <p14:tracePt t="24223" x="9971088" y="3228975"/>
          <p14:tracePt t="24241" x="9934575" y="3222625"/>
          <p14:tracePt t="24257" x="9883775" y="3222625"/>
          <p14:tracePt t="24273" x="9840913" y="3222625"/>
          <p14:tracePt t="24290" x="9796463" y="3222625"/>
          <p14:tracePt t="24307" x="9753600" y="3222625"/>
          <p14:tracePt t="24323" x="9731375" y="3222625"/>
          <p14:tracePt t="24342" x="9694863" y="3222625"/>
          <p14:tracePt t="24357" x="9652000" y="3222625"/>
          <p14:tracePt t="24373" x="9615488" y="3208338"/>
          <p14:tracePt t="24390" x="9572625" y="3208338"/>
          <p14:tracePt t="24406" x="9542463" y="3208338"/>
          <p14:tracePt t="24423" x="9507538" y="3200400"/>
          <p14:tracePt t="24441" x="9471025" y="3192463"/>
          <p14:tracePt t="24457" x="9426575" y="3186113"/>
          <p14:tracePt t="24473" x="9405938" y="3186113"/>
          <p14:tracePt t="24490" x="9369425" y="3178175"/>
          <p14:tracePt t="24507" x="9355138" y="3171825"/>
          <p14:tracePt t="24523" x="9339263" y="3171825"/>
          <p14:tracePt t="24541" x="9310688" y="3171825"/>
          <p14:tracePt t="24558" x="9288463" y="3163888"/>
          <p14:tracePt t="24573" x="9259888" y="3157538"/>
          <p14:tracePt t="24591" x="9237663" y="3149600"/>
          <p14:tracePt t="24606" x="9209088" y="3149600"/>
          <p14:tracePt t="24624" x="9186863" y="3149600"/>
          <p14:tracePt t="24640" x="9166225" y="3149600"/>
          <p14:tracePt t="24657" x="9158288" y="3149600"/>
          <p14:tracePt t="24674" x="9144000" y="3149600"/>
          <p14:tracePt t="24690" x="9136063" y="3149600"/>
          <p14:tracePt t="24707" x="9121775" y="3149600"/>
          <p14:tracePt t="24723" x="9101138" y="3149600"/>
          <p14:tracePt t="24742" x="9070975" y="3178175"/>
          <p14:tracePt t="24757" x="9050338" y="3192463"/>
          <p14:tracePt t="24774" x="9034463" y="3208338"/>
          <p14:tracePt t="24790" x="9034463" y="3236913"/>
          <p14:tracePt t="24807" x="9034463" y="3273425"/>
          <p14:tracePt t="24824" x="9034463" y="3309938"/>
          <p14:tracePt t="24840" x="9050338" y="3344863"/>
          <p14:tracePt t="24857" x="9093200" y="3395663"/>
          <p14:tracePt t="24873" x="9172575" y="3454400"/>
          <p14:tracePt t="24891" x="9253538" y="3513138"/>
          <p14:tracePt t="24909" x="9332913" y="3563938"/>
          <p14:tracePt t="24923" x="9375775" y="3570288"/>
          <p14:tracePt t="24942" x="9426575" y="3584575"/>
          <p14:tracePt t="24958" x="9440863" y="3592513"/>
          <p14:tracePt t="24973" x="9448800" y="3592513"/>
          <p14:tracePt t="24991" x="9463088" y="3592513"/>
          <p14:tracePt t="25007" x="9477375" y="3592513"/>
          <p14:tracePt t="25024" x="9491663" y="3592513"/>
          <p14:tracePt t="25040" x="9507538" y="3584575"/>
          <p14:tracePt t="25048" x="9513888" y="3578225"/>
          <p14:tracePt t="25057" x="9528175" y="3570288"/>
          <p14:tracePt t="25073" x="9542463" y="3563938"/>
          <p14:tracePt t="25090" x="9558338" y="3548063"/>
          <p14:tracePt t="25106" x="9572625" y="3541713"/>
          <p14:tracePt t="25123" x="9578975" y="3527425"/>
          <p14:tracePt t="25140" x="9593263" y="3519488"/>
          <p14:tracePt t="25157" x="9609138" y="3497263"/>
          <p14:tracePt t="25173" x="9615488" y="3482975"/>
          <p14:tracePt t="25190" x="9623425" y="3476625"/>
          <p14:tracePt t="25223" x="9637713" y="3468688"/>
          <p14:tracePt t="25257" x="9644063" y="3462338"/>
          <p14:tracePt t="25273" x="9659938" y="3454400"/>
          <p14:tracePt t="25290" x="9666288" y="3446463"/>
          <p14:tracePt t="25307" x="9674225" y="3440113"/>
          <p14:tracePt t="25360" x="9680575" y="3432175"/>
          <p14:tracePt t="25487" x="9688513" y="3432175"/>
          <p14:tracePt t="25511" x="9694863" y="3425825"/>
          <p14:tracePt t="25519" x="9694863" y="3417888"/>
          <p14:tracePt t="25527" x="9702800" y="3411538"/>
          <p14:tracePt t="25568" x="9702800" y="3395663"/>
          <p14:tracePt t="25584" x="9702800" y="3389313"/>
          <p14:tracePt t="25599" x="9702800" y="3381375"/>
          <p14:tracePt t="25606" x="9702800" y="3375025"/>
          <p14:tracePt t="25615" x="9702800" y="3367088"/>
          <p14:tracePt t="25623" x="9702800" y="3352800"/>
          <p14:tracePt t="25640" x="9702800" y="3330575"/>
          <p14:tracePt t="25657" x="9688513" y="3302000"/>
          <p14:tracePt t="25673" x="9674225" y="3279775"/>
          <p14:tracePt t="25690" x="9659938" y="3265488"/>
          <p14:tracePt t="25707" x="9652000" y="3259138"/>
          <p14:tracePt t="25723" x="9637713" y="3251200"/>
          <p14:tracePt t="25740" x="9623425" y="3251200"/>
          <p14:tracePt t="25757" x="9593263" y="3251200"/>
          <p14:tracePt t="25774" x="9578975" y="3251200"/>
          <p14:tracePt t="25790" x="9558338" y="3251200"/>
          <p14:tracePt t="25807" x="9542463" y="3251200"/>
          <p14:tracePt t="25823" x="9536113" y="3251200"/>
          <p14:tracePt t="25840" x="9521825" y="3251200"/>
          <p14:tracePt t="25857" x="9513888" y="3251200"/>
          <p14:tracePt t="25873" x="9491663" y="3251200"/>
          <p14:tracePt t="25890" x="9485313" y="3251200"/>
          <p14:tracePt t="25907" x="9471025" y="3259138"/>
          <p14:tracePt t="25924" x="9471025" y="3265488"/>
          <p14:tracePt t="25941" x="9448800" y="3287713"/>
          <p14:tracePt t="25957" x="9448800" y="3302000"/>
          <p14:tracePt t="25973" x="9440863" y="3316288"/>
          <p14:tracePt t="25990" x="9440863" y="3330575"/>
          <p14:tracePt t="26007" x="9440863" y="3338513"/>
          <p14:tracePt t="26024" x="9440863" y="3352800"/>
          <p14:tracePt t="26040" x="9440863" y="3375025"/>
          <p14:tracePt t="26044" x="9448800" y="3389313"/>
          <p14:tracePt t="26057" x="9456738" y="3395663"/>
          <p14:tracePt t="26073" x="9491663" y="3417888"/>
          <p14:tracePt t="26090" x="9521825" y="3446463"/>
          <p14:tracePt t="26107" x="9564688" y="3476625"/>
          <p14:tracePt t="26124" x="9623425" y="3497263"/>
          <p14:tracePt t="26141" x="9717088" y="3541713"/>
          <p14:tracePt t="26158" x="9753600" y="3548063"/>
          <p14:tracePt t="26174" x="9775825" y="3548063"/>
          <p14:tracePt t="26190" x="9796463" y="3548063"/>
          <p14:tracePt t="26207" x="9804400" y="3556000"/>
          <p14:tracePt t="26223" x="9818688" y="3556000"/>
          <p14:tracePt t="26240" x="9826625" y="3563938"/>
          <p14:tracePt t="26257" x="9840913" y="3578225"/>
          <p14:tracePt t="26274" x="9855200" y="3592513"/>
          <p14:tracePt t="26290" x="9869488" y="3621088"/>
          <p14:tracePt t="26307" x="9898063" y="3657600"/>
          <p14:tracePt t="26323" x="9928225" y="3716338"/>
          <p14:tracePt t="26341" x="9979025" y="3802063"/>
          <p14:tracePt t="26357" x="9993313" y="3846513"/>
          <p14:tracePt t="26373" x="10007600" y="3889375"/>
          <p14:tracePt t="26390" x="10007600" y="3925888"/>
          <p14:tracePt t="26408" x="10015538" y="3976688"/>
          <p14:tracePt t="26424" x="10021888" y="4021138"/>
          <p14:tracePt t="26440" x="10021888" y="4056063"/>
          <p14:tracePt t="26457" x="10021888" y="4092575"/>
          <p14:tracePt t="26474" x="10021888" y="4122738"/>
          <p14:tracePt t="26490" x="10021888" y="4151313"/>
          <p14:tracePt t="26507" x="10021888" y="4173538"/>
          <p14:tracePt t="26524" x="9999663" y="4224338"/>
          <p14:tracePt t="26540" x="9993313" y="4238625"/>
          <p14:tracePt t="26544" x="9979025" y="4252913"/>
          <p14:tracePt t="26557" x="9964738" y="4281488"/>
          <p14:tracePt t="26574" x="9934575" y="4303713"/>
          <p14:tracePt t="26590" x="9906000" y="4332288"/>
          <p14:tracePt t="26607" x="9869488" y="4360863"/>
          <p14:tracePt t="26624" x="9840913" y="4391025"/>
          <p14:tracePt t="26641" x="9804400" y="4405313"/>
          <p14:tracePt t="26657" x="9796463" y="4411663"/>
          <p14:tracePt t="26674" x="9790113" y="4411663"/>
          <p14:tracePt t="26690" x="9782175" y="4411663"/>
          <p14:tracePt t="26724" x="9775825" y="4411663"/>
          <p14:tracePt t="26740" x="9767888" y="4411663"/>
          <p14:tracePt t="26855" x="9767888" y="4397375"/>
          <p14:tracePt t="26863" x="9767888" y="4391025"/>
          <p14:tracePt t="26874" x="9767888" y="4383088"/>
          <p14:tracePt t="26890" x="9761538" y="4376738"/>
          <p14:tracePt t="26907" x="9761538" y="4368800"/>
          <p14:tracePt t="26924" x="9761538" y="4346575"/>
          <p14:tracePt t="26941" x="9761538" y="4332288"/>
          <p14:tracePt t="26957" x="9761538" y="4318000"/>
          <p14:tracePt t="26974" x="9761538" y="4303713"/>
          <p14:tracePt t="27064" x="9753600" y="4303713"/>
          <p14:tracePt t="27080" x="9753600" y="4295775"/>
          <p14:tracePt t="27086" x="9753600" y="4275138"/>
          <p14:tracePt t="27096" x="9753600" y="4259263"/>
          <p14:tracePt t="27107" x="9753600" y="4238625"/>
          <p14:tracePt t="27124" x="9753600" y="4202113"/>
          <p14:tracePt t="27141" x="9761538" y="4165600"/>
          <p14:tracePt t="27158" x="9775825" y="4151313"/>
          <p14:tracePt t="27175" x="9775825" y="4143375"/>
          <p14:tracePt t="27190" x="9775825" y="4114800"/>
          <p14:tracePt t="27207" x="9775825" y="4100513"/>
          <p14:tracePt t="30815" x="9775825" y="4092575"/>
          <p14:tracePt t="30822" x="9761538" y="4092575"/>
          <p14:tracePt t="30830" x="9731375" y="4100513"/>
          <p14:tracePt t="30841" x="9688513" y="4106863"/>
          <p14:tracePt t="30858" x="9586913" y="4179888"/>
          <p14:tracePt t="30875" x="9420225" y="4289425"/>
          <p14:tracePt t="30892" x="9121775" y="4441825"/>
          <p14:tracePt t="30908" x="8432800" y="4732338"/>
          <p14:tracePt t="30925" x="7815263" y="4941888"/>
          <p14:tracePt t="30942" x="7227888" y="5116513"/>
          <p14:tracePt t="30958" x="6677025" y="5268913"/>
          <p14:tracePt t="30975" x="6205538" y="5399088"/>
          <p14:tracePt t="30992" x="5907088" y="5449888"/>
          <p14:tracePt t="31008" x="5508625" y="5500688"/>
          <p14:tracePt t="31025" x="5108575" y="5559425"/>
          <p14:tracePt t="31042" x="4732338" y="5616575"/>
          <p14:tracePt t="31045" x="4564063" y="5646738"/>
          <p14:tracePt t="31058" x="4433888" y="5667375"/>
          <p14:tracePt t="31075" x="4157663" y="5732463"/>
          <p14:tracePt t="31092" x="3897313" y="5783263"/>
          <p14:tracePt t="31109" x="3570288" y="5799138"/>
          <p14:tracePt t="31125" x="3367088" y="5799138"/>
          <p14:tracePt t="31142" x="3192463" y="5799138"/>
          <p14:tracePt t="31158" x="3055938" y="5805488"/>
          <p14:tracePt t="31175" x="2946400" y="5805488"/>
          <p14:tracePt t="31192" x="2867025" y="5805488"/>
          <p14:tracePt t="31208" x="2779713" y="5805488"/>
          <p14:tracePt t="31225" x="2655888" y="5805488"/>
          <p14:tracePt t="31242" x="2511425" y="5805488"/>
          <p14:tracePt t="31258" x="2373313" y="5805488"/>
          <p14:tracePt t="31275" x="2286000" y="5805488"/>
          <p14:tracePt t="31292" x="2198688" y="5805488"/>
          <p14:tracePt t="31309" x="2090738" y="5805488"/>
          <p14:tracePt t="31325" x="2003425" y="5805488"/>
          <p14:tracePt t="31342" x="1944688" y="5805488"/>
          <p14:tracePt t="31358" x="1908175" y="5805488"/>
          <p14:tracePt t="31375" x="1857375" y="5819775"/>
          <p14:tracePt t="31392" x="1836738" y="5819775"/>
          <p14:tracePt t="31409" x="1800225" y="5827713"/>
          <p14:tracePt t="31425" x="1778000" y="5827713"/>
          <p14:tracePt t="31442" x="1727200" y="5827713"/>
          <p14:tracePt t="31458" x="1690688" y="5827713"/>
          <p14:tracePt t="31475" x="1654175" y="5827713"/>
          <p14:tracePt t="31492" x="1611313" y="5827713"/>
          <p14:tracePt t="31509" x="1560513" y="5827713"/>
          <p14:tracePt t="31525" x="1473200" y="5827713"/>
          <p14:tracePt t="31542" x="1414463" y="5827713"/>
          <p14:tracePt t="31559" x="1379538" y="5827713"/>
          <p14:tracePt t="31575" x="1335088" y="5827713"/>
          <p14:tracePt t="31592" x="1306513" y="5827713"/>
          <p14:tracePt t="31608" x="1270000" y="5827713"/>
          <p14:tracePt t="31625" x="1233488" y="5827713"/>
          <p14:tracePt t="31642" x="1211263" y="5827713"/>
          <p14:tracePt t="31659" x="1196975" y="5827713"/>
          <p14:tracePt t="31675" x="1182688" y="5827713"/>
          <p14:tracePt t="31692" x="1160463" y="5827713"/>
          <p14:tracePt t="31708" x="1125538" y="5827713"/>
          <p14:tracePt t="31725" x="1103313" y="5827713"/>
          <p14:tracePt t="31742" x="1074738" y="5827713"/>
          <p14:tracePt t="31758" x="1038225" y="5827713"/>
          <p14:tracePt t="31775" x="1030288" y="5827713"/>
          <p14:tracePt t="31792" x="993775" y="5827713"/>
          <p14:tracePt t="31808" x="979488" y="5827713"/>
          <p14:tracePt t="31825" x="957263" y="5827713"/>
          <p14:tracePt t="31842" x="928688" y="5827713"/>
          <p14:tracePt t="31858" x="906463" y="5827713"/>
          <p14:tracePt t="31875" x="877888" y="5827713"/>
          <p14:tracePt t="31892" x="863600" y="5827713"/>
          <p14:tracePt t="31909" x="841375" y="5827713"/>
          <p14:tracePt t="31925" x="827088" y="5819775"/>
          <p14:tracePt t="31942" x="804863" y="5813425"/>
          <p14:tracePt t="31959" x="784225" y="5799138"/>
          <p14:tracePt t="31975" x="769938" y="5776913"/>
          <p14:tracePt t="31992" x="762000" y="5762625"/>
          <p14:tracePt t="32008" x="754063" y="5754688"/>
          <p14:tracePt t="32025" x="747713" y="5748338"/>
          <p14:tracePt t="32042" x="739775" y="5732463"/>
          <p14:tracePt t="32046" x="739775" y="5726113"/>
          <p14:tracePt t="32062" x="733425" y="5711825"/>
          <p14:tracePt t="32075" x="733425" y="5703888"/>
          <p14:tracePt t="32092" x="725488" y="5689600"/>
          <p14:tracePt t="32108" x="719138" y="5667375"/>
          <p14:tracePt t="32125" x="719138" y="5653088"/>
          <p14:tracePt t="32142" x="719138" y="5646738"/>
          <p14:tracePt t="32159" x="711200" y="5638800"/>
          <p14:tracePt t="32176" x="711200" y="5624513"/>
          <p14:tracePt t="32209" x="711200" y="5616575"/>
          <p14:tracePt t="32239" x="711200" y="5602288"/>
          <p14:tracePt t="32246" x="719138" y="5595938"/>
          <p14:tracePt t="32262" x="725488" y="5588000"/>
          <p14:tracePt t="32275" x="733425" y="5573713"/>
          <p14:tracePt t="32292" x="754063" y="5565775"/>
          <p14:tracePt t="32309" x="798513" y="5545138"/>
          <p14:tracePt t="32325" x="820738" y="5537200"/>
          <p14:tracePt t="32342" x="841375" y="5522913"/>
          <p14:tracePt t="32359" x="877888" y="5514975"/>
          <p14:tracePt t="32375" x="928688" y="5508625"/>
          <p14:tracePt t="32392" x="1008063" y="5500688"/>
          <p14:tracePt t="32409" x="1066800" y="5486400"/>
          <p14:tracePt t="32425" x="1131888" y="5457825"/>
          <p14:tracePt t="32442" x="1182688" y="5449888"/>
          <p14:tracePt t="32459" x="1233488" y="5443538"/>
          <p14:tracePt t="32475" x="1277938" y="5435600"/>
          <p14:tracePt t="32492" x="1349375" y="5427663"/>
          <p14:tracePt t="32509" x="1414463" y="5421313"/>
          <p14:tracePt t="32525" x="1465263" y="5413375"/>
          <p14:tracePt t="32542" x="1509713" y="5413375"/>
          <p14:tracePt t="32559" x="1560513" y="5413375"/>
          <p14:tracePt t="32575" x="1603375" y="5413375"/>
          <p14:tracePt t="32592" x="1662113" y="5413375"/>
          <p14:tracePt t="32609" x="1719263" y="5413375"/>
          <p14:tracePt t="32626" x="1763713" y="5413375"/>
          <p14:tracePt t="32642" x="1814513" y="5413375"/>
          <p14:tracePt t="32659" x="1851025" y="5413375"/>
          <p14:tracePt t="32675" x="1893888" y="5413375"/>
          <p14:tracePt t="32692" x="1981200" y="5427663"/>
          <p14:tracePt t="32709" x="2032000" y="5435600"/>
          <p14:tracePt t="32725" x="2097088" y="5435600"/>
          <p14:tracePt t="32742" x="2147888" y="5449888"/>
          <p14:tracePt t="32759" x="2220913" y="5464175"/>
          <p14:tracePt t="32775" x="2286000" y="5472113"/>
          <p14:tracePt t="32792" x="2351088" y="5494338"/>
          <p14:tracePt t="32809" x="2401888" y="5508625"/>
          <p14:tracePt t="32826" x="2446338" y="5514975"/>
          <p14:tracePt t="32842" x="2466975" y="5529263"/>
          <p14:tracePt t="32859" x="2525713" y="5545138"/>
          <p14:tracePt t="32876" x="2568575" y="5559425"/>
          <p14:tracePt t="32893" x="2663825" y="5588000"/>
          <p14:tracePt t="32909" x="2714625" y="5610225"/>
          <p14:tracePt t="32925" x="2743200" y="5624513"/>
          <p14:tracePt t="32942" x="2771775" y="5646738"/>
          <p14:tracePt t="32959" x="2801938" y="5675313"/>
          <p14:tracePt t="32975" x="2816225" y="5703888"/>
          <p14:tracePt t="32992" x="2830513" y="5740400"/>
          <p14:tracePt t="33010" x="2836863" y="5768975"/>
          <p14:tracePt t="33042" x="2836863" y="5783263"/>
          <p14:tracePt t="33045" x="2836863" y="5791200"/>
          <p14:tracePt t="33079" x="2836863" y="5799138"/>
          <p14:tracePt t="33086" x="2836863" y="5805488"/>
          <p14:tracePt t="33096" x="2836863" y="5819775"/>
          <p14:tracePt t="33109" x="2808288" y="5842000"/>
          <p14:tracePt t="33126" x="2779713" y="5856288"/>
          <p14:tracePt t="33142" x="2757488" y="5870575"/>
          <p14:tracePt t="33159" x="2735263" y="5892800"/>
          <p14:tracePt t="33175" x="2692400" y="5900738"/>
          <p14:tracePt t="33192" x="2655888" y="5900738"/>
          <p14:tracePt t="33209" x="2568575" y="5900738"/>
          <p14:tracePt t="33226" x="2452688" y="5907088"/>
          <p14:tracePt t="33242" x="2314575" y="5907088"/>
          <p14:tracePt t="33259" x="2176463" y="5907088"/>
          <p14:tracePt t="33275" x="2046288" y="5915025"/>
          <p14:tracePt t="33293" x="1908175" y="5915025"/>
          <p14:tracePt t="33309" x="1843088" y="5915025"/>
          <p14:tracePt t="33326" x="1814513" y="5915025"/>
          <p14:tracePt t="33343" x="1785938" y="5915025"/>
          <p14:tracePt t="33359" x="1749425" y="5915025"/>
          <p14:tracePt t="33376" x="1712913" y="5915025"/>
          <p14:tracePt t="33392" x="1668463" y="5915025"/>
          <p14:tracePt t="33410" x="1611313" y="5915025"/>
          <p14:tracePt t="33426" x="1538288" y="5915025"/>
          <p14:tracePt t="33442" x="1465263" y="5915025"/>
          <p14:tracePt t="33459" x="1400175" y="5915025"/>
          <p14:tracePt t="33476" x="1349375" y="5915025"/>
          <p14:tracePt t="33493" x="1277938" y="5915025"/>
          <p14:tracePt t="33509" x="1233488" y="5915025"/>
          <p14:tracePt t="33526" x="1182688" y="5915025"/>
          <p14:tracePt t="33542" x="1131888" y="5915025"/>
          <p14:tracePt t="33559" x="1095375" y="5915025"/>
          <p14:tracePt t="33576" x="1058863" y="5915025"/>
          <p14:tracePt t="33592" x="1016000" y="5915025"/>
          <p14:tracePt t="33610" x="979488" y="5915025"/>
          <p14:tracePt t="33626" x="936625" y="5915025"/>
          <p14:tracePt t="33642" x="900113" y="5915025"/>
          <p14:tracePt t="33661" x="841375" y="5915025"/>
          <p14:tracePt t="33676" x="835025" y="5915025"/>
          <p14:tracePt t="33693" x="812800" y="5915025"/>
          <p14:tracePt t="33709" x="784225" y="5915025"/>
          <p14:tracePt t="33726" x="776288" y="5915025"/>
          <p14:tracePt t="33742" x="762000" y="5915025"/>
          <p14:tracePt t="33759" x="747713" y="5915025"/>
          <p14:tracePt t="33776" x="739775" y="5915025"/>
          <p14:tracePt t="33815" x="733425" y="5915025"/>
          <p14:tracePt t="33831" x="719138" y="5915025"/>
          <p14:tracePt t="33847" x="719138" y="5907088"/>
          <p14:tracePt t="33860" x="711200" y="5907088"/>
          <p14:tracePt t="33876" x="703263" y="5900738"/>
          <p14:tracePt t="33893" x="696913" y="5884863"/>
          <p14:tracePt t="33909" x="696913" y="5864225"/>
          <p14:tracePt t="33926" x="688975" y="5849938"/>
          <p14:tracePt t="33942" x="682625" y="5834063"/>
          <p14:tracePt t="33959" x="674688" y="5799138"/>
          <p14:tracePt t="33976" x="668338" y="5762625"/>
          <p14:tracePt t="33992" x="668338" y="5748338"/>
          <p14:tracePt t="34009" x="652463" y="5732463"/>
          <p14:tracePt t="34026" x="646113" y="5711825"/>
          <p14:tracePt t="34043" x="646113" y="5697538"/>
          <p14:tracePt t="34046" x="646113" y="5689600"/>
          <p14:tracePt t="34060" x="646113" y="5675313"/>
          <p14:tracePt t="34092" x="646113" y="5646738"/>
          <p14:tracePt t="34109" x="646113" y="5624513"/>
          <p14:tracePt t="34126" x="652463" y="5602288"/>
          <p14:tracePt t="34144" x="652463" y="5595938"/>
          <p14:tracePt t="34159" x="668338" y="5580063"/>
          <p14:tracePt t="34176" x="682625" y="5565775"/>
          <p14:tracePt t="34193" x="703263" y="5551488"/>
          <p14:tracePt t="34209" x="725488" y="5537200"/>
          <p14:tracePt t="34226" x="747713" y="5537200"/>
          <p14:tracePt t="34243" x="747713" y="5529263"/>
          <p14:tracePt t="34259" x="769938" y="5522913"/>
          <p14:tracePt t="34276" x="784225" y="5522913"/>
          <p14:tracePt t="34293" x="841375" y="5514975"/>
          <p14:tracePt t="34309" x="892175" y="5500688"/>
          <p14:tracePt t="34326" x="973138" y="5494338"/>
          <p14:tracePt t="34342" x="1074738" y="5494338"/>
          <p14:tracePt t="34359" x="1168400" y="5494338"/>
          <p14:tracePt t="34376" x="1284288" y="5494338"/>
          <p14:tracePt t="34393" x="1393825" y="5494338"/>
          <p14:tracePt t="34411" x="1501775" y="5494338"/>
          <p14:tracePt t="34426" x="1603375" y="5494338"/>
          <p14:tracePt t="34443" x="1704975" y="5494338"/>
          <p14:tracePt t="34460" x="1814513" y="5494338"/>
          <p14:tracePt t="34476" x="1908175" y="5494338"/>
          <p14:tracePt t="34493" x="2054225" y="5494338"/>
          <p14:tracePt t="34510" x="2133600" y="5494338"/>
          <p14:tracePt t="34526" x="2212975" y="5494338"/>
          <p14:tracePt t="34543" x="2271713" y="5494338"/>
          <p14:tracePt t="34559" x="2344738" y="5494338"/>
          <p14:tracePt t="34576" x="2416175" y="5494338"/>
          <p14:tracePt t="34593" x="2489200" y="5508625"/>
          <p14:tracePt t="34610" x="2554288" y="5514975"/>
          <p14:tracePt t="34626" x="2641600" y="5529263"/>
          <p14:tracePt t="34643" x="2692400" y="5537200"/>
          <p14:tracePt t="34660" x="2735263" y="5545138"/>
          <p14:tracePt t="34677" x="2794000" y="5559425"/>
          <p14:tracePt t="34693" x="2816225" y="5565775"/>
          <p14:tracePt t="34709" x="2852738" y="5565775"/>
          <p14:tracePt t="34726" x="2887663" y="5565775"/>
          <p14:tracePt t="34743" x="2917825" y="5580063"/>
          <p14:tracePt t="34759" x="2946400" y="5588000"/>
          <p14:tracePt t="34776" x="2960688" y="5595938"/>
          <p14:tracePt t="34793" x="2982913" y="5595938"/>
          <p14:tracePt t="34809" x="2997200" y="5610225"/>
          <p14:tracePt t="34826" x="3011488" y="5616575"/>
          <p14:tracePt t="34843" x="3019425" y="5616575"/>
          <p14:tracePt t="34859" x="3040063" y="5630863"/>
          <p14:tracePt t="34877" x="3048000" y="5653088"/>
          <p14:tracePt t="34893" x="3062288" y="5675313"/>
          <p14:tracePt t="34910" x="3070225" y="5703888"/>
          <p14:tracePt t="34926" x="3070225" y="5718175"/>
          <p14:tracePt t="34943" x="3076575" y="5726113"/>
          <p14:tracePt t="34959" x="3076575" y="5740400"/>
          <p14:tracePt t="34976" x="3076575" y="5748338"/>
          <p14:tracePt t="34993" x="3076575" y="5762625"/>
          <p14:tracePt t="35009" x="3076575" y="5768975"/>
          <p14:tracePt t="35680" x="3076575" y="5776913"/>
          <p14:tracePt t="35686" x="3084513" y="5776913"/>
          <p14:tracePt t="35694" x="3106738" y="5776913"/>
          <p14:tracePt t="35710" x="3141663" y="5776913"/>
          <p14:tracePt t="35726" x="3192463" y="5776913"/>
          <p14:tracePt t="35743" x="3273425" y="5776913"/>
          <p14:tracePt t="35760" x="3330575" y="5776913"/>
          <p14:tracePt t="35776" x="3389313" y="5776913"/>
          <p14:tracePt t="35793" x="3432175" y="5776913"/>
          <p14:tracePt t="35810" x="3497263" y="5776913"/>
          <p14:tracePt t="35826" x="3541713" y="5776913"/>
          <p14:tracePt t="35843" x="3584575" y="5776913"/>
          <p14:tracePt t="35860" x="3635375" y="5791200"/>
          <p14:tracePt t="35877" x="3671888" y="5805488"/>
          <p14:tracePt t="35893" x="3700463" y="5827713"/>
          <p14:tracePt t="35910" x="3716338" y="5834063"/>
          <p14:tracePt t="35926" x="3751263" y="5849938"/>
          <p14:tracePt t="35943" x="3767138" y="5864225"/>
          <p14:tracePt t="35960" x="3787775" y="5892800"/>
          <p14:tracePt t="35976" x="3802063" y="5921375"/>
          <p14:tracePt t="35993" x="3838575" y="5972175"/>
          <p14:tracePt t="36010" x="3868738" y="6030913"/>
          <p14:tracePt t="36026" x="3889375" y="6081713"/>
          <p14:tracePt t="36043" x="3897313" y="6118225"/>
          <p14:tracePt t="36047" x="3897313" y="6146800"/>
          <p14:tracePt t="36060" x="3897313" y="6169025"/>
          <p14:tracePt t="36076" x="3875088" y="6234113"/>
          <p14:tracePt t="36093" x="3846513" y="6291263"/>
          <p14:tracePt t="36110" x="3810000" y="6327775"/>
          <p14:tracePt t="36126" x="3716338" y="6392863"/>
          <p14:tracePt t="36144" x="3563938" y="6451600"/>
          <p14:tracePt t="36160" x="3344863" y="6510338"/>
          <p14:tracePt t="36177" x="3127375" y="6530975"/>
          <p14:tracePt t="36193" x="2946400" y="6545263"/>
          <p14:tracePt t="36210" x="2794000" y="6545263"/>
          <p14:tracePt t="36226" x="2678113" y="6545263"/>
          <p14:tracePt t="36243" x="2576513" y="6545263"/>
          <p14:tracePt t="36260" x="2503488" y="6545263"/>
          <p14:tracePt t="36277" x="2365375" y="6545263"/>
          <p14:tracePt t="36293" x="2249488" y="6545263"/>
          <p14:tracePt t="36310" x="2111375" y="6545263"/>
          <p14:tracePt t="36327" x="1973263" y="6530975"/>
          <p14:tracePt t="36343" x="1836738" y="6494463"/>
          <p14:tracePt t="36360" x="1727200" y="6480175"/>
          <p14:tracePt t="36377" x="1654175" y="6465888"/>
          <p14:tracePt t="36393" x="1574800" y="6459538"/>
          <p14:tracePt t="36410" x="1487488" y="6443663"/>
          <p14:tracePt t="36427" x="1422400" y="6437313"/>
          <p14:tracePt t="36443" x="1343025" y="6423025"/>
          <p14:tracePt t="36460" x="1247775" y="6408738"/>
          <p14:tracePt t="36477" x="1117600" y="6372225"/>
          <p14:tracePt t="36493" x="1030288" y="6350000"/>
          <p14:tracePt t="36510" x="979488" y="6327775"/>
          <p14:tracePt t="36527" x="900113" y="6313488"/>
          <p14:tracePt t="36544" x="871538" y="6299200"/>
          <p14:tracePt t="36560" x="835025" y="6291263"/>
          <p14:tracePt t="36577" x="827088" y="6276975"/>
          <p14:tracePt t="36593" x="812800" y="6276975"/>
          <p14:tracePt t="36610" x="812800" y="6270625"/>
          <p14:tracePt t="36628" x="812800" y="6256338"/>
          <p14:tracePt t="36643" x="812800" y="6234113"/>
          <p14:tracePt t="36660" x="812800" y="6211888"/>
          <p14:tracePt t="36677" x="812800" y="6169025"/>
          <p14:tracePt t="36693" x="827088" y="6146800"/>
          <p14:tracePt t="36710" x="863600" y="6103938"/>
          <p14:tracePt t="36727" x="900113" y="6073775"/>
          <p14:tracePt t="36743" x="950913" y="6053138"/>
          <p14:tracePt t="36760" x="1023938" y="6008688"/>
          <p14:tracePt t="36777" x="1095375" y="5980113"/>
          <p14:tracePt t="36794" x="1190625" y="5965825"/>
          <p14:tracePt t="36810" x="1262063" y="5943600"/>
          <p14:tracePt t="36827" x="1335088" y="5943600"/>
          <p14:tracePt t="36844" x="1414463" y="5943600"/>
          <p14:tracePt t="36861" x="1538288" y="5943600"/>
          <p14:tracePt t="36877" x="1647825" y="5943600"/>
          <p14:tracePt t="36893" x="1735138" y="5943600"/>
          <p14:tracePt t="36910" x="1792288" y="5943600"/>
          <p14:tracePt t="36927" x="1865313" y="5943600"/>
          <p14:tracePt t="36943" x="1930400" y="5943600"/>
          <p14:tracePt t="36961" x="2009775" y="5943600"/>
          <p14:tracePt t="36977" x="2090738" y="5943600"/>
          <p14:tracePt t="36993" x="2176463" y="5943600"/>
          <p14:tracePt t="37010" x="2249488" y="5943600"/>
          <p14:tracePt t="37027" x="2308225" y="5943600"/>
          <p14:tracePt t="37044" x="2344738" y="5943600"/>
          <p14:tracePt t="37047" x="2373313" y="5943600"/>
          <p14:tracePt t="37060" x="2395538" y="5943600"/>
          <p14:tracePt t="37077" x="2466975" y="5943600"/>
          <p14:tracePt t="37094" x="2503488" y="5943600"/>
          <p14:tracePt t="37110" x="2540000" y="5943600"/>
          <p14:tracePt t="37127" x="2562225" y="5943600"/>
          <p14:tracePt t="37144" x="2582863" y="5943600"/>
          <p14:tracePt t="37160" x="2598738" y="5943600"/>
          <p14:tracePt t="37177" x="2627313" y="5943600"/>
          <p14:tracePt t="37194" x="2649538" y="5951538"/>
          <p14:tracePt t="37210" x="2684463" y="5972175"/>
          <p14:tracePt t="37227" x="2714625" y="5980113"/>
          <p14:tracePt t="37244" x="2751138" y="6002338"/>
          <p14:tracePt t="37261" x="2794000" y="6030913"/>
          <p14:tracePt t="37277" x="2822575" y="6067425"/>
          <p14:tracePt t="37293" x="2852738" y="6103938"/>
          <p14:tracePt t="37310" x="2873375" y="6132513"/>
          <p14:tracePt t="37328" x="2887663" y="6161088"/>
          <p14:tracePt t="37344" x="2895600" y="6189663"/>
          <p14:tracePt t="37360" x="2903538" y="6205538"/>
          <p14:tracePt t="37377" x="2903538" y="6211888"/>
          <p14:tracePt t="37394" x="2909888" y="6234113"/>
          <p14:tracePt t="37410" x="2909888" y="6248400"/>
          <p14:tracePt t="37427" x="2909888" y="6270625"/>
          <p14:tracePt t="37461" x="2903538" y="6291263"/>
          <p14:tracePt t="37477" x="2895600" y="6307138"/>
          <p14:tracePt t="37494" x="2895600" y="6313488"/>
          <p14:tracePt t="37510" x="2881313" y="6321425"/>
          <p14:tracePt t="37574" x="2873375" y="6327775"/>
          <p14:tracePt t="37623" x="2873375" y="6335713"/>
          <p14:tracePt t="37638" x="2867025" y="6335713"/>
          <p14:tracePt t="37646" x="2859088" y="6335713"/>
          <p14:tracePt t="37661" x="2852738" y="6342063"/>
          <p14:tracePt t="37679" x="2836863" y="6350000"/>
          <p14:tracePt t="37718" x="2830513" y="6350000"/>
          <p14:tracePt t="37726" x="2830513" y="6357938"/>
          <p14:tracePt t="37734" x="2822575" y="6357938"/>
          <p14:tracePt t="37753" x="2816225" y="6357938"/>
          <p14:tracePt t="37776" x="2801938" y="6357938"/>
          <p14:tracePt t="37792" x="2794000" y="6357938"/>
          <p14:tracePt t="38240" x="2786063" y="6357938"/>
          <p14:tracePt t="38247" x="2779713" y="6357938"/>
          <p14:tracePt t="38255" x="2771775" y="6357938"/>
          <p14:tracePt t="38263" x="2765425" y="6357938"/>
          <p14:tracePt t="38277" x="2751138" y="6357938"/>
          <p14:tracePt t="38294" x="2735263" y="6357938"/>
          <p14:tracePt t="38311" x="2728913" y="6357938"/>
          <p14:tracePt t="38328" x="2720975" y="6357938"/>
          <p14:tracePt t="38368" x="2714625" y="6357938"/>
          <p14:tracePt t="38378" x="2706688" y="6357938"/>
          <p14:tracePt t="39273" x="2714625" y="6357938"/>
          <p14:tracePt t="39280" x="2728913" y="6357938"/>
          <p14:tracePt t="39296" x="2743200" y="6357938"/>
          <p14:tracePt t="39303" x="2757488" y="6357938"/>
          <p14:tracePt t="39311" x="2771775" y="6357938"/>
          <p14:tracePt t="39328" x="2779713" y="6357938"/>
          <p14:tracePt t="39344" x="2801938" y="6357938"/>
          <p14:tracePt t="39361" x="2822575" y="6357938"/>
          <p14:tracePt t="39378" x="2859088" y="6357938"/>
          <p14:tracePt t="39395" x="2895600" y="6357938"/>
          <p14:tracePt t="39411" x="2924175" y="6357938"/>
          <p14:tracePt t="39429" x="2954338" y="6357938"/>
          <p14:tracePt t="39445" x="2974975" y="6357938"/>
          <p14:tracePt t="39462" x="2997200" y="6357938"/>
          <p14:tracePt t="39478" x="3011488" y="6357938"/>
          <p14:tracePt t="39494" x="3025775" y="6357938"/>
          <p14:tracePt t="39511" x="3048000" y="6357938"/>
          <p14:tracePt t="39528" x="3055938" y="6357938"/>
          <p14:tracePt t="39544" x="3070225" y="6357938"/>
          <p14:tracePt t="39549" x="3084513" y="6357938"/>
          <p14:tracePt t="39578" x="3106738" y="6357938"/>
          <p14:tracePt t="39594" x="3135313" y="6357938"/>
          <p14:tracePt t="39611" x="3157538" y="6357938"/>
          <p14:tracePt t="39628" x="3186113" y="6357938"/>
          <p14:tracePt t="39645" x="3214688" y="6342063"/>
          <p14:tracePt t="39661" x="3228975" y="6342063"/>
          <p14:tracePt t="39678" x="3259138" y="6342063"/>
          <p14:tracePt t="39695" x="3279775" y="6335713"/>
          <p14:tracePt t="39711" x="3302000" y="6327775"/>
          <p14:tracePt t="39728" x="3324225" y="6327775"/>
          <p14:tracePt t="39744" x="3330575" y="6327775"/>
          <p14:tracePt t="39778" x="3338513" y="6327775"/>
          <p14:tracePt t="39897" x="3330575" y="6321425"/>
          <p14:tracePt t="39912" x="3316288" y="6321425"/>
          <p14:tracePt t="39919" x="3302000" y="6321425"/>
          <p14:tracePt t="39928" x="3287713" y="6321425"/>
          <p14:tracePt t="39945" x="3259138" y="6321425"/>
          <p14:tracePt t="39961" x="3228975" y="6321425"/>
          <p14:tracePt t="39978" x="3200400" y="6307138"/>
          <p14:tracePt t="39995" x="3178175" y="6307138"/>
          <p14:tracePt t="40011" x="3157538" y="6307138"/>
          <p14:tracePt t="40028" x="3149600" y="6299200"/>
          <p14:tracePt t="40045" x="3141663" y="6291263"/>
          <p14:tracePt t="40065" x="3127375" y="6284913"/>
          <p14:tracePt t="40078" x="3127375" y="6276975"/>
          <p14:tracePt t="40097" x="3121025" y="6270625"/>
          <p14:tracePt t="40111" x="3113088" y="6262688"/>
          <p14:tracePt t="40128" x="3106738" y="6248400"/>
          <p14:tracePt t="40145" x="3106738" y="6234113"/>
          <p14:tracePt t="40161" x="3098800" y="6226175"/>
          <p14:tracePt t="40178" x="3098800" y="6211888"/>
          <p14:tracePt t="40194" x="3090863" y="6205538"/>
          <p14:tracePt t="40212" x="3090863" y="6189663"/>
          <p14:tracePt t="40228" x="3090863" y="6169025"/>
          <p14:tracePt t="40246" x="3090863" y="6138863"/>
          <p14:tracePt t="40261" x="3090863" y="6110288"/>
          <p14:tracePt t="40278" x="3090863" y="6081713"/>
          <p14:tracePt t="40295" x="3090863" y="6053138"/>
          <p14:tracePt t="40311" x="3090863" y="6030913"/>
          <p14:tracePt t="40328" x="3090863" y="6016625"/>
          <p14:tracePt t="40346" x="3090863" y="6002338"/>
          <p14:tracePt t="40361" x="3090863" y="5986463"/>
          <p14:tracePt t="40378" x="3090863" y="5980113"/>
          <p14:tracePt t="40395" x="3098800" y="5965825"/>
          <p14:tracePt t="40411" x="3106738" y="5935663"/>
          <p14:tracePt t="40428" x="3121025" y="5921375"/>
          <p14:tracePt t="40445" x="3135313" y="5892800"/>
          <p14:tracePt t="40462" x="3141663" y="5884863"/>
          <p14:tracePt t="40479" x="3149600" y="5878513"/>
          <p14:tracePt t="40495" x="3163888" y="5864225"/>
          <p14:tracePt t="40512" x="3192463" y="5856288"/>
          <p14:tracePt t="40528" x="3222625" y="5842000"/>
          <p14:tracePt t="40545" x="3259138" y="5842000"/>
          <p14:tracePt t="40551" x="3273425" y="5842000"/>
          <p14:tracePt t="40561" x="3287713" y="5842000"/>
          <p14:tracePt t="40578" x="3330575" y="5842000"/>
          <p14:tracePt t="40595" x="3375025" y="5842000"/>
          <p14:tracePt t="40612" x="3403600" y="5842000"/>
          <p14:tracePt t="40629" x="3462338" y="5842000"/>
          <p14:tracePt t="40645" x="3505200" y="5842000"/>
          <p14:tracePt t="40661" x="3533775" y="5842000"/>
          <p14:tracePt t="40678" x="3563938" y="5842000"/>
          <p14:tracePt t="40695" x="3592513" y="5842000"/>
          <p14:tracePt t="40712" x="3629025" y="5842000"/>
          <p14:tracePt t="40728" x="3657600" y="5842000"/>
          <p14:tracePt t="40745" x="3679825" y="5849938"/>
          <p14:tracePt t="40761" x="3708400" y="5856288"/>
          <p14:tracePt t="40778" x="3716338" y="5870575"/>
          <p14:tracePt t="40795" x="3730625" y="5878513"/>
          <p14:tracePt t="40812" x="3744913" y="5884863"/>
          <p14:tracePt t="40829" x="3773488" y="5907088"/>
          <p14:tracePt t="40846" x="3795713" y="5929313"/>
          <p14:tracePt t="40861" x="3817938" y="5951538"/>
          <p14:tracePt t="40878" x="3824288" y="5957888"/>
          <p14:tracePt t="40895" x="3838575" y="5986463"/>
          <p14:tracePt t="40911" x="3860800" y="6022975"/>
          <p14:tracePt t="40928" x="3875088" y="6053138"/>
          <p14:tracePt t="40945" x="3889375" y="6088063"/>
          <p14:tracePt t="40961" x="3897313" y="6103938"/>
          <p14:tracePt t="40979" x="3903663" y="6124575"/>
          <p14:tracePt t="40995" x="3903663" y="6132513"/>
          <p14:tracePt t="41011" x="3911600" y="6138863"/>
          <p14:tracePt t="41029" x="3911600" y="6161088"/>
          <p14:tracePt t="41045" x="3911600" y="6175375"/>
          <p14:tracePt t="41062" x="3911600" y="6211888"/>
          <p14:tracePt t="41079" x="3903663" y="6234113"/>
          <p14:tracePt t="41095" x="3889375" y="6262688"/>
          <p14:tracePt t="41111" x="3883025" y="6270625"/>
          <p14:tracePt t="41128" x="3868738" y="6284913"/>
          <p14:tracePt t="41145" x="3852863" y="6299200"/>
          <p14:tracePt t="41162" x="3832225" y="6321425"/>
          <p14:tracePt t="41178" x="3810000" y="6327775"/>
          <p14:tracePt t="41195" x="3773488" y="6350000"/>
          <p14:tracePt t="41212" x="3744913" y="6357938"/>
          <p14:tracePt t="41229" x="3708400" y="6372225"/>
          <p14:tracePt t="41245" x="3686175" y="6372225"/>
          <p14:tracePt t="41262" x="3665538" y="6378575"/>
          <p14:tracePt t="41278" x="3635375" y="6378575"/>
          <p14:tracePt t="41295" x="3592513" y="6378575"/>
          <p14:tracePt t="41312" x="3548063" y="6378575"/>
          <p14:tracePt t="41328" x="3497263" y="6378575"/>
          <p14:tracePt t="41345" x="3476625" y="6378575"/>
          <p14:tracePt t="41362" x="3454400" y="6378575"/>
          <p14:tracePt t="41378" x="3417888" y="6378575"/>
          <p14:tracePt t="41395" x="3395663" y="6372225"/>
          <p14:tracePt t="41412" x="3375025" y="6364288"/>
          <p14:tracePt t="41429" x="3352800" y="6357938"/>
          <p14:tracePt t="41445" x="3309938" y="6335713"/>
          <p14:tracePt t="41462" x="3294063" y="6335713"/>
          <p14:tracePt t="41478" x="3265488" y="6321425"/>
          <p14:tracePt t="41495" x="3251200" y="6313488"/>
          <p14:tracePt t="41512" x="3243263" y="6313488"/>
          <p14:tracePt t="41528" x="3228975" y="6307138"/>
          <p14:tracePt t="41546" x="3214688" y="6299200"/>
          <p14:tracePt t="41551" x="3208338" y="6299200"/>
          <p14:tracePt t="41562" x="3200400" y="6291263"/>
          <p14:tracePt t="41578" x="3186113" y="6291263"/>
          <p14:tracePt t="41595" x="3178175" y="6284913"/>
          <p14:tracePt t="41612" x="3171825" y="6276975"/>
          <p14:tracePt t="41629" x="3135313" y="6262688"/>
          <p14:tracePt t="41662" x="3121025" y="6256338"/>
          <p14:tracePt t="41679" x="3113088" y="6240463"/>
          <p14:tracePt t="41695" x="3106738" y="6234113"/>
          <p14:tracePt t="41712" x="3084513" y="6211888"/>
          <p14:tracePt t="41728" x="3070225" y="6183313"/>
          <p14:tracePt t="41745" x="3055938" y="6169025"/>
          <p14:tracePt t="41762" x="3040063" y="6154738"/>
          <p14:tracePt t="41778" x="3033713" y="6132513"/>
          <p14:tracePt t="41795" x="3033713" y="6110288"/>
          <p14:tracePt t="41812" x="3019425" y="6073775"/>
          <p14:tracePt t="41830" x="3019425" y="6030913"/>
          <p14:tracePt t="41845" x="3019425" y="6008688"/>
          <p14:tracePt t="41862" x="3019425" y="5994400"/>
          <p14:tracePt t="41879" x="3019425" y="5980113"/>
          <p14:tracePt t="41895" x="3019425" y="5957888"/>
          <p14:tracePt t="41912" x="3019425" y="5935663"/>
          <p14:tracePt t="41928" x="3033713" y="5921375"/>
          <p14:tracePt t="41945" x="3048000" y="5892800"/>
          <p14:tracePt t="41962" x="3062288" y="5870575"/>
          <p14:tracePt t="41978" x="3076575" y="5856288"/>
          <p14:tracePt t="41995" x="3084513" y="5849938"/>
          <p14:tracePt t="42012" x="3106738" y="5827713"/>
          <p14:tracePt t="42029" x="3127375" y="5813425"/>
          <p14:tracePt t="42045" x="3141663" y="5805488"/>
          <p14:tracePt t="42062" x="3171825" y="5791200"/>
          <p14:tracePt t="42078" x="3186113" y="5776913"/>
          <p14:tracePt t="42096" x="3208338" y="5768975"/>
          <p14:tracePt t="42112" x="3243263" y="5762625"/>
          <p14:tracePt t="42128" x="3279775" y="5754688"/>
          <p14:tracePt t="42145" x="3324225" y="5754688"/>
          <p14:tracePt t="42162" x="3375025" y="5754688"/>
          <p14:tracePt t="42179" x="3417888" y="5754688"/>
          <p14:tracePt t="42195" x="3462338" y="5754688"/>
          <p14:tracePt t="42212" x="3519488" y="5754688"/>
          <p14:tracePt t="42228" x="3598863" y="5754688"/>
          <p14:tracePt t="42245" x="3657600" y="5768975"/>
          <p14:tracePt t="42262" x="3722688" y="5783263"/>
          <p14:tracePt t="42278" x="3751263" y="5799138"/>
          <p14:tracePt t="42295" x="3767138" y="5805488"/>
          <p14:tracePt t="42312" x="3787775" y="5813425"/>
          <p14:tracePt t="42329" x="3810000" y="5827713"/>
          <p14:tracePt t="42345" x="3832225" y="5849938"/>
          <p14:tracePt t="42362" x="3852863" y="5864225"/>
          <p14:tracePt t="42378" x="3875088" y="5878513"/>
          <p14:tracePt t="42395" x="3897313" y="5900738"/>
          <p14:tracePt t="42429" x="3903663" y="5943600"/>
          <p14:tracePt t="42445" x="3903663" y="5972175"/>
          <p14:tracePt t="42462" x="3903663" y="6002338"/>
          <p14:tracePt t="42479" x="3903663" y="6045200"/>
          <p14:tracePt t="42495" x="3889375" y="6088063"/>
          <p14:tracePt t="42512" x="3868738" y="6118225"/>
          <p14:tracePt t="42529" x="3846513" y="6146800"/>
          <p14:tracePt t="42545" x="3817938" y="6169025"/>
          <p14:tracePt t="42562" x="3795713" y="6183313"/>
          <p14:tracePt t="42578" x="3781425" y="6189663"/>
          <p14:tracePt t="42595" x="3722688" y="6219825"/>
          <p14:tracePt t="42612" x="3671888" y="6240463"/>
          <p14:tracePt t="42629" x="3548063" y="6262688"/>
          <p14:tracePt t="42645" x="3468688" y="6284913"/>
          <p14:tracePt t="42662" x="3375025" y="6291263"/>
          <p14:tracePt t="42680" x="3309938" y="6291263"/>
          <p14:tracePt t="42695" x="3243263" y="6291263"/>
          <p14:tracePt t="42712" x="3200400" y="6291263"/>
          <p14:tracePt t="42729" x="3178175" y="6291263"/>
          <p14:tracePt t="42745" x="3163888" y="6291263"/>
          <p14:tracePt t="42762" x="3149600" y="6291263"/>
          <p14:tracePt t="42779" x="3149600" y="6284913"/>
          <p14:tracePt t="42800" x="3141663" y="6284913"/>
          <p14:tracePt t="42824" x="3127375" y="6276975"/>
          <p14:tracePt t="42855" x="3121025" y="6276975"/>
          <p14:tracePt t="42881" x="3113088" y="6276975"/>
          <p14:tracePt t="42895" x="3106738" y="6270625"/>
          <p14:tracePt t="42936" x="3098800" y="6262688"/>
          <p14:tracePt t="43288" x="3098800" y="6248400"/>
          <p14:tracePt t="43295" x="3098800" y="6240463"/>
          <p14:tracePt t="43303" x="3098800" y="6234113"/>
          <p14:tracePt t="43312" x="3106738" y="6226175"/>
          <p14:tracePt t="43329" x="3113088" y="6219825"/>
          <p14:tracePt t="43346" x="3113088" y="6211888"/>
          <p14:tracePt t="43362" x="3113088" y="6205538"/>
          <p14:tracePt t="43379" x="3121025" y="6197600"/>
          <p14:tracePt t="43396" x="3121025" y="6189663"/>
          <p14:tracePt t="43412" x="3127375" y="6189663"/>
          <p14:tracePt t="43601" x="3135313" y="6189663"/>
          <p14:tracePt t="43607" x="3141663" y="6189663"/>
          <p14:tracePt t="43624" x="3149600" y="6189663"/>
          <p14:tracePt t="43639" x="3163888" y="6189663"/>
          <p14:tracePt t="43657" x="3171825" y="6189663"/>
          <p14:tracePt t="43663" x="3186113" y="6189663"/>
          <p14:tracePt t="43680" x="3192463" y="6189663"/>
          <p14:tracePt t="43696" x="3208338" y="6189663"/>
          <p14:tracePt t="43727" x="3214688" y="6189663"/>
          <p14:tracePt t="43744" x="3222625" y="6189663"/>
          <p14:tracePt t="43759" x="3228975" y="6189663"/>
          <p14:tracePt t="43768" x="3228975" y="6197600"/>
          <p14:tracePt t="43779" x="3236913" y="6197600"/>
          <p14:tracePt t="43796" x="3243263" y="6205538"/>
          <p14:tracePt t="43813" x="3259138" y="6211888"/>
          <p14:tracePt t="43832" x="3259138" y="6219825"/>
          <p14:tracePt t="43855" x="3265488" y="6219825"/>
          <p14:tracePt t="44016" x="3273425" y="6219825"/>
          <p14:tracePt t="44024" x="3279775" y="6211888"/>
          <p14:tracePt t="44031" x="3279775" y="6205538"/>
          <p14:tracePt t="44048" x="3287713" y="6189663"/>
          <p14:tracePt t="44064" x="3302000" y="6161088"/>
          <p14:tracePt t="44103" x="3302000" y="6154738"/>
          <p14:tracePt t="44112" x="3309938" y="6146800"/>
          <p14:tracePt t="44135" x="3309938" y="6138863"/>
          <p14:tracePt t="44192" x="3324225" y="6132513"/>
          <p14:tracePt t="44239" x="3324225" y="6124575"/>
          <p14:tracePt t="44272" x="3330575" y="6118225"/>
          <p14:tracePt t="44361" x="3338513" y="6118225"/>
          <p14:tracePt t="44392" x="3344863" y="6118225"/>
          <p14:tracePt t="44424" x="3352800" y="6118225"/>
          <p14:tracePt t="44553" x="3360738" y="6118225"/>
          <p14:tracePt t="44633" x="3367088" y="6118225"/>
          <p14:tracePt t="44655" x="3375025" y="6118225"/>
          <p14:tracePt t="44680" x="3381375" y="6118225"/>
          <p14:tracePt t="44704" x="3389313" y="6118225"/>
          <p14:tracePt t="44728" x="3403600" y="6118225"/>
          <p14:tracePt t="44752" x="3411538" y="6118225"/>
          <p14:tracePt t="44776" x="3425825" y="6118225"/>
          <p14:tracePt t="44808" x="3432175" y="6118225"/>
          <p14:tracePt t="44833" x="3446463" y="6118225"/>
          <p14:tracePt t="44849" x="3454400" y="6118225"/>
          <p14:tracePt t="44855" x="3454400" y="6124575"/>
          <p14:tracePt t="44872" x="3462338" y="6124575"/>
          <p14:tracePt t="44887" x="3462338" y="6132513"/>
          <p14:tracePt t="44904" x="3468688" y="6132513"/>
          <p14:tracePt t="44913" x="3476625" y="6138863"/>
          <p14:tracePt t="45161" x="3482975" y="6138863"/>
          <p14:tracePt t="45167" x="3490913" y="6138863"/>
          <p14:tracePt t="45180" x="3497263" y="6138863"/>
          <p14:tracePt t="45196" x="3505200" y="6138863"/>
          <p14:tracePt t="45213" x="3519488" y="6132513"/>
          <p14:tracePt t="45230" x="3533775" y="6124575"/>
          <p14:tracePt t="45246" x="3570288" y="6110288"/>
          <p14:tracePt t="45263" x="3598863" y="6110288"/>
          <p14:tracePt t="45279" x="3629025" y="6110288"/>
          <p14:tracePt t="45296" x="3643313" y="6103938"/>
          <p14:tracePt t="45313" x="3649663" y="6103938"/>
          <p14:tracePt t="45330" x="3657600" y="6103938"/>
          <p14:tracePt t="45346" x="3665538" y="6103938"/>
          <p14:tracePt t="45363" x="3679825" y="6103938"/>
          <p14:tracePt t="45397" x="3700463" y="6103938"/>
          <p14:tracePt t="45413" x="3716338" y="6103938"/>
          <p14:tracePt t="45430" x="3722688" y="6110288"/>
          <p14:tracePt t="45446" x="3730625" y="6110288"/>
          <p14:tracePt t="45463" x="3736975" y="6118225"/>
          <p14:tracePt t="45480" x="3744913" y="6118225"/>
          <p14:tracePt t="45496" x="3759200" y="6124575"/>
          <p14:tracePt t="45513" x="3767138" y="6124575"/>
          <p14:tracePt t="45530" x="3773488" y="6124575"/>
          <p14:tracePt t="45563" x="3787775" y="6132513"/>
          <p14:tracePt t="45596" x="3795713" y="6138863"/>
          <p14:tracePt t="45613" x="3810000" y="6138863"/>
          <p14:tracePt t="45632" x="3817938" y="6138863"/>
          <p14:tracePt t="45646" x="3832225" y="6146800"/>
          <p14:tracePt t="45663" x="3838575" y="6146800"/>
          <p14:tracePt t="45680" x="3846513" y="6154738"/>
          <p14:tracePt t="45696" x="3860800" y="6154738"/>
          <p14:tracePt t="45713" x="3875088" y="6161088"/>
          <p14:tracePt t="45746" x="3883025" y="6161088"/>
          <p14:tracePt t="47931" x="3883025" y="6154738"/>
          <p14:tracePt t="47939" x="3883025" y="6138863"/>
          <p14:tracePt t="47947" x="3883025" y="6110288"/>
          <p14:tracePt t="47966" x="3838575" y="6002338"/>
          <p14:tracePt t="47981" x="3810000" y="5943600"/>
          <p14:tracePt t="47997" x="3767138" y="5900738"/>
          <p14:tracePt t="48015" x="3730625" y="5864225"/>
          <p14:tracePt t="48031" x="3694113" y="5842000"/>
          <p14:tracePt t="48040" x="3679825" y="5834063"/>
          <p14:tracePt t="48051" x="3665538" y="5819775"/>
          <p14:tracePt t="48064" x="3621088" y="5791200"/>
          <p14:tracePt t="48081" x="3584575" y="5776913"/>
          <p14:tracePt t="48097" x="3556000" y="5762625"/>
          <p14:tracePt t="48114" x="3541713" y="5754688"/>
          <p14:tracePt t="48131" x="3513138" y="5748338"/>
          <p14:tracePt t="48147" x="3490913" y="5748338"/>
          <p14:tracePt t="48164" x="3462338" y="5732463"/>
          <p14:tracePt t="48181" x="3417888" y="5726113"/>
          <p14:tracePt t="48197" x="3381375" y="5718175"/>
          <p14:tracePt t="48214" x="3338513" y="5711825"/>
          <p14:tracePt t="48231" x="3251200" y="5689600"/>
          <p14:tracePt t="48247" x="3171825" y="5681663"/>
          <p14:tracePt t="48264" x="3098800" y="5667375"/>
          <p14:tracePt t="48281" x="3033713" y="5646738"/>
          <p14:tracePt t="48297" x="2960688" y="5624513"/>
          <p14:tracePt t="48314" x="2909888" y="5616575"/>
          <p14:tracePt t="48330" x="2859088" y="5610225"/>
          <p14:tracePt t="48347" x="2808288" y="5595938"/>
          <p14:tracePt t="48364" x="2765425" y="5580063"/>
          <p14:tracePt t="48381" x="2670175" y="5559425"/>
          <p14:tracePt t="48397" x="2598738" y="5545138"/>
          <p14:tracePt t="48414" x="2540000" y="5522913"/>
          <p14:tracePt t="48431" x="2466975" y="5508625"/>
          <p14:tracePt t="48447" x="2395538" y="5500688"/>
          <p14:tracePt t="48464" x="2293938" y="5500688"/>
          <p14:tracePt t="48480" x="2184400" y="5500688"/>
          <p14:tracePt t="48497" x="2060575" y="5500688"/>
          <p14:tracePt t="48514" x="1916113" y="5500688"/>
          <p14:tracePt t="48530" x="1755775" y="5500688"/>
          <p14:tracePt t="48533" x="1690688" y="5500688"/>
          <p14:tracePt t="48547" x="1625600" y="5500688"/>
          <p14:tracePt t="48564" x="1516063" y="5500688"/>
          <p14:tracePt t="48581" x="1379538" y="5500688"/>
          <p14:tracePt t="48597" x="1298575" y="5500688"/>
          <p14:tracePt t="48614" x="1233488" y="5500688"/>
          <p14:tracePt t="48630" x="1168400" y="5486400"/>
          <p14:tracePt t="48647" x="1109663" y="5478463"/>
          <p14:tracePt t="48664" x="1052513" y="5464175"/>
          <p14:tracePt t="48680" x="1001713" y="5464175"/>
          <p14:tracePt t="48697" x="942975" y="5464175"/>
          <p14:tracePt t="48714" x="900113" y="5464175"/>
          <p14:tracePt t="48730" x="835025" y="5464175"/>
          <p14:tracePt t="48747" x="762000" y="5464175"/>
          <p14:tracePt t="48764" x="696913" y="5464175"/>
          <p14:tracePt t="48781" x="660400" y="5464175"/>
          <p14:tracePt t="48797" x="631825" y="5464175"/>
          <p14:tracePt t="48814" x="609600" y="5464175"/>
          <p14:tracePt t="48830" x="587375" y="5464175"/>
          <p14:tracePt t="48847" x="566738" y="5472113"/>
          <p14:tracePt t="48864" x="530225" y="5486400"/>
          <p14:tracePt t="48880" x="493713" y="5500688"/>
          <p14:tracePt t="48897" x="465138" y="5522913"/>
          <p14:tracePt t="48914" x="442913" y="5545138"/>
          <p14:tracePt t="48930" x="428625" y="5559425"/>
          <p14:tracePt t="48947" x="406400" y="5580063"/>
          <p14:tracePt t="48964" x="392113" y="5616575"/>
          <p14:tracePt t="48981" x="369888" y="5667375"/>
          <p14:tracePt t="48997" x="355600" y="5711825"/>
          <p14:tracePt t="49014" x="355600" y="5768975"/>
          <p14:tracePt t="49030" x="355600" y="5819775"/>
          <p14:tracePt t="49047" x="355600" y="5892800"/>
          <p14:tracePt t="49064" x="369888" y="5943600"/>
          <p14:tracePt t="49080" x="392113" y="5994400"/>
          <p14:tracePt t="49097" x="428625" y="6045200"/>
          <p14:tracePt t="49114" x="485775" y="6096000"/>
          <p14:tracePt t="49131" x="544513" y="6138863"/>
          <p14:tracePt t="49147" x="617538" y="6169025"/>
          <p14:tracePt t="49164" x="682625" y="6197600"/>
          <p14:tracePt t="49180" x="798513" y="6234113"/>
          <p14:tracePt t="49197" x="914400" y="6270625"/>
          <p14:tracePt t="49214" x="1052513" y="6291263"/>
          <p14:tracePt t="49231" x="1196975" y="6313488"/>
          <p14:tracePt t="49248" x="1335088" y="6327775"/>
          <p14:tracePt t="49264" x="1465263" y="6357938"/>
          <p14:tracePt t="49281" x="1589088" y="6372225"/>
          <p14:tracePt t="49298" x="1719263" y="6386513"/>
          <p14:tracePt t="49314" x="1871663" y="6400800"/>
          <p14:tracePt t="49331" x="2074863" y="6408738"/>
          <p14:tracePt t="49347" x="2278063" y="6437313"/>
          <p14:tracePt t="49364" x="2466975" y="6473825"/>
          <p14:tracePt t="49380" x="2678113" y="6502400"/>
          <p14:tracePt t="49397" x="2786063" y="6510338"/>
          <p14:tracePt t="49414" x="2867025" y="6516688"/>
          <p14:tracePt t="49431" x="2946400" y="6516688"/>
          <p14:tracePt t="49447" x="3025775" y="6516688"/>
          <p14:tracePt t="49464" x="3135313" y="6516688"/>
          <p14:tracePt t="49481" x="3265488" y="6516688"/>
          <p14:tracePt t="49497" x="3403600" y="6516688"/>
          <p14:tracePt t="49514" x="3541713" y="6516688"/>
          <p14:tracePt t="49531" x="3657600" y="6516688"/>
          <p14:tracePt t="49533" x="3694113" y="6516688"/>
          <p14:tracePt t="49547" x="3736975" y="6516688"/>
          <p14:tracePt t="49564" x="3817938" y="6516688"/>
          <p14:tracePt t="49581" x="3911600" y="6516688"/>
          <p14:tracePt t="49597" x="3976688" y="6502400"/>
          <p14:tracePt t="49614" x="4056063" y="6473825"/>
          <p14:tracePt t="49631" x="4114800" y="6415088"/>
          <p14:tracePt t="49647" x="4194175" y="6350000"/>
          <p14:tracePt t="49664" x="4267200" y="6284913"/>
          <p14:tracePt t="49681" x="4318000" y="6234113"/>
          <p14:tracePt t="49698" x="4360863" y="6189663"/>
          <p14:tracePt t="49714" x="4419600" y="6124575"/>
          <p14:tracePt t="49731" x="4427538" y="6081713"/>
          <p14:tracePt t="49747" x="4456113" y="6016625"/>
          <p14:tracePt t="49764" x="4478338" y="5943600"/>
          <p14:tracePt t="49781" x="4492625" y="5892800"/>
          <p14:tracePt t="49798" x="4506913" y="5856288"/>
          <p14:tracePt t="49814" x="4506913" y="5819775"/>
          <p14:tracePt t="49831" x="4506913" y="5783263"/>
          <p14:tracePt t="49847" x="4492625" y="5726113"/>
          <p14:tracePt t="49864" x="4441825" y="5646738"/>
          <p14:tracePt t="49881" x="4391025" y="5588000"/>
          <p14:tracePt t="49897" x="4325938" y="5545138"/>
          <p14:tracePt t="49914" x="4275138" y="5514975"/>
          <p14:tracePt t="49931" x="4187825" y="5500688"/>
          <p14:tracePt t="49947" x="4100513" y="5472113"/>
          <p14:tracePt t="49964" x="3954463" y="5449888"/>
          <p14:tracePt t="49981" x="3889375" y="5449888"/>
          <p14:tracePt t="49998" x="3838575" y="5449888"/>
          <p14:tracePt t="50014" x="3787775" y="5449888"/>
          <p14:tracePt t="50031" x="3751263" y="5449888"/>
          <p14:tracePt t="50048" x="3708400" y="5449888"/>
          <p14:tracePt t="50064" x="3665538" y="5449888"/>
          <p14:tracePt t="50081" x="3621088" y="5449888"/>
          <p14:tracePt t="50098" x="3563938" y="5449888"/>
          <p14:tracePt t="50114" x="3513138" y="5449888"/>
          <p14:tracePt t="50131" x="3462338" y="5449888"/>
          <p14:tracePt t="50147" x="3381375" y="5449888"/>
          <p14:tracePt t="50165" x="3243263" y="5449888"/>
          <p14:tracePt t="50181" x="3163888" y="5449888"/>
          <p14:tracePt t="50197" x="3098800" y="5449888"/>
          <p14:tracePt t="50214" x="3019425" y="5449888"/>
          <p14:tracePt t="50231" x="2946400" y="5449888"/>
          <p14:tracePt t="50247" x="2881313" y="5449888"/>
          <p14:tracePt t="50264" x="2794000" y="5449888"/>
          <p14:tracePt t="50281" x="2720975" y="5449888"/>
          <p14:tracePt t="50298" x="2655888" y="5449888"/>
          <p14:tracePt t="50314" x="2568575" y="5449888"/>
          <p14:tracePt t="50331" x="2497138" y="5449888"/>
          <p14:tracePt t="50348" x="2424113" y="5449888"/>
          <p14:tracePt t="50364" x="2344738" y="5443538"/>
          <p14:tracePt t="50381" x="2235200" y="5427663"/>
          <p14:tracePt t="50398" x="2133600" y="5413375"/>
          <p14:tracePt t="50414" x="2032000" y="5413375"/>
          <p14:tracePt t="50431" x="1908175" y="5399088"/>
          <p14:tracePt t="50448" x="1792288" y="5399088"/>
          <p14:tracePt t="50464" x="1704975" y="5399088"/>
          <p14:tracePt t="50481" x="1625600" y="5399088"/>
          <p14:tracePt t="50498" x="1546225" y="5399088"/>
          <p14:tracePt t="50514" x="1501775" y="5399088"/>
          <p14:tracePt t="50531" x="1444625" y="5399088"/>
          <p14:tracePt t="50534" x="1422400" y="5399088"/>
          <p14:tracePt t="50548" x="1393825" y="5399088"/>
          <p14:tracePt t="50565" x="1306513" y="5399088"/>
          <p14:tracePt t="50581" x="1233488" y="5399088"/>
          <p14:tracePt t="50598" x="1182688" y="5399088"/>
          <p14:tracePt t="50614" x="1146175" y="5399088"/>
          <p14:tracePt t="50631" x="1103313" y="5399088"/>
          <p14:tracePt t="50648" x="1074738" y="5399088"/>
          <p14:tracePt t="50664" x="1044575" y="5399088"/>
          <p14:tracePt t="50681" x="993775" y="5399088"/>
          <p14:tracePt t="50698" x="965200" y="5399088"/>
          <p14:tracePt t="50714" x="936625" y="5399088"/>
          <p14:tracePt t="50731" x="900113" y="5407025"/>
          <p14:tracePt t="50748" x="885825" y="5407025"/>
          <p14:tracePt t="50765" x="841375" y="5421313"/>
          <p14:tracePt t="50782" x="784225" y="5435600"/>
          <p14:tracePt t="50798" x="754063" y="5443538"/>
          <p14:tracePt t="50814" x="739775" y="5457825"/>
          <p14:tracePt t="50832" x="711200" y="5464175"/>
          <p14:tracePt t="50848" x="688975" y="5478463"/>
          <p14:tracePt t="50864" x="652463" y="5494338"/>
          <p14:tracePt t="50881" x="623888" y="5508625"/>
          <p14:tracePt t="50898" x="573088" y="5522913"/>
          <p14:tracePt t="50914" x="536575" y="5545138"/>
          <p14:tracePt t="50931" x="515938" y="5551488"/>
          <p14:tracePt t="50948" x="493713" y="5559425"/>
          <p14:tracePt t="50964" x="485775" y="5565775"/>
          <p14:tracePt t="50981" x="465138" y="5588000"/>
          <p14:tracePt t="51015" x="457200" y="5588000"/>
        </p14:tracePtLst>
      </p14:laserTraceLst>
    </p:ext>
  </p:extLs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3783315" y="3292368"/>
            <a:ext cx="747819" cy="158608"/>
          </a:xfrm>
          <a:prstGeom prst="rect">
            <a:avLst/>
          </a:prstGeom>
          <a:pattFill prst="dkDnDiag">
            <a:fgClr>
              <a:schemeClr val="accent1"/>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dirty="0"/>
              <a:t>Make decision </a:t>
            </a:r>
            <a:r>
              <a:rPr lang="en-US" dirty="0" smtClean="0"/>
              <a:t>(5/5</a:t>
            </a:r>
            <a:r>
              <a:rPr lang="en-US" dirty="0"/>
              <a:t>)</a:t>
            </a:r>
          </a:p>
        </p:txBody>
      </p:sp>
      <p:sp>
        <p:nvSpPr>
          <p:cNvPr id="4" name="Slide Number Placeholder 3"/>
          <p:cNvSpPr>
            <a:spLocks noGrp="1"/>
          </p:cNvSpPr>
          <p:nvPr>
            <p:ph type="sldNum" sz="quarter" idx="12"/>
          </p:nvPr>
        </p:nvSpPr>
        <p:spPr/>
        <p:txBody>
          <a:bodyPr/>
          <a:lstStyle/>
          <a:p>
            <a:fld id="{5AA13D58-D7BC-8747-9F0A-0DB9E6B3595A}" type="slidenum">
              <a:rPr lang="en-US" smtClean="0"/>
              <a:t>42</a:t>
            </a:fld>
            <a:endParaRPr lang="en-US"/>
          </a:p>
        </p:txBody>
      </p:sp>
      <p:cxnSp>
        <p:nvCxnSpPr>
          <p:cNvPr id="5" name="Straight Connector 4"/>
          <p:cNvCxnSpPr/>
          <p:nvPr/>
        </p:nvCxnSpPr>
        <p:spPr>
          <a:xfrm>
            <a:off x="3704049" y="3415724"/>
            <a:ext cx="3371353" cy="0"/>
          </a:xfrm>
          <a:prstGeom prst="line">
            <a:avLst/>
          </a:prstGeom>
        </p:spPr>
        <p:style>
          <a:lnRef idx="1">
            <a:schemeClr val="dk1"/>
          </a:lnRef>
          <a:fillRef idx="0">
            <a:schemeClr val="dk1"/>
          </a:fillRef>
          <a:effectRef idx="0">
            <a:schemeClr val="dk1"/>
          </a:effectRef>
          <a:fontRef idx="minor">
            <a:schemeClr val="tx1"/>
          </a:fontRef>
        </p:style>
      </p:cxnSp>
      <p:cxnSp>
        <p:nvCxnSpPr>
          <p:cNvPr id="6" name="Straight Connector 5"/>
          <p:cNvCxnSpPr/>
          <p:nvPr/>
        </p:nvCxnSpPr>
        <p:spPr>
          <a:xfrm flipH="1" flipV="1">
            <a:off x="5413580" y="2084832"/>
            <a:ext cx="23606" cy="1330892"/>
          </a:xfrm>
          <a:prstGeom prst="line">
            <a:avLst/>
          </a:prstGeom>
          <a:ln>
            <a:prstDash val="dash"/>
          </a:ln>
        </p:spPr>
        <p:style>
          <a:lnRef idx="1">
            <a:schemeClr val="dk1"/>
          </a:lnRef>
          <a:fillRef idx="0">
            <a:schemeClr val="dk1"/>
          </a:fillRef>
          <a:effectRef idx="0">
            <a:schemeClr val="dk1"/>
          </a:effectRef>
          <a:fontRef idx="minor">
            <a:schemeClr val="tx1"/>
          </a:fontRef>
        </p:style>
      </p:cxnSp>
      <p:sp>
        <p:nvSpPr>
          <p:cNvPr id="7" name="Freeform 6"/>
          <p:cNvSpPr/>
          <p:nvPr/>
        </p:nvSpPr>
        <p:spPr>
          <a:xfrm>
            <a:off x="3696098" y="2084832"/>
            <a:ext cx="3371353" cy="1216550"/>
          </a:xfrm>
          <a:custGeom>
            <a:avLst/>
            <a:gdLst>
              <a:gd name="connsiteX0" fmla="*/ 0 w 3371353"/>
              <a:gd name="connsiteY0" fmla="*/ 1160891 h 1216550"/>
              <a:gd name="connsiteX1" fmla="*/ 492981 w 3371353"/>
              <a:gd name="connsiteY1" fmla="*/ 1033670 h 1216550"/>
              <a:gd name="connsiteX2" fmla="*/ 1741335 w 3371353"/>
              <a:gd name="connsiteY2" fmla="*/ 0 h 1216550"/>
              <a:gd name="connsiteX3" fmla="*/ 2806810 w 3371353"/>
              <a:gd name="connsiteY3" fmla="*/ 1033670 h 1216550"/>
              <a:gd name="connsiteX4" fmla="*/ 3371353 w 3371353"/>
              <a:gd name="connsiteY4" fmla="*/ 1216550 h 1216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353" h="1216550">
                <a:moveTo>
                  <a:pt x="0" y="1160891"/>
                </a:moveTo>
                <a:cubicBezTo>
                  <a:pt x="101379" y="1194021"/>
                  <a:pt x="202759" y="1227152"/>
                  <a:pt x="492981" y="1033670"/>
                </a:cubicBezTo>
                <a:cubicBezTo>
                  <a:pt x="783204" y="840188"/>
                  <a:pt x="1355697" y="0"/>
                  <a:pt x="1741335" y="0"/>
                </a:cubicBezTo>
                <a:cubicBezTo>
                  <a:pt x="2126973" y="0"/>
                  <a:pt x="2535140" y="830912"/>
                  <a:pt x="2806810" y="1033670"/>
                </a:cubicBezTo>
                <a:cubicBezTo>
                  <a:pt x="3078480" y="1236428"/>
                  <a:pt x="3233530" y="1187395"/>
                  <a:pt x="3371353" y="121655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5305579" y="3456906"/>
            <a:ext cx="263214" cy="261610"/>
          </a:xfrm>
          <a:prstGeom prst="rect">
            <a:avLst/>
          </a:prstGeom>
          <a:noFill/>
        </p:spPr>
        <p:txBody>
          <a:bodyPr wrap="none" rtlCol="0">
            <a:spAutoFit/>
          </a:bodyPr>
          <a:lstStyle/>
          <a:p>
            <a:r>
              <a:rPr lang="en-US" sz="1100" b="1" dirty="0"/>
              <a:t>0</a:t>
            </a:r>
          </a:p>
        </p:txBody>
      </p:sp>
      <p:sp>
        <p:nvSpPr>
          <p:cNvPr id="10" name="Rectangle 9"/>
          <p:cNvSpPr/>
          <p:nvPr/>
        </p:nvSpPr>
        <p:spPr>
          <a:xfrm>
            <a:off x="6686035" y="3322348"/>
            <a:ext cx="381416" cy="72226"/>
          </a:xfrm>
          <a:prstGeom prst="rect">
            <a:avLst/>
          </a:prstGeom>
          <a:pattFill prst="dkDnDiag">
            <a:fgClr>
              <a:schemeClr val="accent1"/>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1" name="TextBox 10"/>
              <p:cNvSpPr txBox="1"/>
              <p:nvPr/>
            </p:nvSpPr>
            <p:spPr>
              <a:xfrm>
                <a:off x="7949896" y="2978216"/>
                <a:ext cx="3642664" cy="92333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dirty="0"/>
                  <a:t>T-score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𝑠𝑡𝑎𝑡</m:t>
                        </m:r>
                      </m:sub>
                    </m:sSub>
                  </m:oMath>
                </a14:m>
                <a:r>
                  <a:rPr lang="en-US" dirty="0"/>
                  <a:t>) = -3.3</a:t>
                </a:r>
              </a:p>
              <a:p>
                <a:r>
                  <a:rPr lang="en-US" dirty="0"/>
                  <a:t>T-table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𝑐𝑟𝑖𝑡</m:t>
                        </m:r>
                      </m:sub>
                    </m:sSub>
                  </m:oMath>
                </a14:m>
                <a:r>
                  <a:rPr lang="en-US" dirty="0"/>
                  <a:t>) = ± </a:t>
                </a:r>
                <a:r>
                  <a:rPr lang="en-US" dirty="0" smtClean="0"/>
                  <a:t>3.182</a:t>
                </a:r>
              </a:p>
              <a:p>
                <a:r>
                  <a:rPr lang="en-US" dirty="0" smtClean="0"/>
                  <a:t>P-value	      = </a:t>
                </a:r>
                <a:r>
                  <a:rPr lang="en-US" dirty="0" smtClean="0">
                    <a:solidFill>
                      <a:schemeClr val="tx1"/>
                    </a:solidFill>
                  </a:rPr>
                  <a:t>0.02&lt;P-value&lt;0.05</a:t>
                </a:r>
                <a:endParaRPr lang="en-US" dirty="0">
                  <a:solidFill>
                    <a:schemeClr val="tx1"/>
                  </a:solidFill>
                </a:endParaRPr>
              </a:p>
            </p:txBody>
          </p:sp>
        </mc:Choice>
        <mc:Fallback xmlns="">
          <p:sp>
            <p:nvSpPr>
              <p:cNvPr id="11" name="TextBox 10"/>
              <p:cNvSpPr txBox="1">
                <a:spLocks noRot="1" noChangeAspect="1" noMove="1" noResize="1" noEditPoints="1" noAdjustHandles="1" noChangeArrowheads="1" noChangeShapeType="1" noTextEdit="1"/>
              </p:cNvSpPr>
              <p:nvPr/>
            </p:nvSpPr>
            <p:spPr>
              <a:xfrm>
                <a:off x="7949896" y="2978216"/>
                <a:ext cx="3642664" cy="923330"/>
              </a:xfrm>
              <a:prstGeom prst="rect">
                <a:avLst/>
              </a:prstGeom>
              <a:blipFill>
                <a:blip r:embed="rId5"/>
                <a:stretch>
                  <a:fillRect l="-1165" t="-3247" b="-8442"/>
                </a:stretch>
              </a:blipFill>
            </p:spPr>
            <p:txBody>
              <a:bodyPr/>
              <a:lstStyle/>
              <a:p>
                <a:r>
                  <a:rPr lang="en-US">
                    <a:noFill/>
                  </a:rPr>
                  <a:t> </a:t>
                </a:r>
              </a:p>
            </p:txBody>
          </p:sp>
        </mc:Fallback>
      </mc:AlternateContent>
      <p:sp>
        <p:nvSpPr>
          <p:cNvPr id="13" name="TextBox 12"/>
          <p:cNvSpPr txBox="1"/>
          <p:nvPr/>
        </p:nvSpPr>
        <p:spPr>
          <a:xfrm>
            <a:off x="5965877" y="3443249"/>
            <a:ext cx="558166" cy="276999"/>
          </a:xfrm>
          <a:prstGeom prst="rect">
            <a:avLst/>
          </a:prstGeom>
          <a:noFill/>
        </p:spPr>
        <p:txBody>
          <a:bodyPr wrap="none" rtlCol="0">
            <a:spAutoFit/>
          </a:bodyPr>
          <a:lstStyle/>
          <a:p>
            <a:r>
              <a:rPr lang="en-US" sz="1200" dirty="0"/>
              <a:t>3.182</a:t>
            </a:r>
          </a:p>
        </p:txBody>
      </p:sp>
      <p:cxnSp>
        <p:nvCxnSpPr>
          <p:cNvPr id="15" name="Straight Connector 14"/>
          <p:cNvCxnSpPr/>
          <p:nvPr/>
        </p:nvCxnSpPr>
        <p:spPr>
          <a:xfrm>
            <a:off x="6263776" y="3364040"/>
            <a:ext cx="0" cy="103367"/>
          </a:xfrm>
          <a:prstGeom prst="line">
            <a:avLst/>
          </a:prstGeom>
        </p:spPr>
        <p:style>
          <a:lnRef idx="1">
            <a:schemeClr val="dk1"/>
          </a:lnRef>
          <a:fillRef idx="0">
            <a:schemeClr val="dk1"/>
          </a:fillRef>
          <a:effectRef idx="0">
            <a:schemeClr val="dk1"/>
          </a:effectRef>
          <a:fontRef idx="minor">
            <a:schemeClr val="tx1"/>
          </a:fontRef>
        </p:style>
      </p:cxnSp>
      <p:cxnSp>
        <p:nvCxnSpPr>
          <p:cNvPr id="17" name="Straight Connector 16"/>
          <p:cNvCxnSpPr/>
          <p:nvPr/>
        </p:nvCxnSpPr>
        <p:spPr>
          <a:xfrm>
            <a:off x="3863081" y="3364040"/>
            <a:ext cx="0" cy="103367"/>
          </a:xfrm>
          <a:prstGeom prst="line">
            <a:avLst/>
          </a:prstGeom>
        </p:spPr>
        <p:style>
          <a:lnRef idx="1">
            <a:schemeClr val="dk1"/>
          </a:lnRef>
          <a:fillRef idx="0">
            <a:schemeClr val="dk1"/>
          </a:fillRef>
          <a:effectRef idx="0">
            <a:schemeClr val="dk1"/>
          </a:effectRef>
          <a:fontRef idx="minor">
            <a:schemeClr val="tx1"/>
          </a:fontRef>
        </p:style>
      </p:cxnSp>
      <p:sp>
        <p:nvSpPr>
          <p:cNvPr id="18" name="TextBox 17"/>
          <p:cNvSpPr txBox="1"/>
          <p:nvPr/>
        </p:nvSpPr>
        <p:spPr>
          <a:xfrm>
            <a:off x="3590329" y="3501190"/>
            <a:ext cx="456193" cy="276999"/>
          </a:xfrm>
          <a:prstGeom prst="rect">
            <a:avLst/>
          </a:prstGeom>
          <a:noFill/>
        </p:spPr>
        <p:txBody>
          <a:bodyPr wrap="square" rtlCol="0">
            <a:spAutoFit/>
          </a:bodyPr>
          <a:lstStyle/>
          <a:p>
            <a:r>
              <a:rPr lang="en-US" sz="1200" dirty="0"/>
              <a:t>-3.3</a:t>
            </a:r>
          </a:p>
        </p:txBody>
      </p:sp>
      <p:sp>
        <p:nvSpPr>
          <p:cNvPr id="20" name="TextBox 19"/>
          <p:cNvSpPr txBox="1"/>
          <p:nvPr/>
        </p:nvSpPr>
        <p:spPr>
          <a:xfrm>
            <a:off x="1224405" y="4684220"/>
            <a:ext cx="9898572" cy="923330"/>
          </a:xfrm>
          <a:prstGeom prst="rect">
            <a:avLst/>
          </a:prstGeom>
          <a:noFill/>
        </p:spPr>
        <p:txBody>
          <a:bodyPr wrap="square" rtlCol="0">
            <a:spAutoFit/>
          </a:bodyPr>
          <a:lstStyle/>
          <a:p>
            <a:r>
              <a:rPr lang="en-US" dirty="0"/>
              <a:t>Result</a:t>
            </a:r>
            <a:r>
              <a:rPr lang="en-US" dirty="0" smtClean="0"/>
              <a:t>:</a:t>
            </a:r>
            <a:endParaRPr lang="en-US" dirty="0"/>
          </a:p>
          <a:p>
            <a:pPr marL="285750" indent="-285750">
              <a:buFont typeface="Wingdings" panose="05000000000000000000" pitchFamily="2" charset="2"/>
              <a:buChar char="v"/>
            </a:pPr>
            <a:r>
              <a:rPr lang="en-US" dirty="0" smtClean="0"/>
              <a:t>The </a:t>
            </a:r>
            <a:r>
              <a:rPr lang="en-US" dirty="0"/>
              <a:t>t-stat is</a:t>
            </a:r>
            <a:r>
              <a:rPr lang="en-US" b="1" dirty="0"/>
              <a:t> in</a:t>
            </a:r>
            <a:r>
              <a:rPr lang="en-US" dirty="0"/>
              <a:t> region of rejection so that we </a:t>
            </a:r>
            <a:r>
              <a:rPr lang="en-US" b="1" dirty="0" smtClean="0"/>
              <a:t>reject</a:t>
            </a:r>
            <a:r>
              <a:rPr lang="en-US" dirty="0" smtClean="0"/>
              <a:t> </a:t>
            </a:r>
            <a:r>
              <a:rPr lang="en-US" dirty="0"/>
              <a:t>the null </a:t>
            </a:r>
            <a:r>
              <a:rPr lang="en-US" dirty="0" smtClean="0"/>
              <a:t>Hypothesis = </a:t>
            </a:r>
            <a:r>
              <a:rPr lang="en-US" b="1" dirty="0" smtClean="0"/>
              <a:t>accept alternative hypothesis</a:t>
            </a:r>
            <a:endParaRPr lang="en-US" b="1" dirty="0"/>
          </a:p>
          <a:p>
            <a:pPr marL="285750" indent="-285750">
              <a:buFont typeface="Wingdings" panose="05000000000000000000" pitchFamily="2" charset="2"/>
              <a:buChar char="v"/>
            </a:pPr>
            <a:r>
              <a:rPr lang="en-US" dirty="0"/>
              <a:t>p-value ≤ </a:t>
            </a:r>
            <a:r>
              <a:rPr lang="en-US" dirty="0" smtClean="0"/>
              <a:t>0.05; The </a:t>
            </a:r>
            <a:r>
              <a:rPr lang="en-US" dirty="0"/>
              <a:t>features has significant difference </a:t>
            </a:r>
            <a:r>
              <a:rPr lang="en-US" dirty="0">
                <a:sym typeface="Wingdings" panose="05000000000000000000" pitchFamily="2" charset="2"/>
              </a:rPr>
              <a:t> The feature can be used.</a:t>
            </a:r>
            <a:endParaRPr lang="en-US" dirty="0"/>
          </a:p>
        </p:txBody>
      </p:sp>
      <mc:AlternateContent xmlns:mc="http://schemas.openxmlformats.org/markup-compatibility/2006" xmlns:a14="http://schemas.microsoft.com/office/drawing/2010/main">
        <mc:Choice Requires="a14">
          <p:sp>
            <p:nvSpPr>
              <p:cNvPr id="3" name="TextBox 2"/>
              <p:cNvSpPr txBox="1"/>
              <p:nvPr/>
            </p:nvSpPr>
            <p:spPr>
              <a:xfrm>
                <a:off x="3535941" y="3987011"/>
                <a:ext cx="68582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𝑠𝑡𝑎𝑡</m:t>
                          </m:r>
                        </m:sub>
                      </m:sSub>
                    </m:oMath>
                  </m:oMathPara>
                </a14:m>
                <a:endParaRPr lang="en-US" dirty="0"/>
              </a:p>
            </p:txBody>
          </p:sp>
        </mc:Choice>
        <mc:Fallback xmlns="">
          <p:sp>
            <p:nvSpPr>
              <p:cNvPr id="3" name="TextBox 2"/>
              <p:cNvSpPr txBox="1">
                <a:spLocks noRot="1" noChangeAspect="1" noMove="1" noResize="1" noEditPoints="1" noAdjustHandles="1" noChangeArrowheads="1" noChangeShapeType="1" noTextEdit="1"/>
              </p:cNvSpPr>
              <p:nvPr/>
            </p:nvSpPr>
            <p:spPr>
              <a:xfrm>
                <a:off x="3535941" y="3987011"/>
                <a:ext cx="685829" cy="369332"/>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1" name="TextBox 20"/>
              <p:cNvSpPr txBox="1"/>
              <p:nvPr/>
            </p:nvSpPr>
            <p:spPr>
              <a:xfrm>
                <a:off x="5902045" y="3975124"/>
                <a:ext cx="65857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𝑐𝑟𝑖𝑡</m:t>
                          </m:r>
                        </m:sub>
                      </m:sSub>
                    </m:oMath>
                  </m:oMathPara>
                </a14:m>
                <a:endParaRPr lang="en-US" dirty="0"/>
              </a:p>
            </p:txBody>
          </p:sp>
        </mc:Choice>
        <mc:Fallback xmlns="">
          <p:sp>
            <p:nvSpPr>
              <p:cNvPr id="21" name="TextBox 20"/>
              <p:cNvSpPr txBox="1">
                <a:spLocks noRot="1" noChangeAspect="1" noMove="1" noResize="1" noEditPoints="1" noAdjustHandles="1" noChangeArrowheads="1" noChangeShapeType="1" noTextEdit="1"/>
              </p:cNvSpPr>
              <p:nvPr/>
            </p:nvSpPr>
            <p:spPr>
              <a:xfrm>
                <a:off x="5902045" y="3975124"/>
                <a:ext cx="658578" cy="369332"/>
              </a:xfrm>
              <a:prstGeom prst="rect">
                <a:avLst/>
              </a:prstGeom>
              <a:blipFill>
                <a:blip r:embed="rId7"/>
                <a:stretch>
                  <a:fillRect/>
                </a:stretch>
              </a:blipFill>
            </p:spPr>
            <p:txBody>
              <a:bodyPr/>
              <a:lstStyle/>
              <a:p>
                <a:r>
                  <a:rPr lang="en-GB">
                    <a:noFill/>
                  </a:rPr>
                  <a:t> </a:t>
                </a:r>
              </a:p>
            </p:txBody>
          </p:sp>
        </mc:Fallback>
      </mc:AlternateContent>
      <p:cxnSp>
        <p:nvCxnSpPr>
          <p:cNvPr id="23" name="Straight Arrow Connector 22"/>
          <p:cNvCxnSpPr/>
          <p:nvPr/>
        </p:nvCxnSpPr>
        <p:spPr>
          <a:xfrm flipV="1">
            <a:off x="3834260" y="3760132"/>
            <a:ext cx="1" cy="37007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p:cNvCxnSpPr/>
          <p:nvPr/>
        </p:nvCxnSpPr>
        <p:spPr>
          <a:xfrm flipV="1">
            <a:off x="6244958" y="3649478"/>
            <a:ext cx="1" cy="37007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2" name="TextBox 21"/>
          <p:cNvSpPr txBox="1"/>
          <p:nvPr/>
        </p:nvSpPr>
        <p:spPr>
          <a:xfrm>
            <a:off x="4127794" y="3486047"/>
            <a:ext cx="609462" cy="276999"/>
          </a:xfrm>
          <a:prstGeom prst="rect">
            <a:avLst/>
          </a:prstGeom>
          <a:noFill/>
        </p:spPr>
        <p:txBody>
          <a:bodyPr wrap="none" rtlCol="0">
            <a:spAutoFit/>
          </a:bodyPr>
          <a:lstStyle/>
          <a:p>
            <a:r>
              <a:rPr lang="en-US" sz="1200" dirty="0"/>
              <a:t>-3.182</a:t>
            </a:r>
          </a:p>
        </p:txBody>
      </p:sp>
      <p:cxnSp>
        <p:nvCxnSpPr>
          <p:cNvPr id="24" name="Straight Connector 23"/>
          <p:cNvCxnSpPr/>
          <p:nvPr/>
        </p:nvCxnSpPr>
        <p:spPr>
          <a:xfrm>
            <a:off x="4456334" y="3383270"/>
            <a:ext cx="0" cy="103367"/>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5" name="TextBox 24"/>
              <p:cNvSpPr txBox="1"/>
              <p:nvPr/>
            </p:nvSpPr>
            <p:spPr>
              <a:xfrm>
                <a:off x="4103236" y="3994724"/>
                <a:ext cx="65857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𝑐𝑟𝑖𝑡</m:t>
                          </m:r>
                        </m:sub>
                      </m:sSub>
                    </m:oMath>
                  </m:oMathPara>
                </a14:m>
                <a:endParaRPr lang="en-US" dirty="0"/>
              </a:p>
            </p:txBody>
          </p:sp>
        </mc:Choice>
        <mc:Fallback xmlns="">
          <p:sp>
            <p:nvSpPr>
              <p:cNvPr id="25" name="TextBox 24"/>
              <p:cNvSpPr txBox="1">
                <a:spLocks noRot="1" noChangeAspect="1" noMove="1" noResize="1" noEditPoints="1" noAdjustHandles="1" noChangeArrowheads="1" noChangeShapeType="1" noTextEdit="1"/>
              </p:cNvSpPr>
              <p:nvPr/>
            </p:nvSpPr>
            <p:spPr>
              <a:xfrm>
                <a:off x="4103236" y="3994724"/>
                <a:ext cx="658578" cy="369332"/>
              </a:xfrm>
              <a:prstGeom prst="rect">
                <a:avLst/>
              </a:prstGeom>
              <a:blipFill>
                <a:blip r:embed="rId8"/>
                <a:stretch>
                  <a:fillRect/>
                </a:stretch>
              </a:blipFill>
            </p:spPr>
            <p:txBody>
              <a:bodyPr/>
              <a:lstStyle/>
              <a:p>
                <a:r>
                  <a:rPr lang="en-GB">
                    <a:noFill/>
                  </a:rPr>
                  <a:t> </a:t>
                </a:r>
              </a:p>
            </p:txBody>
          </p:sp>
        </mc:Fallback>
      </mc:AlternateContent>
      <p:cxnSp>
        <p:nvCxnSpPr>
          <p:cNvPr id="27" name="Straight Arrow Connector 26"/>
          <p:cNvCxnSpPr/>
          <p:nvPr/>
        </p:nvCxnSpPr>
        <p:spPr>
          <a:xfrm flipV="1">
            <a:off x="4449941" y="3723717"/>
            <a:ext cx="1" cy="37007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0" name="Rectangle 29"/>
          <p:cNvSpPr/>
          <p:nvPr/>
        </p:nvSpPr>
        <p:spPr>
          <a:xfrm>
            <a:off x="4221770" y="3117244"/>
            <a:ext cx="309364" cy="175124"/>
          </a:xfrm>
          <a:prstGeom prst="rect">
            <a:avLst/>
          </a:prstGeom>
          <a:pattFill prst="dkDnDiag">
            <a:fgClr>
              <a:schemeClr val="accent1"/>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4067165" y="3174520"/>
            <a:ext cx="309364" cy="175124"/>
          </a:xfrm>
          <a:prstGeom prst="rect">
            <a:avLst/>
          </a:prstGeom>
          <a:pattFill prst="dkDnDiag">
            <a:fgClr>
              <a:schemeClr val="accent1"/>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4352782" y="2958621"/>
            <a:ext cx="194318" cy="151097"/>
          </a:xfrm>
          <a:prstGeom prst="rect">
            <a:avLst/>
          </a:prstGeom>
          <a:pattFill prst="dkDnDiag">
            <a:fgClr>
              <a:schemeClr val="accent1"/>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p:cNvSpPr/>
          <p:nvPr/>
        </p:nvSpPr>
        <p:spPr>
          <a:xfrm>
            <a:off x="4435804" y="2865744"/>
            <a:ext cx="111296" cy="175124"/>
          </a:xfrm>
          <a:prstGeom prst="rect">
            <a:avLst/>
          </a:prstGeom>
          <a:pattFill prst="dkDnDiag">
            <a:fgClr>
              <a:schemeClr val="accent1"/>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p:cNvSpPr/>
          <p:nvPr/>
        </p:nvSpPr>
        <p:spPr>
          <a:xfrm>
            <a:off x="6263777" y="3260750"/>
            <a:ext cx="437270" cy="135139"/>
          </a:xfrm>
          <a:prstGeom prst="rect">
            <a:avLst/>
          </a:prstGeom>
          <a:pattFill prst="dkDnDiag">
            <a:fgClr>
              <a:schemeClr val="accent1"/>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p:cNvSpPr/>
          <p:nvPr/>
        </p:nvSpPr>
        <p:spPr>
          <a:xfrm>
            <a:off x="6263778" y="3134093"/>
            <a:ext cx="260266" cy="126657"/>
          </a:xfrm>
          <a:prstGeom prst="rect">
            <a:avLst/>
          </a:prstGeom>
          <a:pattFill prst="dkDnDiag">
            <a:fgClr>
              <a:schemeClr val="accent1"/>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p:cNvSpPr/>
          <p:nvPr/>
        </p:nvSpPr>
        <p:spPr>
          <a:xfrm>
            <a:off x="6244959" y="3087990"/>
            <a:ext cx="237453" cy="64197"/>
          </a:xfrm>
          <a:prstGeom prst="rect">
            <a:avLst/>
          </a:prstGeom>
          <a:pattFill prst="dkDnDiag">
            <a:fgClr>
              <a:schemeClr val="accent1"/>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p:cNvSpPr/>
          <p:nvPr/>
        </p:nvSpPr>
        <p:spPr>
          <a:xfrm>
            <a:off x="6251392" y="2920986"/>
            <a:ext cx="68240" cy="164845"/>
          </a:xfrm>
          <a:prstGeom prst="rect">
            <a:avLst/>
          </a:prstGeom>
          <a:pattFill prst="dkDnDiag">
            <a:fgClr>
              <a:schemeClr val="accent1"/>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677282067"/>
      </p:ext>
    </p:extLst>
  </p:cSld>
  <p:clrMapOvr>
    <a:masterClrMapping/>
  </p:clrMapOvr>
  <p:transition spd="slow" advTm="69548">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500"/>
                                        <p:tgtEl>
                                          <p:spTgt spid="2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500"/>
                                        <p:tgtEl>
                                          <p:spTgt spid="1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6"/>
                                        </p:tgtEl>
                                        <p:attrNameLst>
                                          <p:attrName>style.visibility</p:attrName>
                                        </p:attrNameLst>
                                      </p:cBhvr>
                                      <p:to>
                                        <p:strVal val="visible"/>
                                      </p:to>
                                    </p:set>
                                    <p:animEffect transition="in" filter="fade">
                                      <p:cBhvr>
                                        <p:cTn id="18" dur="500"/>
                                        <p:tgtEl>
                                          <p:spTgt spid="26"/>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500"/>
                                        <p:tgtEl>
                                          <p:spTgt spid="1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1"/>
                                        </p:tgtEl>
                                        <p:attrNameLst>
                                          <p:attrName>style.visibility</p:attrName>
                                        </p:attrNameLst>
                                      </p:cBhvr>
                                      <p:to>
                                        <p:strVal val="visible"/>
                                      </p:to>
                                    </p:set>
                                    <p:animEffect transition="in" filter="fade">
                                      <p:cBhvr>
                                        <p:cTn id="24" dur="500"/>
                                        <p:tgtEl>
                                          <p:spTgt spid="2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fade">
                                      <p:cBhvr>
                                        <p:cTn id="27" dur="500"/>
                                        <p:tgtEl>
                                          <p:spTgt spid="2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fade">
                                      <p:cBhvr>
                                        <p:cTn id="32" dur="500"/>
                                        <p:tgtEl>
                                          <p:spTgt spid="27"/>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5"/>
                                        </p:tgtEl>
                                        <p:attrNameLst>
                                          <p:attrName>style.visibility</p:attrName>
                                        </p:attrNameLst>
                                      </p:cBhvr>
                                      <p:to>
                                        <p:strVal val="visible"/>
                                      </p:to>
                                    </p:set>
                                    <p:animEffect transition="in" filter="fade">
                                      <p:cBhvr>
                                        <p:cTn id="35" dur="500"/>
                                        <p:tgtEl>
                                          <p:spTgt spid="25"/>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8" grpId="0"/>
      <p:bldP spid="20" grpId="0"/>
      <p:bldP spid="3" grpId="0"/>
      <p:bldP spid="21" grpId="0"/>
      <p:bldP spid="22" grpId="0"/>
      <p:bldP spid="25"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4EBED-0BF8-C641-9789-2F2D62CA1E8C}"/>
              </a:ext>
            </a:extLst>
          </p:cNvPr>
          <p:cNvSpPr>
            <a:spLocks noGrp="1"/>
          </p:cNvSpPr>
          <p:nvPr>
            <p:ph type="title"/>
          </p:nvPr>
        </p:nvSpPr>
        <p:spPr/>
        <p:txBody>
          <a:bodyPr/>
          <a:lstStyle/>
          <a:p>
            <a:r>
              <a:rPr lang="en-US" dirty="0"/>
              <a:t>Make decision </a:t>
            </a:r>
            <a:r>
              <a:rPr lang="en-US" dirty="0" smtClean="0"/>
              <a:t>(5/5</a:t>
            </a:r>
            <a:r>
              <a:rPr lang="en-US" dirty="0"/>
              <a:t>)</a:t>
            </a:r>
          </a:p>
        </p:txBody>
      </p:sp>
      <p:graphicFrame>
        <p:nvGraphicFramePr>
          <p:cNvPr id="6" name="Table 5">
            <a:extLst>
              <a:ext uri="{FF2B5EF4-FFF2-40B4-BE49-F238E27FC236}">
                <a16:creationId xmlns:a16="http://schemas.microsoft.com/office/drawing/2014/main" id="{B33ABD70-6E51-394A-A4A8-16D8CE753830}"/>
              </a:ext>
            </a:extLst>
          </p:cNvPr>
          <p:cNvGraphicFramePr>
            <a:graphicFrameLocks noGrp="1"/>
          </p:cNvGraphicFramePr>
          <p:nvPr>
            <p:extLst>
              <p:ext uri="{D42A27DB-BD31-4B8C-83A1-F6EECF244321}">
                <p14:modId xmlns:p14="http://schemas.microsoft.com/office/powerpoint/2010/main" val="991029413"/>
              </p:ext>
            </p:extLst>
          </p:nvPr>
        </p:nvGraphicFramePr>
        <p:xfrm>
          <a:off x="3293634" y="2666775"/>
          <a:ext cx="4247320" cy="1854200"/>
        </p:xfrm>
        <a:graphic>
          <a:graphicData uri="http://schemas.openxmlformats.org/drawingml/2006/table">
            <a:tbl>
              <a:tblPr firstRow="1" bandRow="1">
                <a:tableStyleId>{93296810-A885-4BE3-A3E7-6D5BEEA58F35}</a:tableStyleId>
              </a:tblPr>
              <a:tblGrid>
                <a:gridCol w="696619">
                  <a:extLst>
                    <a:ext uri="{9D8B030D-6E8A-4147-A177-3AD203B41FA5}">
                      <a16:colId xmlns:a16="http://schemas.microsoft.com/office/drawing/2014/main" val="20000"/>
                    </a:ext>
                  </a:extLst>
                </a:gridCol>
                <a:gridCol w="1704109">
                  <a:extLst>
                    <a:ext uri="{9D8B030D-6E8A-4147-A177-3AD203B41FA5}">
                      <a16:colId xmlns:a16="http://schemas.microsoft.com/office/drawing/2014/main" val="20002"/>
                    </a:ext>
                  </a:extLst>
                </a:gridCol>
                <a:gridCol w="917996">
                  <a:extLst>
                    <a:ext uri="{9D8B030D-6E8A-4147-A177-3AD203B41FA5}">
                      <a16:colId xmlns:a16="http://schemas.microsoft.com/office/drawing/2014/main" val="20003"/>
                    </a:ext>
                  </a:extLst>
                </a:gridCol>
                <a:gridCol w="928596">
                  <a:extLst>
                    <a:ext uri="{9D8B030D-6E8A-4147-A177-3AD203B41FA5}">
                      <a16:colId xmlns:a16="http://schemas.microsoft.com/office/drawing/2014/main" val="20004"/>
                    </a:ext>
                  </a:extLst>
                </a:gridCol>
              </a:tblGrid>
              <a:tr h="370840">
                <a:tc>
                  <a:txBody>
                    <a:bodyPr/>
                    <a:lstStyle/>
                    <a:p>
                      <a:pPr algn="ctr"/>
                      <a:r>
                        <a:rPr lang="en-US" sz="1400" dirty="0">
                          <a:solidFill>
                            <a:schemeClr val="tx1"/>
                          </a:solidFill>
                        </a:rPr>
                        <a:t>Index</a:t>
                      </a:r>
                    </a:p>
                  </a:txBody>
                  <a:tcPr anchor="ctr"/>
                </a:tc>
                <a:tc>
                  <a:txBody>
                    <a:bodyPr/>
                    <a:lstStyle/>
                    <a:p>
                      <a:pPr algn="ctr"/>
                      <a:r>
                        <a:rPr lang="en-US" sz="1400" dirty="0">
                          <a:solidFill>
                            <a:schemeClr val="tx1"/>
                          </a:solidFill>
                        </a:rPr>
                        <a:t>Name</a:t>
                      </a:r>
                    </a:p>
                  </a:txBody>
                  <a:tcPr anchor="ctr"/>
                </a:tc>
                <a:tc>
                  <a:txBody>
                    <a:bodyPr/>
                    <a:lstStyle/>
                    <a:p>
                      <a:pPr algn="ctr"/>
                      <a:r>
                        <a:rPr lang="en-US" sz="1400" dirty="0" smtClean="0">
                          <a:solidFill>
                            <a:schemeClr val="tx1"/>
                          </a:solidFill>
                        </a:rPr>
                        <a:t>F1-GA</a:t>
                      </a:r>
                      <a:endParaRPr lang="en-US" sz="1400" dirty="0">
                        <a:solidFill>
                          <a:schemeClr val="tx1"/>
                        </a:solidFill>
                        <a:latin typeface="+mj-lt"/>
                      </a:endParaRPr>
                    </a:p>
                  </a:txBody>
                  <a:tcPr anchor="ctr"/>
                </a:tc>
                <a:tc>
                  <a:txBody>
                    <a:bodyPr/>
                    <a:lstStyle/>
                    <a:p>
                      <a:pPr algn="ctr"/>
                      <a:r>
                        <a:rPr lang="en-US" sz="1400" dirty="0" smtClean="0">
                          <a:solidFill>
                            <a:schemeClr val="tx1"/>
                          </a:solidFill>
                        </a:rPr>
                        <a:t>F2-GA</a:t>
                      </a:r>
                      <a:endParaRPr lang="en-US" sz="1400" dirty="0">
                        <a:solidFill>
                          <a:schemeClr val="tx1"/>
                        </a:solidFill>
                      </a:endParaRPr>
                    </a:p>
                  </a:txBody>
                  <a:tcPr anchor="ctr"/>
                </a:tc>
                <a:extLst>
                  <a:ext uri="{0D108BD9-81ED-4DB2-BD59-A6C34878D82A}">
                    <a16:rowId xmlns:a16="http://schemas.microsoft.com/office/drawing/2014/main" val="10000"/>
                  </a:ext>
                </a:extLst>
              </a:tr>
              <a:tr h="370840">
                <a:tc>
                  <a:txBody>
                    <a:bodyPr/>
                    <a:lstStyle/>
                    <a:p>
                      <a:pPr algn="ctr"/>
                      <a:r>
                        <a:rPr lang="en-US" sz="1200" dirty="0"/>
                        <a:t>1</a:t>
                      </a:r>
                    </a:p>
                  </a:txBody>
                  <a:tcPr anchor="ctr"/>
                </a:tc>
                <a:tc>
                  <a:txBody>
                    <a:bodyPr/>
                    <a:lstStyle/>
                    <a:p>
                      <a:pPr algn="ctr"/>
                      <a:r>
                        <a:rPr lang="en-US" sz="1400" dirty="0"/>
                        <a:t>A</a:t>
                      </a:r>
                    </a:p>
                  </a:txBody>
                  <a:tcPr anchor="ctr"/>
                </a:tc>
                <a:tc>
                  <a:txBody>
                    <a:bodyPr/>
                    <a:lstStyle/>
                    <a:p>
                      <a:pPr algn="ctr"/>
                      <a:r>
                        <a:rPr lang="en-US" sz="1400" dirty="0"/>
                        <a:t>0.2</a:t>
                      </a:r>
                      <a:endParaRPr lang="en-US" sz="1400" dirty="0">
                        <a:latin typeface="+mj-lt"/>
                      </a:endParaRPr>
                    </a:p>
                  </a:txBody>
                  <a:tcPr anchor="ctr"/>
                </a:tc>
                <a:tc>
                  <a:txBody>
                    <a:bodyPr/>
                    <a:lstStyle/>
                    <a:p>
                      <a:pPr algn="ctr" fontAlgn="b"/>
                      <a:r>
                        <a:rPr lang="en-US" sz="1400" u="none" strike="noStrike" dirty="0">
                          <a:effectLst/>
                        </a:rPr>
                        <a:t>0.1</a:t>
                      </a:r>
                      <a:endParaRPr lang="en-US" sz="1400" b="0" i="0" u="none" strike="noStrike" dirty="0">
                        <a:solidFill>
                          <a:srgbClr val="000000"/>
                        </a:solidFill>
                        <a:effectLst/>
                        <a:latin typeface="+mj-lt"/>
                      </a:endParaRPr>
                    </a:p>
                  </a:txBody>
                  <a:tcPr marL="9525" marR="9525" marT="9525" marB="0" anchor="ctr"/>
                </a:tc>
                <a:extLst>
                  <a:ext uri="{0D108BD9-81ED-4DB2-BD59-A6C34878D82A}">
                    <a16:rowId xmlns:a16="http://schemas.microsoft.com/office/drawing/2014/main" val="10001"/>
                  </a:ext>
                </a:extLst>
              </a:tr>
              <a:tr h="370840">
                <a:tc>
                  <a:txBody>
                    <a:bodyPr/>
                    <a:lstStyle/>
                    <a:p>
                      <a:pPr algn="ctr"/>
                      <a:r>
                        <a:rPr lang="en-US" sz="1200" dirty="0"/>
                        <a:t>2</a:t>
                      </a:r>
                    </a:p>
                  </a:txBody>
                  <a:tcPr anchor="ctr"/>
                </a:tc>
                <a:tc>
                  <a:txBody>
                    <a:bodyPr/>
                    <a:lstStyle/>
                    <a:p>
                      <a:pPr algn="ctr"/>
                      <a:r>
                        <a:rPr lang="en-US" sz="1400" dirty="0"/>
                        <a:t>B</a:t>
                      </a:r>
                    </a:p>
                  </a:txBody>
                  <a:tcPr anchor="ctr"/>
                </a:tc>
                <a:tc>
                  <a:txBody>
                    <a:bodyPr/>
                    <a:lstStyle/>
                    <a:p>
                      <a:pPr algn="ctr"/>
                      <a:r>
                        <a:rPr lang="en-US" sz="1400" dirty="0"/>
                        <a:t>0.3</a:t>
                      </a:r>
                      <a:endParaRPr lang="en-US" sz="1400" dirty="0">
                        <a:latin typeface="+mj-lt"/>
                      </a:endParaRPr>
                    </a:p>
                  </a:txBody>
                  <a:tcPr anchor="ctr"/>
                </a:tc>
                <a:tc>
                  <a:txBody>
                    <a:bodyPr/>
                    <a:lstStyle/>
                    <a:p>
                      <a:pPr algn="ctr" fontAlgn="b"/>
                      <a:r>
                        <a:rPr lang="en-US" sz="1400" u="none" strike="noStrike" dirty="0">
                          <a:effectLst/>
                        </a:rPr>
                        <a:t>0.6</a:t>
                      </a:r>
                      <a:endParaRPr lang="en-US" sz="1400" b="0" i="0" u="none" strike="noStrike" dirty="0">
                        <a:solidFill>
                          <a:srgbClr val="000000"/>
                        </a:solidFill>
                        <a:effectLst/>
                        <a:latin typeface="+mj-lt"/>
                      </a:endParaRPr>
                    </a:p>
                  </a:txBody>
                  <a:tcPr marL="9525" marR="9525" marT="9525" marB="0" anchor="ctr"/>
                </a:tc>
                <a:extLst>
                  <a:ext uri="{0D108BD9-81ED-4DB2-BD59-A6C34878D82A}">
                    <a16:rowId xmlns:a16="http://schemas.microsoft.com/office/drawing/2014/main" val="10002"/>
                  </a:ext>
                </a:extLst>
              </a:tr>
              <a:tr h="370840">
                <a:tc>
                  <a:txBody>
                    <a:bodyPr/>
                    <a:lstStyle/>
                    <a:p>
                      <a:pPr algn="ctr"/>
                      <a:r>
                        <a:rPr lang="en-US" sz="1200" dirty="0"/>
                        <a:t>3</a:t>
                      </a:r>
                    </a:p>
                  </a:txBody>
                  <a:tcPr anchor="ctr"/>
                </a:tc>
                <a:tc>
                  <a:txBody>
                    <a:bodyPr/>
                    <a:lstStyle/>
                    <a:p>
                      <a:pPr algn="ctr"/>
                      <a:r>
                        <a:rPr lang="en-US" sz="1400" dirty="0"/>
                        <a:t>C</a:t>
                      </a:r>
                    </a:p>
                  </a:txBody>
                  <a:tcPr anchor="ctr"/>
                </a:tc>
                <a:tc>
                  <a:txBody>
                    <a:bodyPr/>
                    <a:lstStyle/>
                    <a:p>
                      <a:pPr algn="ctr"/>
                      <a:r>
                        <a:rPr lang="en-US" sz="1400" dirty="0"/>
                        <a:t>0.1</a:t>
                      </a:r>
                      <a:endParaRPr lang="en-US" sz="1400" dirty="0">
                        <a:latin typeface="+mj-lt"/>
                      </a:endParaRPr>
                    </a:p>
                  </a:txBody>
                  <a:tcPr anchor="ctr"/>
                </a:tc>
                <a:tc>
                  <a:txBody>
                    <a:bodyPr/>
                    <a:lstStyle/>
                    <a:p>
                      <a:pPr algn="ctr" fontAlgn="b"/>
                      <a:r>
                        <a:rPr lang="en-US" sz="1400" u="none" strike="noStrike" dirty="0">
                          <a:effectLst/>
                        </a:rPr>
                        <a:t>0.3</a:t>
                      </a:r>
                      <a:endParaRPr lang="en-US" sz="1400" b="0" i="0" u="none" strike="noStrike" dirty="0">
                        <a:solidFill>
                          <a:srgbClr val="000000"/>
                        </a:solidFill>
                        <a:effectLst/>
                        <a:latin typeface="+mj-lt"/>
                      </a:endParaRPr>
                    </a:p>
                  </a:txBody>
                  <a:tcPr marL="9525" marR="9525" marT="9525" marB="0" anchor="ctr"/>
                </a:tc>
                <a:extLst>
                  <a:ext uri="{0D108BD9-81ED-4DB2-BD59-A6C34878D82A}">
                    <a16:rowId xmlns:a16="http://schemas.microsoft.com/office/drawing/2014/main" val="10003"/>
                  </a:ext>
                </a:extLst>
              </a:tr>
              <a:tr h="370840">
                <a:tc>
                  <a:txBody>
                    <a:bodyPr/>
                    <a:lstStyle/>
                    <a:p>
                      <a:pPr algn="ctr"/>
                      <a:r>
                        <a:rPr lang="en-US" sz="1200" dirty="0"/>
                        <a:t>4</a:t>
                      </a:r>
                      <a:endParaRPr lang="en-US" sz="1200" dirty="0">
                        <a:latin typeface="Tw Cen MT" panose="020B0602020104020603" pitchFamily="34" charset="77"/>
                      </a:endParaRPr>
                    </a:p>
                  </a:txBody>
                  <a:tcPr anchor="ctr"/>
                </a:tc>
                <a:tc>
                  <a:txBody>
                    <a:bodyPr/>
                    <a:lstStyle/>
                    <a:p>
                      <a:pPr algn="ctr"/>
                      <a:r>
                        <a:rPr lang="en-US" sz="1400" dirty="0"/>
                        <a:t>D</a:t>
                      </a:r>
                      <a:endParaRPr lang="en-US" sz="1400" dirty="0">
                        <a:latin typeface="Tw Cen MT" panose="020B0602020104020603" pitchFamily="34" charset="77"/>
                      </a:endParaRPr>
                    </a:p>
                  </a:txBody>
                  <a:tcPr anchor="ctr"/>
                </a:tc>
                <a:tc>
                  <a:txBody>
                    <a:bodyPr/>
                    <a:lstStyle/>
                    <a:p>
                      <a:pPr algn="ctr"/>
                      <a:r>
                        <a:rPr lang="en-US" sz="1400" dirty="0"/>
                        <a:t>0.6</a:t>
                      </a:r>
                      <a:endParaRPr lang="en-US" sz="1400" dirty="0">
                        <a:latin typeface="Tw Cen MT" panose="020B0602020104020603" pitchFamily="34" charset="77"/>
                      </a:endParaRPr>
                    </a:p>
                  </a:txBody>
                  <a:tcPr anchor="ctr"/>
                </a:tc>
                <a:tc>
                  <a:txBody>
                    <a:bodyPr/>
                    <a:lstStyle/>
                    <a:p>
                      <a:pPr algn="ctr" fontAlgn="b"/>
                      <a:r>
                        <a:rPr lang="en-US" sz="1400" u="none" strike="noStrike" dirty="0">
                          <a:effectLst/>
                        </a:rPr>
                        <a:t>0.2</a:t>
                      </a:r>
                      <a:endParaRPr lang="en-US" sz="1400" b="0" i="0" u="none" strike="noStrike" dirty="0">
                        <a:solidFill>
                          <a:srgbClr val="000000"/>
                        </a:solidFill>
                        <a:effectLst/>
                        <a:latin typeface="Tw Cen MT" panose="020B0602020104020603" pitchFamily="34" charset="77"/>
                      </a:endParaRPr>
                    </a:p>
                  </a:txBody>
                  <a:tcPr marL="9525" marR="9525" marT="9525" marB="0" anchor="ctr"/>
                </a:tc>
                <a:extLst>
                  <a:ext uri="{0D108BD9-81ED-4DB2-BD59-A6C34878D82A}">
                    <a16:rowId xmlns:a16="http://schemas.microsoft.com/office/drawing/2014/main" val="2609914945"/>
                  </a:ext>
                </a:extLst>
              </a:tr>
            </a:tbl>
          </a:graphicData>
        </a:graphic>
      </p:graphicFrame>
      <p:graphicFrame>
        <p:nvGraphicFramePr>
          <p:cNvPr id="7" name="Table 6">
            <a:extLst>
              <a:ext uri="{FF2B5EF4-FFF2-40B4-BE49-F238E27FC236}">
                <a16:creationId xmlns:a16="http://schemas.microsoft.com/office/drawing/2014/main" id="{CE624713-AF51-4E4B-8170-EF10263ADE2E}"/>
              </a:ext>
            </a:extLst>
          </p:cNvPr>
          <p:cNvGraphicFramePr>
            <a:graphicFrameLocks noGrp="1"/>
          </p:cNvGraphicFramePr>
          <p:nvPr>
            <p:extLst>
              <p:ext uri="{D42A27DB-BD31-4B8C-83A1-F6EECF244321}">
                <p14:modId xmlns:p14="http://schemas.microsoft.com/office/powerpoint/2010/main" val="4079661644"/>
              </p:ext>
            </p:extLst>
          </p:nvPr>
        </p:nvGraphicFramePr>
        <p:xfrm>
          <a:off x="3293634" y="4822028"/>
          <a:ext cx="4247320" cy="1854200"/>
        </p:xfrm>
        <a:graphic>
          <a:graphicData uri="http://schemas.openxmlformats.org/drawingml/2006/table">
            <a:tbl>
              <a:tblPr firstRow="1" bandRow="1">
                <a:tableStyleId>{21E4AEA4-8DFA-4A89-87EB-49C32662AFE0}</a:tableStyleId>
              </a:tblPr>
              <a:tblGrid>
                <a:gridCol w="696619">
                  <a:extLst>
                    <a:ext uri="{9D8B030D-6E8A-4147-A177-3AD203B41FA5}">
                      <a16:colId xmlns:a16="http://schemas.microsoft.com/office/drawing/2014/main" val="20000"/>
                    </a:ext>
                  </a:extLst>
                </a:gridCol>
                <a:gridCol w="1704109">
                  <a:extLst>
                    <a:ext uri="{9D8B030D-6E8A-4147-A177-3AD203B41FA5}">
                      <a16:colId xmlns:a16="http://schemas.microsoft.com/office/drawing/2014/main" val="20002"/>
                    </a:ext>
                  </a:extLst>
                </a:gridCol>
                <a:gridCol w="917996">
                  <a:extLst>
                    <a:ext uri="{9D8B030D-6E8A-4147-A177-3AD203B41FA5}">
                      <a16:colId xmlns:a16="http://schemas.microsoft.com/office/drawing/2014/main" val="20003"/>
                    </a:ext>
                  </a:extLst>
                </a:gridCol>
                <a:gridCol w="928596">
                  <a:extLst>
                    <a:ext uri="{9D8B030D-6E8A-4147-A177-3AD203B41FA5}">
                      <a16:colId xmlns:a16="http://schemas.microsoft.com/office/drawing/2014/main" val="20004"/>
                    </a:ext>
                  </a:extLst>
                </a:gridCol>
              </a:tblGrid>
              <a:tr h="370840">
                <a:tc>
                  <a:txBody>
                    <a:bodyPr/>
                    <a:lstStyle/>
                    <a:p>
                      <a:pPr algn="ctr"/>
                      <a:r>
                        <a:rPr lang="en-US" sz="1400" dirty="0">
                          <a:solidFill>
                            <a:schemeClr val="tx1"/>
                          </a:solidFill>
                        </a:rPr>
                        <a:t>Index</a:t>
                      </a:r>
                    </a:p>
                  </a:txBody>
                  <a:tcPr anchor="ctr"/>
                </a:tc>
                <a:tc>
                  <a:txBody>
                    <a:bodyPr/>
                    <a:lstStyle/>
                    <a:p>
                      <a:pPr algn="ctr"/>
                      <a:r>
                        <a:rPr lang="en-US" sz="1400" baseline="0" dirty="0">
                          <a:solidFill>
                            <a:schemeClr val="tx1"/>
                          </a:solidFill>
                        </a:rPr>
                        <a:t>Name</a:t>
                      </a:r>
                      <a:endParaRPr lang="en-US" sz="1400" dirty="0">
                        <a:solidFill>
                          <a:schemeClr val="tx1"/>
                        </a:solidFill>
                      </a:endParaRPr>
                    </a:p>
                  </a:txBody>
                  <a:tcPr anchor="ctr"/>
                </a:tc>
                <a:tc>
                  <a:txBody>
                    <a:bodyPr/>
                    <a:lstStyle/>
                    <a:p>
                      <a:pPr algn="ctr"/>
                      <a:r>
                        <a:rPr lang="en-US" sz="1400" dirty="0" smtClean="0">
                          <a:solidFill>
                            <a:schemeClr val="tx1"/>
                          </a:solidFill>
                        </a:rPr>
                        <a:t>F1-GB</a:t>
                      </a:r>
                      <a:endParaRPr lang="en-US" sz="1400" dirty="0">
                        <a:solidFill>
                          <a:schemeClr val="tx1"/>
                        </a:solidFill>
                        <a:latin typeface="+mj-lt"/>
                      </a:endParaRPr>
                    </a:p>
                  </a:txBody>
                  <a:tcPr anchor="ctr"/>
                </a:tc>
                <a:tc>
                  <a:txBody>
                    <a:bodyPr/>
                    <a:lstStyle/>
                    <a:p>
                      <a:pPr algn="ctr"/>
                      <a:r>
                        <a:rPr lang="en-US" sz="1400" dirty="0" smtClean="0">
                          <a:solidFill>
                            <a:schemeClr val="tx1"/>
                          </a:solidFill>
                        </a:rPr>
                        <a:t>F2-GB</a:t>
                      </a:r>
                      <a:endParaRPr lang="en-US" sz="1400" dirty="0">
                        <a:solidFill>
                          <a:schemeClr val="tx1"/>
                        </a:solidFill>
                      </a:endParaRPr>
                    </a:p>
                  </a:txBody>
                  <a:tcPr anchor="ctr"/>
                </a:tc>
                <a:extLst>
                  <a:ext uri="{0D108BD9-81ED-4DB2-BD59-A6C34878D82A}">
                    <a16:rowId xmlns:a16="http://schemas.microsoft.com/office/drawing/2014/main" val="10000"/>
                  </a:ext>
                </a:extLst>
              </a:tr>
              <a:tr h="370840">
                <a:tc>
                  <a:txBody>
                    <a:bodyPr/>
                    <a:lstStyle/>
                    <a:p>
                      <a:pPr algn="ctr"/>
                      <a:r>
                        <a:rPr lang="en-US" sz="1200" dirty="0"/>
                        <a:t>5</a:t>
                      </a:r>
                    </a:p>
                  </a:txBody>
                  <a:tcPr anchor="ctr"/>
                </a:tc>
                <a:tc>
                  <a:txBody>
                    <a:bodyPr/>
                    <a:lstStyle/>
                    <a:p>
                      <a:pPr algn="ctr"/>
                      <a:r>
                        <a:rPr lang="en-US" sz="1400" dirty="0"/>
                        <a:t>E</a:t>
                      </a:r>
                    </a:p>
                  </a:txBody>
                  <a:tcPr anchor="ctr"/>
                </a:tc>
                <a:tc>
                  <a:txBody>
                    <a:bodyPr/>
                    <a:lstStyle/>
                    <a:p>
                      <a:pPr algn="ctr" fontAlgn="b"/>
                      <a:r>
                        <a:rPr lang="en-US" sz="1400" u="none" strike="noStrike" dirty="0">
                          <a:effectLst/>
                        </a:rPr>
                        <a:t>0.2</a:t>
                      </a:r>
                      <a:endParaRPr lang="en-US" sz="1400" b="0" i="0" u="none" strike="noStrike" dirty="0">
                        <a:solidFill>
                          <a:srgbClr val="000000"/>
                        </a:solidFill>
                        <a:effectLst/>
                        <a:latin typeface="+mj-lt"/>
                      </a:endParaRPr>
                    </a:p>
                  </a:txBody>
                  <a:tcPr marL="9525" marR="9525" marT="9525" marB="0" anchor="ctr"/>
                </a:tc>
                <a:tc>
                  <a:txBody>
                    <a:bodyPr/>
                    <a:lstStyle/>
                    <a:p>
                      <a:pPr algn="ctr"/>
                      <a:r>
                        <a:rPr lang="en-US" sz="1400" dirty="0"/>
                        <a:t>3</a:t>
                      </a:r>
                    </a:p>
                  </a:txBody>
                  <a:tcPr marL="9525" marR="9525" marT="9525" marB="0" anchor="ctr"/>
                </a:tc>
                <a:extLst>
                  <a:ext uri="{0D108BD9-81ED-4DB2-BD59-A6C34878D82A}">
                    <a16:rowId xmlns:a16="http://schemas.microsoft.com/office/drawing/2014/main" val="10001"/>
                  </a:ext>
                </a:extLst>
              </a:tr>
              <a:tr h="370840">
                <a:tc>
                  <a:txBody>
                    <a:bodyPr/>
                    <a:lstStyle/>
                    <a:p>
                      <a:pPr algn="ctr"/>
                      <a:r>
                        <a:rPr lang="en-US" sz="1200" dirty="0"/>
                        <a:t>6</a:t>
                      </a:r>
                    </a:p>
                  </a:txBody>
                  <a:tcPr anchor="ctr"/>
                </a:tc>
                <a:tc>
                  <a:txBody>
                    <a:bodyPr/>
                    <a:lstStyle/>
                    <a:p>
                      <a:pPr algn="ctr"/>
                      <a:r>
                        <a:rPr lang="en-US" sz="1400" dirty="0"/>
                        <a:t>F</a:t>
                      </a:r>
                    </a:p>
                  </a:txBody>
                  <a:tcPr anchor="ctr"/>
                </a:tc>
                <a:tc>
                  <a:txBody>
                    <a:bodyPr/>
                    <a:lstStyle/>
                    <a:p>
                      <a:pPr algn="ctr" fontAlgn="b"/>
                      <a:r>
                        <a:rPr lang="en-US" sz="1400" u="none" strike="noStrike" dirty="0">
                          <a:effectLst/>
                        </a:rPr>
                        <a:t>0.4</a:t>
                      </a:r>
                      <a:endParaRPr lang="en-US" sz="1400" b="0" i="0" u="none" strike="noStrike" dirty="0">
                        <a:solidFill>
                          <a:srgbClr val="000000"/>
                        </a:solidFill>
                        <a:effectLst/>
                        <a:latin typeface="+mj-lt"/>
                      </a:endParaRPr>
                    </a:p>
                  </a:txBody>
                  <a:tcPr marL="9525" marR="9525" marT="9525" marB="0" anchor="ctr"/>
                </a:tc>
                <a:tc>
                  <a:txBody>
                    <a:bodyPr/>
                    <a:lstStyle/>
                    <a:p>
                      <a:pPr algn="ctr"/>
                      <a:r>
                        <a:rPr lang="en-US" sz="1400" dirty="0"/>
                        <a:t>2</a:t>
                      </a:r>
                    </a:p>
                  </a:txBody>
                  <a:tcPr marL="9525" marR="9525" marT="9525" marB="0" anchor="ctr"/>
                </a:tc>
                <a:extLst>
                  <a:ext uri="{0D108BD9-81ED-4DB2-BD59-A6C34878D82A}">
                    <a16:rowId xmlns:a16="http://schemas.microsoft.com/office/drawing/2014/main" val="10002"/>
                  </a:ext>
                </a:extLst>
              </a:tr>
              <a:tr h="370840">
                <a:tc>
                  <a:txBody>
                    <a:bodyPr/>
                    <a:lstStyle/>
                    <a:p>
                      <a:pPr algn="ctr"/>
                      <a:r>
                        <a:rPr lang="en-US" sz="1200" dirty="0"/>
                        <a:t>7</a:t>
                      </a:r>
                    </a:p>
                  </a:txBody>
                  <a:tcPr anchor="ctr"/>
                </a:tc>
                <a:tc>
                  <a:txBody>
                    <a:bodyPr/>
                    <a:lstStyle/>
                    <a:p>
                      <a:pPr algn="ctr"/>
                      <a:r>
                        <a:rPr lang="en-US" sz="1400" dirty="0"/>
                        <a:t>G</a:t>
                      </a:r>
                    </a:p>
                  </a:txBody>
                  <a:tcPr anchor="ctr"/>
                </a:tc>
                <a:tc>
                  <a:txBody>
                    <a:bodyPr/>
                    <a:lstStyle/>
                    <a:p>
                      <a:pPr algn="ctr" fontAlgn="b"/>
                      <a:r>
                        <a:rPr lang="en-US" sz="1400" u="none" strike="noStrike" dirty="0">
                          <a:effectLst/>
                        </a:rPr>
                        <a:t>0.5</a:t>
                      </a:r>
                      <a:endParaRPr lang="en-US" sz="1400" b="0" i="0" u="none" strike="noStrike" dirty="0">
                        <a:solidFill>
                          <a:srgbClr val="000000"/>
                        </a:solidFill>
                        <a:effectLst/>
                        <a:latin typeface="+mj-lt"/>
                      </a:endParaRPr>
                    </a:p>
                  </a:txBody>
                  <a:tcPr marL="9525" marR="9525" marT="9525" marB="0" anchor="ctr"/>
                </a:tc>
                <a:tc>
                  <a:txBody>
                    <a:bodyPr/>
                    <a:lstStyle/>
                    <a:p>
                      <a:pPr algn="ctr"/>
                      <a:r>
                        <a:rPr lang="en-US" sz="1400" dirty="0"/>
                        <a:t>4</a:t>
                      </a:r>
                    </a:p>
                  </a:txBody>
                  <a:tcPr marL="9525" marR="9525" marT="9525" marB="0" anchor="ctr"/>
                </a:tc>
                <a:extLst>
                  <a:ext uri="{0D108BD9-81ED-4DB2-BD59-A6C34878D82A}">
                    <a16:rowId xmlns:a16="http://schemas.microsoft.com/office/drawing/2014/main" val="10003"/>
                  </a:ext>
                </a:extLst>
              </a:tr>
              <a:tr h="370840">
                <a:tc>
                  <a:txBody>
                    <a:bodyPr/>
                    <a:lstStyle/>
                    <a:p>
                      <a:pPr algn="ctr"/>
                      <a:r>
                        <a:rPr lang="en-US" sz="1200" dirty="0"/>
                        <a:t>8</a:t>
                      </a:r>
                      <a:endParaRPr lang="en-US" sz="1200" dirty="0">
                        <a:latin typeface="Tw Cen MT" panose="020B0602020104020603" pitchFamily="34" charset="77"/>
                      </a:endParaRPr>
                    </a:p>
                  </a:txBody>
                  <a:tcPr anchor="ctr"/>
                </a:tc>
                <a:tc>
                  <a:txBody>
                    <a:bodyPr/>
                    <a:lstStyle/>
                    <a:p>
                      <a:pPr algn="ctr"/>
                      <a:r>
                        <a:rPr lang="en-US" sz="1400" dirty="0"/>
                        <a:t>H</a:t>
                      </a:r>
                      <a:endParaRPr lang="en-US" sz="1400" dirty="0">
                        <a:latin typeface="Tw Cen MT" panose="020B0602020104020603" pitchFamily="34" charset="77"/>
                      </a:endParaRPr>
                    </a:p>
                  </a:txBody>
                  <a:tcPr anchor="ctr"/>
                </a:tc>
                <a:tc>
                  <a:txBody>
                    <a:bodyPr/>
                    <a:lstStyle/>
                    <a:p>
                      <a:pPr algn="ctr" fontAlgn="b"/>
                      <a:r>
                        <a:rPr lang="en-US" sz="1400" u="none" strike="noStrike" dirty="0">
                          <a:effectLst/>
                        </a:rPr>
                        <a:t>0.4</a:t>
                      </a:r>
                      <a:endParaRPr lang="en-US" sz="1400" b="0" i="0" u="none" strike="noStrike" dirty="0">
                        <a:solidFill>
                          <a:srgbClr val="000000"/>
                        </a:solidFill>
                        <a:effectLst/>
                        <a:latin typeface="Tw Cen MT" panose="020B0602020104020603" pitchFamily="34" charset="77"/>
                      </a:endParaRPr>
                    </a:p>
                  </a:txBody>
                  <a:tcPr marL="9525" marR="9525" marT="9525" marB="0" anchor="ctr"/>
                </a:tc>
                <a:tc>
                  <a:txBody>
                    <a:bodyPr/>
                    <a:lstStyle/>
                    <a:p>
                      <a:pPr algn="ctr"/>
                      <a:r>
                        <a:rPr lang="en-US" sz="1400" dirty="0"/>
                        <a:t>1</a:t>
                      </a:r>
                      <a:endParaRPr lang="en-US" sz="1400" dirty="0">
                        <a:latin typeface="Tw Cen MT" panose="020B0602020104020603" pitchFamily="34" charset="77"/>
                      </a:endParaRPr>
                    </a:p>
                  </a:txBody>
                  <a:tcPr marL="9525" marR="9525" marT="9525" marB="0" anchor="ctr"/>
                </a:tc>
                <a:extLst>
                  <a:ext uri="{0D108BD9-81ED-4DB2-BD59-A6C34878D82A}">
                    <a16:rowId xmlns:a16="http://schemas.microsoft.com/office/drawing/2014/main" val="2314769939"/>
                  </a:ext>
                </a:extLst>
              </a:tr>
            </a:tbl>
          </a:graphicData>
        </a:graphic>
      </p:graphicFrame>
      <p:sp>
        <p:nvSpPr>
          <p:cNvPr id="8" name="Rectangle 7">
            <a:extLst>
              <a:ext uri="{FF2B5EF4-FFF2-40B4-BE49-F238E27FC236}">
                <a16:creationId xmlns:a16="http://schemas.microsoft.com/office/drawing/2014/main" id="{C78BB41E-76B7-9D49-9A08-8FD84A62BB35}"/>
              </a:ext>
            </a:extLst>
          </p:cNvPr>
          <p:cNvSpPr/>
          <p:nvPr/>
        </p:nvSpPr>
        <p:spPr>
          <a:xfrm>
            <a:off x="5593742" y="2464864"/>
            <a:ext cx="1132945" cy="4312508"/>
          </a:xfrm>
          <a:prstGeom prst="rect">
            <a:avLst/>
          </a:prstGeom>
          <a:solidFill>
            <a:schemeClr val="tx1">
              <a:lumMod val="90000"/>
              <a:lumOff val="1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US" dirty="0">
                <a:solidFill>
                  <a:schemeClr val="bg1"/>
                </a:solidFill>
              </a:rPr>
              <a:t>Feature 1 Can’t be used</a:t>
            </a:r>
          </a:p>
        </p:txBody>
      </p:sp>
      <p:sp>
        <p:nvSpPr>
          <p:cNvPr id="14" name="Left Brace 13">
            <a:extLst>
              <a:ext uri="{FF2B5EF4-FFF2-40B4-BE49-F238E27FC236}">
                <a16:creationId xmlns:a16="http://schemas.microsoft.com/office/drawing/2014/main" id="{62BEE88C-1632-3542-A12D-61B942E7DD83}"/>
              </a:ext>
            </a:extLst>
          </p:cNvPr>
          <p:cNvSpPr/>
          <p:nvPr/>
        </p:nvSpPr>
        <p:spPr>
          <a:xfrm>
            <a:off x="2356458" y="3718494"/>
            <a:ext cx="518502" cy="2025798"/>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
        <p:nvSpPr>
          <p:cNvPr id="15" name="TextBox 14">
            <a:extLst>
              <a:ext uri="{FF2B5EF4-FFF2-40B4-BE49-F238E27FC236}">
                <a16:creationId xmlns:a16="http://schemas.microsoft.com/office/drawing/2014/main" id="{6307389C-A13A-F64F-A202-632CD864BA4C}"/>
              </a:ext>
            </a:extLst>
          </p:cNvPr>
          <p:cNvSpPr txBox="1"/>
          <p:nvPr/>
        </p:nvSpPr>
        <p:spPr>
          <a:xfrm>
            <a:off x="1024128" y="4419784"/>
            <a:ext cx="1273234" cy="646331"/>
          </a:xfrm>
          <a:prstGeom prst="rect">
            <a:avLst/>
          </a:prstGeom>
          <a:noFill/>
        </p:spPr>
        <p:txBody>
          <a:bodyPr wrap="none" rtlCol="0">
            <a:spAutoFit/>
          </a:bodyPr>
          <a:lstStyle/>
          <a:p>
            <a:pPr algn="ctr"/>
            <a:r>
              <a:rPr lang="en-US" dirty="0"/>
              <a:t>Two Groups</a:t>
            </a:r>
          </a:p>
          <a:p>
            <a:pPr algn="ctr"/>
            <a:r>
              <a:rPr lang="en-US" dirty="0"/>
              <a:t>Dataset</a:t>
            </a:r>
          </a:p>
        </p:txBody>
      </p:sp>
      <p:sp>
        <p:nvSpPr>
          <p:cNvPr id="24" name="Slide Number Placeholder 23">
            <a:extLst>
              <a:ext uri="{FF2B5EF4-FFF2-40B4-BE49-F238E27FC236}">
                <a16:creationId xmlns:a16="http://schemas.microsoft.com/office/drawing/2014/main" id="{3F188F47-4095-5646-ABD8-DF16AB0B29A8}"/>
              </a:ext>
            </a:extLst>
          </p:cNvPr>
          <p:cNvSpPr>
            <a:spLocks noGrp="1"/>
          </p:cNvSpPr>
          <p:nvPr>
            <p:ph type="sldNum" sz="quarter" idx="12"/>
          </p:nvPr>
        </p:nvSpPr>
        <p:spPr/>
        <p:txBody>
          <a:bodyPr/>
          <a:lstStyle/>
          <a:p>
            <a:fld id="{5AA13D58-D7BC-8747-9F0A-0DB9E6B3595A}" type="slidenum">
              <a:rPr lang="en-US" sz="1600" smtClean="0"/>
              <a:t>43</a:t>
            </a:fld>
            <a:endParaRPr lang="en-US" sz="1600" dirty="0"/>
          </a:p>
        </p:txBody>
      </p:sp>
      <p:sp>
        <p:nvSpPr>
          <p:cNvPr id="3" name="Rectangle 2"/>
          <p:cNvSpPr/>
          <p:nvPr/>
        </p:nvSpPr>
        <p:spPr>
          <a:xfrm>
            <a:off x="4138094" y="1720850"/>
            <a:ext cx="4017446" cy="369332"/>
          </a:xfrm>
          <a:prstGeom prst="rect">
            <a:avLst/>
          </a:prstGeom>
        </p:spPr>
        <p:txBody>
          <a:bodyPr wrap="none">
            <a:spAutoFit/>
          </a:bodyPr>
          <a:lstStyle/>
          <a:p>
            <a:r>
              <a:rPr lang="en-US" dirty="0"/>
              <a:t>The features has no significant difference </a:t>
            </a:r>
          </a:p>
        </p:txBody>
      </p:sp>
      <p:sp>
        <p:nvSpPr>
          <p:cNvPr id="12" name="TextBox 11">
            <a:extLst>
              <a:ext uri="{FF2B5EF4-FFF2-40B4-BE49-F238E27FC236}">
                <a16:creationId xmlns:a16="http://schemas.microsoft.com/office/drawing/2014/main" id="{7F0B8AAE-016B-A64E-A73A-5098D92EC930}"/>
              </a:ext>
            </a:extLst>
          </p:cNvPr>
          <p:cNvSpPr txBox="1"/>
          <p:nvPr/>
        </p:nvSpPr>
        <p:spPr>
          <a:xfrm>
            <a:off x="5940670" y="2090182"/>
            <a:ext cx="412292" cy="369332"/>
          </a:xfrm>
          <a:prstGeom prst="rect">
            <a:avLst/>
          </a:prstGeom>
          <a:noFill/>
        </p:spPr>
        <p:txBody>
          <a:bodyPr wrap="none" rtlCol="0">
            <a:spAutoFit/>
          </a:bodyPr>
          <a:lstStyle/>
          <a:p>
            <a:r>
              <a:rPr lang="en-US" dirty="0" smtClean="0"/>
              <a:t>F1</a:t>
            </a:r>
            <a:endParaRPr lang="en-US" dirty="0"/>
          </a:p>
        </p:txBody>
      </p:sp>
      <p:sp>
        <p:nvSpPr>
          <p:cNvPr id="13" name="TextBox 12">
            <a:extLst>
              <a:ext uri="{FF2B5EF4-FFF2-40B4-BE49-F238E27FC236}">
                <a16:creationId xmlns:a16="http://schemas.microsoft.com/office/drawing/2014/main" id="{E31DC311-00F4-4045-BED5-5BEDC488018A}"/>
              </a:ext>
            </a:extLst>
          </p:cNvPr>
          <p:cNvSpPr txBox="1"/>
          <p:nvPr/>
        </p:nvSpPr>
        <p:spPr>
          <a:xfrm>
            <a:off x="6919436" y="2271080"/>
            <a:ext cx="412292" cy="369332"/>
          </a:xfrm>
          <a:prstGeom prst="rect">
            <a:avLst/>
          </a:prstGeom>
          <a:noFill/>
        </p:spPr>
        <p:txBody>
          <a:bodyPr wrap="none" rtlCol="0">
            <a:spAutoFit/>
          </a:bodyPr>
          <a:lstStyle/>
          <a:p>
            <a:r>
              <a:rPr lang="en-US" dirty="0" smtClean="0"/>
              <a:t>F2</a:t>
            </a:r>
            <a:endParaRPr lang="en-US" dirty="0"/>
          </a:p>
        </p:txBody>
      </p:sp>
      <p:sp>
        <p:nvSpPr>
          <p:cNvPr id="4" name="Rectangle 3"/>
          <p:cNvSpPr/>
          <p:nvPr/>
        </p:nvSpPr>
        <p:spPr>
          <a:xfrm>
            <a:off x="8774618" y="4018666"/>
            <a:ext cx="2062716" cy="563455"/>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b="1" dirty="0">
                <a:solidFill>
                  <a:schemeClr val="bg1"/>
                </a:solidFill>
              </a:rPr>
              <a:t>Feature 2 is useful</a:t>
            </a:r>
          </a:p>
        </p:txBody>
      </p:sp>
    </p:spTree>
    <p:custDataLst>
      <p:tags r:id="rId1"/>
    </p:custDataLst>
    <p:extLst>
      <p:ext uri="{BB962C8B-B14F-4D97-AF65-F5344CB8AC3E}">
        <p14:creationId xmlns:p14="http://schemas.microsoft.com/office/powerpoint/2010/main" val="2890259090"/>
      </p:ext>
    </p:extLst>
  </p:cSld>
  <p:clrMapOvr>
    <a:masterClrMapping/>
  </p:clrMapOvr>
  <p:transition spd="slow" advTm="2219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THANK YOU</a:t>
            </a:r>
          </a:p>
        </p:txBody>
      </p:sp>
      <p:sp>
        <p:nvSpPr>
          <p:cNvPr id="4" name="Slide Number Placeholder 3"/>
          <p:cNvSpPr>
            <a:spLocks noGrp="1"/>
          </p:cNvSpPr>
          <p:nvPr>
            <p:ph type="sldNum" sz="quarter" idx="12"/>
          </p:nvPr>
        </p:nvSpPr>
        <p:spPr/>
        <p:txBody>
          <a:bodyPr/>
          <a:lstStyle/>
          <a:p>
            <a:fld id="{5AA13D58-D7BC-8747-9F0A-0DB9E6B3595A}" type="slidenum">
              <a:rPr lang="en-US" smtClean="0"/>
              <a:t>44</a:t>
            </a:fld>
            <a:endParaRPr lang="en-US"/>
          </a:p>
        </p:txBody>
      </p:sp>
      <p:sp>
        <p:nvSpPr>
          <p:cNvPr id="5" name="Content Placeholder 4"/>
          <p:cNvSpPr>
            <a:spLocks noGrp="1"/>
          </p:cNvSpPr>
          <p:nvPr>
            <p:ph idx="1"/>
          </p:nvPr>
        </p:nvSpPr>
        <p:spPr/>
        <p:txBody>
          <a:bodyPr/>
          <a:lstStyle/>
          <a:p>
            <a:endParaRPr lang="en-GB"/>
          </a:p>
        </p:txBody>
      </p:sp>
    </p:spTree>
    <p:extLst>
      <p:ext uri="{BB962C8B-B14F-4D97-AF65-F5344CB8AC3E}">
        <p14:creationId xmlns:p14="http://schemas.microsoft.com/office/powerpoint/2010/main" val="4255092635"/>
      </p:ext>
    </p:extLst>
  </p:cSld>
  <p:clrMapOvr>
    <a:masterClrMapping/>
  </p:clrMapOvr>
  <p:transition spd="slow" advTm="5588">
    <p:push dir="u"/>
  </p:transition>
  <p:timing>
    <p:tnLst>
      <p:par>
        <p:cTn id="1" dur="indefinite" restart="never" nodeType="tmRoot"/>
      </p:par>
    </p:tnLst>
  </p:timing>
  <p:extLst mod="1"/>
</p:sld>
</file>

<file path=ppt/tags/tag1.xml><?xml version="1.0" encoding="utf-8"?>
<p:tagLst xmlns:a="http://schemas.openxmlformats.org/drawingml/2006/main" xmlns:r="http://schemas.openxmlformats.org/officeDocument/2006/relationships" xmlns:p="http://schemas.openxmlformats.org/presentationml/2006/main">
  <p:tag name="TIMING" val="|15.8|16.1|2.8|2.7|2|19.6|18.4|14.7"/>
</p:tagLst>
</file>

<file path=ppt/tags/tag2.xml><?xml version="1.0" encoding="utf-8"?>
<p:tagLst xmlns:a="http://schemas.openxmlformats.org/drawingml/2006/main" xmlns:r="http://schemas.openxmlformats.org/officeDocument/2006/relationships" xmlns:p="http://schemas.openxmlformats.org/presentationml/2006/main">
  <p:tag name="TIMING" val="|9.4|1.3"/>
</p:tagLst>
</file>

<file path=ppt/tags/tag3.xml><?xml version="1.0" encoding="utf-8"?>
<p:tagLst xmlns:a="http://schemas.openxmlformats.org/drawingml/2006/main" xmlns:r="http://schemas.openxmlformats.org/officeDocument/2006/relationships" xmlns:p="http://schemas.openxmlformats.org/presentationml/2006/main">
  <p:tag name="TIMING" val="|73.6|13.9"/>
</p:tagLst>
</file>

<file path=ppt/tags/tag4.xml><?xml version="1.0" encoding="utf-8"?>
<p:tagLst xmlns:a="http://schemas.openxmlformats.org/drawingml/2006/main" xmlns:r="http://schemas.openxmlformats.org/officeDocument/2006/relationships" xmlns:p="http://schemas.openxmlformats.org/presentationml/2006/main">
  <p:tag name="TIMING" val="|33.3|9.1|12.1|13.5|3.6|5.4|5.9|14.3|10.5|8.6|6.9"/>
</p:tagLst>
</file>

<file path=ppt/tags/tag5.xml><?xml version="1.0" encoding="utf-8"?>
<p:tagLst xmlns:a="http://schemas.openxmlformats.org/drawingml/2006/main" xmlns:r="http://schemas.openxmlformats.org/officeDocument/2006/relationships" xmlns:p="http://schemas.openxmlformats.org/presentationml/2006/main">
  <p:tag name="TIMING" val="|18.6|28.9|2|13.6|3.7"/>
</p:tagLst>
</file>

<file path=ppt/tags/tag6.xml><?xml version="1.0" encoding="utf-8"?>
<p:tagLst xmlns:a="http://schemas.openxmlformats.org/drawingml/2006/main" xmlns:r="http://schemas.openxmlformats.org/officeDocument/2006/relationships" xmlns:p="http://schemas.openxmlformats.org/presentationml/2006/main">
  <p:tag name="TIMING" val="|2.2|10.9|14.1"/>
</p:tagLst>
</file>

<file path=ppt/tags/tag7.xml><?xml version="1.0" encoding="utf-8"?>
<p:tagLst xmlns:a="http://schemas.openxmlformats.org/drawingml/2006/main" xmlns:r="http://schemas.openxmlformats.org/officeDocument/2006/relationships" xmlns:p="http://schemas.openxmlformats.org/presentationml/2006/main">
  <p:tag name="TIMING" val="|10.8|39.6"/>
</p:tagLst>
</file>

<file path=ppt/tags/tag8.xml><?xml version="1.0" encoding="utf-8"?>
<p:tagLst xmlns:a="http://schemas.openxmlformats.org/drawingml/2006/main" xmlns:r="http://schemas.openxmlformats.org/officeDocument/2006/relationships" xmlns:p="http://schemas.openxmlformats.org/presentationml/2006/main">
  <p:tag name="TIMING" val="|3|28.1"/>
</p:tagLst>
</file>

<file path=ppt/tags/tag9.xml><?xml version="1.0" encoding="utf-8"?>
<p:tagLst xmlns:a="http://schemas.openxmlformats.org/drawingml/2006/main" xmlns:r="http://schemas.openxmlformats.org/officeDocument/2006/relationships" xmlns:p="http://schemas.openxmlformats.org/presentationml/2006/main">
  <p:tag name="TIMING" val="|23.9"/>
</p:tagLst>
</file>

<file path=ppt/tags/tag10.xml><?xml version="1.0" encoding="utf-8"?>
<p:tagLst xmlns:a="http://schemas.openxmlformats.org/drawingml/2006/main" xmlns:r="http://schemas.openxmlformats.org/officeDocument/2006/relationships" xmlns:p="http://schemas.openxmlformats.org/presentationml/2006/main">
  <p:tag name="TIMING" val="|13.3|9.6"/>
</p:tagLst>
</file>

<file path=ppt/tags/tag11.xml><?xml version="1.0" encoding="utf-8"?>
<p:tagLst xmlns:a="http://schemas.openxmlformats.org/drawingml/2006/main" xmlns:r="http://schemas.openxmlformats.org/officeDocument/2006/relationships" xmlns:p="http://schemas.openxmlformats.org/presentationml/2006/main">
  <p:tag name="TIMING" val="|22|4.8|5.3"/>
</p:tagLst>
</file>

<file path=ppt/tags/tag12.xml><?xml version="1.0" encoding="utf-8"?>
<p:tagLst xmlns:a="http://schemas.openxmlformats.org/drawingml/2006/main" xmlns:r="http://schemas.openxmlformats.org/officeDocument/2006/relationships" xmlns:p="http://schemas.openxmlformats.org/presentationml/2006/main">
  <p:tag name="TIMING" val="|9.6|2.5|6.3"/>
</p:tagLst>
</file>

<file path=ppt/tags/tag13.xml><?xml version="1.0" encoding="utf-8"?>
<p:tagLst xmlns:a="http://schemas.openxmlformats.org/drawingml/2006/main" xmlns:r="http://schemas.openxmlformats.org/officeDocument/2006/relationships" xmlns:p="http://schemas.openxmlformats.org/presentationml/2006/main">
  <p:tag name="TIMING" val="|3|6.1|19|3.9|9.5|1.9"/>
</p:tagLst>
</file>

<file path=ppt/tags/tag14.xml><?xml version="1.0" encoding="utf-8"?>
<p:tagLst xmlns:a="http://schemas.openxmlformats.org/drawingml/2006/main" xmlns:r="http://schemas.openxmlformats.org/officeDocument/2006/relationships" xmlns:p="http://schemas.openxmlformats.org/presentationml/2006/main">
  <p:tag name="TIMING" val="|2.2"/>
</p:tagLst>
</file>

<file path=ppt/tags/tag15.xml><?xml version="1.0" encoding="utf-8"?>
<p:tagLst xmlns:a="http://schemas.openxmlformats.org/drawingml/2006/main" xmlns:r="http://schemas.openxmlformats.org/officeDocument/2006/relationships" xmlns:p="http://schemas.openxmlformats.org/presentationml/2006/main">
  <p:tag name="TIMING" val="|15.9"/>
</p:tagLst>
</file>

<file path=ppt/tags/tag16.xml><?xml version="1.0" encoding="utf-8"?>
<p:tagLst xmlns:a="http://schemas.openxmlformats.org/drawingml/2006/main" xmlns:r="http://schemas.openxmlformats.org/officeDocument/2006/relationships" xmlns:p="http://schemas.openxmlformats.org/presentationml/2006/main">
  <p:tag name="TIMING" val="|7|3.8|4.4"/>
</p:tagLst>
</file>

<file path=ppt/tags/tag17.xml><?xml version="1.0" encoding="utf-8"?>
<p:tagLst xmlns:a="http://schemas.openxmlformats.org/drawingml/2006/main" xmlns:r="http://schemas.openxmlformats.org/officeDocument/2006/relationships" xmlns:p="http://schemas.openxmlformats.org/presentationml/2006/main">
  <p:tag name="TIMING" val="|20.9|7.9"/>
</p:tagLst>
</file>

<file path=ppt/tags/tag18.xml><?xml version="1.0" encoding="utf-8"?>
<p:tagLst xmlns:a="http://schemas.openxmlformats.org/drawingml/2006/main" xmlns:r="http://schemas.openxmlformats.org/officeDocument/2006/relationships" xmlns:p="http://schemas.openxmlformats.org/presentationml/2006/main">
  <p:tag name="TIMING" val="|3.6|11.9|0.6|19.5"/>
</p:tagLst>
</file>

<file path=ppt/tags/tag19.xml><?xml version="1.0" encoding="utf-8"?>
<p:tagLst xmlns:a="http://schemas.openxmlformats.org/drawingml/2006/main" xmlns:r="http://schemas.openxmlformats.org/officeDocument/2006/relationships" xmlns:p="http://schemas.openxmlformats.org/presentationml/2006/main">
  <p:tag name="TIMING" val="|13.3"/>
</p:tagLst>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rgbClr val="2E2B21"/>
      </a:dk1>
      <a:lt1>
        <a:srgbClr val="FFFFFF"/>
      </a:lt1>
      <a:dk2>
        <a:srgbClr val="605B4F"/>
      </a:dk2>
      <a:lt2>
        <a:srgbClr val="D8D6BE"/>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blipFill rotWithShape="1">
          <a:blip xmlns:r="http://schemas.openxmlformats.org/officeDocument/2006/relationships" r:embed="rId1">
            <a:duotone>
              <a:schemeClr val="phClr">
                <a:tint val="98000"/>
              </a:schemeClr>
              <a:schemeClr val="phClr">
                <a:shade val="89000"/>
                <a:satMod val="145000"/>
              </a:schemeClr>
            </a:duotone>
          </a:blip>
          <a:tile tx="0" ty="0" sx="32000" sy="32000" flip="none" algn="tl"/>
        </a:blipFill>
        <a:blipFill rotWithShape="1">
          <a:blip xmlns:r="http://schemas.openxmlformats.org/officeDocument/2006/relationships" r:embed="rId2">
            <a:duotone>
              <a:schemeClr val="phClr">
                <a:tint val="98000"/>
              </a:schemeClr>
              <a:schemeClr val="phClr">
                <a:shade val="95000"/>
              </a:schemeClr>
            </a:duotone>
          </a:blip>
          <a:tile tx="0" ty="0" sx="32000" sy="32000" flip="none" algn="tl"/>
        </a:blipFill>
      </a:bgFillStyleLst>
    </a:fmtScheme>
  </a:themeElements>
  <a:objectDefaults/>
  <a:extraClrSchemeLst/>
  <a:extLst>
    <a:ext uri="{05A4C25C-085E-4340-85A3-A5531E510DB2}">
      <thm15:themeFamily xmlns:thm15="http://schemas.microsoft.com/office/thememl/2012/main" name="Integral" id="{3577F8C9-A904-41D8-97D2-FD898F53F20E}" vid="{090DCB5F-146D-478A-852A-34B16FE9F3A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{1879F976-EC42-FE40-A1B3-DEEBD3D8068C}tf10001061</Template>
  <TotalTime>90307</TotalTime>
  <Words>3366</Words>
  <Application>Microsoft Office PowerPoint</Application>
  <PresentationFormat>Widescreen</PresentationFormat>
  <Paragraphs>935</Paragraphs>
  <Slides>44</Slides>
  <Notes>32</Notes>
  <HiddenSlides>0</HiddenSlides>
  <MMClips>0</MMClips>
  <ScaleCrop>false</ScaleCrop>
  <HeadingPairs>
    <vt:vector size="8" baseType="variant">
      <vt:variant>
        <vt:lpstr>Fonts Used</vt:lpstr>
      </vt:variant>
      <vt:variant>
        <vt:i4>11</vt:i4>
      </vt:variant>
      <vt:variant>
        <vt:lpstr>Theme</vt:lpstr>
      </vt:variant>
      <vt:variant>
        <vt:i4>1</vt:i4>
      </vt:variant>
      <vt:variant>
        <vt:lpstr>Slide Titles</vt:lpstr>
      </vt:variant>
      <vt:variant>
        <vt:i4>44</vt:i4>
      </vt:variant>
      <vt:variant>
        <vt:lpstr>Custom Shows</vt:lpstr>
      </vt:variant>
      <vt:variant>
        <vt:i4>8</vt:i4>
      </vt:variant>
    </vt:vector>
  </HeadingPairs>
  <TitlesOfParts>
    <vt:vector size="64" baseType="lpstr">
      <vt:lpstr>Arial</vt:lpstr>
      <vt:lpstr>Calibri</vt:lpstr>
      <vt:lpstr>Cambria Math</vt:lpstr>
      <vt:lpstr>Lato</vt:lpstr>
      <vt:lpstr>Lato Black</vt:lpstr>
      <vt:lpstr>Lato Light</vt:lpstr>
      <vt:lpstr>Times New Roman</vt:lpstr>
      <vt:lpstr>Tw Cen MT</vt:lpstr>
      <vt:lpstr>Tw Cen MT Condensed</vt:lpstr>
      <vt:lpstr>Wingdings</vt:lpstr>
      <vt:lpstr>Wingdings 3</vt:lpstr>
      <vt:lpstr>Integral</vt:lpstr>
      <vt:lpstr>Hypothesis Testing</vt:lpstr>
      <vt:lpstr>Introduction significance testing/hypothesis testing</vt:lpstr>
      <vt:lpstr>intuition significance testing/hypothesis testing</vt:lpstr>
      <vt:lpstr>PowerPoint Presentation</vt:lpstr>
      <vt:lpstr>T-TEST</vt:lpstr>
      <vt:lpstr>OUTLIne</vt:lpstr>
      <vt:lpstr>INTRODUCTION</vt:lpstr>
      <vt:lpstr>OUTLIne</vt:lpstr>
      <vt:lpstr>One tailed</vt:lpstr>
      <vt:lpstr>Two-tailed</vt:lpstr>
      <vt:lpstr>One tailed Vs two tailed</vt:lpstr>
      <vt:lpstr>OUTLIne</vt:lpstr>
      <vt:lpstr>Determining t-critical value (t_crit ) on the T-table</vt:lpstr>
      <vt:lpstr>PowerPoint Presentation</vt:lpstr>
      <vt:lpstr>PowerPoint Presentation</vt:lpstr>
      <vt:lpstr>PowerPoint Presentation</vt:lpstr>
      <vt:lpstr>Range p-value on the T-table</vt:lpstr>
      <vt:lpstr>T-Test Feature selection </vt:lpstr>
      <vt:lpstr>PowerPoint Presentation</vt:lpstr>
      <vt:lpstr>Identify population and distribution (1/5)</vt:lpstr>
      <vt:lpstr>Assign each population to one of two groups (2/5) </vt:lpstr>
      <vt:lpstr>T-statistic: Values need to be calculated (3/5) </vt:lpstr>
      <vt:lpstr>1. Calculate The distance (D) (3/5)</vt:lpstr>
      <vt:lpstr>2. Calculate The square of distance (D^2) (3/5)</vt:lpstr>
      <vt:lpstr>3. Determine the Sample size (N) (3/5)</vt:lpstr>
      <vt:lpstr>4. Determining degree of freedom (DF) (3/5)</vt:lpstr>
      <vt:lpstr>5. Calculation of T-score (t_stat) (3/5)</vt:lpstr>
      <vt:lpstr>Determining t-critical value (t_crit ) on the T-table (4/5)</vt:lpstr>
      <vt:lpstr>Determining Range p-value on the T-table (4/5)</vt:lpstr>
      <vt:lpstr>Make decision (5/5)</vt:lpstr>
      <vt:lpstr>Make decision (5/5)</vt:lpstr>
      <vt:lpstr>PowerPoint Presentation</vt:lpstr>
      <vt:lpstr>Identify population and distribution (1/5)</vt:lpstr>
      <vt:lpstr>Assign each population to one of two groups (2/5)</vt:lpstr>
      <vt:lpstr>1. Calculate The distance (D) (3/5)</vt:lpstr>
      <vt:lpstr>2. Calculate The square of distance (D^2) (3/5)</vt:lpstr>
      <vt:lpstr>3. Determine the Sample size (N) (3/5) </vt:lpstr>
      <vt:lpstr>4. Determining degree of freedom (DF) (3/5)</vt:lpstr>
      <vt:lpstr>5. Calculation of T-score (t_stat) (3/5)</vt:lpstr>
      <vt:lpstr>Determining t-critical value (t_crit ) on the T-table (4/5)</vt:lpstr>
      <vt:lpstr>Determining range P-value  on the T-table (4/5)</vt:lpstr>
      <vt:lpstr>Make decision (5/5)</vt:lpstr>
      <vt:lpstr>Make decision (5/5)</vt:lpstr>
      <vt:lpstr>THANK YOU</vt:lpstr>
      <vt:lpstr>introduction</vt:lpstr>
      <vt:lpstr>one tail two tail</vt:lpstr>
      <vt:lpstr>example</vt:lpstr>
      <vt:lpstr>identify population</vt:lpstr>
      <vt:lpstr>assign</vt:lpstr>
      <vt:lpstr>calculate</vt:lpstr>
      <vt:lpstr>determine t crit</vt:lpstr>
      <vt:lpstr>decicion making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T-TEST</dc:title>
  <dc:creator>Microsoft Office User</dc:creator>
  <cp:lastModifiedBy>Asyrofa Rahmi</cp:lastModifiedBy>
  <cp:revision>461</cp:revision>
  <dcterms:created xsi:type="dcterms:W3CDTF">2018-06-20T06:03:30Z</dcterms:created>
  <dcterms:modified xsi:type="dcterms:W3CDTF">2022-02-23T09:02:25Z</dcterms:modified>
</cp:coreProperties>
</file>