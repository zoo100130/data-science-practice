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tags/tag1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6" r:id="rId1"/>
  </p:sldMasterIdLst>
  <p:notesMasterIdLst>
    <p:notesMasterId r:id="rId20"/>
  </p:notesMasterIdLst>
  <p:handoutMasterIdLst>
    <p:handoutMasterId r:id="rId21"/>
  </p:handoutMasterIdLst>
  <p:sldIdLst>
    <p:sldId id="282" r:id="rId2"/>
    <p:sldId id="283" r:id="rId3"/>
    <p:sldId id="317" r:id="rId4"/>
    <p:sldId id="318" r:id="rId5"/>
    <p:sldId id="314" r:id="rId6"/>
    <p:sldId id="319" r:id="rId7"/>
    <p:sldId id="320" r:id="rId8"/>
    <p:sldId id="321" r:id="rId9"/>
    <p:sldId id="322" r:id="rId10"/>
    <p:sldId id="313" r:id="rId11"/>
    <p:sldId id="304" r:id="rId12"/>
    <p:sldId id="310" r:id="rId13"/>
    <p:sldId id="308" r:id="rId14"/>
    <p:sldId id="305" r:id="rId15"/>
    <p:sldId id="311" r:id="rId16"/>
    <p:sldId id="312" r:id="rId17"/>
    <p:sldId id="323" r:id="rId18"/>
    <p:sldId id="31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71" autoAdjust="0"/>
    <p:restoredTop sz="71635" autoAdjust="0"/>
  </p:normalViewPr>
  <p:slideViewPr>
    <p:cSldViewPr snapToGrid="0">
      <p:cViewPr varScale="1">
        <p:scale>
          <a:sx n="76" d="100"/>
          <a:sy n="76" d="100"/>
        </p:scale>
        <p:origin x="1308" y="9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2886"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ZA" smtClean="0"/>
              <a:t>2022/04/12</a:t>
            </a:fld>
            <a:endParaRPr lang="en-ZA"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ZA" smtClean="0"/>
              <a:t>‹#›</a:t>
            </a:fld>
            <a:endParaRPr lang="en-ZA"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ZA" smtClean="0"/>
              <a:t>2022/04/12</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ZA" smtClean="0"/>
              <a:t>‹#›</a:t>
            </a:fld>
            <a:endParaRPr lang="en-ZA"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Previously, there was a brief explanation about the differences between random sampling and stratified random sampling (SRS).</a:t>
            </a:r>
            <a:endParaRPr lang="en-US" b="0" dirty="0" smtClean="0">
              <a:effectLst/>
            </a:endParaRPr>
          </a:p>
          <a:p>
            <a:pPr rtl="0"/>
            <a:r>
              <a:rPr lang="en-US" sz="1200" b="0" i="0" u="none" strike="noStrike" kern="1200" dirty="0" smtClean="0">
                <a:solidFill>
                  <a:schemeClr val="tx1"/>
                </a:solidFill>
                <a:effectLst/>
                <a:latin typeface="+mn-lt"/>
                <a:ea typeface="+mn-ea"/>
                <a:cs typeface="+mn-cs"/>
              </a:rPr>
              <a:t>And here, we focus on SRS material.</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1</a:t>
            </a:fld>
            <a:endParaRPr lang="en-ZA" dirty="0"/>
          </a:p>
        </p:txBody>
      </p:sp>
    </p:spTree>
    <p:extLst>
      <p:ext uri="{BB962C8B-B14F-4D97-AF65-F5344CB8AC3E}">
        <p14:creationId xmlns:p14="http://schemas.microsoft.com/office/powerpoint/2010/main" val="606039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outline for stratified random sampling material. </a:t>
            </a:r>
            <a:endParaRPr lang="en-US" b="0" dirty="0" smtClean="0">
              <a:effectLst/>
            </a:endParaRPr>
          </a:p>
          <a:p>
            <a:pPr rtl="0"/>
            <a:r>
              <a:rPr lang="en-US" sz="1200" b="0" i="0" u="none" strike="noStrike" kern="1200" dirty="0" smtClean="0">
                <a:solidFill>
                  <a:schemeClr val="tx1"/>
                </a:solidFill>
                <a:effectLst/>
                <a:latin typeface="+mn-lt"/>
                <a:ea typeface="+mn-ea"/>
                <a:cs typeface="+mn-cs"/>
              </a:rPr>
              <a:t>1. Since we apply the stratified random sampling on bankruptcy prediction case, then Firstly, I will introduce bankruptcy prediction</a:t>
            </a:r>
            <a:endParaRPr lang="en-US" b="0" dirty="0" smtClean="0">
              <a:effectLst/>
            </a:endParaRPr>
          </a:p>
          <a:p>
            <a:pPr rtl="0"/>
            <a:r>
              <a:rPr lang="en-US" sz="1200" b="0" i="0" u="none" strike="noStrike" kern="1200" dirty="0" smtClean="0">
                <a:solidFill>
                  <a:schemeClr val="tx1"/>
                </a:solidFill>
                <a:effectLst/>
                <a:latin typeface="+mn-lt"/>
                <a:ea typeface="+mn-ea"/>
                <a:cs typeface="+mn-cs"/>
              </a:rPr>
              <a:t>2. Secondly, we will explain why we select SRS for bankruptcy prediction case then introduce SRS itself </a:t>
            </a:r>
            <a:endParaRPr lang="en-US" b="0" dirty="0" smtClean="0">
              <a:effectLst/>
            </a:endParaRPr>
          </a:p>
          <a:p>
            <a:pPr rtl="0"/>
            <a:r>
              <a:rPr lang="en-US" sz="1200" b="0" i="0" u="none" strike="noStrike" kern="1200" dirty="0" smtClean="0">
                <a:solidFill>
                  <a:schemeClr val="tx1"/>
                </a:solidFill>
                <a:effectLst/>
                <a:latin typeface="+mn-lt"/>
                <a:ea typeface="+mn-ea"/>
                <a:cs typeface="+mn-cs"/>
              </a:rPr>
              <a:t>3. Lastly, we present the example and step by step when applying SRS</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2</a:t>
            </a:fld>
            <a:endParaRPr lang="en-ZA" dirty="0"/>
          </a:p>
        </p:txBody>
      </p:sp>
    </p:spTree>
    <p:extLst>
      <p:ext uri="{BB962C8B-B14F-4D97-AF65-F5344CB8AC3E}">
        <p14:creationId xmlns:p14="http://schemas.microsoft.com/office/powerpoint/2010/main" val="202968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smtClean="0">
                <a:solidFill>
                  <a:schemeClr val="tx1"/>
                </a:solidFill>
                <a:effectLst/>
                <a:latin typeface="+mn-lt"/>
                <a:ea typeface="+mn-ea"/>
                <a:cs typeface="+mn-cs"/>
              </a:rPr>
              <a:t>First, We introduce the bankruptcy prediction case.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Predicting bankruptcy is a binary classification to predict whether the company is predicted as normal/good or bankrupt.</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This is the illustration of a bankruptcy prediction case: as an investor, if we invest a lot of money in a normal/good company, in the future, we get profit. </a:t>
            </a:r>
          </a:p>
          <a:p>
            <a:pPr marL="171450" indent="-171450" rtl="0" fontAlgn="base">
              <a:buFont typeface="Arial" panose="020B0604020202020204" pitchFamily="34" charset="0"/>
              <a:buChar char="•"/>
            </a:pPr>
            <a:r>
              <a:rPr lang="en-US" sz="1200" b="1" i="0" u="none" strike="noStrike" kern="1200" dirty="0" smtClean="0">
                <a:solidFill>
                  <a:schemeClr val="tx1"/>
                </a:solidFill>
                <a:effectLst/>
                <a:latin typeface="+mn-lt"/>
                <a:ea typeface="+mn-ea"/>
                <a:cs typeface="+mn-cs"/>
              </a:rPr>
              <a:t>Otherwise</a:t>
            </a:r>
            <a:r>
              <a:rPr lang="en-US" sz="1200" b="0" i="0" u="none" strike="noStrike" kern="1200" dirty="0" smtClean="0">
                <a:solidFill>
                  <a:schemeClr val="tx1"/>
                </a:solidFill>
                <a:effectLst/>
                <a:latin typeface="+mn-lt"/>
                <a:ea typeface="+mn-ea"/>
                <a:cs typeface="+mn-cs"/>
              </a:rPr>
              <a:t>, we will lose money when we don't know whether the company we invested in will be bankrupt next year.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So predicting bankruptcy is important because investors can take back their money earlier and prevent economic loss if they know that next year the company is predicted to be bankrupt</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3</a:t>
            </a:fld>
            <a:endParaRPr lang="en-ZA" dirty="0"/>
          </a:p>
        </p:txBody>
      </p:sp>
    </p:spTree>
    <p:extLst>
      <p:ext uri="{BB962C8B-B14F-4D97-AF65-F5344CB8AC3E}">
        <p14:creationId xmlns:p14="http://schemas.microsoft.com/office/powerpoint/2010/main" val="905930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Next, is why we select SRS for predicting bankruptcy cases?</a:t>
            </a:r>
            <a:endParaRPr lang="en-US" b="0" dirty="0" smtClean="0">
              <a:effectLst/>
            </a:endParaRPr>
          </a:p>
          <a:p>
            <a:pPr rtl="0"/>
            <a:r>
              <a:rPr lang="en-US" sz="1200" b="0" i="0" u="none" strike="noStrike" kern="1200" dirty="0" smtClean="0">
                <a:solidFill>
                  <a:schemeClr val="tx1"/>
                </a:solidFill>
                <a:effectLst/>
                <a:latin typeface="+mn-lt"/>
                <a:ea typeface="+mn-ea"/>
                <a:cs typeface="+mn-cs"/>
              </a:rPr>
              <a:t>This is the real world company distribution where the bankrupt company which is represented by orange plot and normal company which is represented by blue plot.</a:t>
            </a:r>
            <a:endParaRPr lang="en-US" b="0" dirty="0" smtClean="0">
              <a:effectLst/>
            </a:endParaRPr>
          </a:p>
          <a:p>
            <a:pPr rtl="0"/>
            <a:r>
              <a:rPr lang="en-US" sz="1200" b="0" i="0" u="none" strike="noStrike" kern="1200" dirty="0" smtClean="0">
                <a:solidFill>
                  <a:schemeClr val="tx1"/>
                </a:solidFill>
                <a:effectLst/>
                <a:latin typeface="+mn-lt"/>
                <a:ea typeface="+mn-ea"/>
                <a:cs typeface="+mn-cs"/>
              </a:rPr>
              <a:t>According to this picture, we can see that the ratio of bankrupt and normal companies is imbalance. Some studies state the ratio is 1:1000 or 1:100 and so on. </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Because of this huge ratio, as an investor, predicting a company that goes bankrupt is sometimes a difficult task. This will leave them confused as to whether they need to sell/buy the company's shares when they invest or trade.</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Of course, if they know that the company is going to be bankrupt, they will sell the company’s shares to save their money.</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So, in this case, how do investors know the company will go bankrupt while recalling the distribution of the company, the number of normal companies is greater than bankrupt companies?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So we need specific samples of which one is really going bankrupt and which one is really normal to learn how to distinguish these samples.</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4</a:t>
            </a:fld>
            <a:endParaRPr lang="en-ZA" dirty="0"/>
          </a:p>
        </p:txBody>
      </p:sp>
    </p:spTree>
    <p:extLst>
      <p:ext uri="{BB962C8B-B14F-4D97-AF65-F5344CB8AC3E}">
        <p14:creationId xmlns:p14="http://schemas.microsoft.com/office/powerpoint/2010/main" val="1831017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Therefore, for the bankruptcy prediction case, the model developed on a specific sample (bankrupt sample and normal sample) which has the same characteristic, so that we can distinguish the difference between these two classes (bankrupt and normal).</a:t>
            </a:r>
            <a:endParaRPr lang="en-US" b="0" dirty="0" smtClean="0">
              <a:effectLst/>
            </a:endParaRPr>
          </a:p>
          <a:p>
            <a:pPr rtl="0"/>
            <a:r>
              <a:rPr lang="en-US" sz="1200" b="0" i="0" u="none" strike="noStrike" kern="1200" dirty="0" smtClean="0">
                <a:solidFill>
                  <a:schemeClr val="tx1"/>
                </a:solidFill>
                <a:effectLst/>
                <a:latin typeface="+mn-lt"/>
                <a:ea typeface="+mn-ea"/>
                <a:cs typeface="+mn-cs"/>
              </a:rPr>
              <a:t>To achieve that goal, the suitable technique to get the sample is using stratified random sampling for matching pairs.</a:t>
            </a:r>
            <a:endParaRPr lang="en-US" b="0" dirty="0" smtClean="0">
              <a:effectLst/>
            </a:endParaRPr>
          </a:p>
          <a:p>
            <a:r>
              <a:rPr lang="en-US" dirty="0" smtClean="0"/>
              <a:t/>
            </a:r>
            <a:br>
              <a:rPr lang="en-US" dirty="0" smtClean="0"/>
            </a:br>
            <a:endParaRPr lang="en-ZA" sz="1200" dirty="0" smtClean="0"/>
          </a:p>
        </p:txBody>
      </p:sp>
      <p:sp>
        <p:nvSpPr>
          <p:cNvPr id="4" name="Slide Number Placeholder 3"/>
          <p:cNvSpPr>
            <a:spLocks noGrp="1"/>
          </p:cNvSpPr>
          <p:nvPr>
            <p:ph type="sldNum" sz="quarter" idx="10"/>
          </p:nvPr>
        </p:nvSpPr>
        <p:spPr/>
        <p:txBody>
          <a:bodyPr/>
          <a:lstStyle/>
          <a:p>
            <a:fld id="{8530193B-564F-4854-8A52-728F3FB19C85}" type="slidenum">
              <a:rPr lang="en-ZA" smtClean="0"/>
              <a:t>5</a:t>
            </a:fld>
            <a:endParaRPr lang="en-ZA" dirty="0"/>
          </a:p>
        </p:txBody>
      </p:sp>
    </p:spTree>
    <p:extLst>
      <p:ext uri="{BB962C8B-B14F-4D97-AF65-F5344CB8AC3E}">
        <p14:creationId xmlns:p14="http://schemas.microsoft.com/office/powerpoint/2010/main" val="1838232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Here we provide the difference between random sampling and stratified random sampling for bankruptcy prediction cases.</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 main differences between both techniques are applying constraints and not. For random sampling, there are no constraints while stratified random sampling, the constraints are applied.</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According to the imbalanced data of bankrupt and normal companies, there will be too many normal companies. </a:t>
            </a:r>
          </a:p>
          <a:p>
            <a:pPr marL="0" indent="0" rtl="0" fontAlgn="base">
              <a:buFont typeface="Arial" panose="020B0604020202020204" pitchFamily="34" charset="0"/>
              <a:buNone/>
            </a:pPr>
            <a:r>
              <a:rPr lang="en-US" sz="1200" b="0" i="0" u="none" strike="noStrike" kern="1200" dirty="0" smtClean="0">
                <a:solidFill>
                  <a:schemeClr val="tx1"/>
                </a:solidFill>
                <a:effectLst/>
                <a:latin typeface="+mn-lt"/>
                <a:ea typeface="+mn-ea"/>
                <a:cs typeface="+mn-cs"/>
              </a:rPr>
              <a:t>→ We recall again the illustration of bankrupt and normal companies. Number of normal companies is larger than bankrupt ones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So, if we apply random sampling, there are too many differences between bankrupt and normal companies. Moreover, a company's condition (bankrupt or normal) is affected by many factors such as the financial health of the company that are represented by financial ratios and environmental factors such as macroeconomic conditions, and so on. Therefore, distinguishing the bankrupt and normal companies will be a difficult task due to those various factors that cause too many different characteristics of bankrupt and normal companies.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Meanwhile, if we apply SRS, we will make this imbalanced data to be balanced because we will fetch bankrupt and normal companies which have the same characteristics. In addition, applying constraints in SRS can reduce the diversity characteristics of bankrupt and normal companies. In statistics, applying constraints in the experiment is similar to the control variables. The variables are held constant in order to examine the relationship between several variables.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In a bankrupt database, for each bankrupt company there is one data on a specific bankrupt year</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Meanwhile, in a normal database. For each normal company there are many data since the company started up</a:t>
            </a:r>
          </a:p>
          <a:p>
            <a:pPr rtl="0"/>
            <a:r>
              <a:rPr lang="en-US" sz="1200" b="0" i="0" u="none" strike="noStrike" kern="1200" dirty="0" smtClean="0">
                <a:solidFill>
                  <a:schemeClr val="tx1"/>
                </a:solidFill>
                <a:effectLst/>
                <a:latin typeface="+mn-lt"/>
                <a:ea typeface="+mn-ea"/>
                <a:cs typeface="+mn-cs"/>
              </a:rPr>
              <a:t>This is an example of data from a company. </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For example, the ACME company. If the company goes bankrupt in 2016, then only the data of 2015 will be used for a bankrupt company while the data from 2016 to 2014 (19 </a:t>
            </a:r>
            <a:r>
              <a:rPr lang="en-US" sz="1200" b="0" i="0" u="none" strike="noStrike" kern="1200" dirty="0" err="1" smtClean="0">
                <a:solidFill>
                  <a:schemeClr val="tx1"/>
                </a:solidFill>
                <a:effectLst/>
                <a:latin typeface="+mn-lt"/>
                <a:ea typeface="+mn-ea"/>
                <a:cs typeface="+mn-cs"/>
              </a:rPr>
              <a:t>datas</a:t>
            </a:r>
            <a:r>
              <a:rPr lang="en-US" sz="1200" b="0" i="0" u="none" strike="noStrike" kern="1200" dirty="0" smtClean="0">
                <a:solidFill>
                  <a:schemeClr val="tx1"/>
                </a:solidFill>
                <a:effectLst/>
                <a:latin typeface="+mn-lt"/>
                <a:ea typeface="+mn-ea"/>
                <a:cs typeface="+mn-cs"/>
              </a:rPr>
              <a:t>) are data for normal companies. This is the real example that illustrates imbalanced data of bankrupt and normal companies. The number of normal companies is larger than bankrupt companies.</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6</a:t>
            </a:fld>
            <a:endParaRPr lang="en-ZA" dirty="0"/>
          </a:p>
        </p:txBody>
      </p:sp>
    </p:spTree>
    <p:extLst>
      <p:ext uri="{BB962C8B-B14F-4D97-AF65-F5344CB8AC3E}">
        <p14:creationId xmlns:p14="http://schemas.microsoft.com/office/powerpoint/2010/main" val="221945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Next, according to the representative data.</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If we use random sampling then the bankrupt and normal companies tend to have many different characteristics because we pick the normal company randomly. So comparing bankrupt and normal companies will not be fair.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While SRS uses strata which filter the data according to </a:t>
            </a:r>
            <a:r>
              <a:rPr lang="en-US" sz="1200" b="1" i="0" u="none" strike="noStrike" kern="1200" dirty="0" smtClean="0">
                <a:solidFill>
                  <a:schemeClr val="tx1"/>
                </a:solidFill>
                <a:effectLst/>
                <a:latin typeface="+mn-lt"/>
                <a:ea typeface="+mn-ea"/>
                <a:cs typeface="+mn-cs"/>
              </a:rPr>
              <a:t>constraint </a:t>
            </a:r>
            <a:r>
              <a:rPr lang="en-US" sz="1200" b="0" i="0" u="none" strike="noStrike" kern="1200" dirty="0" smtClean="0">
                <a:solidFill>
                  <a:schemeClr val="tx1"/>
                </a:solidFill>
                <a:effectLst/>
                <a:latin typeface="+mn-lt"/>
                <a:ea typeface="+mn-ea"/>
                <a:cs typeface="+mn-cs"/>
              </a:rPr>
              <a:t>or in statistics might be known as </a:t>
            </a:r>
            <a:r>
              <a:rPr lang="en-US" sz="1200" b="1" i="0" u="none" strike="noStrike" kern="1200" dirty="0" smtClean="0">
                <a:solidFill>
                  <a:schemeClr val="tx1"/>
                </a:solidFill>
                <a:effectLst/>
                <a:latin typeface="+mn-lt"/>
                <a:ea typeface="+mn-ea"/>
                <a:cs typeface="+mn-cs"/>
              </a:rPr>
              <a:t>control variables.</a:t>
            </a:r>
            <a:r>
              <a:rPr lang="en-US" sz="1200" b="0" i="0" u="none" strike="noStrike" kern="1200" dirty="0" smtClean="0">
                <a:solidFill>
                  <a:schemeClr val="tx1"/>
                </a:solidFill>
                <a:effectLst/>
                <a:latin typeface="+mn-lt"/>
                <a:ea typeface="+mn-ea"/>
                <a:cs typeface="+mn-cs"/>
              </a:rPr>
              <a:t> Thus, we can generate bankrupt and normal companies which have the same characteristics. Under this same condition, we can distinguish bankrupt and normal companies.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Here are examples if we use random sampling which causes many different characteristics of bankrupt and normal companies:</a:t>
            </a:r>
          </a:p>
          <a:p>
            <a:pPr marL="628650" lvl="1" indent="-171450" rtl="0" fontAlgn="base">
              <a:buFont typeface="Wingdings" panose="05000000000000000000" pitchFamily="2" charset="2"/>
              <a:buChar char="ü"/>
            </a:pPr>
            <a:r>
              <a:rPr lang="en-US" sz="1200" b="0" i="0" u="none" strike="noStrike" kern="1200" dirty="0" smtClean="0">
                <a:solidFill>
                  <a:schemeClr val="tx1"/>
                </a:solidFill>
                <a:effectLst/>
                <a:latin typeface="+mn-lt"/>
                <a:ea typeface="+mn-ea"/>
                <a:cs typeface="+mn-cs"/>
              </a:rPr>
              <a:t>According to the specific year. As we know, a company becomes bankrupt in a specific year. In addition, every year, the financial health’s company also is affected by the environment factor. </a:t>
            </a:r>
          </a:p>
          <a:p>
            <a:pPr marL="628650" lvl="1" indent="-171450" rtl="0" fontAlgn="base">
              <a:buFont typeface="Wingdings" panose="05000000000000000000" pitchFamily="2" charset="2"/>
              <a:buChar char="ü"/>
            </a:pPr>
            <a:r>
              <a:rPr lang="en-US" sz="1200" b="0" i="0" u="none" strike="noStrike" kern="1200" dirty="0" smtClean="0">
                <a:solidFill>
                  <a:schemeClr val="tx1"/>
                </a:solidFill>
                <a:effectLst/>
                <a:latin typeface="+mn-lt"/>
                <a:ea typeface="+mn-ea"/>
                <a:cs typeface="+mn-cs"/>
              </a:rPr>
              <a:t>Suppose we picked a bankrupt company in 2005, which in that year, actually the economic condition of the country is bad. Meanwhile, there were many normal companies to be compared which are in bad and good economic conditions. How do we identify the cause of the bankrupt company from that year when they don't have any benchmark comparison? It will be fair, if we have a bankrupt and normal company at the same year. So, under the same conditions of the year, we can learn what makes a company bankrupt while the other not.</a:t>
            </a:r>
          </a:p>
          <a:p>
            <a:pPr marL="628650" lvl="1" indent="-171450" rtl="0" fontAlgn="base">
              <a:buFont typeface="Wingdings" panose="05000000000000000000" pitchFamily="2" charset="2"/>
              <a:buChar char="ü"/>
            </a:pPr>
            <a:r>
              <a:rPr lang="en-US" sz="1200" b="0" i="0" u="none" strike="noStrike" kern="1200" dirty="0" smtClean="0">
                <a:solidFill>
                  <a:schemeClr val="tx1"/>
                </a:solidFill>
                <a:effectLst/>
                <a:latin typeface="+mn-lt"/>
                <a:ea typeface="+mn-ea"/>
                <a:cs typeface="+mn-cs"/>
              </a:rPr>
              <a:t>According to industry type. Suppose in 2005, we had a bankrupt agriculture type. In that year, the weather is not good and causes dryness. It won’t be fair if we compare a bankrupt company in bad weather to many normal companies in different years which have bad and good weather. So do for comparing big and small company at different year</a:t>
            </a:r>
          </a:p>
          <a:p>
            <a:pPr rtl="0" fontAlgn="base"/>
            <a:r>
              <a:rPr lang="en-US" sz="1200" b="0" i="0" u="none" strike="noStrike" kern="1200" dirty="0" smtClean="0">
                <a:solidFill>
                  <a:schemeClr val="tx1"/>
                </a:solidFill>
                <a:effectLst/>
                <a:latin typeface="+mn-lt"/>
                <a:ea typeface="+mn-ea"/>
                <a:cs typeface="+mn-cs"/>
              </a:rPr>
              <a:t>Meanwhile, SRS uses strata when we apply constraints/control variables. Then we have samples of bankrupt and normal companies that have the same characteristics. According to this similarity, we have a baseline to distinguish bankrupt and normal companies then found what variables that we examine affect the model</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7</a:t>
            </a:fld>
            <a:endParaRPr lang="en-ZA" dirty="0"/>
          </a:p>
        </p:txBody>
      </p:sp>
    </p:spTree>
    <p:extLst>
      <p:ext uri="{BB962C8B-B14F-4D97-AF65-F5344CB8AC3E}">
        <p14:creationId xmlns:p14="http://schemas.microsoft.com/office/powerpoint/2010/main" val="1828956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This is the illustration of random sampling which uses imbalance data in bankruptcy prediction cases. The number of normal companies is larger than the bankrupt ones.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When we use random sampling and runs the experiment, then we split the data into training and testing, each train and test dataset consists of bankrupt and normal companies whose too many different characteristics</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8</a:t>
            </a:fld>
            <a:endParaRPr lang="en-ZA" dirty="0"/>
          </a:p>
        </p:txBody>
      </p:sp>
    </p:spTree>
    <p:extLst>
      <p:ext uri="{BB962C8B-B14F-4D97-AF65-F5344CB8AC3E}">
        <p14:creationId xmlns:p14="http://schemas.microsoft.com/office/powerpoint/2010/main" val="2195751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But, if we use SRS the data is balanced, and the training and testing dataset consist of bankrupt and normal companies whose same characteristics (filtering the companies according to the control variables)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Using this kind of data to run experiments, the classifier can learn to distinguish bankrupt and normal companies despite of the impact of the control variables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9</a:t>
            </a:fld>
            <a:endParaRPr lang="en-ZA" dirty="0"/>
          </a:p>
        </p:txBody>
      </p:sp>
    </p:spTree>
    <p:extLst>
      <p:ext uri="{BB962C8B-B14F-4D97-AF65-F5344CB8AC3E}">
        <p14:creationId xmlns:p14="http://schemas.microsoft.com/office/powerpoint/2010/main" val="3683762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So, what is SRS itself?</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A stratified random sample is a population sample that requires the population to be divided into smaller groups, called 'strata‘</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Strata here, we filter using some constraints or we can say as the control variables. Then we only fetch some the result which we call as stratified sample</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For instance, observe how the results of a study could be influenced by the subjects’ attributes, such as their ages, gender, work experience level. These attributes are the constraints that we are talking about</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530193B-564F-4854-8A52-728F3FB19C85}" type="slidenum">
              <a:rPr lang="en-ZA" smtClean="0"/>
              <a:t>10</a:t>
            </a:fld>
            <a:endParaRPr lang="en-ZA" dirty="0"/>
          </a:p>
        </p:txBody>
      </p:sp>
    </p:spTree>
    <p:extLst>
      <p:ext uri="{BB962C8B-B14F-4D97-AF65-F5344CB8AC3E}">
        <p14:creationId xmlns:p14="http://schemas.microsoft.com/office/powerpoint/2010/main" val="3445702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smtClean="0">
                <a:solidFill>
                  <a:schemeClr val="tx1"/>
                </a:solidFill>
                <a:effectLst/>
                <a:latin typeface="+mn-lt"/>
                <a:ea typeface="+mn-ea"/>
                <a:cs typeface="+mn-cs"/>
              </a:rPr>
              <a:t>How are steps to Perform Stratified Random Sampling?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Here we provide an example, we want to observe how the results of a study could be influenced by the subjects’ attributes, such as their gender, ages, work experience level</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Here we have a population that consists of many people that have different gender, ages, and work experience level background.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Then we want a specific sample in our dataset. So we split the data according to the first constraint i.e. gender. These two groups that we call as strata.</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Then to get a more specific sample, we filter again according to ages that are less than 50 for each strata. And the last constraint is filter according to work experience level that is less than 5 years. After that we fetched some of the results to be the final sample</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530193B-564F-4854-8A52-728F3FB19C85}" type="slidenum">
              <a:rPr lang="en-ZA" smtClean="0"/>
              <a:t>11</a:t>
            </a:fld>
            <a:endParaRPr lang="en-ZA" dirty="0"/>
          </a:p>
        </p:txBody>
      </p:sp>
    </p:spTree>
    <p:extLst>
      <p:ext uri="{BB962C8B-B14F-4D97-AF65-F5344CB8AC3E}">
        <p14:creationId xmlns:p14="http://schemas.microsoft.com/office/powerpoint/2010/main" val="4182576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This SRS technique is applied in our experiment to find the matching pairs of our data.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Stratified random sampling can be used to do matching pairs in order to get the suitable pairs. </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In our case, we want to pair a bankrupt company with a normal company. Because our sample dataset contains pairs of companies, bankrupt and normal</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To find the matched pairs, we need to applied certain constraints : </a:t>
            </a:r>
            <a:r>
              <a:rPr lang="en-US" sz="1200" b="0" i="0" u="none" strike="noStrike" kern="1200" dirty="0" err="1" smtClean="0">
                <a:solidFill>
                  <a:schemeClr val="tx1"/>
                </a:solidFill>
                <a:effectLst/>
                <a:latin typeface="+mn-lt"/>
                <a:ea typeface="+mn-ea"/>
                <a:cs typeface="+mn-cs"/>
              </a:rPr>
              <a:t>Datadate</a:t>
            </a:r>
            <a:r>
              <a:rPr lang="en-US" sz="1200" b="0" i="0" u="none" strike="noStrike" kern="1200" dirty="0" smtClean="0">
                <a:solidFill>
                  <a:schemeClr val="tx1"/>
                </a:solidFill>
                <a:effectLst/>
                <a:latin typeface="+mn-lt"/>
                <a:ea typeface="+mn-ea"/>
                <a:cs typeface="+mn-cs"/>
              </a:rPr>
              <a:t> (Year of annual report), SIC (Industry Classification), and Total Assets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Here we have an illustration of the matching process. There are 1027 bankrupt companies in the bankruptcy database. Then for each bankrupt company, find the matching pair. As you know, the number of normal companies is larger than bankrupt ones. In here, there are more than 200 thousand normal companies. According to these constraints, we only obtain 183 pairs.</a:t>
            </a:r>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8530193B-564F-4854-8A52-728F3FB19C85}" type="slidenum">
              <a:rPr lang="en-ZA" smtClean="0"/>
              <a:t>12</a:t>
            </a:fld>
            <a:endParaRPr lang="en-ZA" dirty="0"/>
          </a:p>
        </p:txBody>
      </p:sp>
    </p:spTree>
    <p:extLst>
      <p:ext uri="{BB962C8B-B14F-4D97-AF65-F5344CB8AC3E}">
        <p14:creationId xmlns:p14="http://schemas.microsoft.com/office/powerpoint/2010/main" val="1527615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constraints or rule that we applied for the matching process of one bankrupt to one normal company. </a:t>
            </a:r>
            <a:endParaRPr lang="en-US" sz="1000" b="0" dirty="0" smtClean="0">
              <a:effectLst/>
            </a:endParaRPr>
          </a:p>
          <a:p>
            <a:pPr marL="228600" indent="-228600" rtl="0" fontAlgn="base">
              <a:buFont typeface="+mj-lt"/>
              <a:buAutoNum type="arabicPeriod"/>
            </a:pPr>
            <a:r>
              <a:rPr lang="en-US" sz="1200" b="0" i="0" u="none" strike="noStrike" kern="1200" dirty="0" err="1" smtClean="0">
                <a:solidFill>
                  <a:schemeClr val="tx1"/>
                </a:solidFill>
                <a:effectLst/>
                <a:latin typeface="+mn-lt"/>
                <a:ea typeface="+mn-ea"/>
                <a:cs typeface="+mn-cs"/>
              </a:rPr>
              <a:t>Datadate</a:t>
            </a:r>
            <a:r>
              <a:rPr lang="en-US" sz="1200" b="0" i="0" u="none" strike="noStrike" kern="1200" dirty="0" smtClean="0">
                <a:solidFill>
                  <a:schemeClr val="tx1"/>
                </a:solidFill>
                <a:effectLst/>
                <a:latin typeface="+mn-lt"/>
                <a:ea typeface="+mn-ea"/>
                <a:cs typeface="+mn-cs"/>
              </a:rPr>
              <a:t> (year of annual report, year refers to a year before the bankrupt year). In this case, we want to find normal companies at the same year to take into account the same year condition</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Same industry type. If we compare bankrupt and normal companies in different industries, it becomes inappropriate. For example, we compare the mining industry to the retail industry.</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The closest Total asset. Total assets represent the monetary condition of the company and size of the company. For example, it would be appropriate to compare a small bankrupt company to the small normal companies.</a:t>
            </a:r>
          </a:p>
          <a:p>
            <a:pPr rtl="0"/>
            <a:r>
              <a:rPr lang="en-US" sz="1200" b="0" i="0" u="none" strike="noStrike" kern="1200" dirty="0" smtClean="0">
                <a:solidFill>
                  <a:schemeClr val="tx1"/>
                </a:solidFill>
                <a:effectLst/>
                <a:latin typeface="+mn-lt"/>
                <a:ea typeface="+mn-ea"/>
                <a:cs typeface="+mn-cs"/>
              </a:rPr>
              <a:t>These constraints generate specific bankrupt and normal samples and help reducing the bias of the model, so that we can examine which other variables that can distinguish bankrupt and normal com</a:t>
            </a:r>
            <a:endParaRPr lang="en-US" sz="1000" b="0" dirty="0" smtClean="0">
              <a:effectLst/>
            </a:endParaRPr>
          </a:p>
          <a:p>
            <a:r>
              <a:rPr lang="en-US" sz="1000" dirty="0" smtClean="0"/>
              <a:t/>
            </a:r>
            <a:br>
              <a:rPr lang="en-US" sz="1000" dirty="0" smtClean="0"/>
            </a:br>
            <a:endParaRPr lang="zh-TW" altLang="en-US" sz="1000" dirty="0"/>
          </a:p>
        </p:txBody>
      </p:sp>
      <p:sp>
        <p:nvSpPr>
          <p:cNvPr id="4" name="投影片編號版面配置區 3"/>
          <p:cNvSpPr>
            <a:spLocks noGrp="1"/>
          </p:cNvSpPr>
          <p:nvPr>
            <p:ph type="sldNum" sz="quarter" idx="10"/>
          </p:nvPr>
        </p:nvSpPr>
        <p:spPr/>
        <p:txBody>
          <a:bodyPr/>
          <a:lstStyle/>
          <a:p>
            <a:fld id="{1DC842A6-61B2-4AD3-B2FE-2E29D6CF85D4}" type="slidenum">
              <a:rPr lang="zh-TW" altLang="en-US" smtClean="0"/>
              <a:t>13</a:t>
            </a:fld>
            <a:endParaRPr lang="zh-TW" altLang="en-US"/>
          </a:p>
        </p:txBody>
      </p:sp>
    </p:spTree>
    <p:extLst>
      <p:ext uri="{BB962C8B-B14F-4D97-AF65-F5344CB8AC3E}">
        <p14:creationId xmlns:p14="http://schemas.microsoft.com/office/powerpoint/2010/main" val="41794115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We provide an example the steps to find the matched pair company</a:t>
            </a:r>
            <a:endParaRPr lang="en-US" b="0" dirty="0" smtClean="0">
              <a:effectLst/>
            </a:endParaRPr>
          </a:p>
          <a:p>
            <a:pPr rtl="0"/>
            <a:r>
              <a:rPr lang="en-US" sz="1200" b="0" i="0" u="none" strike="noStrike" kern="1200" dirty="0" smtClean="0">
                <a:solidFill>
                  <a:schemeClr val="tx1"/>
                </a:solidFill>
                <a:effectLst/>
                <a:latin typeface="+mn-lt"/>
                <a:ea typeface="+mn-ea"/>
                <a:cs typeface="+mn-cs"/>
              </a:rPr>
              <a:t>This the bankrupt company information including its </a:t>
            </a:r>
            <a:r>
              <a:rPr lang="en-US" sz="1200" b="0" i="0" u="none" strike="noStrike" kern="1200" dirty="0" err="1" smtClean="0">
                <a:solidFill>
                  <a:schemeClr val="tx1"/>
                </a:solidFill>
                <a:effectLst/>
                <a:latin typeface="+mn-lt"/>
                <a:ea typeface="+mn-ea"/>
                <a:cs typeface="+mn-cs"/>
              </a:rPr>
              <a:t>datadate</a:t>
            </a:r>
            <a:r>
              <a:rPr lang="en-US" sz="1200" b="0" i="0" u="none" strike="noStrike" kern="1200" dirty="0" smtClean="0">
                <a:solidFill>
                  <a:schemeClr val="tx1"/>
                </a:solidFill>
                <a:effectLst/>
                <a:latin typeface="+mn-lt"/>
                <a:ea typeface="+mn-ea"/>
                <a:cs typeface="+mn-cs"/>
              </a:rPr>
              <a:t>, SIC code, and total asset</a:t>
            </a:r>
            <a:endParaRPr lang="en-US" b="0" dirty="0" smtClean="0">
              <a:effectLst/>
            </a:endParaRPr>
          </a:p>
          <a:p>
            <a:pPr rtl="0"/>
            <a:r>
              <a:rPr lang="en-US" sz="1200" b="0" i="0" u="none" strike="noStrike" kern="1200" dirty="0" smtClean="0">
                <a:solidFill>
                  <a:schemeClr val="tx1"/>
                </a:solidFill>
                <a:effectLst/>
                <a:latin typeface="+mn-lt"/>
                <a:ea typeface="+mn-ea"/>
                <a:cs typeface="+mn-cs"/>
              </a:rPr>
              <a:t>The goal is finding 1 normal company among set of normal companies by applying those three constraints</a:t>
            </a:r>
            <a:endParaRPr lang="en-US" b="0" dirty="0" smtClean="0">
              <a:effectLst/>
            </a:endParaRPr>
          </a:p>
          <a:p>
            <a:r>
              <a:rPr lang="en-US" dirty="0" smtClean="0"/>
              <a:t/>
            </a:r>
            <a:br>
              <a:rPr lang="en-US" dirty="0" smtClean="0"/>
            </a:br>
            <a:endParaRPr lang="en-ZA" sz="1200" dirty="0" smtClean="0"/>
          </a:p>
        </p:txBody>
      </p:sp>
      <p:sp>
        <p:nvSpPr>
          <p:cNvPr id="4" name="Slide Number Placeholder 3"/>
          <p:cNvSpPr>
            <a:spLocks noGrp="1"/>
          </p:cNvSpPr>
          <p:nvPr>
            <p:ph type="sldNum" sz="quarter" idx="10"/>
          </p:nvPr>
        </p:nvSpPr>
        <p:spPr/>
        <p:txBody>
          <a:bodyPr/>
          <a:lstStyle/>
          <a:p>
            <a:fld id="{8530193B-564F-4854-8A52-728F3FB19C85}" type="slidenum">
              <a:rPr lang="en-ZA" smtClean="0"/>
              <a:t>14</a:t>
            </a:fld>
            <a:endParaRPr lang="en-ZA" dirty="0"/>
          </a:p>
        </p:txBody>
      </p:sp>
    </p:spTree>
    <p:extLst>
      <p:ext uri="{BB962C8B-B14F-4D97-AF65-F5344CB8AC3E}">
        <p14:creationId xmlns:p14="http://schemas.microsoft.com/office/powerpoint/2010/main" val="3616438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bankrupt company,</a:t>
            </a:r>
            <a:endParaRPr lang="en-US" b="0" dirty="0" smtClean="0">
              <a:effectLst/>
            </a:endParaRP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 first step is to find which normal companies have the same </a:t>
            </a:r>
            <a:r>
              <a:rPr lang="en-US" sz="1200" b="0" i="0" u="none" strike="noStrike" kern="1200" dirty="0" err="1" smtClean="0">
                <a:solidFill>
                  <a:schemeClr val="tx1"/>
                </a:solidFill>
                <a:effectLst/>
                <a:latin typeface="+mn-lt"/>
                <a:ea typeface="+mn-ea"/>
                <a:cs typeface="+mn-cs"/>
              </a:rPr>
              <a:t>datadate</a:t>
            </a:r>
            <a:r>
              <a:rPr lang="en-US" sz="1200" b="0" i="0" u="none" strike="noStrike" kern="1200" dirty="0" smtClean="0">
                <a:solidFill>
                  <a:schemeClr val="tx1"/>
                </a:solidFill>
                <a:effectLst/>
                <a:latin typeface="+mn-lt"/>
                <a:ea typeface="+mn-ea"/>
                <a:cs typeface="+mn-cs"/>
              </a:rPr>
              <a:t> (year). From 4 provided normal companies on the previous pages, we find that only 3 normal companies have the same year: 2011</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Next step is to find normal companies that have the same first 3 digit SIC. The SIC of the bankrupt company is 366, so from these 3 normal companies, we will delete the last company that has a different SIC. So here are the selected normal companies</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Last step is to find the closest TA. Among these two companies, we calculate the difference TA between normal and bankrupt companies. The smaller number represents the closest TA, then we will delete the first company because it has large difference TA with bankrupt company</a:t>
            </a:r>
          </a:p>
          <a:p>
            <a:pPr marL="171450" indent="-171450" rtl="0" fontAlgn="base">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Then this is the selected normal company as a pair of this bankrupt company. </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15</a:t>
            </a:fld>
            <a:endParaRPr lang="en-ZA" dirty="0"/>
          </a:p>
        </p:txBody>
      </p:sp>
    </p:spTree>
    <p:extLst>
      <p:ext uri="{BB962C8B-B14F-4D97-AF65-F5344CB8AC3E}">
        <p14:creationId xmlns:p14="http://schemas.microsoft.com/office/powerpoint/2010/main" val="1354411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smtClean="0">
                <a:solidFill>
                  <a:schemeClr val="tx1"/>
                </a:solidFill>
                <a:effectLst/>
                <a:latin typeface="+mn-lt"/>
                <a:ea typeface="+mn-ea"/>
                <a:cs typeface="+mn-cs"/>
              </a:rPr>
              <a:t>Here is the final result when we collect the pair of bankrupt and normal companies. As you can see, the normal company satisfies all the constraints. Later on, we can focus on the attribute that we want to examine despite the influence of the constraints.</a:t>
            </a:r>
          </a:p>
          <a:p>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16</a:t>
            </a:fld>
            <a:endParaRPr lang="en-ZA" dirty="0"/>
          </a:p>
        </p:txBody>
      </p:sp>
    </p:spTree>
    <p:extLst>
      <p:ext uri="{BB962C8B-B14F-4D97-AF65-F5344CB8AC3E}">
        <p14:creationId xmlns:p14="http://schemas.microsoft.com/office/powerpoint/2010/main" val="2515023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The following table is the comparison of RS and SRS for bankruptcy prediction cases.</a:t>
            </a:r>
            <a:endParaRPr lang="en-US" b="0" dirty="0" smtClean="0">
              <a:effectLst/>
            </a:endParaRPr>
          </a:p>
          <a:p>
            <a:pPr marL="171450" indent="-171450" rtl="0">
              <a:buFont typeface="Arial" panose="020B0604020202020204" pitchFamily="34" charset="0"/>
              <a:buChar char="•"/>
            </a:pPr>
            <a:r>
              <a:rPr lang="en-US" sz="1200" b="0" i="0" u="none" strike="noStrike" kern="1200" dirty="0" smtClean="0">
                <a:solidFill>
                  <a:schemeClr val="tx1"/>
                </a:solidFill>
                <a:effectLst/>
                <a:latin typeface="+mn-lt"/>
                <a:ea typeface="+mn-ea"/>
                <a:cs typeface="+mn-cs"/>
              </a:rPr>
              <a:t>By using Random sampling, it generates imbalance data because many normal companies are not filtered according to constraints. RS also will affect unfair comparison due to too many different characteristics of bankrupt and normal companies.  </a:t>
            </a:r>
            <a:br>
              <a:rPr lang="en-US" sz="1200" b="0" i="0" u="none" strike="noStrike" kern="1200" dirty="0" smtClean="0">
                <a:solidFill>
                  <a:schemeClr val="tx1"/>
                </a:solidFill>
                <a:effectLst/>
                <a:latin typeface="+mn-lt"/>
                <a:ea typeface="+mn-ea"/>
                <a:cs typeface="+mn-cs"/>
              </a:rPr>
            </a:br>
            <a:r>
              <a:rPr lang="en-US" sz="1200" b="0" i="0" u="none" strike="noStrike" kern="1200" dirty="0" smtClean="0">
                <a:solidFill>
                  <a:schemeClr val="tx1"/>
                </a:solidFill>
                <a:effectLst/>
                <a:latin typeface="+mn-lt"/>
                <a:ea typeface="+mn-ea"/>
                <a:cs typeface="+mn-cs"/>
              </a:rPr>
              <a:t>Meanwhile, SRS generates the balanced data and same characteristic of bankrupt and normal companies due to the implementation of strata which filter according to the constraints </a:t>
            </a:r>
            <a:r>
              <a:rPr lang="en-US" b="0" dirty="0" smtClean="0">
                <a:effectLst/>
              </a:rPr>
              <a:t/>
            </a:r>
            <a:br>
              <a:rPr lang="en-US" b="0" dirty="0" smtClean="0">
                <a:effectLst/>
              </a:rPr>
            </a:br>
            <a:endParaRPr lang="en-US" dirty="0"/>
          </a:p>
        </p:txBody>
      </p:sp>
      <p:sp>
        <p:nvSpPr>
          <p:cNvPr id="4" name="Slide Number Placeholder 3"/>
          <p:cNvSpPr>
            <a:spLocks noGrp="1"/>
          </p:cNvSpPr>
          <p:nvPr>
            <p:ph type="sldNum" sz="quarter" idx="10"/>
          </p:nvPr>
        </p:nvSpPr>
        <p:spPr/>
        <p:txBody>
          <a:bodyPr/>
          <a:lstStyle/>
          <a:p>
            <a:fld id="{8530193B-564F-4854-8A52-728F3FB19C85}" type="slidenum">
              <a:rPr lang="en-ZA" smtClean="0"/>
              <a:t>17</a:t>
            </a:fld>
            <a:endParaRPr lang="en-ZA" dirty="0"/>
          </a:p>
        </p:txBody>
      </p:sp>
    </p:spTree>
    <p:extLst>
      <p:ext uri="{BB962C8B-B14F-4D97-AF65-F5344CB8AC3E}">
        <p14:creationId xmlns:p14="http://schemas.microsoft.com/office/powerpoint/2010/main" val="4281423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9819EE3-DA2D-49FE-A2A3-57A80CC762F7}" type="datetimeFigureOut">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4F7752-3A64-47AD-874F-CBE0E3BBEBE5}" type="slidenum">
              <a:rPr lang="en-US" smtClean="0"/>
              <a:t>‹#›</a:t>
            </a:fld>
            <a:endParaRPr lang="en-US"/>
          </a:p>
        </p:txBody>
      </p:sp>
      <p:sp>
        <p:nvSpPr>
          <p:cNvPr id="7" name="Freeform 5">
            <a:extLst>
              <a:ext uri="{FF2B5EF4-FFF2-40B4-BE49-F238E27FC236}">
                <a16:creationId xmlns:a16="http://schemas.microsoft.com/office/drawing/2014/main" id="{206C51E8-C5C0-4672-B456-F44C69B074DB}"/>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7">
            <a:extLst>
              <a:ext uri="{FF2B5EF4-FFF2-40B4-BE49-F238E27FC236}">
                <a16:creationId xmlns:a16="http://schemas.microsoft.com/office/drawing/2014/main" id="{9DE9AE8C-7574-4D45-B521-6B18054DA7C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EF240172-5930-4717-A0CD-A151075277D6}"/>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7B4A83CE-8643-4697-94A9-C9F587F46E23}"/>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B0A765A5-BBCE-405E-A4B3-80A660118E84}"/>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2595878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819EE3-DA2D-49FE-A2A3-57A80CC762F7}" type="datetimeFigureOut">
              <a:rPr lang="en-US" smtClean="0"/>
              <a:t>4/12/2022</a:t>
            </a:fld>
            <a:endParaRPr lang="en-US"/>
          </a:p>
        </p:txBody>
      </p:sp>
      <p:sp>
        <p:nvSpPr>
          <p:cNvPr id="5" name="Footer Placeholder 4"/>
          <p:cNvSpPr>
            <a:spLocks noGrp="1"/>
          </p:cNvSpPr>
          <p:nvPr>
            <p:ph type="ftr" sz="quarter" idx="11"/>
          </p:nvPr>
        </p:nvSpPr>
        <p:spPr/>
        <p:txBody>
          <a:bodyPr/>
          <a:lstStyle/>
          <a:p>
            <a:r>
              <a:rPr lang="en-ZA" smtClean="0"/>
              <a:t>Add a footer</a:t>
            </a:r>
            <a:endParaRPr lang="en-ZA" dirty="0"/>
          </a:p>
        </p:txBody>
      </p:sp>
      <p:sp>
        <p:nvSpPr>
          <p:cNvPr id="6" name="Slide Number Placeholder 5"/>
          <p:cNvSpPr>
            <a:spLocks noGrp="1"/>
          </p:cNvSpPr>
          <p:nvPr>
            <p:ph type="sldNum" sz="quarter" idx="12"/>
          </p:nvPr>
        </p:nvSpPr>
        <p:spPr/>
        <p:txBody>
          <a:bodyPr/>
          <a:lstStyle/>
          <a:p>
            <a:fld id="{19B51A1E-902D-48AF-9020-955120F399B6}" type="slidenum">
              <a:rPr lang="en-ZA" smtClean="0"/>
              <a:pPr/>
              <a:t>‹#›</a:t>
            </a:fld>
            <a:endParaRPr lang="en-ZA" dirty="0"/>
          </a:p>
        </p:txBody>
      </p:sp>
      <p:sp>
        <p:nvSpPr>
          <p:cNvPr id="7" name="Freeform 5">
            <a:extLst>
              <a:ext uri="{FF2B5EF4-FFF2-40B4-BE49-F238E27FC236}">
                <a16:creationId xmlns:a16="http://schemas.microsoft.com/office/drawing/2014/main" id="{8663BD7B-5136-47ED-BE0A-C6C2F5622BDC}"/>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5">
            <a:extLst>
              <a:ext uri="{FF2B5EF4-FFF2-40B4-BE49-F238E27FC236}">
                <a16:creationId xmlns:a16="http://schemas.microsoft.com/office/drawing/2014/main" id="{6ABA22C7-C35B-4EC0-B7CE-54F9EEFCB71D}"/>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6DAE4BC9-9CFF-4522-8216-651498F7A167}"/>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8E822AA0-FB3E-4051-AA1F-F51204BA02A9}"/>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3445288A-D169-4374-BCFD-917DD04B2B1E}"/>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2675488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9819EE3-DA2D-49FE-A2A3-57A80CC762F7}" type="datetimeFigureOut">
              <a:rPr lang="en-US" smtClean="0"/>
              <a:t>4/12/2022</a:t>
            </a:fld>
            <a:endParaRPr lang="en-US"/>
          </a:p>
        </p:txBody>
      </p:sp>
      <p:sp>
        <p:nvSpPr>
          <p:cNvPr id="5" name="Footer Placeholder 4"/>
          <p:cNvSpPr>
            <a:spLocks noGrp="1"/>
          </p:cNvSpPr>
          <p:nvPr>
            <p:ph type="ftr" sz="quarter" idx="11"/>
          </p:nvPr>
        </p:nvSpPr>
        <p:spPr/>
        <p:txBody>
          <a:bodyPr/>
          <a:lstStyle/>
          <a:p>
            <a:r>
              <a:rPr lang="en-ZA" smtClean="0"/>
              <a:t>Add a footer</a:t>
            </a:r>
            <a:endParaRPr lang="en-ZA" dirty="0"/>
          </a:p>
        </p:txBody>
      </p:sp>
      <p:sp>
        <p:nvSpPr>
          <p:cNvPr id="6" name="Slide Number Placeholder 5"/>
          <p:cNvSpPr>
            <a:spLocks noGrp="1"/>
          </p:cNvSpPr>
          <p:nvPr>
            <p:ph type="sldNum" sz="quarter" idx="12"/>
          </p:nvPr>
        </p:nvSpPr>
        <p:spPr/>
        <p:txBody>
          <a:bodyPr/>
          <a:lstStyle/>
          <a:p>
            <a:fld id="{19B51A1E-902D-48AF-9020-955120F399B6}" type="slidenum">
              <a:rPr lang="en-ZA" smtClean="0"/>
              <a:pPr/>
              <a:t>‹#›</a:t>
            </a:fld>
            <a:endParaRPr lang="en-ZA" dirty="0"/>
          </a:p>
        </p:txBody>
      </p:sp>
      <p:sp>
        <p:nvSpPr>
          <p:cNvPr id="7" name="Freeform 5">
            <a:extLst>
              <a:ext uri="{FF2B5EF4-FFF2-40B4-BE49-F238E27FC236}">
                <a16:creationId xmlns:a16="http://schemas.microsoft.com/office/drawing/2014/main" id="{12B8F0DB-CC25-4CE9-A68E-CAA2FD986AF3}"/>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5">
            <a:extLst>
              <a:ext uri="{FF2B5EF4-FFF2-40B4-BE49-F238E27FC236}">
                <a16:creationId xmlns:a16="http://schemas.microsoft.com/office/drawing/2014/main" id="{8A058973-2DC9-4087-9D57-F1D779F56CC2}"/>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B641062D-3CD4-49D1-A621-331E29333406}"/>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9F2C1E7C-A088-4772-84B3-15309BEADF7D}"/>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CA52278A-6924-4F97-A196-AE30D3DACB7A}"/>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265392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9819EE3-DA2D-49FE-A2A3-57A80CC762F7}" type="datetimeFigureOut">
              <a:rPr lang="en-US" smtClean="0"/>
              <a:t>4/12/2022</a:t>
            </a:fld>
            <a:endParaRPr lang="en-US"/>
          </a:p>
        </p:txBody>
      </p:sp>
      <p:sp>
        <p:nvSpPr>
          <p:cNvPr id="6" name="Footer Placeholder 5"/>
          <p:cNvSpPr>
            <a:spLocks noGrp="1"/>
          </p:cNvSpPr>
          <p:nvPr>
            <p:ph type="ftr" sz="quarter" idx="11"/>
          </p:nvPr>
        </p:nvSpPr>
        <p:spPr/>
        <p:txBody>
          <a:bodyPr/>
          <a:lstStyle/>
          <a:p>
            <a:r>
              <a:rPr lang="en-ZA" smtClean="0"/>
              <a:t>Add a footer</a:t>
            </a:r>
            <a:endParaRPr lang="en-ZA" dirty="0"/>
          </a:p>
        </p:txBody>
      </p:sp>
      <p:sp>
        <p:nvSpPr>
          <p:cNvPr id="7" name="Slide Number Placeholder 6"/>
          <p:cNvSpPr>
            <a:spLocks noGrp="1"/>
          </p:cNvSpPr>
          <p:nvPr>
            <p:ph type="sldNum" sz="quarter" idx="12"/>
          </p:nvPr>
        </p:nvSpPr>
        <p:spPr/>
        <p:txBody>
          <a:bodyPr/>
          <a:lstStyle/>
          <a:p>
            <a:fld id="{19B51A1E-902D-48AF-9020-955120F399B6}" type="slidenum">
              <a:rPr lang="en-ZA" smtClean="0"/>
              <a:pPr/>
              <a:t>‹#›</a:t>
            </a:fld>
            <a:endParaRPr lang="en-ZA" dirty="0"/>
          </a:p>
        </p:txBody>
      </p:sp>
      <p:sp>
        <p:nvSpPr>
          <p:cNvPr id="8"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2121516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9819EE3-DA2D-49FE-A2A3-57A80CC762F7}" type="datetimeFigureOut">
              <a:rPr lang="en-US" smtClean="0"/>
              <a:t>4/12/2022</a:t>
            </a:fld>
            <a:endParaRPr lang="en-US"/>
          </a:p>
        </p:txBody>
      </p:sp>
      <p:sp>
        <p:nvSpPr>
          <p:cNvPr id="8" name="Footer Placeholder 7"/>
          <p:cNvSpPr>
            <a:spLocks noGrp="1"/>
          </p:cNvSpPr>
          <p:nvPr>
            <p:ph type="ftr" sz="quarter" idx="11"/>
          </p:nvPr>
        </p:nvSpPr>
        <p:spPr/>
        <p:txBody>
          <a:bodyPr/>
          <a:lstStyle/>
          <a:p>
            <a:r>
              <a:rPr lang="en-ZA" smtClean="0"/>
              <a:t>Add a footer</a:t>
            </a:r>
            <a:endParaRPr lang="en-ZA" dirty="0"/>
          </a:p>
        </p:txBody>
      </p:sp>
      <p:sp>
        <p:nvSpPr>
          <p:cNvPr id="9" name="Slide Number Placeholder 8"/>
          <p:cNvSpPr>
            <a:spLocks noGrp="1"/>
          </p:cNvSpPr>
          <p:nvPr>
            <p:ph type="sldNum" sz="quarter" idx="12"/>
          </p:nvPr>
        </p:nvSpPr>
        <p:spPr/>
        <p:txBody>
          <a:bodyPr/>
          <a:lstStyle/>
          <a:p>
            <a:fld id="{19B51A1E-902D-48AF-9020-955120F399B6}" type="slidenum">
              <a:rPr lang="en-ZA" smtClean="0"/>
              <a:pPr/>
              <a:t>‹#›</a:t>
            </a:fld>
            <a:endParaRPr lang="en-ZA" dirty="0"/>
          </a:p>
        </p:txBody>
      </p:sp>
      <p:sp>
        <p:nvSpPr>
          <p:cNvPr id="10"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3"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4"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293639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9819EE3-DA2D-49FE-A2A3-57A80CC762F7}" type="datetimeFigureOut">
              <a:rPr lang="en-US" smtClean="0"/>
              <a:t>4/12/2022</a:t>
            </a:fld>
            <a:endParaRPr lang="en-US"/>
          </a:p>
        </p:txBody>
      </p:sp>
      <p:sp>
        <p:nvSpPr>
          <p:cNvPr id="4" name="Footer Placeholder 3"/>
          <p:cNvSpPr>
            <a:spLocks noGrp="1"/>
          </p:cNvSpPr>
          <p:nvPr>
            <p:ph type="ftr" sz="quarter" idx="11"/>
          </p:nvPr>
        </p:nvSpPr>
        <p:spPr/>
        <p:txBody>
          <a:bodyPr/>
          <a:lstStyle/>
          <a:p>
            <a:r>
              <a:rPr lang="en-ZA" smtClean="0"/>
              <a:t>Add a footer</a:t>
            </a:r>
            <a:endParaRPr lang="en-ZA" dirty="0"/>
          </a:p>
        </p:txBody>
      </p:sp>
      <p:sp>
        <p:nvSpPr>
          <p:cNvPr id="5" name="Slide Number Placeholder 4"/>
          <p:cNvSpPr>
            <a:spLocks noGrp="1"/>
          </p:cNvSpPr>
          <p:nvPr>
            <p:ph type="sldNum" sz="quarter" idx="12"/>
          </p:nvPr>
        </p:nvSpPr>
        <p:spPr/>
        <p:txBody>
          <a:bodyPr/>
          <a:lstStyle/>
          <a:p>
            <a:fld id="{19B51A1E-902D-48AF-9020-955120F399B6}" type="slidenum">
              <a:rPr lang="en-ZA" smtClean="0"/>
              <a:pPr/>
              <a:t>‹#›</a:t>
            </a:fld>
            <a:endParaRPr lang="en-ZA" dirty="0"/>
          </a:p>
        </p:txBody>
      </p:sp>
      <p:sp>
        <p:nvSpPr>
          <p:cNvPr id="6" name="Freeform 5">
            <a:extLst>
              <a:ext uri="{FF2B5EF4-FFF2-40B4-BE49-F238E27FC236}">
                <a16:creationId xmlns:a16="http://schemas.microsoft.com/office/drawing/2014/main" id="{B0FE1C0F-474B-4310-A4A5-1EB4321DE50B}"/>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7" name="Freeform 5">
            <a:extLst>
              <a:ext uri="{FF2B5EF4-FFF2-40B4-BE49-F238E27FC236}">
                <a16:creationId xmlns:a16="http://schemas.microsoft.com/office/drawing/2014/main" id="{673FA99E-5E31-474E-8818-615B453CD89C}"/>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7">
            <a:extLst>
              <a:ext uri="{FF2B5EF4-FFF2-40B4-BE49-F238E27FC236}">
                <a16:creationId xmlns:a16="http://schemas.microsoft.com/office/drawing/2014/main" id="{BA0EE7FC-884E-43B5-B6D6-9156FBE9AB5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858C6DC6-901F-4F3E-97A4-1B55324C068B}"/>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1041B359-9F78-4782-9C50-0B1DED37AD2C}"/>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3306668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19EE3-DA2D-49FE-A2A3-57A80CC762F7}" type="datetimeFigureOut">
              <a:rPr lang="en-US" smtClean="0"/>
              <a:t>4/12/2022</a:t>
            </a:fld>
            <a:endParaRPr lang="en-US"/>
          </a:p>
        </p:txBody>
      </p:sp>
      <p:sp>
        <p:nvSpPr>
          <p:cNvPr id="3" name="Footer Placeholder 2"/>
          <p:cNvSpPr>
            <a:spLocks noGrp="1"/>
          </p:cNvSpPr>
          <p:nvPr>
            <p:ph type="ftr" sz="quarter" idx="11"/>
          </p:nvPr>
        </p:nvSpPr>
        <p:spPr/>
        <p:txBody>
          <a:bodyPr/>
          <a:lstStyle/>
          <a:p>
            <a:r>
              <a:rPr lang="en-ZA" smtClean="0"/>
              <a:t>Add a footer</a:t>
            </a:r>
            <a:endParaRPr lang="en-ZA" dirty="0"/>
          </a:p>
        </p:txBody>
      </p:sp>
      <p:sp>
        <p:nvSpPr>
          <p:cNvPr id="4" name="Slide Number Placeholder 3"/>
          <p:cNvSpPr>
            <a:spLocks noGrp="1"/>
          </p:cNvSpPr>
          <p:nvPr>
            <p:ph type="sldNum" sz="quarter" idx="12"/>
          </p:nvPr>
        </p:nvSpPr>
        <p:spPr/>
        <p:txBody>
          <a:bodyPr/>
          <a:lstStyle/>
          <a:p>
            <a:fld id="{19B51A1E-902D-48AF-9020-955120F399B6}" type="slidenum">
              <a:rPr lang="en-ZA" smtClean="0"/>
              <a:pPr/>
              <a:t>‹#›</a:t>
            </a:fld>
            <a:endParaRPr lang="en-ZA" dirty="0"/>
          </a:p>
        </p:txBody>
      </p:sp>
      <p:sp>
        <p:nvSpPr>
          <p:cNvPr id="5" name="Freeform 5">
            <a:extLst>
              <a:ext uri="{FF2B5EF4-FFF2-40B4-BE49-F238E27FC236}">
                <a16:creationId xmlns:a16="http://schemas.microsoft.com/office/drawing/2014/main" id="{B0FE1C0F-474B-4310-A4A5-1EB4321DE50B}"/>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6" name="Freeform 5">
            <a:extLst>
              <a:ext uri="{FF2B5EF4-FFF2-40B4-BE49-F238E27FC236}">
                <a16:creationId xmlns:a16="http://schemas.microsoft.com/office/drawing/2014/main" id="{673FA99E-5E31-474E-8818-615B453CD89C}"/>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7" name="Freeform 6">
            <a:extLst>
              <a:ext uri="{FF2B5EF4-FFF2-40B4-BE49-F238E27FC236}">
                <a16:creationId xmlns:a16="http://schemas.microsoft.com/office/drawing/2014/main" id="{BA0EE7FC-884E-43B5-B6D6-9156FBE9AB5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5">
            <a:extLst>
              <a:ext uri="{FF2B5EF4-FFF2-40B4-BE49-F238E27FC236}">
                <a16:creationId xmlns:a16="http://schemas.microsoft.com/office/drawing/2014/main" id="{858C6DC6-901F-4F3E-97A4-1B55324C068B}"/>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1041B359-9F78-4782-9C50-0B1DED37AD2C}"/>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197808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9819EE3-DA2D-49FE-A2A3-57A80CC762F7}" type="datetimeFigureOut">
              <a:rPr lang="en-US" smtClean="0"/>
              <a:t>4/12/2022</a:t>
            </a:fld>
            <a:endParaRPr lang="en-US"/>
          </a:p>
        </p:txBody>
      </p:sp>
      <p:sp>
        <p:nvSpPr>
          <p:cNvPr id="6" name="Footer Placeholder 5"/>
          <p:cNvSpPr>
            <a:spLocks noGrp="1"/>
          </p:cNvSpPr>
          <p:nvPr>
            <p:ph type="ftr" sz="quarter" idx="11"/>
          </p:nvPr>
        </p:nvSpPr>
        <p:spPr/>
        <p:txBody>
          <a:bodyPr/>
          <a:lstStyle/>
          <a:p>
            <a:r>
              <a:rPr lang="en-ZA" smtClean="0"/>
              <a:t>Add a footer</a:t>
            </a:r>
            <a:endParaRPr lang="en-ZA" dirty="0"/>
          </a:p>
        </p:txBody>
      </p:sp>
      <p:sp>
        <p:nvSpPr>
          <p:cNvPr id="7" name="Slide Number Placeholder 6"/>
          <p:cNvSpPr>
            <a:spLocks noGrp="1"/>
          </p:cNvSpPr>
          <p:nvPr>
            <p:ph type="sldNum" sz="quarter" idx="12"/>
          </p:nvPr>
        </p:nvSpPr>
        <p:spPr/>
        <p:txBody>
          <a:bodyPr/>
          <a:lstStyle/>
          <a:p>
            <a:fld id="{19B51A1E-902D-48AF-9020-955120F399B6}" type="slidenum">
              <a:rPr lang="en-ZA" smtClean="0"/>
              <a:pPr/>
              <a:t>‹#›</a:t>
            </a:fld>
            <a:endParaRPr lang="en-ZA" dirty="0"/>
          </a:p>
        </p:txBody>
      </p:sp>
      <p:sp>
        <p:nvSpPr>
          <p:cNvPr id="8"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3414702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9819EE3-DA2D-49FE-A2A3-57A80CC762F7}" type="datetimeFigureOut">
              <a:rPr lang="en-US" smtClean="0"/>
              <a:t>4/12/2022</a:t>
            </a:fld>
            <a:endParaRPr lang="en-US"/>
          </a:p>
        </p:txBody>
      </p:sp>
      <p:sp>
        <p:nvSpPr>
          <p:cNvPr id="6" name="Footer Placeholder 5"/>
          <p:cNvSpPr>
            <a:spLocks noGrp="1"/>
          </p:cNvSpPr>
          <p:nvPr>
            <p:ph type="ftr" sz="quarter" idx="11"/>
          </p:nvPr>
        </p:nvSpPr>
        <p:spPr/>
        <p:txBody>
          <a:bodyPr/>
          <a:lstStyle/>
          <a:p>
            <a:r>
              <a:rPr lang="en-ZA" smtClean="0"/>
              <a:t>Add a footer</a:t>
            </a:r>
            <a:endParaRPr lang="en-ZA" dirty="0"/>
          </a:p>
        </p:txBody>
      </p:sp>
      <p:sp>
        <p:nvSpPr>
          <p:cNvPr id="7" name="Slide Number Placeholder 6"/>
          <p:cNvSpPr>
            <a:spLocks noGrp="1"/>
          </p:cNvSpPr>
          <p:nvPr>
            <p:ph type="sldNum" sz="quarter" idx="12"/>
          </p:nvPr>
        </p:nvSpPr>
        <p:spPr/>
        <p:txBody>
          <a:bodyPr/>
          <a:lstStyle/>
          <a:p>
            <a:fld id="{19B51A1E-902D-48AF-9020-955120F399B6}" type="slidenum">
              <a:rPr lang="en-ZA" smtClean="0"/>
              <a:pPr/>
              <a:t>‹#›</a:t>
            </a:fld>
            <a:endParaRPr lang="en-ZA" dirty="0"/>
          </a:p>
        </p:txBody>
      </p:sp>
      <p:sp>
        <p:nvSpPr>
          <p:cNvPr id="8"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409872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819EE3-DA2D-49FE-A2A3-57A80CC762F7}" type="datetimeFigureOut">
              <a:rPr lang="en-US" smtClean="0"/>
              <a:t>4/12/2022</a:t>
            </a:fld>
            <a:endParaRPr lang="en-US"/>
          </a:p>
        </p:txBody>
      </p:sp>
      <p:sp>
        <p:nvSpPr>
          <p:cNvPr id="5" name="Footer Placeholder 4"/>
          <p:cNvSpPr>
            <a:spLocks noGrp="1"/>
          </p:cNvSpPr>
          <p:nvPr>
            <p:ph type="ftr" sz="quarter" idx="11"/>
          </p:nvPr>
        </p:nvSpPr>
        <p:spPr/>
        <p:txBody>
          <a:bodyPr/>
          <a:lstStyle/>
          <a:p>
            <a:r>
              <a:rPr lang="en-ZA" smtClean="0"/>
              <a:t>Add a footer</a:t>
            </a:r>
            <a:endParaRPr lang="en-ZA" dirty="0"/>
          </a:p>
        </p:txBody>
      </p:sp>
      <p:sp>
        <p:nvSpPr>
          <p:cNvPr id="6" name="Slide Number Placeholder 5"/>
          <p:cNvSpPr>
            <a:spLocks noGrp="1"/>
          </p:cNvSpPr>
          <p:nvPr>
            <p:ph type="sldNum" sz="quarter" idx="12"/>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2091753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9819EE3-DA2D-49FE-A2A3-57A80CC762F7}" type="datetimeFigureOut">
              <a:rPr lang="en-US" smtClean="0"/>
              <a:t>4/12/2022</a:t>
            </a:fld>
            <a:endParaRPr lang="en-US"/>
          </a:p>
        </p:txBody>
      </p:sp>
      <p:sp>
        <p:nvSpPr>
          <p:cNvPr id="5" name="Footer Placeholder 4"/>
          <p:cNvSpPr>
            <a:spLocks noGrp="1"/>
          </p:cNvSpPr>
          <p:nvPr>
            <p:ph type="ftr" sz="quarter" idx="11"/>
          </p:nvPr>
        </p:nvSpPr>
        <p:spPr/>
        <p:txBody>
          <a:bodyPr/>
          <a:lstStyle/>
          <a:p>
            <a:r>
              <a:rPr lang="en-ZA" smtClean="0"/>
              <a:t>Add a footer</a:t>
            </a:r>
            <a:endParaRPr lang="en-ZA" dirty="0"/>
          </a:p>
        </p:txBody>
      </p:sp>
      <p:sp>
        <p:nvSpPr>
          <p:cNvPr id="6" name="Slide Number Placeholder 5"/>
          <p:cNvSpPr>
            <a:spLocks noGrp="1"/>
          </p:cNvSpPr>
          <p:nvPr>
            <p:ph type="sldNum" sz="quarter" idx="12"/>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124950280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with Imag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9A70B137-2503-4803-9F56-620A586FA494}"/>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dirty="0"/>
              <a:t>Insert or Drag &amp; Drop Photo</a:t>
            </a:r>
            <a:endParaRPr lang="en-ZA"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anchor="t"/>
          <a:lstStyle>
            <a:lvl1pPr algn="l">
              <a:lnSpc>
                <a:spcPts val="4000"/>
              </a:lnSpc>
              <a:defRPr sz="5000" b="1" spc="-300">
                <a:solidFill>
                  <a:schemeClr val="bg1">
                    <a:lumMod val="95000"/>
                  </a:schemeClr>
                </a:solidFill>
              </a:defRPr>
            </a:lvl1pPr>
          </a:lstStyle>
          <a:p>
            <a:r>
              <a:rPr lang="en-US" dirty="0"/>
              <a:t>Click to edit presentation title</a:t>
            </a:r>
            <a:endParaRPr lang="en-ZA"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dirty="0"/>
          </a:p>
        </p:txBody>
      </p:sp>
    </p:spTree>
    <p:extLst>
      <p:ext uri="{BB962C8B-B14F-4D97-AF65-F5344CB8AC3E}">
        <p14:creationId xmlns:p14="http://schemas.microsoft.com/office/powerpoint/2010/main" val="1076981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481149" y="1684742"/>
            <a:ext cx="4904790" cy="433376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ZA"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a:lstStyle>
            <a:lvl1pPr>
              <a:defRPr>
                <a:solidFill>
                  <a:schemeClr val="tx1">
                    <a:lumMod val="75000"/>
                    <a:lumOff val="25000"/>
                  </a:schemeClr>
                </a:solidFill>
              </a:defRPr>
            </a:lvl1pPr>
          </a:lstStyle>
          <a:p>
            <a:r>
              <a:rPr lang="en-US" dirty="0"/>
              <a:t>Click to edit page title</a:t>
            </a:r>
            <a:endParaRPr lang="en-ZA" dirty="0"/>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1248189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5372790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0"/>
            <a:ext cx="11771313" cy="619125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ZA" dirty="0"/>
              <a:t>Insert or Drag &amp; Drop your photo</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2" name="Slide Number Placeholder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ZA" smtClean="0"/>
              <a:pPr/>
              <a:t>‹#›</a:t>
            </a:fld>
            <a:endParaRPr lang="en-ZA" dirty="0"/>
          </a:p>
        </p:txBody>
      </p:sp>
      <p:sp>
        <p:nvSpPr>
          <p:cNvPr id="6" name="Title 1">
            <a:extLst>
              <a:ext uri="{FF2B5EF4-FFF2-40B4-BE49-F238E27FC236}">
                <a16:creationId xmlns:a16="http://schemas.microsoft.com/office/drawing/2014/main" id="{BBC3BEE7-44AC-45BC-B4E7-93E3454EB83C}"/>
              </a:ext>
            </a:extLst>
          </p:cNvPr>
          <p:cNvSpPr>
            <a:spLocks noGrp="1"/>
          </p:cNvSpPr>
          <p:nvPr>
            <p:ph type="ctrTitle" hasCustomPrompt="1"/>
          </p:nvPr>
        </p:nvSpPr>
        <p:spPr>
          <a:xfrm>
            <a:off x="420687" y="5066452"/>
            <a:ext cx="4459766" cy="539345"/>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108000" rIns="180000" bIns="0" anchor="t"/>
          <a:lstStyle>
            <a:lvl1pPr algn="l">
              <a:lnSpc>
                <a:spcPct val="100000"/>
              </a:lnSpc>
              <a:defRPr sz="1800" b="0" spc="0">
                <a:solidFill>
                  <a:schemeClr val="bg1">
                    <a:lumMod val="95000"/>
                  </a:schemeClr>
                </a:solidFill>
                <a:latin typeface="+mn-lt"/>
              </a:defRPr>
            </a:lvl1pPr>
          </a:lstStyle>
          <a:p>
            <a:r>
              <a:rPr lang="en-ZA" dirty="0"/>
              <a:t>Enter your caption</a:t>
            </a:r>
          </a:p>
        </p:txBody>
      </p:sp>
    </p:spTree>
    <p:extLst>
      <p:ext uri="{BB962C8B-B14F-4D97-AF65-F5344CB8AC3E}">
        <p14:creationId xmlns:p14="http://schemas.microsoft.com/office/powerpoint/2010/main" val="2904942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ZA" dirty="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6" name="Slide Number Placeholder 5">
            <a:extLst>
              <a:ext uri="{FF2B5EF4-FFF2-40B4-BE49-F238E27FC236}">
                <a16:creationId xmlns:a16="http://schemas.microsoft.com/office/drawing/2014/main" id="{7A47F3D0-41FC-4430-9F9E-1F78A18D65FE}"/>
              </a:ext>
            </a:extLst>
          </p:cNvPr>
          <p:cNvSpPr>
            <a:spLocks noGrp="1"/>
          </p:cNvSpPr>
          <p:nvPr>
            <p:ph type="sldNum" sz="quarter" idx="33"/>
          </p:nvPr>
        </p:nvSpPr>
        <p:spPr/>
        <p:txBody>
          <a:bodyPr/>
          <a:lstStyle/>
          <a:p>
            <a:fld id="{19B51A1E-902D-48AF-9020-955120F399B6}" type="slidenum">
              <a:rPr lang="en-ZA" smtClean="0"/>
              <a:pPr/>
              <a:t>‹#›</a:t>
            </a:fld>
            <a:endParaRPr lang="en-ZA" dirty="0"/>
          </a:p>
        </p:txBody>
      </p:sp>
      <p:sp>
        <p:nvSpPr>
          <p:cNvPr id="7" name="Footer Placeholder 6">
            <a:extLst>
              <a:ext uri="{FF2B5EF4-FFF2-40B4-BE49-F238E27FC236}">
                <a16:creationId xmlns:a16="http://schemas.microsoft.com/office/drawing/2014/main" id="{2ED798F6-1F12-46CE-9AFD-CC66555A191D}"/>
              </a:ext>
            </a:extLst>
          </p:cNvPr>
          <p:cNvSpPr>
            <a:spLocks noGrp="1"/>
          </p:cNvSpPr>
          <p:nvPr>
            <p:ph type="ftr" sz="quarter" idx="34"/>
          </p:nvPr>
        </p:nvSpPr>
        <p:spPr/>
        <p:txBody>
          <a:bodyPr/>
          <a:lstStyle/>
          <a:p>
            <a:r>
              <a:rPr lang="en-ZA" dirty="0"/>
              <a:t>Add a footer</a:t>
            </a:r>
          </a:p>
        </p:txBody>
      </p:sp>
    </p:spTree>
    <p:extLst>
      <p:ext uri="{BB962C8B-B14F-4D97-AF65-F5344CB8AC3E}">
        <p14:creationId xmlns:p14="http://schemas.microsoft.com/office/powerpoint/2010/main" val="1505855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CE129D0-CB7B-444C-AF89-B1CB663E3679}"/>
              </a:ext>
            </a:extLst>
          </p:cNvPr>
          <p:cNvSpPr>
            <a:spLocks noGrp="1"/>
          </p:cNvSpPr>
          <p:nvPr>
            <p:ph type="pic" sz="quarter" idx="13" hasCustomPrompt="1"/>
          </p:nvPr>
        </p:nvSpPr>
        <p:spPr>
          <a:xfrm>
            <a:off x="0" y="418374"/>
            <a:ext cx="8687356" cy="6439627"/>
          </a:xfrm>
          <a:custGeom>
            <a:avLst/>
            <a:gdLst>
              <a:gd name="connsiteX0" fmla="*/ 0 w 8687356"/>
              <a:gd name="connsiteY0" fmla="*/ 5592682 h 6439627"/>
              <a:gd name="connsiteX1" fmla="*/ 186296 w 8687356"/>
              <a:gd name="connsiteY1" fmla="*/ 5593149 h 6439627"/>
              <a:gd name="connsiteX2" fmla="*/ 1348900 w 8687356"/>
              <a:gd name="connsiteY2" fmla="*/ 5596063 h 6439627"/>
              <a:gd name="connsiteX3" fmla="*/ 1800991 w 8687356"/>
              <a:gd name="connsiteY3" fmla="*/ 5851702 h 6439627"/>
              <a:gd name="connsiteX4" fmla="*/ 2106366 w 8687356"/>
              <a:gd name="connsiteY4" fmla="*/ 6380627 h 6439627"/>
              <a:gd name="connsiteX5" fmla="*/ 2140430 w 8687356"/>
              <a:gd name="connsiteY5" fmla="*/ 6439627 h 6439627"/>
              <a:gd name="connsiteX6" fmla="*/ 0 w 8687356"/>
              <a:gd name="connsiteY6" fmla="*/ 6439627 h 6439627"/>
              <a:gd name="connsiteX7" fmla="*/ 693821 w 8687356"/>
              <a:gd name="connsiteY7" fmla="*/ 3646328 h 6439627"/>
              <a:gd name="connsiteX8" fmla="*/ 1586357 w 8687356"/>
              <a:gd name="connsiteY8" fmla="*/ 3648566 h 6439627"/>
              <a:gd name="connsiteX9" fmla="*/ 1724950 w 8687356"/>
              <a:gd name="connsiteY9" fmla="*/ 3726935 h 6439627"/>
              <a:gd name="connsiteX10" fmla="*/ 2172189 w 8687356"/>
              <a:gd name="connsiteY10" fmla="*/ 4501577 h 6439627"/>
              <a:gd name="connsiteX11" fmla="*/ 2171729 w 8687356"/>
              <a:gd name="connsiteY11" fmla="*/ 4662459 h 6439627"/>
              <a:gd name="connsiteX12" fmla="*/ 1726432 w 8687356"/>
              <a:gd name="connsiteY12" fmla="*/ 5434863 h 6439627"/>
              <a:gd name="connsiteX13" fmla="*/ 1589746 w 8687356"/>
              <a:gd name="connsiteY13" fmla="*/ 5513779 h 6439627"/>
              <a:gd name="connsiteX14" fmla="*/ 698177 w 8687356"/>
              <a:gd name="connsiteY14" fmla="*/ 5513215 h 6439627"/>
              <a:gd name="connsiteX15" fmla="*/ 558617 w 8687356"/>
              <a:gd name="connsiteY15" fmla="*/ 5433172 h 6439627"/>
              <a:gd name="connsiteX16" fmla="*/ 111378 w 8687356"/>
              <a:gd name="connsiteY16" fmla="*/ 4658531 h 6439627"/>
              <a:gd name="connsiteX17" fmla="*/ 112805 w 8687356"/>
              <a:gd name="connsiteY17" fmla="*/ 4499321 h 6439627"/>
              <a:gd name="connsiteX18" fmla="*/ 557135 w 8687356"/>
              <a:gd name="connsiteY18" fmla="*/ 3725244 h 6439627"/>
              <a:gd name="connsiteX19" fmla="*/ 693821 w 8687356"/>
              <a:gd name="connsiteY19" fmla="*/ 3646328 h 6439627"/>
              <a:gd name="connsiteX20" fmla="*/ 1975378 w 8687356"/>
              <a:gd name="connsiteY20" fmla="*/ 3263784 h 6439627"/>
              <a:gd name="connsiteX21" fmla="*/ 2292917 w 8687356"/>
              <a:gd name="connsiteY21" fmla="*/ 3264581 h 6439627"/>
              <a:gd name="connsiteX22" fmla="*/ 2342225 w 8687356"/>
              <a:gd name="connsiteY22" fmla="*/ 3292462 h 6439627"/>
              <a:gd name="connsiteX23" fmla="*/ 2501341 w 8687356"/>
              <a:gd name="connsiteY23" fmla="*/ 3568059 h 6439627"/>
              <a:gd name="connsiteX24" fmla="*/ 2501177 w 8687356"/>
              <a:gd name="connsiteY24" fmla="*/ 3625297 h 6439627"/>
              <a:gd name="connsiteX25" fmla="*/ 2342753 w 8687356"/>
              <a:gd name="connsiteY25" fmla="*/ 3900096 h 6439627"/>
              <a:gd name="connsiteX26" fmla="*/ 2294123 w 8687356"/>
              <a:gd name="connsiteY26" fmla="*/ 3928173 h 6439627"/>
              <a:gd name="connsiteX27" fmla="*/ 1976927 w 8687356"/>
              <a:gd name="connsiteY27" fmla="*/ 3927972 h 6439627"/>
              <a:gd name="connsiteX28" fmla="*/ 1927275 w 8687356"/>
              <a:gd name="connsiteY28" fmla="*/ 3899495 h 6439627"/>
              <a:gd name="connsiteX29" fmla="*/ 1768160 w 8687356"/>
              <a:gd name="connsiteY29" fmla="*/ 3623899 h 6439627"/>
              <a:gd name="connsiteX30" fmla="*/ 1768668 w 8687356"/>
              <a:gd name="connsiteY30" fmla="*/ 3567256 h 6439627"/>
              <a:gd name="connsiteX31" fmla="*/ 1926748 w 8687356"/>
              <a:gd name="connsiteY31" fmla="*/ 3291861 h 6439627"/>
              <a:gd name="connsiteX32" fmla="*/ 1975378 w 8687356"/>
              <a:gd name="connsiteY32" fmla="*/ 3263784 h 6439627"/>
              <a:gd name="connsiteX33" fmla="*/ 2130702 w 8687356"/>
              <a:gd name="connsiteY33" fmla="*/ 2828022 h 6439627"/>
              <a:gd name="connsiteX34" fmla="*/ 2298374 w 8687356"/>
              <a:gd name="connsiteY34" fmla="*/ 2828442 h 6439627"/>
              <a:gd name="connsiteX35" fmla="*/ 2324410 w 8687356"/>
              <a:gd name="connsiteY35" fmla="*/ 2843165 h 6439627"/>
              <a:gd name="connsiteX36" fmla="*/ 2408429 w 8687356"/>
              <a:gd name="connsiteY36" fmla="*/ 2988689 h 6439627"/>
              <a:gd name="connsiteX37" fmla="*/ 2408342 w 8687356"/>
              <a:gd name="connsiteY37" fmla="*/ 3018913 h 6439627"/>
              <a:gd name="connsiteX38" fmla="*/ 2324689 w 8687356"/>
              <a:gd name="connsiteY38" fmla="*/ 3164017 h 6439627"/>
              <a:gd name="connsiteX39" fmla="*/ 2299011 w 8687356"/>
              <a:gd name="connsiteY39" fmla="*/ 3178842 h 6439627"/>
              <a:gd name="connsiteX40" fmla="*/ 2131520 w 8687356"/>
              <a:gd name="connsiteY40" fmla="*/ 3178736 h 6439627"/>
              <a:gd name="connsiteX41" fmla="*/ 2105302 w 8687356"/>
              <a:gd name="connsiteY41" fmla="*/ 3163699 h 6439627"/>
              <a:gd name="connsiteX42" fmla="*/ 2021284 w 8687356"/>
              <a:gd name="connsiteY42" fmla="*/ 3018175 h 6439627"/>
              <a:gd name="connsiteX43" fmla="*/ 2021552 w 8687356"/>
              <a:gd name="connsiteY43" fmla="*/ 2988265 h 6439627"/>
              <a:gd name="connsiteX44" fmla="*/ 2105024 w 8687356"/>
              <a:gd name="connsiteY44" fmla="*/ 2842847 h 6439627"/>
              <a:gd name="connsiteX45" fmla="*/ 2130702 w 8687356"/>
              <a:gd name="connsiteY45" fmla="*/ 2828022 h 6439627"/>
              <a:gd name="connsiteX46" fmla="*/ 3794942 w 8687356"/>
              <a:gd name="connsiteY46" fmla="*/ 2543905 h 6439627"/>
              <a:gd name="connsiteX47" fmla="*/ 6706383 w 8687356"/>
              <a:gd name="connsiteY47" fmla="*/ 2551204 h 6439627"/>
              <a:gd name="connsiteX48" fmla="*/ 7158474 w 8687356"/>
              <a:gd name="connsiteY48" fmla="*/ 2806842 h 6439627"/>
              <a:gd name="connsiteX49" fmla="*/ 8617364 w 8687356"/>
              <a:gd name="connsiteY49" fmla="*/ 5333715 h 6439627"/>
              <a:gd name="connsiteX50" fmla="*/ 8615859 w 8687356"/>
              <a:gd name="connsiteY50" fmla="*/ 5858514 h 6439627"/>
              <a:gd name="connsiteX51" fmla="*/ 8311811 w 8687356"/>
              <a:gd name="connsiteY51" fmla="*/ 6385912 h 6439627"/>
              <a:gd name="connsiteX52" fmla="*/ 8280844 w 8687356"/>
              <a:gd name="connsiteY52" fmla="*/ 6439627 h 6439627"/>
              <a:gd name="connsiteX53" fmla="*/ 2237916 w 8687356"/>
              <a:gd name="connsiteY53" fmla="*/ 6439627 h 6439627"/>
              <a:gd name="connsiteX54" fmla="*/ 2151815 w 8687356"/>
              <a:gd name="connsiteY54" fmla="*/ 6290497 h 6439627"/>
              <a:gd name="connsiteX55" fmla="*/ 1895013 w 8687356"/>
              <a:gd name="connsiteY55" fmla="*/ 5845703 h 6439627"/>
              <a:gd name="connsiteX56" fmla="*/ 1899669 w 8687356"/>
              <a:gd name="connsiteY56" fmla="*/ 5326361 h 6439627"/>
              <a:gd name="connsiteX57" fmla="*/ 3349069 w 8687356"/>
              <a:gd name="connsiteY57" fmla="*/ 2801330 h 6439627"/>
              <a:gd name="connsiteX58" fmla="*/ 3794942 w 8687356"/>
              <a:gd name="connsiteY58" fmla="*/ 2543905 h 6439627"/>
              <a:gd name="connsiteX59" fmla="*/ 634940 w 8687356"/>
              <a:gd name="connsiteY59" fmla="*/ 2395105 h 6439627"/>
              <a:gd name="connsiteX60" fmla="*/ 1188015 w 8687356"/>
              <a:gd name="connsiteY60" fmla="*/ 2396492 h 6439627"/>
              <a:gd name="connsiteX61" fmla="*/ 1273897 w 8687356"/>
              <a:gd name="connsiteY61" fmla="*/ 2445054 h 6439627"/>
              <a:gd name="connsiteX62" fmla="*/ 1551037 w 8687356"/>
              <a:gd name="connsiteY62" fmla="*/ 2925075 h 6439627"/>
              <a:gd name="connsiteX63" fmla="*/ 1550752 w 8687356"/>
              <a:gd name="connsiteY63" fmla="*/ 3024769 h 6439627"/>
              <a:gd name="connsiteX64" fmla="*/ 1274816 w 8687356"/>
              <a:gd name="connsiteY64" fmla="*/ 3503403 h 6439627"/>
              <a:gd name="connsiteX65" fmla="*/ 1190116 w 8687356"/>
              <a:gd name="connsiteY65" fmla="*/ 3552304 h 6439627"/>
              <a:gd name="connsiteX66" fmla="*/ 637639 w 8687356"/>
              <a:gd name="connsiteY66" fmla="*/ 3551955 h 6439627"/>
              <a:gd name="connsiteX67" fmla="*/ 551158 w 8687356"/>
              <a:gd name="connsiteY67" fmla="*/ 3502355 h 6439627"/>
              <a:gd name="connsiteX68" fmla="*/ 274018 w 8687356"/>
              <a:gd name="connsiteY68" fmla="*/ 3022335 h 6439627"/>
              <a:gd name="connsiteX69" fmla="*/ 274903 w 8687356"/>
              <a:gd name="connsiteY69" fmla="*/ 2923678 h 6439627"/>
              <a:gd name="connsiteX70" fmla="*/ 550240 w 8687356"/>
              <a:gd name="connsiteY70" fmla="*/ 2444007 h 6439627"/>
              <a:gd name="connsiteX71" fmla="*/ 634940 w 8687356"/>
              <a:gd name="connsiteY71" fmla="*/ 2395105 h 6439627"/>
              <a:gd name="connsiteX72" fmla="*/ 2521339 w 8687356"/>
              <a:gd name="connsiteY72" fmla="*/ 1975621 h 6439627"/>
              <a:gd name="connsiteX73" fmla="*/ 2985874 w 8687356"/>
              <a:gd name="connsiteY73" fmla="*/ 1976785 h 6439627"/>
              <a:gd name="connsiteX74" fmla="*/ 3058007 w 8687356"/>
              <a:gd name="connsiteY74" fmla="*/ 2017574 h 6439627"/>
              <a:gd name="connsiteX75" fmla="*/ 3290779 w 8687356"/>
              <a:gd name="connsiteY75" fmla="*/ 2420748 h 6439627"/>
              <a:gd name="connsiteX76" fmla="*/ 3290540 w 8687356"/>
              <a:gd name="connsiteY76" fmla="*/ 2504482 h 6439627"/>
              <a:gd name="connsiteX77" fmla="*/ 3058778 w 8687356"/>
              <a:gd name="connsiteY77" fmla="*/ 2906492 h 6439627"/>
              <a:gd name="connsiteX78" fmla="*/ 2987637 w 8687356"/>
              <a:gd name="connsiteY78" fmla="*/ 2947565 h 6439627"/>
              <a:gd name="connsiteX79" fmla="*/ 2523606 w 8687356"/>
              <a:gd name="connsiteY79" fmla="*/ 2947271 h 6439627"/>
              <a:gd name="connsiteX80" fmla="*/ 2450970 w 8687356"/>
              <a:gd name="connsiteY80" fmla="*/ 2905612 h 6439627"/>
              <a:gd name="connsiteX81" fmla="*/ 2218197 w 8687356"/>
              <a:gd name="connsiteY81" fmla="*/ 2502438 h 6439627"/>
              <a:gd name="connsiteX82" fmla="*/ 2218941 w 8687356"/>
              <a:gd name="connsiteY82" fmla="*/ 2419574 h 6439627"/>
              <a:gd name="connsiteX83" fmla="*/ 2450199 w 8687356"/>
              <a:gd name="connsiteY83" fmla="*/ 2016694 h 6439627"/>
              <a:gd name="connsiteX84" fmla="*/ 2521339 w 8687356"/>
              <a:gd name="connsiteY84" fmla="*/ 1975621 h 6439627"/>
              <a:gd name="connsiteX85" fmla="*/ 3564142 w 8687356"/>
              <a:gd name="connsiteY85" fmla="*/ 34 h 6439627"/>
              <a:gd name="connsiteX86" fmla="*/ 4738405 w 8687356"/>
              <a:gd name="connsiteY86" fmla="*/ 2977 h 6439627"/>
              <a:gd name="connsiteX87" fmla="*/ 4920745 w 8687356"/>
              <a:gd name="connsiteY87" fmla="*/ 106084 h 6439627"/>
              <a:gd name="connsiteX88" fmla="*/ 5509155 w 8687356"/>
              <a:gd name="connsiteY88" fmla="*/ 1125240 h 6439627"/>
              <a:gd name="connsiteX89" fmla="*/ 5508549 w 8687356"/>
              <a:gd name="connsiteY89" fmla="*/ 1336906 h 6439627"/>
              <a:gd name="connsiteX90" fmla="*/ 4922696 w 8687356"/>
              <a:gd name="connsiteY90" fmla="*/ 2353119 h 6439627"/>
              <a:gd name="connsiteX91" fmla="*/ 4742864 w 8687356"/>
              <a:gd name="connsiteY91" fmla="*/ 2456945 h 6439627"/>
              <a:gd name="connsiteX92" fmla="*/ 3569871 w 8687356"/>
              <a:gd name="connsiteY92" fmla="*/ 2456203 h 6439627"/>
              <a:gd name="connsiteX93" fmla="*/ 3386259 w 8687356"/>
              <a:gd name="connsiteY93" fmla="*/ 2350896 h 6439627"/>
              <a:gd name="connsiteX94" fmla="*/ 2797848 w 8687356"/>
              <a:gd name="connsiteY94" fmla="*/ 1331739 h 6439627"/>
              <a:gd name="connsiteX95" fmla="*/ 2799727 w 8687356"/>
              <a:gd name="connsiteY95" fmla="*/ 1122274 h 6439627"/>
              <a:gd name="connsiteX96" fmla="*/ 3384310 w 8687356"/>
              <a:gd name="connsiteY96" fmla="*/ 103860 h 6439627"/>
              <a:gd name="connsiteX97" fmla="*/ 3564142 w 8687356"/>
              <a:gd name="connsiteY97" fmla="*/ 34 h 643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687356" h="6439627">
                <a:moveTo>
                  <a:pt x="0" y="5592682"/>
                </a:moveTo>
                <a:lnTo>
                  <a:pt x="186296" y="5593149"/>
                </a:lnTo>
                <a:cubicBezTo>
                  <a:pt x="510155" y="5593961"/>
                  <a:pt x="893987" y="5594923"/>
                  <a:pt x="1348900" y="5596063"/>
                </a:cubicBezTo>
                <a:cubicBezTo>
                  <a:pt x="1534387" y="5590847"/>
                  <a:pt x="1709614" y="5693431"/>
                  <a:pt x="1800991" y="5851702"/>
                </a:cubicBezTo>
                <a:cubicBezTo>
                  <a:pt x="1800991" y="5851702"/>
                  <a:pt x="1800991" y="5851702"/>
                  <a:pt x="2106366" y="6380627"/>
                </a:cubicBezTo>
                <a:lnTo>
                  <a:pt x="2140430" y="6439627"/>
                </a:lnTo>
                <a:lnTo>
                  <a:pt x="0" y="6439627"/>
                </a:lnTo>
                <a:close/>
                <a:moveTo>
                  <a:pt x="693821" y="3646328"/>
                </a:moveTo>
                <a:cubicBezTo>
                  <a:pt x="693821" y="3646328"/>
                  <a:pt x="693821" y="3646328"/>
                  <a:pt x="1586357" y="3648566"/>
                </a:cubicBezTo>
                <a:cubicBezTo>
                  <a:pt x="1643220" y="3646968"/>
                  <a:pt x="1696937" y="3678416"/>
                  <a:pt x="1724950" y="3726935"/>
                </a:cubicBezTo>
                <a:cubicBezTo>
                  <a:pt x="1724950" y="3726935"/>
                  <a:pt x="1724950" y="3726935"/>
                  <a:pt x="2172189" y="4501577"/>
                </a:cubicBezTo>
                <a:cubicBezTo>
                  <a:pt x="2201168" y="4551769"/>
                  <a:pt x="2200578" y="4612341"/>
                  <a:pt x="2171729" y="4662459"/>
                </a:cubicBezTo>
                <a:cubicBezTo>
                  <a:pt x="2171729" y="4662459"/>
                  <a:pt x="2171729" y="4662459"/>
                  <a:pt x="1726432" y="5434863"/>
                </a:cubicBezTo>
                <a:cubicBezTo>
                  <a:pt x="1699249" y="5484020"/>
                  <a:pt x="1645909" y="5514815"/>
                  <a:pt x="1589746" y="5513779"/>
                </a:cubicBezTo>
                <a:cubicBezTo>
                  <a:pt x="1589746" y="5513779"/>
                  <a:pt x="1589746" y="5513779"/>
                  <a:pt x="698177" y="5513215"/>
                </a:cubicBezTo>
                <a:cubicBezTo>
                  <a:pt x="640348" y="5513140"/>
                  <a:pt x="587596" y="5483366"/>
                  <a:pt x="558617" y="5433172"/>
                </a:cubicBezTo>
                <a:cubicBezTo>
                  <a:pt x="558617" y="5433172"/>
                  <a:pt x="558617" y="5433172"/>
                  <a:pt x="111378" y="4658531"/>
                </a:cubicBezTo>
                <a:cubicBezTo>
                  <a:pt x="83365" y="4610012"/>
                  <a:pt x="82990" y="4547767"/>
                  <a:pt x="112805" y="4499321"/>
                </a:cubicBezTo>
                <a:cubicBezTo>
                  <a:pt x="112805" y="4499321"/>
                  <a:pt x="112805" y="4499321"/>
                  <a:pt x="557135" y="3725244"/>
                </a:cubicBezTo>
                <a:cubicBezTo>
                  <a:pt x="584319" y="3676088"/>
                  <a:pt x="637659" y="3645292"/>
                  <a:pt x="693821" y="3646328"/>
                </a:cubicBezTo>
                <a:close/>
                <a:moveTo>
                  <a:pt x="1975378" y="3263784"/>
                </a:moveTo>
                <a:cubicBezTo>
                  <a:pt x="1975378" y="3263784"/>
                  <a:pt x="1975378" y="3263784"/>
                  <a:pt x="2292917" y="3264581"/>
                </a:cubicBezTo>
                <a:cubicBezTo>
                  <a:pt x="2313148" y="3264012"/>
                  <a:pt x="2332259" y="3275200"/>
                  <a:pt x="2342225" y="3292462"/>
                </a:cubicBezTo>
                <a:cubicBezTo>
                  <a:pt x="2342225" y="3292462"/>
                  <a:pt x="2342225" y="3292462"/>
                  <a:pt x="2501341" y="3568059"/>
                </a:cubicBezTo>
                <a:cubicBezTo>
                  <a:pt x="2511651" y="3585916"/>
                  <a:pt x="2511441" y="3607466"/>
                  <a:pt x="2501177" y="3625297"/>
                </a:cubicBezTo>
                <a:cubicBezTo>
                  <a:pt x="2501177" y="3625297"/>
                  <a:pt x="2501177" y="3625297"/>
                  <a:pt x="2342753" y="3900096"/>
                </a:cubicBezTo>
                <a:cubicBezTo>
                  <a:pt x="2333082" y="3917585"/>
                  <a:pt x="2314104" y="3928542"/>
                  <a:pt x="2294123" y="3928173"/>
                </a:cubicBezTo>
                <a:cubicBezTo>
                  <a:pt x="2294123" y="3928173"/>
                  <a:pt x="2294123" y="3928173"/>
                  <a:pt x="1976927" y="3927972"/>
                </a:cubicBezTo>
                <a:cubicBezTo>
                  <a:pt x="1956353" y="3927946"/>
                  <a:pt x="1937585" y="3917353"/>
                  <a:pt x="1927275" y="3899495"/>
                </a:cubicBezTo>
                <a:cubicBezTo>
                  <a:pt x="1927275" y="3899495"/>
                  <a:pt x="1927275" y="3899495"/>
                  <a:pt x="1768160" y="3623899"/>
                </a:cubicBezTo>
                <a:cubicBezTo>
                  <a:pt x="1758193" y="3606636"/>
                  <a:pt x="1758060" y="3584492"/>
                  <a:pt x="1768668" y="3567256"/>
                </a:cubicBezTo>
                <a:cubicBezTo>
                  <a:pt x="1768668" y="3567256"/>
                  <a:pt x="1768668" y="3567256"/>
                  <a:pt x="1926748" y="3291861"/>
                </a:cubicBezTo>
                <a:cubicBezTo>
                  <a:pt x="1936419" y="3274372"/>
                  <a:pt x="1955397" y="3263416"/>
                  <a:pt x="1975378" y="3263784"/>
                </a:cubicBezTo>
                <a:close/>
                <a:moveTo>
                  <a:pt x="2130702" y="2828022"/>
                </a:moveTo>
                <a:cubicBezTo>
                  <a:pt x="2130702" y="2828022"/>
                  <a:pt x="2130702" y="2828022"/>
                  <a:pt x="2298374" y="2828442"/>
                </a:cubicBezTo>
                <a:cubicBezTo>
                  <a:pt x="2309057" y="2828143"/>
                  <a:pt x="2319148" y="2834050"/>
                  <a:pt x="2324410" y="2843165"/>
                </a:cubicBezTo>
                <a:cubicBezTo>
                  <a:pt x="2324410" y="2843165"/>
                  <a:pt x="2324410" y="2843165"/>
                  <a:pt x="2408429" y="2988689"/>
                </a:cubicBezTo>
                <a:cubicBezTo>
                  <a:pt x="2413873" y="2998119"/>
                  <a:pt x="2413762" y="3009498"/>
                  <a:pt x="2408342" y="3018913"/>
                </a:cubicBezTo>
                <a:cubicBezTo>
                  <a:pt x="2408342" y="3018913"/>
                  <a:pt x="2408342" y="3018913"/>
                  <a:pt x="2324689" y="3164017"/>
                </a:cubicBezTo>
                <a:cubicBezTo>
                  <a:pt x="2319583" y="3173251"/>
                  <a:pt x="2309561" y="3179037"/>
                  <a:pt x="2299011" y="3178842"/>
                </a:cubicBezTo>
                <a:cubicBezTo>
                  <a:pt x="2299011" y="3178842"/>
                  <a:pt x="2299011" y="3178842"/>
                  <a:pt x="2131520" y="3178736"/>
                </a:cubicBezTo>
                <a:cubicBezTo>
                  <a:pt x="2120657" y="3178722"/>
                  <a:pt x="2110746" y="3173129"/>
                  <a:pt x="2105302" y="3163699"/>
                </a:cubicBezTo>
                <a:cubicBezTo>
                  <a:pt x="2105302" y="3163699"/>
                  <a:pt x="2105302" y="3163699"/>
                  <a:pt x="2021284" y="3018175"/>
                </a:cubicBezTo>
                <a:cubicBezTo>
                  <a:pt x="2016021" y="3009060"/>
                  <a:pt x="2015951" y="2997367"/>
                  <a:pt x="2021552" y="2988265"/>
                </a:cubicBezTo>
                <a:cubicBezTo>
                  <a:pt x="2021552" y="2988265"/>
                  <a:pt x="2021552" y="2988265"/>
                  <a:pt x="2105024" y="2842847"/>
                </a:cubicBezTo>
                <a:cubicBezTo>
                  <a:pt x="2110131" y="2833613"/>
                  <a:pt x="2120152" y="2827827"/>
                  <a:pt x="2130702" y="2828022"/>
                </a:cubicBezTo>
                <a:close/>
                <a:moveTo>
                  <a:pt x="3794942" y="2543905"/>
                </a:moveTo>
                <a:cubicBezTo>
                  <a:pt x="3794942" y="2543905"/>
                  <a:pt x="3794942" y="2543905"/>
                  <a:pt x="6706383" y="2551204"/>
                </a:cubicBezTo>
                <a:cubicBezTo>
                  <a:pt x="6891871" y="2545988"/>
                  <a:pt x="7067096" y="2648572"/>
                  <a:pt x="7158474" y="2806842"/>
                </a:cubicBezTo>
                <a:cubicBezTo>
                  <a:pt x="7158474" y="2806842"/>
                  <a:pt x="7158474" y="2806842"/>
                  <a:pt x="8617364" y="5333715"/>
                </a:cubicBezTo>
                <a:cubicBezTo>
                  <a:pt x="8711893" y="5497443"/>
                  <a:pt x="8709969" y="5695027"/>
                  <a:pt x="8615859" y="5858514"/>
                </a:cubicBezTo>
                <a:cubicBezTo>
                  <a:pt x="8615859" y="5858514"/>
                  <a:pt x="8615859" y="5858514"/>
                  <a:pt x="8311811" y="6385912"/>
                </a:cubicBezTo>
                <a:lnTo>
                  <a:pt x="8280844" y="6439627"/>
                </a:lnTo>
                <a:lnTo>
                  <a:pt x="2237916" y="6439627"/>
                </a:lnTo>
                <a:lnTo>
                  <a:pt x="2151815" y="6290497"/>
                </a:lnTo>
                <a:cubicBezTo>
                  <a:pt x="2071676" y="6151692"/>
                  <a:pt x="1986194" y="6003633"/>
                  <a:pt x="1895013" y="5845703"/>
                </a:cubicBezTo>
                <a:cubicBezTo>
                  <a:pt x="1803636" y="5687432"/>
                  <a:pt x="1802408" y="5484390"/>
                  <a:pt x="1899669" y="5326361"/>
                </a:cubicBezTo>
                <a:cubicBezTo>
                  <a:pt x="1899669" y="5326361"/>
                  <a:pt x="1899669" y="5326361"/>
                  <a:pt x="3349069" y="2801330"/>
                </a:cubicBezTo>
                <a:cubicBezTo>
                  <a:pt x="3437742" y="2640982"/>
                  <a:pt x="3611741" y="2540524"/>
                  <a:pt x="3794942" y="2543905"/>
                </a:cubicBezTo>
                <a:close/>
                <a:moveTo>
                  <a:pt x="634940" y="2395105"/>
                </a:moveTo>
                <a:cubicBezTo>
                  <a:pt x="634940" y="2395105"/>
                  <a:pt x="634940" y="2395105"/>
                  <a:pt x="1188015" y="2396492"/>
                </a:cubicBezTo>
                <a:cubicBezTo>
                  <a:pt x="1223252" y="2395501"/>
                  <a:pt x="1256539" y="2414988"/>
                  <a:pt x="1273897" y="2445054"/>
                </a:cubicBezTo>
                <a:cubicBezTo>
                  <a:pt x="1273897" y="2445054"/>
                  <a:pt x="1273897" y="2445054"/>
                  <a:pt x="1551037" y="2925075"/>
                </a:cubicBezTo>
                <a:cubicBezTo>
                  <a:pt x="1568994" y="2956177"/>
                  <a:pt x="1568629" y="2993712"/>
                  <a:pt x="1550752" y="3024769"/>
                </a:cubicBezTo>
                <a:cubicBezTo>
                  <a:pt x="1550752" y="3024769"/>
                  <a:pt x="1550752" y="3024769"/>
                  <a:pt x="1274816" y="3503403"/>
                </a:cubicBezTo>
                <a:cubicBezTo>
                  <a:pt x="1257971" y="3533863"/>
                  <a:pt x="1224917" y="3552947"/>
                  <a:pt x="1190116" y="3552304"/>
                </a:cubicBezTo>
                <a:cubicBezTo>
                  <a:pt x="1190116" y="3552304"/>
                  <a:pt x="1190116" y="3552304"/>
                  <a:pt x="637639" y="3551955"/>
                </a:cubicBezTo>
                <a:cubicBezTo>
                  <a:pt x="601804" y="3551909"/>
                  <a:pt x="569115" y="3533458"/>
                  <a:pt x="551158" y="3502355"/>
                </a:cubicBezTo>
                <a:cubicBezTo>
                  <a:pt x="551158" y="3502355"/>
                  <a:pt x="551158" y="3502355"/>
                  <a:pt x="274018" y="3022335"/>
                </a:cubicBezTo>
                <a:cubicBezTo>
                  <a:pt x="256660" y="2992269"/>
                  <a:pt x="256426" y="2953698"/>
                  <a:pt x="274903" y="2923678"/>
                </a:cubicBezTo>
                <a:cubicBezTo>
                  <a:pt x="274903" y="2923678"/>
                  <a:pt x="274903" y="2923678"/>
                  <a:pt x="550240" y="2444007"/>
                </a:cubicBezTo>
                <a:cubicBezTo>
                  <a:pt x="567085" y="2413547"/>
                  <a:pt x="600139" y="2394463"/>
                  <a:pt x="634940" y="2395105"/>
                </a:cubicBezTo>
                <a:close/>
                <a:moveTo>
                  <a:pt x="2521339" y="1975621"/>
                </a:moveTo>
                <a:cubicBezTo>
                  <a:pt x="2521339" y="1975621"/>
                  <a:pt x="2521339" y="1975621"/>
                  <a:pt x="2985874" y="1976785"/>
                </a:cubicBezTo>
                <a:cubicBezTo>
                  <a:pt x="3015469" y="1975952"/>
                  <a:pt x="3043427" y="1992321"/>
                  <a:pt x="3058007" y="2017574"/>
                </a:cubicBezTo>
                <a:cubicBezTo>
                  <a:pt x="3058007" y="2017574"/>
                  <a:pt x="3058007" y="2017574"/>
                  <a:pt x="3290779" y="2420748"/>
                </a:cubicBezTo>
                <a:cubicBezTo>
                  <a:pt x="3305862" y="2446871"/>
                  <a:pt x="3305555" y="2478396"/>
                  <a:pt x="3290540" y="2504482"/>
                </a:cubicBezTo>
                <a:cubicBezTo>
                  <a:pt x="3290540" y="2504482"/>
                  <a:pt x="3290540" y="2504482"/>
                  <a:pt x="3058778" y="2906492"/>
                </a:cubicBezTo>
                <a:cubicBezTo>
                  <a:pt x="3044630" y="2932076"/>
                  <a:pt x="3016868" y="2948104"/>
                  <a:pt x="2987637" y="2947565"/>
                </a:cubicBezTo>
                <a:cubicBezTo>
                  <a:pt x="2987637" y="2947565"/>
                  <a:pt x="2987637" y="2947565"/>
                  <a:pt x="2523606" y="2947271"/>
                </a:cubicBezTo>
                <a:cubicBezTo>
                  <a:pt x="2493508" y="2947232"/>
                  <a:pt x="2466052" y="2931735"/>
                  <a:pt x="2450970" y="2905612"/>
                </a:cubicBezTo>
                <a:cubicBezTo>
                  <a:pt x="2450970" y="2905612"/>
                  <a:pt x="2450970" y="2905612"/>
                  <a:pt x="2218197" y="2502438"/>
                </a:cubicBezTo>
                <a:cubicBezTo>
                  <a:pt x="2203617" y="2477185"/>
                  <a:pt x="2203422" y="2444788"/>
                  <a:pt x="2218941" y="2419574"/>
                </a:cubicBezTo>
                <a:cubicBezTo>
                  <a:pt x="2218941" y="2419574"/>
                  <a:pt x="2218941" y="2419574"/>
                  <a:pt x="2450199" y="2016694"/>
                </a:cubicBezTo>
                <a:cubicBezTo>
                  <a:pt x="2464347" y="1991110"/>
                  <a:pt x="2492109" y="1975081"/>
                  <a:pt x="2521339" y="1975621"/>
                </a:cubicBezTo>
                <a:close/>
                <a:moveTo>
                  <a:pt x="3564142" y="34"/>
                </a:moveTo>
                <a:cubicBezTo>
                  <a:pt x="3564142" y="34"/>
                  <a:pt x="3564142" y="34"/>
                  <a:pt x="4738405" y="2977"/>
                </a:cubicBezTo>
                <a:cubicBezTo>
                  <a:pt x="4813218" y="874"/>
                  <a:pt x="4883890" y="42249"/>
                  <a:pt x="4920745" y="106084"/>
                </a:cubicBezTo>
                <a:cubicBezTo>
                  <a:pt x="4920745" y="106084"/>
                  <a:pt x="4920745" y="106084"/>
                  <a:pt x="5509155" y="1125240"/>
                </a:cubicBezTo>
                <a:cubicBezTo>
                  <a:pt x="5547281" y="1191277"/>
                  <a:pt x="5546507" y="1270967"/>
                  <a:pt x="5508549" y="1336906"/>
                </a:cubicBezTo>
                <a:cubicBezTo>
                  <a:pt x="5508549" y="1336906"/>
                  <a:pt x="5508549" y="1336906"/>
                  <a:pt x="4922696" y="2353119"/>
                </a:cubicBezTo>
                <a:cubicBezTo>
                  <a:pt x="4886932" y="2417792"/>
                  <a:pt x="4816753" y="2458309"/>
                  <a:pt x="4742864" y="2456945"/>
                </a:cubicBezTo>
                <a:cubicBezTo>
                  <a:pt x="4742864" y="2456945"/>
                  <a:pt x="4742864" y="2456945"/>
                  <a:pt x="3569871" y="2456203"/>
                </a:cubicBezTo>
                <a:cubicBezTo>
                  <a:pt x="3493788" y="2456106"/>
                  <a:pt x="3424385" y="2416932"/>
                  <a:pt x="3386259" y="2350896"/>
                </a:cubicBezTo>
                <a:cubicBezTo>
                  <a:pt x="3386259" y="2350896"/>
                  <a:pt x="3386259" y="2350896"/>
                  <a:pt x="2797848" y="1331739"/>
                </a:cubicBezTo>
                <a:cubicBezTo>
                  <a:pt x="2760993" y="1267904"/>
                  <a:pt x="2760499" y="1186012"/>
                  <a:pt x="2799727" y="1122274"/>
                </a:cubicBezTo>
                <a:cubicBezTo>
                  <a:pt x="2799727" y="1122274"/>
                  <a:pt x="2799727" y="1122274"/>
                  <a:pt x="3384310" y="103860"/>
                </a:cubicBezTo>
                <a:cubicBezTo>
                  <a:pt x="3420073" y="39188"/>
                  <a:pt x="3490251" y="-1330"/>
                  <a:pt x="3564142" y="34"/>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dirty="0"/>
              <a:t>Insert or Drag &amp; Drop Photo</a:t>
            </a:r>
            <a:endParaRPr lang="en-ZA"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4081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anchor="t"/>
          <a:lstStyle>
            <a:lvl1pPr algn="l">
              <a:lnSpc>
                <a:spcPts val="4000"/>
              </a:lnSpc>
              <a:defRPr sz="5000" b="1" spc="-300">
                <a:solidFill>
                  <a:schemeClr val="bg1">
                    <a:lumMod val="95000"/>
                  </a:schemeClr>
                </a:solidFill>
              </a:defRPr>
            </a:lvl1pPr>
          </a:lstStyle>
          <a:p>
            <a:r>
              <a:rPr lang="en-US" dirty="0"/>
              <a:t>Click to edit divider slide title</a:t>
            </a:r>
            <a:endParaRPr lang="en-ZA"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607300" y="4386894"/>
            <a:ext cx="4000500" cy="997905"/>
          </a:xfrm>
          <a:noFill/>
        </p:spPr>
        <p:txBody>
          <a:bodyPr lIns="0" tIns="0" rIns="0" bIns="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dirty="0"/>
          </a:p>
        </p:txBody>
      </p:sp>
      <p:sp>
        <p:nvSpPr>
          <p:cNvPr id="4" name="Footer Placeholder 3">
            <a:extLst>
              <a:ext uri="{FF2B5EF4-FFF2-40B4-BE49-F238E27FC236}">
                <a16:creationId xmlns:a16="http://schemas.microsoft.com/office/drawing/2014/main" id="{734B1E83-6080-4D35-A216-8E5C399023B2}"/>
              </a:ext>
            </a:extLst>
          </p:cNvPr>
          <p:cNvSpPr>
            <a:spLocks noGrp="1"/>
          </p:cNvSpPr>
          <p:nvPr>
            <p:ph type="ftr" sz="quarter" idx="11"/>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5451713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B7C90C9-77F3-4C3C-97F8-425EF81FB7A7}"/>
              </a:ext>
            </a:extLst>
          </p:cNvPr>
          <p:cNvSpPr>
            <a:spLocks noGrp="1"/>
          </p:cNvSpPr>
          <p:nvPr>
            <p:ph type="pic" sz="quarter" idx="13" hasCustomPrompt="1"/>
          </p:nvPr>
        </p:nvSpPr>
        <p:spPr>
          <a:xfrm>
            <a:off x="-1" y="0"/>
            <a:ext cx="11795125" cy="6858000"/>
          </a:xfrm>
          <a:custGeom>
            <a:avLst/>
            <a:gdLst>
              <a:gd name="connsiteX0" fmla="*/ 4729712 w 11795125"/>
              <a:gd name="connsiteY0" fmla="*/ 4417922 h 6858000"/>
              <a:gd name="connsiteX1" fmla="*/ 7234278 w 11795125"/>
              <a:gd name="connsiteY1" fmla="*/ 4419507 h 6858000"/>
              <a:gd name="connsiteX2" fmla="*/ 7626325 w 11795125"/>
              <a:gd name="connsiteY2" fmla="*/ 4644358 h 6858000"/>
              <a:gd name="connsiteX3" fmla="*/ 8882694 w 11795125"/>
              <a:gd name="connsiteY3" fmla="*/ 6820455 h 6858000"/>
              <a:gd name="connsiteX4" fmla="*/ 8898077 w 11795125"/>
              <a:gd name="connsiteY4" fmla="*/ 6858000 h 6858000"/>
              <a:gd name="connsiteX5" fmla="*/ 3070863 w 11795125"/>
              <a:gd name="connsiteY5" fmla="*/ 6858000 h 6858000"/>
              <a:gd name="connsiteX6" fmla="*/ 3094823 w 11795125"/>
              <a:gd name="connsiteY6" fmla="*/ 6809422 h 6858000"/>
              <a:gd name="connsiteX7" fmla="*/ 4345735 w 11795125"/>
              <a:gd name="connsiteY7" fmla="*/ 4639611 h 6858000"/>
              <a:gd name="connsiteX8" fmla="*/ 4729712 w 11795125"/>
              <a:gd name="connsiteY8" fmla="*/ 4417922 h 6858000"/>
              <a:gd name="connsiteX9" fmla="*/ 2031302 w 11795125"/>
              <a:gd name="connsiteY9" fmla="*/ 2039301 h 6858000"/>
              <a:gd name="connsiteX10" fmla="*/ 2747265 w 11795125"/>
              <a:gd name="connsiteY10" fmla="*/ 2039754 h 6858000"/>
              <a:gd name="connsiteX11" fmla="*/ 2859337 w 11795125"/>
              <a:gd name="connsiteY11" fmla="*/ 2104031 h 6858000"/>
              <a:gd name="connsiteX12" fmla="*/ 3218486 w 11795125"/>
              <a:gd name="connsiteY12" fmla="*/ 2726096 h 6858000"/>
              <a:gd name="connsiteX13" fmla="*/ 3217340 w 11795125"/>
              <a:gd name="connsiteY13" fmla="*/ 2853948 h 6858000"/>
              <a:gd name="connsiteX14" fmla="*/ 2860527 w 11795125"/>
              <a:gd name="connsiteY14" fmla="*/ 3475560 h 6858000"/>
              <a:gd name="connsiteX15" fmla="*/ 2750762 w 11795125"/>
              <a:gd name="connsiteY15" fmla="*/ 3538933 h 6858000"/>
              <a:gd name="connsiteX16" fmla="*/ 2034023 w 11795125"/>
              <a:gd name="connsiteY16" fmla="*/ 3537136 h 6858000"/>
              <a:gd name="connsiteX17" fmla="*/ 1922728 w 11795125"/>
              <a:gd name="connsiteY17" fmla="*/ 3474202 h 6858000"/>
              <a:gd name="connsiteX18" fmla="*/ 1563578 w 11795125"/>
              <a:gd name="connsiteY18" fmla="*/ 2852137 h 6858000"/>
              <a:gd name="connsiteX19" fmla="*/ 1563948 w 11795125"/>
              <a:gd name="connsiteY19" fmla="*/ 2722942 h 6858000"/>
              <a:gd name="connsiteX20" fmla="*/ 1921537 w 11795125"/>
              <a:gd name="connsiteY20" fmla="*/ 2102674 h 6858000"/>
              <a:gd name="connsiteX21" fmla="*/ 2031302 w 11795125"/>
              <a:gd name="connsiteY21" fmla="*/ 2039301 h 6858000"/>
              <a:gd name="connsiteX22" fmla="*/ 9343478 w 11795125"/>
              <a:gd name="connsiteY22" fmla="*/ 1795745 h 6858000"/>
              <a:gd name="connsiteX23" fmla="*/ 11620502 w 11795125"/>
              <a:gd name="connsiteY23" fmla="*/ 1797185 h 6858000"/>
              <a:gd name="connsiteX24" fmla="*/ 11795125 w 11795125"/>
              <a:gd name="connsiteY24" fmla="*/ 1797296 h 6858000"/>
              <a:gd name="connsiteX25" fmla="*/ 11795125 w 11795125"/>
              <a:gd name="connsiteY25" fmla="*/ 6858000 h 6858000"/>
              <a:gd name="connsiteX26" fmla="*/ 8996698 w 11795125"/>
              <a:gd name="connsiteY26" fmla="*/ 6858000 h 6858000"/>
              <a:gd name="connsiteX27" fmla="*/ 8963663 w 11795125"/>
              <a:gd name="connsiteY27" fmla="*/ 6815289 h 6858000"/>
              <a:gd name="connsiteX28" fmla="*/ 7707295 w 11795125"/>
              <a:gd name="connsiteY28" fmla="*/ 4639193 h 6858000"/>
              <a:gd name="connsiteX29" fmla="*/ 7708590 w 11795125"/>
              <a:gd name="connsiteY29" fmla="*/ 4187244 h 6858000"/>
              <a:gd name="connsiteX30" fmla="*/ 8959501 w 11795125"/>
              <a:gd name="connsiteY30" fmla="*/ 2017434 h 6858000"/>
              <a:gd name="connsiteX31" fmla="*/ 9343478 w 11795125"/>
              <a:gd name="connsiteY31" fmla="*/ 1795745 h 6858000"/>
              <a:gd name="connsiteX32" fmla="*/ 3102644 w 11795125"/>
              <a:gd name="connsiteY32" fmla="*/ 1739841 h 6858000"/>
              <a:gd name="connsiteX33" fmla="*/ 3385876 w 11795125"/>
              <a:gd name="connsiteY33" fmla="*/ 1740020 h 6858000"/>
              <a:gd name="connsiteX34" fmla="*/ 3430211 w 11795125"/>
              <a:gd name="connsiteY34" fmla="*/ 1765448 h 6858000"/>
              <a:gd name="connsiteX35" fmla="*/ 3572289 w 11795125"/>
              <a:gd name="connsiteY35" fmla="*/ 2011533 h 6858000"/>
              <a:gd name="connsiteX36" fmla="*/ 3571836 w 11795125"/>
              <a:gd name="connsiteY36" fmla="*/ 2062111 h 6858000"/>
              <a:gd name="connsiteX37" fmla="*/ 3430681 w 11795125"/>
              <a:gd name="connsiteY37" fmla="*/ 2308019 h 6858000"/>
              <a:gd name="connsiteX38" fmla="*/ 3387260 w 11795125"/>
              <a:gd name="connsiteY38" fmla="*/ 2333088 h 6858000"/>
              <a:gd name="connsiteX39" fmla="*/ 3103720 w 11795125"/>
              <a:gd name="connsiteY39" fmla="*/ 2332378 h 6858000"/>
              <a:gd name="connsiteX40" fmla="*/ 3059693 w 11795125"/>
              <a:gd name="connsiteY40" fmla="*/ 2307481 h 6858000"/>
              <a:gd name="connsiteX41" fmla="*/ 2917615 w 11795125"/>
              <a:gd name="connsiteY41" fmla="*/ 2061395 h 6858000"/>
              <a:gd name="connsiteX42" fmla="*/ 2917761 w 11795125"/>
              <a:gd name="connsiteY42" fmla="*/ 2010286 h 6858000"/>
              <a:gd name="connsiteX43" fmla="*/ 3059222 w 11795125"/>
              <a:gd name="connsiteY43" fmla="*/ 1764910 h 6858000"/>
              <a:gd name="connsiteX44" fmla="*/ 3102644 w 11795125"/>
              <a:gd name="connsiteY44" fmla="*/ 1739841 h 6858000"/>
              <a:gd name="connsiteX45" fmla="*/ 3522963 w 11795125"/>
              <a:gd name="connsiteY45" fmla="*/ 1598675 h 6858000"/>
              <a:gd name="connsiteX46" fmla="*/ 3625194 w 11795125"/>
              <a:gd name="connsiteY46" fmla="*/ 1598740 h 6858000"/>
              <a:gd name="connsiteX47" fmla="*/ 3641197 w 11795125"/>
              <a:gd name="connsiteY47" fmla="*/ 1607918 h 6858000"/>
              <a:gd name="connsiteX48" fmla="*/ 3692479 w 11795125"/>
              <a:gd name="connsiteY48" fmla="*/ 1696742 h 6858000"/>
              <a:gd name="connsiteX49" fmla="*/ 3692315 w 11795125"/>
              <a:gd name="connsiteY49" fmla="*/ 1714998 h 6858000"/>
              <a:gd name="connsiteX50" fmla="*/ 3641367 w 11795125"/>
              <a:gd name="connsiteY50" fmla="*/ 1803757 h 6858000"/>
              <a:gd name="connsiteX51" fmla="*/ 3625694 w 11795125"/>
              <a:gd name="connsiteY51" fmla="*/ 1812806 h 6858000"/>
              <a:gd name="connsiteX52" fmla="*/ 3523352 w 11795125"/>
              <a:gd name="connsiteY52" fmla="*/ 1812549 h 6858000"/>
              <a:gd name="connsiteX53" fmla="*/ 3507459 w 11795125"/>
              <a:gd name="connsiteY53" fmla="*/ 1803563 h 6858000"/>
              <a:gd name="connsiteX54" fmla="*/ 3456177 w 11795125"/>
              <a:gd name="connsiteY54" fmla="*/ 1714739 h 6858000"/>
              <a:gd name="connsiteX55" fmla="*/ 3456230 w 11795125"/>
              <a:gd name="connsiteY55" fmla="*/ 1696292 h 6858000"/>
              <a:gd name="connsiteX56" fmla="*/ 3507290 w 11795125"/>
              <a:gd name="connsiteY56" fmla="*/ 1607724 h 6858000"/>
              <a:gd name="connsiteX57" fmla="*/ 3522963 w 11795125"/>
              <a:gd name="connsiteY57" fmla="*/ 1598675 h 6858000"/>
              <a:gd name="connsiteX58" fmla="*/ 4199803 w 11795125"/>
              <a:gd name="connsiteY58" fmla="*/ 1370724 h 6858000"/>
              <a:gd name="connsiteX59" fmla="*/ 4537019 w 11795125"/>
              <a:gd name="connsiteY59" fmla="*/ 1370938 h 6858000"/>
              <a:gd name="connsiteX60" fmla="*/ 4589804 w 11795125"/>
              <a:gd name="connsiteY60" fmla="*/ 1401211 h 6858000"/>
              <a:gd name="connsiteX61" fmla="*/ 4758963 w 11795125"/>
              <a:gd name="connsiteY61" fmla="*/ 1694203 h 6858000"/>
              <a:gd name="connsiteX62" fmla="*/ 4758423 w 11795125"/>
              <a:gd name="connsiteY62" fmla="*/ 1754421 h 6858000"/>
              <a:gd name="connsiteX63" fmla="*/ 4590365 w 11795125"/>
              <a:gd name="connsiteY63" fmla="*/ 2047199 h 6858000"/>
              <a:gd name="connsiteX64" fmla="*/ 4538665 w 11795125"/>
              <a:gd name="connsiteY64" fmla="*/ 2077046 h 6858000"/>
              <a:gd name="connsiteX65" fmla="*/ 4201084 w 11795125"/>
              <a:gd name="connsiteY65" fmla="*/ 2076201 h 6858000"/>
              <a:gd name="connsiteX66" fmla="*/ 4148664 w 11795125"/>
              <a:gd name="connsiteY66" fmla="*/ 2046559 h 6858000"/>
              <a:gd name="connsiteX67" fmla="*/ 3979505 w 11795125"/>
              <a:gd name="connsiteY67" fmla="*/ 1753567 h 6858000"/>
              <a:gd name="connsiteX68" fmla="*/ 3979680 w 11795125"/>
              <a:gd name="connsiteY68" fmla="*/ 1692718 h 6858000"/>
              <a:gd name="connsiteX69" fmla="*/ 4148104 w 11795125"/>
              <a:gd name="connsiteY69" fmla="*/ 1400573 h 6858000"/>
              <a:gd name="connsiteX70" fmla="*/ 4199803 w 11795125"/>
              <a:gd name="connsiteY70" fmla="*/ 1370724 h 6858000"/>
              <a:gd name="connsiteX71" fmla="*/ 3525946 w 11795125"/>
              <a:gd name="connsiteY71" fmla="*/ 1141304 h 6858000"/>
              <a:gd name="connsiteX72" fmla="*/ 3719554 w 11795125"/>
              <a:gd name="connsiteY72" fmla="*/ 1141427 h 6858000"/>
              <a:gd name="connsiteX73" fmla="*/ 3749860 w 11795125"/>
              <a:gd name="connsiteY73" fmla="*/ 1158808 h 6858000"/>
              <a:gd name="connsiteX74" fmla="*/ 3846980 w 11795125"/>
              <a:gd name="connsiteY74" fmla="*/ 1327024 h 6858000"/>
              <a:gd name="connsiteX75" fmla="*/ 3846670 w 11795125"/>
              <a:gd name="connsiteY75" fmla="*/ 1361598 h 6858000"/>
              <a:gd name="connsiteX76" fmla="*/ 3750182 w 11795125"/>
              <a:gd name="connsiteY76" fmla="*/ 1529691 h 6858000"/>
              <a:gd name="connsiteX77" fmla="*/ 3720499 w 11795125"/>
              <a:gd name="connsiteY77" fmla="*/ 1546828 h 6858000"/>
              <a:gd name="connsiteX78" fmla="*/ 3526682 w 11795125"/>
              <a:gd name="connsiteY78" fmla="*/ 1546343 h 6858000"/>
              <a:gd name="connsiteX79" fmla="*/ 3496586 w 11795125"/>
              <a:gd name="connsiteY79" fmla="*/ 1529324 h 6858000"/>
              <a:gd name="connsiteX80" fmla="*/ 3399466 w 11795125"/>
              <a:gd name="connsiteY80" fmla="*/ 1361108 h 6858000"/>
              <a:gd name="connsiteX81" fmla="*/ 3399566 w 11795125"/>
              <a:gd name="connsiteY81" fmla="*/ 1326172 h 6858000"/>
              <a:gd name="connsiteX82" fmla="*/ 3496264 w 11795125"/>
              <a:gd name="connsiteY82" fmla="*/ 1158441 h 6858000"/>
              <a:gd name="connsiteX83" fmla="*/ 3525946 w 11795125"/>
              <a:gd name="connsiteY83" fmla="*/ 1141304 h 6858000"/>
              <a:gd name="connsiteX84" fmla="*/ 3955878 w 11795125"/>
              <a:gd name="connsiteY84" fmla="*/ 173494 h 6858000"/>
              <a:gd name="connsiteX85" fmla="*/ 4500068 w 11795125"/>
              <a:gd name="connsiteY85" fmla="*/ 173838 h 6858000"/>
              <a:gd name="connsiteX86" fmla="*/ 4585252 w 11795125"/>
              <a:gd name="connsiteY86" fmla="*/ 222694 h 6858000"/>
              <a:gd name="connsiteX87" fmla="*/ 4858234 w 11795125"/>
              <a:gd name="connsiteY87" fmla="*/ 695514 h 6858000"/>
              <a:gd name="connsiteX88" fmla="*/ 4857363 w 11795125"/>
              <a:gd name="connsiteY88" fmla="*/ 792690 h 6858000"/>
              <a:gd name="connsiteX89" fmla="*/ 4586156 w 11795125"/>
              <a:gd name="connsiteY89" fmla="*/ 1265167 h 6858000"/>
              <a:gd name="connsiteX90" fmla="*/ 4502727 w 11795125"/>
              <a:gd name="connsiteY90" fmla="*/ 1313334 h 6858000"/>
              <a:gd name="connsiteX91" fmla="*/ 3957947 w 11795125"/>
              <a:gd name="connsiteY91" fmla="*/ 1311968 h 6858000"/>
              <a:gd name="connsiteX92" fmla="*/ 3873354 w 11795125"/>
              <a:gd name="connsiteY92" fmla="*/ 1264134 h 6858000"/>
              <a:gd name="connsiteX93" fmla="*/ 3600372 w 11795125"/>
              <a:gd name="connsiteY93" fmla="*/ 791315 h 6858000"/>
              <a:gd name="connsiteX94" fmla="*/ 3600653 w 11795125"/>
              <a:gd name="connsiteY94" fmla="*/ 693116 h 6858000"/>
              <a:gd name="connsiteX95" fmla="*/ 3872449 w 11795125"/>
              <a:gd name="connsiteY95" fmla="*/ 221662 h 6858000"/>
              <a:gd name="connsiteX96" fmla="*/ 3955878 w 11795125"/>
              <a:gd name="connsiteY96" fmla="*/ 173494 h 6858000"/>
              <a:gd name="connsiteX97" fmla="*/ 3852283 w 11795125"/>
              <a:gd name="connsiteY97" fmla="*/ 0 h 6858000"/>
              <a:gd name="connsiteX98" fmla="*/ 6130031 w 11795125"/>
              <a:gd name="connsiteY98" fmla="*/ 0 h 6858000"/>
              <a:gd name="connsiteX99" fmla="*/ 6102465 w 11795125"/>
              <a:gd name="connsiteY99" fmla="*/ 36730 h 6858000"/>
              <a:gd name="connsiteX100" fmla="*/ 5879948 w 11795125"/>
              <a:gd name="connsiteY100" fmla="*/ 127724 h 6858000"/>
              <a:gd name="connsiteX101" fmla="*/ 4102884 w 11795125"/>
              <a:gd name="connsiteY101" fmla="*/ 123270 h 6858000"/>
              <a:gd name="connsiteX102" fmla="*/ 3877665 w 11795125"/>
              <a:gd name="connsiteY102" fmla="*/ 32818 h 6858000"/>
              <a:gd name="connsiteX103" fmla="*/ 0 w 11795125"/>
              <a:gd name="connsiteY103" fmla="*/ 0 h 6858000"/>
              <a:gd name="connsiteX104" fmla="*/ 3781476 w 11795125"/>
              <a:gd name="connsiteY104" fmla="*/ 0 h 6858000"/>
              <a:gd name="connsiteX105" fmla="*/ 3800985 w 11795125"/>
              <a:gd name="connsiteY105" fmla="*/ 47617 h 6858000"/>
              <a:gd name="connsiteX106" fmla="*/ 3766711 w 11795125"/>
              <a:gd name="connsiteY106" fmla="*/ 287889 h 6858000"/>
              <a:gd name="connsiteX107" fmla="*/ 2882037 w 11795125"/>
              <a:gd name="connsiteY107" fmla="*/ 1829098 h 6858000"/>
              <a:gd name="connsiteX108" fmla="*/ 2609888 w 11795125"/>
              <a:gd name="connsiteY108" fmla="*/ 1986223 h 6858000"/>
              <a:gd name="connsiteX109" fmla="*/ 832823 w 11795125"/>
              <a:gd name="connsiteY109" fmla="*/ 1981768 h 6858000"/>
              <a:gd name="connsiteX110" fmla="*/ 556879 w 11795125"/>
              <a:gd name="connsiteY110" fmla="*/ 1825733 h 6858000"/>
              <a:gd name="connsiteX111" fmla="*/ 79254 w 11795125"/>
              <a:gd name="connsiteY111" fmla="*/ 998462 h 6858000"/>
              <a:gd name="connsiteX112" fmla="*/ 0 w 11795125"/>
              <a:gd name="connsiteY112" fmla="*/ 8611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1795125" h="6858000">
                <a:moveTo>
                  <a:pt x="4729712" y="4417922"/>
                </a:moveTo>
                <a:cubicBezTo>
                  <a:pt x="4729712" y="4417922"/>
                  <a:pt x="4729712" y="4417922"/>
                  <a:pt x="7234278" y="4419507"/>
                </a:cubicBezTo>
                <a:cubicBezTo>
                  <a:pt x="7396730" y="4419716"/>
                  <a:pt x="7544918" y="4503359"/>
                  <a:pt x="7626325" y="4644358"/>
                </a:cubicBezTo>
                <a:cubicBezTo>
                  <a:pt x="7626325" y="4644358"/>
                  <a:pt x="7626325" y="4644358"/>
                  <a:pt x="8882694" y="6820455"/>
                </a:cubicBezTo>
                <a:lnTo>
                  <a:pt x="8898077" y="6858000"/>
                </a:lnTo>
                <a:lnTo>
                  <a:pt x="3070863" y="6858000"/>
                </a:lnTo>
                <a:lnTo>
                  <a:pt x="3094823" y="6809422"/>
                </a:lnTo>
                <a:cubicBezTo>
                  <a:pt x="3094823" y="6809422"/>
                  <a:pt x="3094823" y="6809422"/>
                  <a:pt x="4345735" y="4639611"/>
                </a:cubicBezTo>
                <a:cubicBezTo>
                  <a:pt x="4422097" y="4501523"/>
                  <a:pt x="4571941" y="4415010"/>
                  <a:pt x="4729712" y="4417922"/>
                </a:cubicBezTo>
                <a:close/>
                <a:moveTo>
                  <a:pt x="2031302" y="2039301"/>
                </a:moveTo>
                <a:cubicBezTo>
                  <a:pt x="2031302" y="2039301"/>
                  <a:pt x="2031302" y="2039301"/>
                  <a:pt x="2747265" y="2039754"/>
                </a:cubicBezTo>
                <a:cubicBezTo>
                  <a:pt x="2793703" y="2039814"/>
                  <a:pt x="2836066" y="2063724"/>
                  <a:pt x="2859337" y="2104031"/>
                </a:cubicBezTo>
                <a:cubicBezTo>
                  <a:pt x="2859337" y="2104031"/>
                  <a:pt x="2859337" y="2104031"/>
                  <a:pt x="3218486" y="2726096"/>
                </a:cubicBezTo>
                <a:cubicBezTo>
                  <a:pt x="3240981" y="2765058"/>
                  <a:pt x="3241283" y="2815045"/>
                  <a:pt x="3217340" y="2853948"/>
                </a:cubicBezTo>
                <a:cubicBezTo>
                  <a:pt x="3217340" y="2853948"/>
                  <a:pt x="3217340" y="2853948"/>
                  <a:pt x="2860527" y="3475560"/>
                </a:cubicBezTo>
                <a:cubicBezTo>
                  <a:pt x="2838697" y="3515034"/>
                  <a:pt x="2795862" y="3539765"/>
                  <a:pt x="2750762" y="3538933"/>
                </a:cubicBezTo>
                <a:cubicBezTo>
                  <a:pt x="2750762" y="3538933"/>
                  <a:pt x="2750762" y="3538933"/>
                  <a:pt x="2034023" y="3537136"/>
                </a:cubicBezTo>
                <a:cubicBezTo>
                  <a:pt x="1988359" y="3538420"/>
                  <a:pt x="1945223" y="3513165"/>
                  <a:pt x="1922728" y="3474202"/>
                </a:cubicBezTo>
                <a:cubicBezTo>
                  <a:pt x="1922728" y="3474202"/>
                  <a:pt x="1922728" y="3474202"/>
                  <a:pt x="1563578" y="2852137"/>
                </a:cubicBezTo>
                <a:cubicBezTo>
                  <a:pt x="1540307" y="2811831"/>
                  <a:pt x="1540780" y="2763190"/>
                  <a:pt x="1563948" y="2722942"/>
                </a:cubicBezTo>
                <a:cubicBezTo>
                  <a:pt x="1563948" y="2722942"/>
                  <a:pt x="1563948" y="2722942"/>
                  <a:pt x="1921537" y="2102674"/>
                </a:cubicBezTo>
                <a:cubicBezTo>
                  <a:pt x="1943366" y="2063199"/>
                  <a:pt x="1986202" y="2038468"/>
                  <a:pt x="2031302" y="2039301"/>
                </a:cubicBezTo>
                <a:close/>
                <a:moveTo>
                  <a:pt x="9343478" y="1795745"/>
                </a:moveTo>
                <a:cubicBezTo>
                  <a:pt x="9343478" y="1795745"/>
                  <a:pt x="9343478" y="1795745"/>
                  <a:pt x="11620502" y="1797185"/>
                </a:cubicBezTo>
                <a:lnTo>
                  <a:pt x="11795125" y="1797296"/>
                </a:lnTo>
                <a:lnTo>
                  <a:pt x="11795125" y="6858000"/>
                </a:lnTo>
                <a:lnTo>
                  <a:pt x="8996698" y="6858000"/>
                </a:lnTo>
                <a:lnTo>
                  <a:pt x="8963663" y="6815289"/>
                </a:lnTo>
                <a:cubicBezTo>
                  <a:pt x="8963663" y="6815289"/>
                  <a:pt x="8963663" y="6815289"/>
                  <a:pt x="7707295" y="4639193"/>
                </a:cubicBezTo>
                <a:cubicBezTo>
                  <a:pt x="7625888" y="4498193"/>
                  <a:pt x="7627546" y="4328036"/>
                  <a:pt x="7708590" y="4187244"/>
                </a:cubicBezTo>
                <a:cubicBezTo>
                  <a:pt x="7708590" y="4187244"/>
                  <a:pt x="7708590" y="4187244"/>
                  <a:pt x="8959501" y="2017434"/>
                </a:cubicBezTo>
                <a:cubicBezTo>
                  <a:pt x="9035863" y="1879345"/>
                  <a:pt x="9185707" y="1792833"/>
                  <a:pt x="9343478" y="1795745"/>
                </a:cubicBezTo>
                <a:close/>
                <a:moveTo>
                  <a:pt x="3102644" y="1739841"/>
                </a:moveTo>
                <a:cubicBezTo>
                  <a:pt x="3102644" y="1739841"/>
                  <a:pt x="3102644" y="1739841"/>
                  <a:pt x="3385876" y="1740020"/>
                </a:cubicBezTo>
                <a:cubicBezTo>
                  <a:pt x="3404247" y="1740043"/>
                  <a:pt x="3421005" y="1749503"/>
                  <a:pt x="3430211" y="1765448"/>
                </a:cubicBezTo>
                <a:cubicBezTo>
                  <a:pt x="3430211" y="1765448"/>
                  <a:pt x="3430211" y="1765448"/>
                  <a:pt x="3572289" y="2011533"/>
                </a:cubicBezTo>
                <a:cubicBezTo>
                  <a:pt x="3581188" y="2026948"/>
                  <a:pt x="3581308" y="2046721"/>
                  <a:pt x="3571836" y="2062111"/>
                </a:cubicBezTo>
                <a:cubicBezTo>
                  <a:pt x="3571836" y="2062111"/>
                  <a:pt x="3571836" y="2062111"/>
                  <a:pt x="3430681" y="2308019"/>
                </a:cubicBezTo>
                <a:cubicBezTo>
                  <a:pt x="3422046" y="2323634"/>
                  <a:pt x="3405101" y="2333418"/>
                  <a:pt x="3387260" y="2333088"/>
                </a:cubicBezTo>
                <a:cubicBezTo>
                  <a:pt x="3387260" y="2333088"/>
                  <a:pt x="3387260" y="2333088"/>
                  <a:pt x="3103720" y="2332378"/>
                </a:cubicBezTo>
                <a:cubicBezTo>
                  <a:pt x="3085656" y="2332886"/>
                  <a:pt x="3068592" y="2322895"/>
                  <a:pt x="3059693" y="2307481"/>
                </a:cubicBezTo>
                <a:cubicBezTo>
                  <a:pt x="3059693" y="2307481"/>
                  <a:pt x="3059693" y="2307481"/>
                  <a:pt x="2917615" y="2061395"/>
                </a:cubicBezTo>
                <a:cubicBezTo>
                  <a:pt x="2908409" y="2045450"/>
                  <a:pt x="2908596" y="2026208"/>
                  <a:pt x="2917761" y="2010286"/>
                </a:cubicBezTo>
                <a:cubicBezTo>
                  <a:pt x="2917761" y="2010286"/>
                  <a:pt x="2917761" y="2010286"/>
                  <a:pt x="3059222" y="1764910"/>
                </a:cubicBezTo>
                <a:cubicBezTo>
                  <a:pt x="3067857" y="1749295"/>
                  <a:pt x="3084803" y="1739511"/>
                  <a:pt x="3102644" y="1739841"/>
                </a:cubicBezTo>
                <a:close/>
                <a:moveTo>
                  <a:pt x="3522963" y="1598675"/>
                </a:moveTo>
                <a:cubicBezTo>
                  <a:pt x="3522963" y="1598675"/>
                  <a:pt x="3522963" y="1598675"/>
                  <a:pt x="3625194" y="1598740"/>
                </a:cubicBezTo>
                <a:cubicBezTo>
                  <a:pt x="3631826" y="1598748"/>
                  <a:pt x="3637874" y="1602162"/>
                  <a:pt x="3641197" y="1607918"/>
                </a:cubicBezTo>
                <a:cubicBezTo>
                  <a:pt x="3641197" y="1607918"/>
                  <a:pt x="3641197" y="1607918"/>
                  <a:pt x="3692479" y="1696742"/>
                </a:cubicBezTo>
                <a:cubicBezTo>
                  <a:pt x="3695691" y="1702305"/>
                  <a:pt x="3695735" y="1709443"/>
                  <a:pt x="3692315" y="1714998"/>
                </a:cubicBezTo>
                <a:cubicBezTo>
                  <a:pt x="3692315" y="1714998"/>
                  <a:pt x="3692315" y="1714998"/>
                  <a:pt x="3641367" y="1803757"/>
                </a:cubicBezTo>
                <a:cubicBezTo>
                  <a:pt x="3638250" y="1809393"/>
                  <a:pt x="3632134" y="1812924"/>
                  <a:pt x="3625694" y="1812806"/>
                </a:cubicBezTo>
                <a:cubicBezTo>
                  <a:pt x="3625694" y="1812806"/>
                  <a:pt x="3625694" y="1812806"/>
                  <a:pt x="3523352" y="1812549"/>
                </a:cubicBezTo>
                <a:cubicBezTo>
                  <a:pt x="3516832" y="1812733"/>
                  <a:pt x="3510671" y="1809127"/>
                  <a:pt x="3507459" y="1803563"/>
                </a:cubicBezTo>
                <a:cubicBezTo>
                  <a:pt x="3507459" y="1803563"/>
                  <a:pt x="3507459" y="1803563"/>
                  <a:pt x="3456177" y="1714739"/>
                </a:cubicBezTo>
                <a:cubicBezTo>
                  <a:pt x="3452854" y="1708984"/>
                  <a:pt x="3452922" y="1702038"/>
                  <a:pt x="3456230" y="1696292"/>
                </a:cubicBezTo>
                <a:cubicBezTo>
                  <a:pt x="3456230" y="1696292"/>
                  <a:pt x="3456230" y="1696292"/>
                  <a:pt x="3507290" y="1607724"/>
                </a:cubicBezTo>
                <a:cubicBezTo>
                  <a:pt x="3510406" y="1602087"/>
                  <a:pt x="3516523" y="1598556"/>
                  <a:pt x="3522963" y="1598675"/>
                </a:cubicBezTo>
                <a:close/>
                <a:moveTo>
                  <a:pt x="4199803" y="1370724"/>
                </a:moveTo>
                <a:cubicBezTo>
                  <a:pt x="4199803" y="1370724"/>
                  <a:pt x="4199803" y="1370724"/>
                  <a:pt x="4537019" y="1370938"/>
                </a:cubicBezTo>
                <a:cubicBezTo>
                  <a:pt x="4558892" y="1370965"/>
                  <a:pt x="4578843" y="1382227"/>
                  <a:pt x="4589804" y="1401211"/>
                </a:cubicBezTo>
                <a:cubicBezTo>
                  <a:pt x="4589804" y="1401211"/>
                  <a:pt x="4589804" y="1401211"/>
                  <a:pt x="4758963" y="1694203"/>
                </a:cubicBezTo>
                <a:cubicBezTo>
                  <a:pt x="4769558" y="1712554"/>
                  <a:pt x="4769700" y="1736097"/>
                  <a:pt x="4758423" y="1754421"/>
                </a:cubicBezTo>
                <a:cubicBezTo>
                  <a:pt x="4758423" y="1754421"/>
                  <a:pt x="4758423" y="1754421"/>
                  <a:pt x="4590365" y="2047199"/>
                </a:cubicBezTo>
                <a:cubicBezTo>
                  <a:pt x="4580083" y="2065790"/>
                  <a:pt x="4559908" y="2077438"/>
                  <a:pt x="4538665" y="2077046"/>
                </a:cubicBezTo>
                <a:cubicBezTo>
                  <a:pt x="4538665" y="2077046"/>
                  <a:pt x="4538665" y="2077046"/>
                  <a:pt x="4201084" y="2076201"/>
                </a:cubicBezTo>
                <a:cubicBezTo>
                  <a:pt x="4179577" y="2076805"/>
                  <a:pt x="4159259" y="2064910"/>
                  <a:pt x="4148664" y="2046559"/>
                </a:cubicBezTo>
                <a:cubicBezTo>
                  <a:pt x="4148664" y="2046559"/>
                  <a:pt x="4148664" y="2046559"/>
                  <a:pt x="3979505" y="1753567"/>
                </a:cubicBezTo>
                <a:cubicBezTo>
                  <a:pt x="3968545" y="1734583"/>
                  <a:pt x="3968768" y="1711673"/>
                  <a:pt x="3979680" y="1692718"/>
                </a:cubicBezTo>
                <a:cubicBezTo>
                  <a:pt x="3979680" y="1692718"/>
                  <a:pt x="3979680" y="1692718"/>
                  <a:pt x="4148104" y="1400573"/>
                </a:cubicBezTo>
                <a:cubicBezTo>
                  <a:pt x="4158385" y="1381980"/>
                  <a:pt x="4178560" y="1370332"/>
                  <a:pt x="4199803" y="1370724"/>
                </a:cubicBezTo>
                <a:close/>
                <a:moveTo>
                  <a:pt x="3525946" y="1141304"/>
                </a:moveTo>
                <a:cubicBezTo>
                  <a:pt x="3525946" y="1141304"/>
                  <a:pt x="3525946" y="1141304"/>
                  <a:pt x="3719554" y="1141427"/>
                </a:cubicBezTo>
                <a:cubicBezTo>
                  <a:pt x="3732112" y="1141443"/>
                  <a:pt x="3743567" y="1147909"/>
                  <a:pt x="3749860" y="1158808"/>
                </a:cubicBezTo>
                <a:cubicBezTo>
                  <a:pt x="3749860" y="1158808"/>
                  <a:pt x="3749860" y="1158808"/>
                  <a:pt x="3846980" y="1327024"/>
                </a:cubicBezTo>
                <a:cubicBezTo>
                  <a:pt x="3853063" y="1337561"/>
                  <a:pt x="3853144" y="1351077"/>
                  <a:pt x="3846670" y="1361598"/>
                </a:cubicBezTo>
                <a:cubicBezTo>
                  <a:pt x="3846670" y="1361598"/>
                  <a:pt x="3846670" y="1361598"/>
                  <a:pt x="3750182" y="1529691"/>
                </a:cubicBezTo>
                <a:cubicBezTo>
                  <a:pt x="3744279" y="1540366"/>
                  <a:pt x="3732695" y="1547054"/>
                  <a:pt x="3720499" y="1546828"/>
                </a:cubicBezTo>
                <a:cubicBezTo>
                  <a:pt x="3720499" y="1546828"/>
                  <a:pt x="3720499" y="1546828"/>
                  <a:pt x="3526682" y="1546343"/>
                </a:cubicBezTo>
                <a:cubicBezTo>
                  <a:pt x="3514334" y="1546689"/>
                  <a:pt x="3502669" y="1539861"/>
                  <a:pt x="3496586" y="1529324"/>
                </a:cubicBezTo>
                <a:cubicBezTo>
                  <a:pt x="3496586" y="1529324"/>
                  <a:pt x="3496586" y="1529324"/>
                  <a:pt x="3399466" y="1361108"/>
                </a:cubicBezTo>
                <a:cubicBezTo>
                  <a:pt x="3393173" y="1350208"/>
                  <a:pt x="3393302" y="1337055"/>
                  <a:pt x="3399566" y="1326172"/>
                </a:cubicBezTo>
                <a:cubicBezTo>
                  <a:pt x="3399566" y="1326172"/>
                  <a:pt x="3399566" y="1326172"/>
                  <a:pt x="3496264" y="1158441"/>
                </a:cubicBezTo>
                <a:cubicBezTo>
                  <a:pt x="3502167" y="1147767"/>
                  <a:pt x="3513750" y="1141079"/>
                  <a:pt x="3525946" y="1141304"/>
                </a:cubicBezTo>
                <a:close/>
                <a:moveTo>
                  <a:pt x="3955878" y="173494"/>
                </a:moveTo>
                <a:cubicBezTo>
                  <a:pt x="3955878" y="173494"/>
                  <a:pt x="3955878" y="173494"/>
                  <a:pt x="4500068" y="173838"/>
                </a:cubicBezTo>
                <a:cubicBezTo>
                  <a:pt x="4535365" y="173884"/>
                  <a:pt x="4567564" y="192057"/>
                  <a:pt x="4585252" y="222694"/>
                </a:cubicBezTo>
                <a:cubicBezTo>
                  <a:pt x="4585252" y="222694"/>
                  <a:pt x="4585252" y="222694"/>
                  <a:pt x="4858234" y="695514"/>
                </a:cubicBezTo>
                <a:cubicBezTo>
                  <a:pt x="4875332" y="725128"/>
                  <a:pt x="4875562" y="763121"/>
                  <a:pt x="4857363" y="792690"/>
                </a:cubicBezTo>
                <a:cubicBezTo>
                  <a:pt x="4857363" y="792690"/>
                  <a:pt x="4857363" y="792690"/>
                  <a:pt x="4586156" y="1265167"/>
                </a:cubicBezTo>
                <a:cubicBezTo>
                  <a:pt x="4569564" y="1295169"/>
                  <a:pt x="4537006" y="1313967"/>
                  <a:pt x="4502727" y="1313334"/>
                </a:cubicBezTo>
                <a:cubicBezTo>
                  <a:pt x="4502727" y="1313334"/>
                  <a:pt x="4502727" y="1313334"/>
                  <a:pt x="3957947" y="1311968"/>
                </a:cubicBezTo>
                <a:cubicBezTo>
                  <a:pt x="3923239" y="1312944"/>
                  <a:pt x="3890452" y="1293749"/>
                  <a:pt x="3873354" y="1264134"/>
                </a:cubicBezTo>
                <a:cubicBezTo>
                  <a:pt x="3873354" y="1264134"/>
                  <a:pt x="3873354" y="1264134"/>
                  <a:pt x="3600372" y="791315"/>
                </a:cubicBezTo>
                <a:cubicBezTo>
                  <a:pt x="3582684" y="760678"/>
                  <a:pt x="3583043" y="723707"/>
                  <a:pt x="3600653" y="693116"/>
                </a:cubicBezTo>
                <a:cubicBezTo>
                  <a:pt x="3600653" y="693116"/>
                  <a:pt x="3600653" y="693116"/>
                  <a:pt x="3872449" y="221662"/>
                </a:cubicBezTo>
                <a:cubicBezTo>
                  <a:pt x="3889041" y="191658"/>
                  <a:pt x="3921599" y="172861"/>
                  <a:pt x="3955878" y="173494"/>
                </a:cubicBezTo>
                <a:close/>
                <a:moveTo>
                  <a:pt x="3852283" y="0"/>
                </a:moveTo>
                <a:lnTo>
                  <a:pt x="6130031" y="0"/>
                </a:lnTo>
                <a:lnTo>
                  <a:pt x="6102465" y="36730"/>
                </a:lnTo>
                <a:cubicBezTo>
                  <a:pt x="6044520" y="95168"/>
                  <a:pt x="5963814" y="129272"/>
                  <a:pt x="5879948" y="127724"/>
                </a:cubicBezTo>
                <a:cubicBezTo>
                  <a:pt x="5879948" y="127724"/>
                  <a:pt x="5879948" y="127724"/>
                  <a:pt x="4102884" y="123270"/>
                </a:cubicBezTo>
                <a:cubicBezTo>
                  <a:pt x="4017972" y="125657"/>
                  <a:pt x="3936583" y="91034"/>
                  <a:pt x="3877665" y="32818"/>
                </a:cubicBezTo>
                <a:close/>
                <a:moveTo>
                  <a:pt x="0" y="0"/>
                </a:moveTo>
                <a:lnTo>
                  <a:pt x="3781476" y="0"/>
                </a:lnTo>
                <a:lnTo>
                  <a:pt x="3800985" y="47617"/>
                </a:lnTo>
                <a:cubicBezTo>
                  <a:pt x="3821943" y="127749"/>
                  <a:pt x="3811234" y="215546"/>
                  <a:pt x="3766711" y="287889"/>
                </a:cubicBezTo>
                <a:cubicBezTo>
                  <a:pt x="3766711" y="287889"/>
                  <a:pt x="3766711" y="287889"/>
                  <a:pt x="2882037" y="1829098"/>
                </a:cubicBezTo>
                <a:cubicBezTo>
                  <a:pt x="2827913" y="1926970"/>
                  <a:pt x="2721708" y="1988287"/>
                  <a:pt x="2609888" y="1986223"/>
                </a:cubicBezTo>
                <a:cubicBezTo>
                  <a:pt x="2609888" y="1986223"/>
                  <a:pt x="2609888" y="1986223"/>
                  <a:pt x="832823" y="1981768"/>
                </a:cubicBezTo>
                <a:cubicBezTo>
                  <a:pt x="719607" y="1984952"/>
                  <a:pt x="612654" y="1922338"/>
                  <a:pt x="556879" y="1825733"/>
                </a:cubicBezTo>
                <a:cubicBezTo>
                  <a:pt x="556879" y="1825733"/>
                  <a:pt x="556879" y="1825733"/>
                  <a:pt x="79254" y="998462"/>
                </a:cubicBezTo>
                <a:lnTo>
                  <a:pt x="0" y="861190"/>
                </a:lnTo>
                <a:close/>
              </a:path>
            </a:pathLst>
          </a:custGeom>
          <a:solidFill>
            <a:schemeClr val="bg1">
              <a:lumMod val="95000"/>
            </a:schemeClr>
          </a:solidFill>
        </p:spPr>
        <p:txBody>
          <a:bodyPr wrap="square" tIns="864000">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dirty="0"/>
              <a:t>Insert or Drag &amp; Drop Photo</a:t>
            </a:r>
            <a:endParaRPr lang="en-ZA"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anchor="t"/>
          <a:lstStyle>
            <a:lvl1pPr algn="l">
              <a:lnSpc>
                <a:spcPts val="4000"/>
              </a:lnSpc>
              <a:defRPr sz="5000" b="1" spc="-300">
                <a:solidFill>
                  <a:schemeClr val="bg1">
                    <a:lumMod val="95000"/>
                  </a:schemeClr>
                </a:solidFill>
              </a:defRPr>
            </a:lvl1pPr>
          </a:lstStyle>
          <a:p>
            <a:r>
              <a:rPr lang="en-US" dirty="0"/>
              <a:t>Click to edit divider slide title</a:t>
            </a:r>
            <a:endParaRPr lang="en-ZA"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dirty="0"/>
          </a:p>
        </p:txBody>
      </p:sp>
      <p:sp>
        <p:nvSpPr>
          <p:cNvPr id="4" name="Footer Placeholder 3">
            <a:extLst>
              <a:ext uri="{FF2B5EF4-FFF2-40B4-BE49-F238E27FC236}">
                <a16:creationId xmlns:a16="http://schemas.microsoft.com/office/drawing/2014/main" id="{734B1E83-6080-4D35-A216-8E5C399023B2}"/>
              </a:ext>
            </a:extLst>
          </p:cNvPr>
          <p:cNvSpPr>
            <a:spLocks noGrp="1"/>
          </p:cNvSpPr>
          <p:nvPr>
            <p:ph type="ftr" sz="quarter" idx="11"/>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62273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ZA" dirty="0"/>
              <a:t>Insert or Drag &amp; Drop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a:lstStyle>
            <a:lvl1pPr>
              <a:defRPr>
                <a:solidFill>
                  <a:schemeClr val="tx1">
                    <a:lumMod val="75000"/>
                    <a:lumOff val="25000"/>
                  </a:schemeClr>
                </a:solidFill>
              </a:defRPr>
            </a:lvl1pPr>
          </a:lstStyle>
          <a:p>
            <a:r>
              <a:rPr lang="en-US" dirty="0"/>
              <a:t>Click to edit page title</a:t>
            </a:r>
            <a:endParaRPr lang="en-ZA" dirty="0"/>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1416292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7D77123-FDC4-48FD-9EFB-8A84F6069060}"/>
              </a:ext>
            </a:extLst>
          </p:cNvPr>
          <p:cNvSpPr>
            <a:spLocks noGrp="1"/>
          </p:cNvSpPr>
          <p:nvPr>
            <p:ph type="pic" sz="quarter" idx="14" hasCustomPrompt="1"/>
          </p:nvPr>
        </p:nvSpPr>
        <p:spPr>
          <a:xfrm>
            <a:off x="6812170" y="237629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ZA"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a:lstStyle>
            <a:lvl1pPr>
              <a:defRPr>
                <a:solidFill>
                  <a:schemeClr val="tx1">
                    <a:lumMod val="75000"/>
                    <a:lumOff val="25000"/>
                  </a:schemeClr>
                </a:solidFill>
              </a:defRPr>
            </a:lvl1pPr>
          </a:lstStyle>
          <a:p>
            <a:r>
              <a:rPr lang="en-US" dirty="0"/>
              <a:t>Click to edit page title</a:t>
            </a:r>
            <a:endParaRPr lang="en-ZA" dirty="0"/>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ZA" smtClean="0"/>
              <a:pPr/>
              <a:t>‹#›</a:t>
            </a:fld>
            <a:endParaRPr lang="en-ZA" dirty="0"/>
          </a:p>
        </p:txBody>
      </p:sp>
      <p:sp>
        <p:nvSpPr>
          <p:cNvPr id="8" name="Picture Placeholder 7">
            <a:extLst>
              <a:ext uri="{FF2B5EF4-FFF2-40B4-BE49-F238E27FC236}">
                <a16:creationId xmlns:a16="http://schemas.microsoft.com/office/drawing/2014/main" id="{01317B12-44C8-4227-9EB8-973D2226E63F}"/>
              </a:ext>
            </a:extLst>
          </p:cNvPr>
          <p:cNvSpPr>
            <a:spLocks noGrp="1"/>
          </p:cNvSpPr>
          <p:nvPr>
            <p:ph type="pic" sz="quarter" idx="34" hasCustomPrompt="1"/>
          </p:nvPr>
        </p:nvSpPr>
        <p:spPr>
          <a:xfrm>
            <a:off x="8812420" y="1176148"/>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ZA" dirty="0"/>
              <a:t>Insert or Drag &amp; Drop your photo</a:t>
            </a:r>
          </a:p>
        </p:txBody>
      </p:sp>
      <p:sp>
        <p:nvSpPr>
          <p:cNvPr id="9" name="Picture Placeholder 8">
            <a:extLst>
              <a:ext uri="{FF2B5EF4-FFF2-40B4-BE49-F238E27FC236}">
                <a16:creationId xmlns:a16="http://schemas.microsoft.com/office/drawing/2014/main" id="{1AD2255F-36DA-4BDE-B54D-F94F14B68B6C}"/>
              </a:ext>
            </a:extLst>
          </p:cNvPr>
          <p:cNvSpPr>
            <a:spLocks noGrp="1"/>
          </p:cNvSpPr>
          <p:nvPr>
            <p:ph type="pic" sz="quarter" idx="35" hasCustomPrompt="1"/>
          </p:nvPr>
        </p:nvSpPr>
        <p:spPr>
          <a:xfrm>
            <a:off x="8812419" y="3552739"/>
            <a:ext cx="2405261" cy="2125239"/>
          </a:xfrm>
          <a:custGeom>
            <a:avLst/>
            <a:gdLst>
              <a:gd name="connsiteX0" fmla="*/ 1412122 w 4904790"/>
              <a:gd name="connsiteY0" fmla="*/ 0 h 4333769"/>
              <a:gd name="connsiteX1" fmla="*/ 3492669 w 4904790"/>
              <a:gd name="connsiteY1" fmla="*/ 0 h 4333769"/>
              <a:gd name="connsiteX2" fmla="*/ 3811717 w 4904790"/>
              <a:gd name="connsiteY2" fmla="*/ 188036 h 4333769"/>
              <a:gd name="connsiteX3" fmla="*/ 4854237 w 4904790"/>
              <a:gd name="connsiteY3" fmla="*/ 1983326 h 4333769"/>
              <a:gd name="connsiteX4" fmla="*/ 4854237 w 4904790"/>
              <a:gd name="connsiteY4" fmla="*/ 2350443 h 4333769"/>
              <a:gd name="connsiteX5" fmla="*/ 3811717 w 4904790"/>
              <a:gd name="connsiteY5" fmla="*/ 4145734 h 4333769"/>
              <a:gd name="connsiteX6" fmla="*/ 3492669 w 4904790"/>
              <a:gd name="connsiteY6" fmla="*/ 4333769 h 4333769"/>
              <a:gd name="connsiteX7" fmla="*/ 1412122 w 4904790"/>
              <a:gd name="connsiteY7" fmla="*/ 4333769 h 4333769"/>
              <a:gd name="connsiteX8" fmla="*/ 1088581 w 4904790"/>
              <a:gd name="connsiteY8" fmla="*/ 4145734 h 4333769"/>
              <a:gd name="connsiteX9" fmla="*/ 50554 w 4904790"/>
              <a:gd name="connsiteY9" fmla="*/ 2350443 h 4333769"/>
              <a:gd name="connsiteX10" fmla="*/ 50554 w 4904790"/>
              <a:gd name="connsiteY10" fmla="*/ 1983326 h 4333769"/>
              <a:gd name="connsiteX11" fmla="*/ 1088581 w 4904790"/>
              <a:gd name="connsiteY11" fmla="*/ 188036 h 4333769"/>
              <a:gd name="connsiteX12" fmla="*/ 1412122 w 4904790"/>
              <a:gd name="connsiteY12" fmla="*/ 0 h 43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04790" h="4333769">
                <a:moveTo>
                  <a:pt x="1412122" y="0"/>
                </a:moveTo>
                <a:cubicBezTo>
                  <a:pt x="1412122" y="0"/>
                  <a:pt x="1412122" y="0"/>
                  <a:pt x="3492669" y="0"/>
                </a:cubicBezTo>
                <a:cubicBezTo>
                  <a:pt x="3622985" y="0"/>
                  <a:pt x="3748806" y="71633"/>
                  <a:pt x="3811717" y="188036"/>
                </a:cubicBezTo>
                <a:cubicBezTo>
                  <a:pt x="3811717" y="188036"/>
                  <a:pt x="3811717" y="188036"/>
                  <a:pt x="4854237" y="1983326"/>
                </a:cubicBezTo>
                <a:cubicBezTo>
                  <a:pt x="4921642" y="2095252"/>
                  <a:pt x="4921642" y="2238517"/>
                  <a:pt x="4854237" y="2350443"/>
                </a:cubicBezTo>
                <a:cubicBezTo>
                  <a:pt x="4854237" y="2350443"/>
                  <a:pt x="4854237" y="2350443"/>
                  <a:pt x="3811717" y="4145734"/>
                </a:cubicBezTo>
                <a:cubicBezTo>
                  <a:pt x="3748806" y="4262137"/>
                  <a:pt x="3622985" y="4333769"/>
                  <a:pt x="3492669" y="4333769"/>
                </a:cubicBezTo>
                <a:cubicBezTo>
                  <a:pt x="3492669" y="4333769"/>
                  <a:pt x="3492669" y="4333769"/>
                  <a:pt x="1412122" y="4333769"/>
                </a:cubicBezTo>
                <a:cubicBezTo>
                  <a:pt x="1277313" y="4333769"/>
                  <a:pt x="1155985" y="4262137"/>
                  <a:pt x="1088581" y="4145734"/>
                </a:cubicBezTo>
                <a:cubicBezTo>
                  <a:pt x="1088581" y="4145734"/>
                  <a:pt x="1088581" y="4145734"/>
                  <a:pt x="50554" y="2350443"/>
                </a:cubicBezTo>
                <a:cubicBezTo>
                  <a:pt x="-16851" y="2238517"/>
                  <a:pt x="-16851" y="2095252"/>
                  <a:pt x="50554" y="1983326"/>
                </a:cubicBezTo>
                <a:cubicBezTo>
                  <a:pt x="50554" y="1983326"/>
                  <a:pt x="50554" y="1983326"/>
                  <a:pt x="1088581" y="188036"/>
                </a:cubicBezTo>
                <a:cubicBezTo>
                  <a:pt x="1155985" y="71633"/>
                  <a:pt x="1277313" y="0"/>
                  <a:pt x="1412122" y="0"/>
                </a:cubicBezTo>
                <a:close/>
              </a:path>
            </a:pathLst>
          </a:custGeom>
          <a:solidFill>
            <a:schemeClr val="bg1">
              <a:lumMod val="95000"/>
            </a:schemeClr>
          </a:solidFill>
        </p:spPr>
        <p:txBody>
          <a:bodyPr wrap="square"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ZA" dirty="0"/>
              <a:t>Insert or Drag &amp; Drop your photo</a:t>
            </a:r>
          </a:p>
        </p:txBody>
      </p:sp>
    </p:spTree>
    <p:extLst>
      <p:ext uri="{BB962C8B-B14F-4D97-AF65-F5344CB8AC3E}">
        <p14:creationId xmlns:p14="http://schemas.microsoft.com/office/powerpoint/2010/main" val="2829556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CD92D281-07CD-478F-9BF5-BA7D43439A3D}"/>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B2C53265-8805-42B3-82B4-151EFBC42731}"/>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3" name="Freeform 5">
            <a:extLst>
              <a:ext uri="{FF2B5EF4-FFF2-40B4-BE49-F238E27FC236}">
                <a16:creationId xmlns:a16="http://schemas.microsoft.com/office/drawing/2014/main" id="{D0111EB4-98AF-4EB7-878B-31FD32A95141}"/>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4" name="Freeform 5">
            <a:extLst>
              <a:ext uri="{FF2B5EF4-FFF2-40B4-BE49-F238E27FC236}">
                <a16:creationId xmlns:a16="http://schemas.microsoft.com/office/drawing/2014/main" id="{33809002-30A9-49C0-BE36-B14DD1E4D872}"/>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5" name="Freeform 5">
            <a:extLst>
              <a:ext uri="{FF2B5EF4-FFF2-40B4-BE49-F238E27FC236}">
                <a16:creationId xmlns:a16="http://schemas.microsoft.com/office/drawing/2014/main" id="{FFD5C582-B212-4ADA-AB1B-0481AA39C3A9}"/>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ZA" dirty="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1515834"/>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023668"/>
            <a:ext cx="5472000" cy="416833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1516359"/>
            <a:ext cx="5472000" cy="358775"/>
          </a:xfrm>
        </p:spPr>
        <p:txBody>
          <a:bodyPr/>
          <a:lstStyle>
            <a:lvl1pPr marL="0" indent="0">
              <a:buNone/>
              <a:defRPr sz="2400" b="1"/>
            </a:lvl1pPr>
          </a:lstStyle>
          <a:p>
            <a:pPr lvl="0"/>
            <a:r>
              <a:rPr lang="en-US" smtClean="0"/>
              <a:t>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020359"/>
            <a:ext cx="5472113" cy="417089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ZA" dirty="0"/>
              <a:t>Add a footer</a:t>
            </a:r>
          </a:p>
        </p:txBody>
      </p:sp>
      <p:sp>
        <p:nvSpPr>
          <p:cNvPr id="6" name="Slide Number Placeholder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25099557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D31C544-1372-4B34-8149-B6058B8CC577}"/>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4" name="Rectangle 13">
            <a:extLst>
              <a:ext uri="{FF2B5EF4-FFF2-40B4-BE49-F238E27FC236}">
                <a16:creationId xmlns:a16="http://schemas.microsoft.com/office/drawing/2014/main" id="{7B2598CA-3443-4098-80E7-1F16DC9A13CC}"/>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2" name="Picture Placeholder 11">
            <a:extLst>
              <a:ext uri="{FF2B5EF4-FFF2-40B4-BE49-F238E27FC236}">
                <a16:creationId xmlns:a16="http://schemas.microsoft.com/office/drawing/2014/main" id="{BE421EAA-68E8-4AED-BA2F-01A6AC66859D}"/>
              </a:ext>
            </a:extLst>
          </p:cNvPr>
          <p:cNvSpPr>
            <a:spLocks noGrp="1"/>
          </p:cNvSpPr>
          <p:nvPr>
            <p:ph type="pic" sz="quarter" idx="10" hasCustomPrompt="1"/>
          </p:nvPr>
        </p:nvSpPr>
        <p:spPr>
          <a:xfrm>
            <a:off x="1" y="0"/>
            <a:ext cx="10655455" cy="6858000"/>
          </a:xfrm>
          <a:custGeom>
            <a:avLst/>
            <a:gdLst>
              <a:gd name="connsiteX0" fmla="*/ 8526285 w 10655455"/>
              <a:gd name="connsiteY0" fmla="*/ 6283111 h 6858000"/>
              <a:gd name="connsiteX1" fmla="*/ 10157124 w 10655455"/>
              <a:gd name="connsiteY1" fmla="*/ 6283111 h 6858000"/>
              <a:gd name="connsiteX2" fmla="*/ 10407209 w 10655455"/>
              <a:gd name="connsiteY2" fmla="*/ 6430504 h 6858000"/>
              <a:gd name="connsiteX3" fmla="*/ 10606716 w 10655455"/>
              <a:gd name="connsiteY3" fmla="*/ 6774068 h 6858000"/>
              <a:gd name="connsiteX4" fmla="*/ 10655455 w 10655455"/>
              <a:gd name="connsiteY4" fmla="*/ 6858000 h 6858000"/>
              <a:gd name="connsiteX5" fmla="*/ 8025501 w 10655455"/>
              <a:gd name="connsiteY5" fmla="*/ 6858000 h 6858000"/>
              <a:gd name="connsiteX6" fmla="*/ 8129453 w 10655455"/>
              <a:gd name="connsiteY6" fmla="*/ 6678214 h 6858000"/>
              <a:gd name="connsiteX7" fmla="*/ 8272677 w 10655455"/>
              <a:gd name="connsiteY7" fmla="*/ 6430504 h 6858000"/>
              <a:gd name="connsiteX8" fmla="*/ 8526285 w 10655455"/>
              <a:gd name="connsiteY8" fmla="*/ 6283111 h 6858000"/>
              <a:gd name="connsiteX9" fmla="*/ 8508611 w 10655455"/>
              <a:gd name="connsiteY9" fmla="*/ 4776272 h 6858000"/>
              <a:gd name="connsiteX10" fmla="*/ 9153763 w 10655455"/>
              <a:gd name="connsiteY10" fmla="*/ 4776272 h 6858000"/>
              <a:gd name="connsiteX11" fmla="*/ 9252696 w 10655455"/>
              <a:gd name="connsiteY11" fmla="*/ 4834580 h 6858000"/>
              <a:gd name="connsiteX12" fmla="*/ 9575969 w 10655455"/>
              <a:gd name="connsiteY12" fmla="*/ 5391278 h 6858000"/>
              <a:gd name="connsiteX13" fmla="*/ 9575969 w 10655455"/>
              <a:gd name="connsiteY13" fmla="*/ 5505116 h 6858000"/>
              <a:gd name="connsiteX14" fmla="*/ 9252696 w 10655455"/>
              <a:gd name="connsiteY14" fmla="*/ 6061815 h 6858000"/>
              <a:gd name="connsiteX15" fmla="*/ 9153763 w 10655455"/>
              <a:gd name="connsiteY15" fmla="*/ 6120122 h 6858000"/>
              <a:gd name="connsiteX16" fmla="*/ 8508611 w 10655455"/>
              <a:gd name="connsiteY16" fmla="*/ 6120122 h 6858000"/>
              <a:gd name="connsiteX17" fmla="*/ 8408284 w 10655455"/>
              <a:gd name="connsiteY17" fmla="*/ 6061815 h 6858000"/>
              <a:gd name="connsiteX18" fmla="*/ 8086404 w 10655455"/>
              <a:gd name="connsiteY18" fmla="*/ 5505116 h 6858000"/>
              <a:gd name="connsiteX19" fmla="*/ 8086404 w 10655455"/>
              <a:gd name="connsiteY19" fmla="*/ 5391278 h 6858000"/>
              <a:gd name="connsiteX20" fmla="*/ 8408284 w 10655455"/>
              <a:gd name="connsiteY20" fmla="*/ 4834580 h 6858000"/>
              <a:gd name="connsiteX21" fmla="*/ 8508611 w 10655455"/>
              <a:gd name="connsiteY21" fmla="*/ 4776272 h 6858000"/>
              <a:gd name="connsiteX22" fmla="*/ 8438383 w 10655455"/>
              <a:gd name="connsiteY22" fmla="*/ 4182594 h 6858000"/>
              <a:gd name="connsiteX23" fmla="*/ 8671249 w 10655455"/>
              <a:gd name="connsiteY23" fmla="*/ 4182594 h 6858000"/>
              <a:gd name="connsiteX24" fmla="*/ 8706958 w 10655455"/>
              <a:gd name="connsiteY24" fmla="*/ 4203640 h 6858000"/>
              <a:gd name="connsiteX25" fmla="*/ 8823642 w 10655455"/>
              <a:gd name="connsiteY25" fmla="*/ 4404579 h 6858000"/>
              <a:gd name="connsiteX26" fmla="*/ 8823642 w 10655455"/>
              <a:gd name="connsiteY26" fmla="*/ 4445668 h 6858000"/>
              <a:gd name="connsiteX27" fmla="*/ 8706958 w 10655455"/>
              <a:gd name="connsiteY27" fmla="*/ 4646606 h 6858000"/>
              <a:gd name="connsiteX28" fmla="*/ 8671249 w 10655455"/>
              <a:gd name="connsiteY28" fmla="*/ 4667652 h 6858000"/>
              <a:gd name="connsiteX29" fmla="*/ 8438383 w 10655455"/>
              <a:gd name="connsiteY29" fmla="*/ 4667652 h 6858000"/>
              <a:gd name="connsiteX30" fmla="*/ 8402170 w 10655455"/>
              <a:gd name="connsiteY30" fmla="*/ 4646606 h 6858000"/>
              <a:gd name="connsiteX31" fmla="*/ 8285989 w 10655455"/>
              <a:gd name="connsiteY31" fmla="*/ 4445668 h 6858000"/>
              <a:gd name="connsiteX32" fmla="*/ 8285989 w 10655455"/>
              <a:gd name="connsiteY32" fmla="*/ 4404579 h 6858000"/>
              <a:gd name="connsiteX33" fmla="*/ 8402170 w 10655455"/>
              <a:gd name="connsiteY33" fmla="*/ 4203640 h 6858000"/>
              <a:gd name="connsiteX34" fmla="*/ 8438383 w 10655455"/>
              <a:gd name="connsiteY34" fmla="*/ 4182594 h 6858000"/>
              <a:gd name="connsiteX35" fmla="*/ 7678681 w 10655455"/>
              <a:gd name="connsiteY35" fmla="*/ 3459104 h 6858000"/>
              <a:gd name="connsiteX36" fmla="*/ 8119685 w 10655455"/>
              <a:gd name="connsiteY36" fmla="*/ 3459104 h 6858000"/>
              <a:gd name="connsiteX37" fmla="*/ 8187313 w 10655455"/>
              <a:gd name="connsiteY37" fmla="*/ 3498961 h 6858000"/>
              <a:gd name="connsiteX38" fmla="*/ 8408292 w 10655455"/>
              <a:gd name="connsiteY38" fmla="*/ 3879501 h 6858000"/>
              <a:gd name="connsiteX39" fmla="*/ 8408292 w 10655455"/>
              <a:gd name="connsiteY39" fmla="*/ 3957318 h 6858000"/>
              <a:gd name="connsiteX40" fmla="*/ 8187313 w 10655455"/>
              <a:gd name="connsiteY40" fmla="*/ 4337857 h 6858000"/>
              <a:gd name="connsiteX41" fmla="*/ 8119685 w 10655455"/>
              <a:gd name="connsiteY41" fmla="*/ 4377714 h 6858000"/>
              <a:gd name="connsiteX42" fmla="*/ 7678681 w 10655455"/>
              <a:gd name="connsiteY42" fmla="*/ 4377714 h 6858000"/>
              <a:gd name="connsiteX43" fmla="*/ 7610101 w 10655455"/>
              <a:gd name="connsiteY43" fmla="*/ 4337857 h 6858000"/>
              <a:gd name="connsiteX44" fmla="*/ 7390076 w 10655455"/>
              <a:gd name="connsiteY44" fmla="*/ 3957318 h 6858000"/>
              <a:gd name="connsiteX45" fmla="*/ 7390076 w 10655455"/>
              <a:gd name="connsiteY45" fmla="*/ 3879501 h 6858000"/>
              <a:gd name="connsiteX46" fmla="*/ 7610101 w 10655455"/>
              <a:gd name="connsiteY46" fmla="*/ 3498961 h 6858000"/>
              <a:gd name="connsiteX47" fmla="*/ 7678681 w 10655455"/>
              <a:gd name="connsiteY47" fmla="*/ 3459104 h 6858000"/>
              <a:gd name="connsiteX48" fmla="*/ 9108816 w 10655455"/>
              <a:gd name="connsiteY48" fmla="*/ 2082751 h 6858000"/>
              <a:gd name="connsiteX49" fmla="*/ 9876937 w 10655455"/>
              <a:gd name="connsiteY49" fmla="*/ 2082751 h 6858000"/>
              <a:gd name="connsiteX50" fmla="*/ 9994727 w 10655455"/>
              <a:gd name="connsiteY50" fmla="*/ 2152172 h 6858000"/>
              <a:gd name="connsiteX51" fmla="*/ 10379617 w 10655455"/>
              <a:gd name="connsiteY51" fmla="*/ 2814978 h 6858000"/>
              <a:gd name="connsiteX52" fmla="*/ 10379617 w 10655455"/>
              <a:gd name="connsiteY52" fmla="*/ 2950515 h 6858000"/>
              <a:gd name="connsiteX53" fmla="*/ 9994727 w 10655455"/>
              <a:gd name="connsiteY53" fmla="*/ 3613321 h 6858000"/>
              <a:gd name="connsiteX54" fmla="*/ 9876937 w 10655455"/>
              <a:gd name="connsiteY54" fmla="*/ 3682742 h 6858000"/>
              <a:gd name="connsiteX55" fmla="*/ 9108816 w 10655455"/>
              <a:gd name="connsiteY55" fmla="*/ 3682742 h 6858000"/>
              <a:gd name="connsiteX56" fmla="*/ 8989367 w 10655455"/>
              <a:gd name="connsiteY56" fmla="*/ 3613321 h 6858000"/>
              <a:gd name="connsiteX57" fmla="*/ 8606137 w 10655455"/>
              <a:gd name="connsiteY57" fmla="*/ 2950515 h 6858000"/>
              <a:gd name="connsiteX58" fmla="*/ 8606137 w 10655455"/>
              <a:gd name="connsiteY58" fmla="*/ 2814978 h 6858000"/>
              <a:gd name="connsiteX59" fmla="*/ 8989367 w 10655455"/>
              <a:gd name="connsiteY59" fmla="*/ 2152172 h 6858000"/>
              <a:gd name="connsiteX60" fmla="*/ 9108816 w 10655455"/>
              <a:gd name="connsiteY60" fmla="*/ 2082751 h 6858000"/>
              <a:gd name="connsiteX61" fmla="*/ 1321854 w 10655455"/>
              <a:gd name="connsiteY61" fmla="*/ 2071857 h 6858000"/>
              <a:gd name="connsiteX62" fmla="*/ 5365317 w 10655455"/>
              <a:gd name="connsiteY62" fmla="*/ 2071857 h 6858000"/>
              <a:gd name="connsiteX63" fmla="*/ 5985373 w 10655455"/>
              <a:gd name="connsiteY63" fmla="*/ 2437296 h 6858000"/>
              <a:gd name="connsiteX64" fmla="*/ 8011470 w 10655455"/>
              <a:gd name="connsiteY64" fmla="*/ 5926372 h 6858000"/>
              <a:gd name="connsiteX65" fmla="*/ 8011470 w 10655455"/>
              <a:gd name="connsiteY65" fmla="*/ 6639850 h 6858000"/>
              <a:gd name="connsiteX66" fmla="*/ 7904625 w 10655455"/>
              <a:gd name="connsiteY66" fmla="*/ 6823844 h 6858000"/>
              <a:gd name="connsiteX67" fmla="*/ 7884791 w 10655455"/>
              <a:gd name="connsiteY67" fmla="*/ 6858000 h 6858000"/>
              <a:gd name="connsiteX68" fmla="*/ 0 w 10655455"/>
              <a:gd name="connsiteY68" fmla="*/ 6858000 h 6858000"/>
              <a:gd name="connsiteX69" fmla="*/ 0 w 10655455"/>
              <a:gd name="connsiteY69" fmla="*/ 3635967 h 6858000"/>
              <a:gd name="connsiteX70" fmla="*/ 27177 w 10655455"/>
              <a:gd name="connsiteY70" fmla="*/ 3588964 h 6858000"/>
              <a:gd name="connsiteX71" fmla="*/ 693065 w 10655455"/>
              <a:gd name="connsiteY71" fmla="*/ 2437296 h 6858000"/>
              <a:gd name="connsiteX72" fmla="*/ 1321854 w 10655455"/>
              <a:gd name="connsiteY72" fmla="*/ 2071857 h 6858000"/>
              <a:gd name="connsiteX73" fmla="*/ 6786399 w 10655455"/>
              <a:gd name="connsiteY73" fmla="*/ 753840 h 6858000"/>
              <a:gd name="connsiteX74" fmla="*/ 8025968 w 10655455"/>
              <a:gd name="connsiteY74" fmla="*/ 753840 h 6858000"/>
              <a:gd name="connsiteX75" fmla="*/ 8216053 w 10655455"/>
              <a:gd name="connsiteY75" fmla="*/ 865869 h 6858000"/>
              <a:gd name="connsiteX76" fmla="*/ 8837177 w 10655455"/>
              <a:gd name="connsiteY76" fmla="*/ 1935484 h 6858000"/>
              <a:gd name="connsiteX77" fmla="*/ 8837177 w 10655455"/>
              <a:gd name="connsiteY77" fmla="*/ 2154207 h 6858000"/>
              <a:gd name="connsiteX78" fmla="*/ 8216053 w 10655455"/>
              <a:gd name="connsiteY78" fmla="*/ 3223823 h 6858000"/>
              <a:gd name="connsiteX79" fmla="*/ 8025968 w 10655455"/>
              <a:gd name="connsiteY79" fmla="*/ 3335852 h 6858000"/>
              <a:gd name="connsiteX80" fmla="*/ 6786399 w 10655455"/>
              <a:gd name="connsiteY80" fmla="*/ 3335852 h 6858000"/>
              <a:gd name="connsiteX81" fmla="*/ 6593637 w 10655455"/>
              <a:gd name="connsiteY81" fmla="*/ 3223823 h 6858000"/>
              <a:gd name="connsiteX82" fmla="*/ 5975192 w 10655455"/>
              <a:gd name="connsiteY82" fmla="*/ 2154207 h 6858000"/>
              <a:gd name="connsiteX83" fmla="*/ 5975192 w 10655455"/>
              <a:gd name="connsiteY83" fmla="*/ 1935484 h 6858000"/>
              <a:gd name="connsiteX84" fmla="*/ 6593637 w 10655455"/>
              <a:gd name="connsiteY84" fmla="*/ 865869 h 6858000"/>
              <a:gd name="connsiteX85" fmla="*/ 6786399 w 10655455"/>
              <a:gd name="connsiteY85" fmla="*/ 753840 h 6858000"/>
              <a:gd name="connsiteX86" fmla="*/ 0 w 10655455"/>
              <a:gd name="connsiteY86" fmla="*/ 0 h 6858000"/>
              <a:gd name="connsiteX87" fmla="*/ 6966294 w 10655455"/>
              <a:gd name="connsiteY87" fmla="*/ 0 h 6858000"/>
              <a:gd name="connsiteX88" fmla="*/ 6852387 w 10655455"/>
              <a:gd name="connsiteY88" fmla="*/ 196155 h 6858000"/>
              <a:gd name="connsiteX89" fmla="*/ 6043321 w 10655455"/>
              <a:gd name="connsiteY89" fmla="*/ 1589421 h 6858000"/>
              <a:gd name="connsiteX90" fmla="*/ 5423265 w 10655455"/>
              <a:gd name="connsiteY90" fmla="*/ 1954861 h 6858000"/>
              <a:gd name="connsiteX91" fmla="*/ 1379802 w 10655455"/>
              <a:gd name="connsiteY91" fmla="*/ 1954861 h 6858000"/>
              <a:gd name="connsiteX92" fmla="*/ 751013 w 10655455"/>
              <a:gd name="connsiteY92" fmla="*/ 1589421 h 6858000"/>
              <a:gd name="connsiteX93" fmla="*/ 1951 w 10655455"/>
              <a:gd name="connsiteY93" fmla="*/ 293901 h 6858000"/>
              <a:gd name="connsiteX94" fmla="*/ 0 w 10655455"/>
              <a:gd name="connsiteY94" fmla="*/ 2905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1"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a:solidFill>
            <a:schemeClr val="bg1">
              <a:lumMod val="95000"/>
            </a:schemeClr>
          </a:solidFill>
        </p:spPr>
        <p:txBody>
          <a:bodyPr wrap="square" tIns="2160000" anchor="t">
            <a:noAutofit/>
          </a:bodyPr>
          <a:lstStyle>
            <a:lvl1pPr marL="0" indent="0" algn="ctr">
              <a:buNone/>
              <a:defRPr sz="1200" i="1">
                <a:latin typeface="Times New Roman" panose="02020603050405020304" pitchFamily="18" charset="0"/>
                <a:cs typeface="Times New Roman" panose="02020603050405020304" pitchFamily="18" charset="0"/>
              </a:defRPr>
            </a:lvl1pPr>
          </a:lstStyle>
          <a:p>
            <a:r>
              <a:rPr lang="en-US" dirty="0"/>
              <a:t>Insert or Drag &amp; Drop Photo</a:t>
            </a:r>
            <a:endParaRPr lang="en-ZA"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425293" y="2834640"/>
            <a:ext cx="4459766" cy="2720356"/>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anchor="t"/>
          <a:lstStyle>
            <a:lvl1pPr algn="l">
              <a:lnSpc>
                <a:spcPts val="4000"/>
              </a:lnSpc>
              <a:defRPr sz="5000" b="1" spc="-300">
                <a:solidFill>
                  <a:schemeClr val="bg1">
                    <a:lumMod val="95000"/>
                  </a:schemeClr>
                </a:solidFill>
              </a:defRPr>
            </a:lvl1pPr>
          </a:lstStyle>
          <a:p>
            <a:r>
              <a:rPr lang="en-US" dirty="0"/>
              <a:t>Thank You</a:t>
            </a:r>
            <a:endParaRPr lang="en-ZA" dirty="0"/>
          </a:p>
        </p:txBody>
      </p:sp>
      <p:sp>
        <p:nvSpPr>
          <p:cNvPr id="7" name="Text Placeholder 5">
            <a:extLst>
              <a:ext uri="{FF2B5EF4-FFF2-40B4-BE49-F238E27FC236}">
                <a16:creationId xmlns:a16="http://schemas.microsoft.com/office/drawing/2014/main" id="{D907C852-B0E0-4C2E-88CE-B543605961EE}"/>
              </a:ext>
            </a:extLst>
          </p:cNvPr>
          <p:cNvSpPr>
            <a:spLocks noGrp="1"/>
          </p:cNvSpPr>
          <p:nvPr>
            <p:ph type="body" sz="quarter" idx="15" hasCustomPrompt="1"/>
          </p:nvPr>
        </p:nvSpPr>
        <p:spPr>
          <a:xfrm>
            <a:off x="8034849" y="3859066"/>
            <a:ext cx="3521514" cy="288000"/>
          </a:xfrm>
        </p:spPr>
        <p:txBody>
          <a:bodyPr/>
          <a:lstStyle>
            <a:lvl1pPr marL="0" indent="0">
              <a:buNone/>
              <a:defRPr>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Full Name</a:t>
            </a:r>
            <a:endParaRPr lang="en-ZA" dirty="0"/>
          </a:p>
        </p:txBody>
      </p:sp>
      <p:sp>
        <p:nvSpPr>
          <p:cNvPr id="8" name="Text Placeholder 6">
            <a:extLst>
              <a:ext uri="{FF2B5EF4-FFF2-40B4-BE49-F238E27FC236}">
                <a16:creationId xmlns:a16="http://schemas.microsoft.com/office/drawing/2014/main" id="{D84C0BEF-F601-4B10-8AEE-4859FE996B34}"/>
              </a:ext>
            </a:extLst>
          </p:cNvPr>
          <p:cNvSpPr>
            <a:spLocks noGrp="1"/>
          </p:cNvSpPr>
          <p:nvPr>
            <p:ph type="body" sz="quarter" idx="16" hasCustomPrompt="1"/>
          </p:nvPr>
        </p:nvSpPr>
        <p:spPr>
          <a:xfrm>
            <a:off x="8034849" y="4220189"/>
            <a:ext cx="3521514" cy="288000"/>
          </a:xfrm>
        </p:spPr>
        <p:txBody>
          <a:bodyPr/>
          <a:lstStyle>
            <a:lvl1pPr marL="0" indent="0">
              <a:buNone/>
              <a:defRPr>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Phone Number</a:t>
            </a:r>
            <a:endParaRPr lang="en-ZA" dirty="0"/>
          </a:p>
        </p:txBody>
      </p:sp>
      <p:sp>
        <p:nvSpPr>
          <p:cNvPr id="9" name="Text Placeholder 7">
            <a:extLst>
              <a:ext uri="{FF2B5EF4-FFF2-40B4-BE49-F238E27FC236}">
                <a16:creationId xmlns:a16="http://schemas.microsoft.com/office/drawing/2014/main" id="{83A6EF9B-EF2F-4949-9CC4-C16BF8DC85A0}"/>
              </a:ext>
            </a:extLst>
          </p:cNvPr>
          <p:cNvSpPr>
            <a:spLocks noGrp="1"/>
          </p:cNvSpPr>
          <p:nvPr>
            <p:ph type="body" sz="quarter" idx="17" hasCustomPrompt="1"/>
          </p:nvPr>
        </p:nvSpPr>
        <p:spPr>
          <a:xfrm>
            <a:off x="8034849" y="4581312"/>
            <a:ext cx="3521514" cy="288000"/>
          </a:xfrm>
        </p:spPr>
        <p:txBody>
          <a:bodyPr/>
          <a:lstStyle>
            <a:lvl1pPr marL="0" indent="0">
              <a:buNone/>
              <a:defRPr>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Email or Social Media Handle</a:t>
            </a:r>
            <a:endParaRPr lang="en-ZA" dirty="0"/>
          </a:p>
        </p:txBody>
      </p:sp>
      <p:sp>
        <p:nvSpPr>
          <p:cNvPr id="10" name="Text Placeholder 8">
            <a:extLst>
              <a:ext uri="{FF2B5EF4-FFF2-40B4-BE49-F238E27FC236}">
                <a16:creationId xmlns:a16="http://schemas.microsoft.com/office/drawing/2014/main" id="{BE8CA170-9CA9-448E-B07A-E01AB84F7FD3}"/>
              </a:ext>
            </a:extLst>
          </p:cNvPr>
          <p:cNvSpPr>
            <a:spLocks noGrp="1"/>
          </p:cNvSpPr>
          <p:nvPr>
            <p:ph type="body" sz="quarter" idx="18" hasCustomPrompt="1"/>
          </p:nvPr>
        </p:nvSpPr>
        <p:spPr>
          <a:xfrm>
            <a:off x="8034849" y="4942435"/>
            <a:ext cx="3521514" cy="288000"/>
          </a:xfrm>
        </p:spPr>
        <p:txBody>
          <a:bodyPr/>
          <a:lstStyle>
            <a:lvl1pPr marL="0" indent="0">
              <a:buNone/>
              <a:defRPr>
                <a:solidFill>
                  <a:schemeClr val="bg1">
                    <a:lumMod val="95000"/>
                  </a:schemeClr>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Company Website</a:t>
            </a:r>
            <a:endParaRPr lang="en-ZA" dirty="0"/>
          </a:p>
        </p:txBody>
      </p:sp>
    </p:spTree>
    <p:extLst>
      <p:ext uri="{BB962C8B-B14F-4D97-AF65-F5344CB8AC3E}">
        <p14:creationId xmlns:p14="http://schemas.microsoft.com/office/powerpoint/2010/main" val="16328917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ZA" dirty="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ZA"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ZA" smtClean="0"/>
              <a:pPr/>
              <a:t>‹#›</a:t>
            </a:fld>
            <a:endParaRPr lang="en-ZA" dirty="0"/>
          </a:p>
        </p:txBody>
      </p:sp>
      <p:sp>
        <p:nvSpPr>
          <p:cNvPr id="10" name="Content Placeholder 2">
            <a:extLst>
              <a:ext uri="{FF2B5EF4-FFF2-40B4-BE49-F238E27FC236}">
                <a16:creationId xmlns:a16="http://schemas.microsoft.com/office/drawing/2014/main" id="{AFA90A43-BEC4-4B20-96E2-797B03FB82F2}"/>
              </a:ext>
            </a:extLst>
          </p:cNvPr>
          <p:cNvSpPr>
            <a:spLocks noGrp="1"/>
          </p:cNvSpPr>
          <p:nvPr>
            <p:ph idx="33"/>
          </p:nvPr>
        </p:nvSpPr>
        <p:spPr>
          <a:xfrm>
            <a:off x="430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12" name="Content Placeholder 2">
            <a:extLst>
              <a:ext uri="{FF2B5EF4-FFF2-40B4-BE49-F238E27FC236}">
                <a16:creationId xmlns:a16="http://schemas.microsoft.com/office/drawing/2014/main" id="{8A2C2023-6C37-4611-ACAF-5F2060202836}"/>
              </a:ext>
            </a:extLst>
          </p:cNvPr>
          <p:cNvSpPr>
            <a:spLocks noGrp="1"/>
          </p:cNvSpPr>
          <p:nvPr>
            <p:ph idx="34"/>
          </p:nvPr>
        </p:nvSpPr>
        <p:spPr>
          <a:xfrm>
            <a:off x="817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Tree>
    <p:extLst>
      <p:ext uri="{BB962C8B-B14F-4D97-AF65-F5344CB8AC3E}">
        <p14:creationId xmlns:p14="http://schemas.microsoft.com/office/powerpoint/2010/main" val="26543880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ZA" dirty="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dirty="0"/>
              <a:t>Subtitle</a:t>
            </a:r>
            <a:endParaRPr lang="en-ZA" dirty="0"/>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ZA" dirty="0"/>
              <a:t>Add a footer</a:t>
            </a:r>
          </a:p>
        </p:txBody>
      </p:sp>
      <p:sp>
        <p:nvSpPr>
          <p:cNvPr id="6" name="Slide Number Placeholder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974837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206C51E8-C5C0-4672-B456-F44C69B074DB}"/>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6" name="Freeform 5">
            <a:extLst>
              <a:ext uri="{FF2B5EF4-FFF2-40B4-BE49-F238E27FC236}">
                <a16:creationId xmlns:a16="http://schemas.microsoft.com/office/drawing/2014/main" id="{9DE9AE8C-7574-4D45-B521-6B18054DA7C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7" name="Freeform 5">
            <a:extLst>
              <a:ext uri="{FF2B5EF4-FFF2-40B4-BE49-F238E27FC236}">
                <a16:creationId xmlns:a16="http://schemas.microsoft.com/office/drawing/2014/main" id="{EF240172-5930-4717-A0CD-A151075277D6}"/>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5">
            <a:extLst>
              <a:ext uri="{FF2B5EF4-FFF2-40B4-BE49-F238E27FC236}">
                <a16:creationId xmlns:a16="http://schemas.microsoft.com/office/drawing/2014/main" id="{7B4A83CE-8643-4697-94A9-C9F587F46E23}"/>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B0A765A5-BBCE-405E-A4B3-80A660118E84}"/>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948293" y="3271757"/>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anchor="t"/>
          <a:lstStyle>
            <a:lvl1pPr algn="l">
              <a:lnSpc>
                <a:spcPts val="4000"/>
              </a:lnSpc>
              <a:defRPr sz="5000" b="1" spc="-300">
                <a:solidFill>
                  <a:schemeClr val="bg1">
                    <a:lumMod val="95000"/>
                  </a:schemeClr>
                </a:solidFill>
              </a:defRPr>
            </a:lvl1pPr>
          </a:lstStyle>
          <a:p>
            <a:r>
              <a:rPr lang="en-US" dirty="0"/>
              <a:t>Click to edit presentation title</a:t>
            </a:r>
            <a:endParaRPr lang="en-ZA"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1130300" y="5250494"/>
            <a:ext cx="4000500" cy="997905"/>
          </a:xfrm>
          <a:noFill/>
        </p:spPr>
        <p:txBody>
          <a:bodyPr lIns="0" tIns="0" rIns="0" bIns="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dirty="0"/>
          </a:p>
        </p:txBody>
      </p:sp>
    </p:spTree>
    <p:extLst>
      <p:ext uri="{BB962C8B-B14F-4D97-AF65-F5344CB8AC3E}">
        <p14:creationId xmlns:p14="http://schemas.microsoft.com/office/powerpoint/2010/main" val="20836569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Freeform 5">
            <a:extLst>
              <a:ext uri="{FF2B5EF4-FFF2-40B4-BE49-F238E27FC236}">
                <a16:creationId xmlns:a16="http://schemas.microsoft.com/office/drawing/2014/main" id="{12B8F0DB-CC25-4CE9-A68E-CAA2FD986AF3}"/>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5">
            <a:extLst>
              <a:ext uri="{FF2B5EF4-FFF2-40B4-BE49-F238E27FC236}">
                <a16:creationId xmlns:a16="http://schemas.microsoft.com/office/drawing/2014/main" id="{8A058973-2DC9-4087-9D57-F1D779F56CC2}"/>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B641062D-3CD4-49D1-A621-331E29333406}"/>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9F2C1E7C-A088-4772-84B3-15309BEADF7D}"/>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CA52278A-6924-4F97-A196-AE30D3DACB7A}"/>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866117" y="1816509"/>
            <a:ext cx="4459766" cy="3146839"/>
          </a:xfrm>
          <a:prstGeom prst="roundRect">
            <a:avLst>
              <a:gd name="adj" fmla="val 2139"/>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lIns="180000" tIns="288000" rIns="180000" bIns="180000" anchor="t"/>
          <a:lstStyle>
            <a:lvl1pPr algn="l">
              <a:lnSpc>
                <a:spcPts val="4000"/>
              </a:lnSpc>
              <a:defRPr sz="5000" b="1" spc="-300">
                <a:solidFill>
                  <a:schemeClr val="bg1">
                    <a:lumMod val="95000"/>
                  </a:schemeClr>
                </a:solidFill>
              </a:defRPr>
            </a:lvl1pPr>
          </a:lstStyle>
          <a:p>
            <a:r>
              <a:rPr lang="en-US" dirty="0"/>
              <a:t>Click to edit divider slide title</a:t>
            </a:r>
            <a:endParaRPr lang="en-ZA" dirty="0"/>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4048124" y="3795246"/>
            <a:ext cx="4000500" cy="997905"/>
          </a:xfrm>
          <a:noFill/>
        </p:spPr>
        <p:txBody>
          <a:bodyPr lIns="0" tIns="0" rIns="0" bIns="0"/>
          <a:lstStyle>
            <a:lvl1pPr marL="0" indent="0" algn="l">
              <a:buNone/>
              <a:defRPr sz="21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dirty="0"/>
          </a:p>
        </p:txBody>
      </p:sp>
      <p:sp>
        <p:nvSpPr>
          <p:cNvPr id="4" name="Footer Placeholder 3">
            <a:extLst>
              <a:ext uri="{FF2B5EF4-FFF2-40B4-BE49-F238E27FC236}">
                <a16:creationId xmlns:a16="http://schemas.microsoft.com/office/drawing/2014/main" id="{734B1E83-6080-4D35-A216-8E5C399023B2}"/>
              </a:ext>
            </a:extLst>
          </p:cNvPr>
          <p:cNvSpPr>
            <a:spLocks noGrp="1"/>
          </p:cNvSpPr>
          <p:nvPr>
            <p:ph type="ftr" sz="quarter" idx="11"/>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0DE95353-8EE1-49C9-ADAC-E76BD49D222D}"/>
              </a:ext>
            </a:extLst>
          </p:cNvPr>
          <p:cNvSpPr>
            <a:spLocks noGrp="1"/>
          </p:cNvSpPr>
          <p:nvPr>
            <p:ph type="sldNum" sz="quarter" idx="12"/>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16031296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8663BD7B-5136-47ED-BE0A-C6C2F5622BDC}"/>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9" name="Freeform 5">
            <a:extLst>
              <a:ext uri="{FF2B5EF4-FFF2-40B4-BE49-F238E27FC236}">
                <a16:creationId xmlns:a16="http://schemas.microsoft.com/office/drawing/2014/main" id="{6ABA22C7-C35B-4EC0-B7CE-54F9EEFCB71D}"/>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0" name="Freeform 5">
            <a:extLst>
              <a:ext uri="{FF2B5EF4-FFF2-40B4-BE49-F238E27FC236}">
                <a16:creationId xmlns:a16="http://schemas.microsoft.com/office/drawing/2014/main" id="{6DAE4BC9-9CFF-4522-8216-651498F7A167}"/>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8E822AA0-FB3E-4051-AA1F-F51204BA02A9}"/>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3445288A-D169-4374-BCFD-917DD04B2B1E}"/>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ZA" dirty="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dirty="0"/>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ZA" smtClean="0"/>
              <a:pPr/>
              <a:t>‹#›</a:t>
            </a:fld>
            <a:endParaRPr lang="en-ZA" dirty="0"/>
          </a:p>
        </p:txBody>
      </p:sp>
    </p:spTree>
    <p:extLst>
      <p:ext uri="{BB962C8B-B14F-4D97-AF65-F5344CB8AC3E}">
        <p14:creationId xmlns:p14="http://schemas.microsoft.com/office/powerpoint/2010/main" val="17345016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3"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4"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ZA" dirty="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ZA" smtClean="0"/>
              <a:pPr/>
              <a:t>‹#›</a:t>
            </a:fld>
            <a:endParaRPr lang="en-ZA" dirty="0"/>
          </a:p>
        </p:txBody>
      </p:sp>
      <p:sp>
        <p:nvSpPr>
          <p:cNvPr id="9" name="Content Placeholder 3">
            <a:extLst>
              <a:ext uri="{FF2B5EF4-FFF2-40B4-BE49-F238E27FC236}">
                <a16:creationId xmlns:a16="http://schemas.microsoft.com/office/drawing/2014/main" id="{2CD5709C-84DE-45F3-AE9B-8B6FD7134AB5}"/>
              </a:ext>
            </a:extLst>
          </p:cNvPr>
          <p:cNvSpPr>
            <a:spLocks noGrp="1"/>
          </p:cNvSpPr>
          <p:nvPr>
            <p:ph sz="half" idx="2"/>
          </p:nvPr>
        </p:nvSpPr>
        <p:spPr>
          <a:xfrm>
            <a:off x="6299886" y="1511250"/>
            <a:ext cx="5460114" cy="46657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2">
            <a:extLst>
              <a:ext uri="{FF2B5EF4-FFF2-40B4-BE49-F238E27FC236}">
                <a16:creationId xmlns:a16="http://schemas.microsoft.com/office/drawing/2014/main" id="{36BB18B1-3B7F-4B18-A1C5-BB7DA443C63F}"/>
              </a:ext>
            </a:extLst>
          </p:cNvPr>
          <p:cNvSpPr>
            <a:spLocks noGrp="1"/>
          </p:cNvSpPr>
          <p:nvPr>
            <p:ph sz="half" idx="1"/>
          </p:nvPr>
        </p:nvSpPr>
        <p:spPr>
          <a:xfrm>
            <a:off x="456816" y="1511250"/>
            <a:ext cx="5460114" cy="46657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915521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3"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4"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ZA" dirty="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ZA" smtClean="0"/>
              <a:pPr/>
              <a:t>‹#›</a:t>
            </a:fld>
            <a:endParaRPr lang="en-ZA" dirty="0"/>
          </a:p>
        </p:txBody>
      </p:sp>
      <p:sp>
        <p:nvSpPr>
          <p:cNvPr id="15" name="Text Placeholder 2">
            <a:extLst>
              <a:ext uri="{FF2B5EF4-FFF2-40B4-BE49-F238E27FC236}">
                <a16:creationId xmlns:a16="http://schemas.microsoft.com/office/drawing/2014/main" id="{3419BDFB-8FC0-4B89-A29A-8EAC95E9AB99}"/>
              </a:ext>
            </a:extLst>
          </p:cNvPr>
          <p:cNvSpPr>
            <a:spLocks noGrp="1"/>
          </p:cNvSpPr>
          <p:nvPr>
            <p:ph type="body" idx="1"/>
          </p:nvPr>
        </p:nvSpPr>
        <p:spPr>
          <a:xfrm>
            <a:off x="431800" y="1511250"/>
            <a:ext cx="54849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8" name="Text Placeholder 4">
            <a:extLst>
              <a:ext uri="{FF2B5EF4-FFF2-40B4-BE49-F238E27FC236}">
                <a16:creationId xmlns:a16="http://schemas.microsoft.com/office/drawing/2014/main" id="{8E6C2CC0-9AB0-46E9-977A-EF923DCE7FAF}"/>
              </a:ext>
            </a:extLst>
          </p:cNvPr>
          <p:cNvSpPr>
            <a:spLocks noGrp="1"/>
          </p:cNvSpPr>
          <p:nvPr>
            <p:ph type="body" sz="quarter" idx="3"/>
          </p:nvPr>
        </p:nvSpPr>
        <p:spPr>
          <a:xfrm>
            <a:off x="6339334" y="1518287"/>
            <a:ext cx="542066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Content Placeholder 5">
            <a:extLst>
              <a:ext uri="{FF2B5EF4-FFF2-40B4-BE49-F238E27FC236}">
                <a16:creationId xmlns:a16="http://schemas.microsoft.com/office/drawing/2014/main" id="{28DF954C-A51E-4242-B83E-A826008F5C67}"/>
              </a:ext>
            </a:extLst>
          </p:cNvPr>
          <p:cNvSpPr>
            <a:spLocks noGrp="1"/>
          </p:cNvSpPr>
          <p:nvPr>
            <p:ph sz="quarter" idx="4"/>
          </p:nvPr>
        </p:nvSpPr>
        <p:spPr>
          <a:xfrm>
            <a:off x="6339334" y="2486989"/>
            <a:ext cx="5432666" cy="370267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0" name="Content Placeholder 3">
            <a:extLst>
              <a:ext uri="{FF2B5EF4-FFF2-40B4-BE49-F238E27FC236}">
                <a16:creationId xmlns:a16="http://schemas.microsoft.com/office/drawing/2014/main" id="{600E416E-6162-484A-BA4D-640FA83078A9}"/>
              </a:ext>
            </a:extLst>
          </p:cNvPr>
          <p:cNvSpPr>
            <a:spLocks noGrp="1"/>
          </p:cNvSpPr>
          <p:nvPr>
            <p:ph sz="half" idx="2"/>
          </p:nvPr>
        </p:nvSpPr>
        <p:spPr>
          <a:xfrm>
            <a:off x="431800" y="2486989"/>
            <a:ext cx="5491215" cy="370267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416020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3"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4"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1999"/>
            <a:ext cx="3932237" cy="1600199"/>
          </a:xfrm>
        </p:spPr>
        <p:txBody>
          <a:bodyPr vert="horz" lIns="0" tIns="0" rIns="0" bIns="0" rtlCol="0" anchor="b">
            <a:noAutofit/>
          </a:bodyPr>
          <a:lstStyle>
            <a:lvl1pPr>
              <a:defRPr lang="en-ZA" dirty="0"/>
            </a:lvl1pPr>
          </a:lstStyle>
          <a:p>
            <a:pPr marL="0" lvl="0"/>
            <a:r>
              <a:rPr lang="en-ZA" dirty="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ZA" smtClean="0"/>
              <a:pPr/>
              <a:t>‹#›</a:t>
            </a:fld>
            <a:endParaRPr lang="en-ZA" dirty="0"/>
          </a:p>
        </p:txBody>
      </p:sp>
      <p:sp>
        <p:nvSpPr>
          <p:cNvPr id="20" name="Text Placeholder 3">
            <a:extLst>
              <a:ext uri="{FF2B5EF4-FFF2-40B4-BE49-F238E27FC236}">
                <a16:creationId xmlns:a16="http://schemas.microsoft.com/office/drawing/2014/main" id="{C49FB4A2-B750-422F-96D2-A7C264295779}"/>
              </a:ext>
            </a:extLst>
          </p:cNvPr>
          <p:cNvSpPr>
            <a:spLocks noGrp="1"/>
          </p:cNvSpPr>
          <p:nvPr>
            <p:ph type="body" sz="half" idx="2"/>
          </p:nvPr>
        </p:nvSpPr>
        <p:spPr>
          <a:xfrm>
            <a:off x="434062" y="21343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21" name="Content Placeholder 2">
            <a:extLst>
              <a:ext uri="{FF2B5EF4-FFF2-40B4-BE49-F238E27FC236}">
                <a16:creationId xmlns:a16="http://schemas.microsoft.com/office/drawing/2014/main" id="{A8B59DDF-F2BC-491E-92E0-9D2C1398ECE5}"/>
              </a:ext>
            </a:extLst>
          </p:cNvPr>
          <p:cNvSpPr>
            <a:spLocks noGrp="1"/>
          </p:cNvSpPr>
          <p:nvPr>
            <p:ph idx="1"/>
          </p:nvPr>
        </p:nvSpPr>
        <p:spPr>
          <a:xfrm>
            <a:off x="5183188" y="431999"/>
            <a:ext cx="6544468" cy="5513889"/>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11229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B4B833F7-7F09-42C1-81DA-97CA9530D528}"/>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1" name="Freeform 5">
            <a:extLst>
              <a:ext uri="{FF2B5EF4-FFF2-40B4-BE49-F238E27FC236}">
                <a16:creationId xmlns:a16="http://schemas.microsoft.com/office/drawing/2014/main" id="{F4AA9899-9E92-41B5-AFEF-5F6EAB9782D5}"/>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2" name="Freeform 5">
            <a:extLst>
              <a:ext uri="{FF2B5EF4-FFF2-40B4-BE49-F238E27FC236}">
                <a16:creationId xmlns:a16="http://schemas.microsoft.com/office/drawing/2014/main" id="{8950958A-6460-4594-BEAB-C7444EC6129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3" name="Freeform 5">
            <a:extLst>
              <a:ext uri="{FF2B5EF4-FFF2-40B4-BE49-F238E27FC236}">
                <a16:creationId xmlns:a16="http://schemas.microsoft.com/office/drawing/2014/main" id="{A7E15F2A-61A0-4C11-8E47-4DF7051E91D1}"/>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4" name="Freeform 5">
            <a:extLst>
              <a:ext uri="{FF2B5EF4-FFF2-40B4-BE49-F238E27FC236}">
                <a16:creationId xmlns:a16="http://schemas.microsoft.com/office/drawing/2014/main" id="{B5FF0CC8-80F5-42C4-80EF-E32459238B71}"/>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1999"/>
            <a:ext cx="3932237" cy="1600199"/>
          </a:xfrm>
        </p:spPr>
        <p:txBody>
          <a:bodyPr vert="horz" lIns="0" tIns="0" rIns="0" bIns="0" rtlCol="0" anchor="b">
            <a:noAutofit/>
          </a:bodyPr>
          <a:lstStyle>
            <a:lvl1pPr>
              <a:defRPr lang="en-ZA" dirty="0"/>
            </a:lvl1pPr>
          </a:lstStyle>
          <a:p>
            <a:pPr marL="0" lvl="0"/>
            <a:r>
              <a:rPr lang="en-ZA" dirty="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ZA"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ZA" smtClean="0"/>
              <a:pPr/>
              <a:t>‹#›</a:t>
            </a:fld>
            <a:endParaRPr lang="en-ZA" dirty="0"/>
          </a:p>
        </p:txBody>
      </p:sp>
      <p:sp>
        <p:nvSpPr>
          <p:cNvPr id="20" name="Text Placeholder 3">
            <a:extLst>
              <a:ext uri="{FF2B5EF4-FFF2-40B4-BE49-F238E27FC236}">
                <a16:creationId xmlns:a16="http://schemas.microsoft.com/office/drawing/2014/main" id="{C49FB4A2-B750-422F-96D2-A7C264295779}"/>
              </a:ext>
            </a:extLst>
          </p:cNvPr>
          <p:cNvSpPr>
            <a:spLocks noGrp="1"/>
          </p:cNvSpPr>
          <p:nvPr>
            <p:ph type="body" sz="half" idx="2"/>
          </p:nvPr>
        </p:nvSpPr>
        <p:spPr>
          <a:xfrm>
            <a:off x="434062" y="21343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16" name="Picture Placeholder 2">
            <a:extLst>
              <a:ext uri="{FF2B5EF4-FFF2-40B4-BE49-F238E27FC236}">
                <a16:creationId xmlns:a16="http://schemas.microsoft.com/office/drawing/2014/main" id="{0110E46C-B434-49FA-AA0E-D64E5786D280}"/>
              </a:ext>
            </a:extLst>
          </p:cNvPr>
          <p:cNvSpPr>
            <a:spLocks noGrp="1"/>
          </p:cNvSpPr>
          <p:nvPr>
            <p:ph type="pic" idx="1"/>
          </p:nvPr>
        </p:nvSpPr>
        <p:spPr>
          <a:xfrm>
            <a:off x="5183188" y="431999"/>
            <a:ext cx="6544468" cy="5513889"/>
          </a:xfrm>
          <a:prstGeom prst="roundRect">
            <a:avLst>
              <a:gd name="adj" fmla="val 5554"/>
            </a:avLst>
          </a:prstGeom>
        </p:spPr>
        <p:txBody>
          <a:bodyPr vert="horz" wrap="square" lIns="0" tIns="0" rIns="0" bIns="0" rtlCol="0" anchor="ctr">
            <a:noAutofit/>
          </a:bodyPr>
          <a:lstStyle>
            <a:lvl1pPr>
              <a:defRPr lang="en-US" sz="1200" i="1" dirty="0">
                <a:latin typeface="Times New Roman" panose="02020603050405020304" pitchFamily="18" charset="0"/>
                <a:cs typeface="Times New Roman" panose="02020603050405020304" pitchFamily="18" charset="0"/>
              </a:defRPr>
            </a:lvl1pPr>
          </a:lstStyle>
          <a:p>
            <a:pPr marL="0" lvl="0" indent="0" algn="ctr">
              <a:buNone/>
            </a:pPr>
            <a:r>
              <a:rPr lang="en-US" smtClean="0"/>
              <a:t>Click icon to add picture</a:t>
            </a:r>
            <a:endParaRPr lang="en-US" dirty="0"/>
          </a:p>
        </p:txBody>
      </p:sp>
    </p:spTree>
    <p:extLst>
      <p:ext uri="{BB962C8B-B14F-4D97-AF65-F5344CB8AC3E}">
        <p14:creationId xmlns:p14="http://schemas.microsoft.com/office/powerpoint/2010/main" val="661844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B0FE1C0F-474B-4310-A4A5-1EB4321DE50B}"/>
              </a:ext>
            </a:extLst>
          </p:cNvPr>
          <p:cNvSpPr>
            <a:spLocks noChangeAspect="1"/>
          </p:cNvSpPr>
          <p:nvPr userDrawn="1"/>
        </p:nvSpPr>
        <p:spPr bwMode="auto">
          <a:xfrm>
            <a:off x="431800" y="5530292"/>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5" name="Freeform 5">
            <a:extLst>
              <a:ext uri="{FF2B5EF4-FFF2-40B4-BE49-F238E27FC236}">
                <a16:creationId xmlns:a16="http://schemas.microsoft.com/office/drawing/2014/main" id="{673FA99E-5E31-474E-8818-615B453CD89C}"/>
              </a:ext>
            </a:extLst>
          </p:cNvPr>
          <p:cNvSpPr>
            <a:spLocks noChangeAspect="1"/>
          </p:cNvSpPr>
          <p:nvPr userDrawn="1"/>
        </p:nvSpPr>
        <p:spPr bwMode="auto">
          <a:xfrm>
            <a:off x="9537134" y="1312995"/>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accent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6" name="Freeform 5">
            <a:extLst>
              <a:ext uri="{FF2B5EF4-FFF2-40B4-BE49-F238E27FC236}">
                <a16:creationId xmlns:a16="http://schemas.microsoft.com/office/drawing/2014/main" id="{BA0EE7FC-884E-43B5-B6D6-9156FBE9AB59}"/>
              </a:ext>
            </a:extLst>
          </p:cNvPr>
          <p:cNvSpPr>
            <a:spLocks noChangeAspect="1"/>
          </p:cNvSpPr>
          <p:nvPr userDrawn="1"/>
        </p:nvSpPr>
        <p:spPr bwMode="auto">
          <a:xfrm>
            <a:off x="9683871" y="300388"/>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7" name="Freeform 5">
            <a:extLst>
              <a:ext uri="{FF2B5EF4-FFF2-40B4-BE49-F238E27FC236}">
                <a16:creationId xmlns:a16="http://schemas.microsoft.com/office/drawing/2014/main" id="{858C6DC6-901F-4F3E-97A4-1B55324C068B}"/>
              </a:ext>
            </a:extLst>
          </p:cNvPr>
          <p:cNvSpPr>
            <a:spLocks noChangeAspect="1"/>
          </p:cNvSpPr>
          <p:nvPr userDrawn="1"/>
        </p:nvSpPr>
        <p:spPr bwMode="auto">
          <a:xfrm>
            <a:off x="1449746" y="5304339"/>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8" name="Freeform 5">
            <a:extLst>
              <a:ext uri="{FF2B5EF4-FFF2-40B4-BE49-F238E27FC236}">
                <a16:creationId xmlns:a16="http://schemas.microsoft.com/office/drawing/2014/main" id="{1041B359-9F78-4782-9C50-0B1DED37AD2C}"/>
              </a:ext>
            </a:extLst>
          </p:cNvPr>
          <p:cNvSpPr>
            <a:spLocks noChangeAspect="1"/>
          </p:cNvSpPr>
          <p:nvPr userDrawn="1"/>
        </p:nvSpPr>
        <p:spPr bwMode="auto">
          <a:xfrm>
            <a:off x="11007557" y="354617"/>
            <a:ext cx="514965" cy="45190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ZA"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a:xfrm>
            <a:off x="11727656" y="6277243"/>
            <a:ext cx="464344" cy="400188"/>
          </a:xfrm>
        </p:spPr>
        <p:txBody>
          <a:bodyPr/>
          <a:lstStyle/>
          <a:p>
            <a:fld id="{19B51A1E-902D-48AF-9020-955120F399B6}" type="slidenum">
              <a:rPr lang="en-ZA" smtClean="0"/>
              <a:pPr/>
              <a:t>‹#›</a:t>
            </a:fld>
            <a:endParaRPr lang="en-ZA" dirty="0"/>
          </a:p>
        </p:txBody>
      </p:sp>
      <p:sp>
        <p:nvSpPr>
          <p:cNvPr id="9" name="Title 8">
            <a:extLst>
              <a:ext uri="{FF2B5EF4-FFF2-40B4-BE49-F238E27FC236}">
                <a16:creationId xmlns:a16="http://schemas.microsoft.com/office/drawing/2014/main" id="{790C5B8B-2AF3-42F3-B4F8-A806BB98ACA8}"/>
              </a:ext>
            </a:extLst>
          </p:cNvPr>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591342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19EE3-DA2D-49FE-A2A3-57A80CC762F7}" type="datetimeFigureOut">
              <a:rPr lang="en-US" smtClean="0"/>
              <a:t>4/12/2022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ZA" smtClean="0"/>
              <a:t>Add a footer</a:t>
            </a:r>
            <a:endParaRPr lang="en-ZA"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51A1E-902D-48AF-9020-955120F399B6}" type="slidenum">
              <a:rPr lang="en-ZA" smtClean="0"/>
              <a:pPr/>
              <a:t>‹#›</a:t>
            </a:fld>
            <a:endParaRPr lang="en-ZA" dirty="0"/>
          </a:p>
        </p:txBody>
      </p:sp>
      <p:sp>
        <p:nvSpPr>
          <p:cNvPr id="7" name="Rectangle 6">
            <a:extLst>
              <a:ext uri="{FF2B5EF4-FFF2-40B4-BE49-F238E27FC236}">
                <a16:creationId xmlns:a16="http://schemas.microsoft.com/office/drawing/2014/main" id="{70E81F30-8FC8-4841-8404-4DC79218B945}"/>
              </a:ext>
            </a:extLst>
          </p:cNvPr>
          <p:cNvSpPr/>
          <p:nvPr userDrawn="1"/>
        </p:nvSpPr>
        <p:spPr>
          <a:xfrm>
            <a:off x="11793520" y="0"/>
            <a:ext cx="35276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8" name="Rectangle: Rounded Corners 24">
            <a:extLst>
              <a:ext uri="{FF2B5EF4-FFF2-40B4-BE49-F238E27FC236}">
                <a16:creationId xmlns:a16="http://schemas.microsoft.com/office/drawing/2014/main" id="{83D29F65-481C-4C80-BB65-121E5AED26B5}"/>
              </a:ext>
            </a:extLst>
          </p:cNvPr>
          <p:cNvSpPr/>
          <p:nvPr userDrawn="1"/>
        </p:nvSpPr>
        <p:spPr>
          <a:xfrm>
            <a:off x="11844618" y="6249961"/>
            <a:ext cx="230420" cy="460402"/>
          </a:xfrm>
          <a:prstGeom prst="roundRect">
            <a:avLst>
              <a:gd name="adj" fmla="val 7366"/>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9" name="Rectangle 8">
            <a:extLst>
              <a:ext uri="{FF2B5EF4-FFF2-40B4-BE49-F238E27FC236}">
                <a16:creationId xmlns:a16="http://schemas.microsoft.com/office/drawing/2014/main" id="{4BC39664-EB8B-4A32-915A-D4308F792772}"/>
              </a:ext>
            </a:extLst>
          </p:cNvPr>
          <p:cNvSpPr/>
          <p:nvPr userDrawn="1"/>
        </p:nvSpPr>
        <p:spPr>
          <a:xfrm rot="5400000">
            <a:off x="8740140" y="3406142"/>
            <a:ext cx="6857999"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0" name="Rectangle 9">
            <a:extLst>
              <a:ext uri="{FF2B5EF4-FFF2-40B4-BE49-F238E27FC236}">
                <a16:creationId xmlns:a16="http://schemas.microsoft.com/office/drawing/2014/main" id="{AC6C03AE-289A-4BCC-971C-3400028C8764}"/>
              </a:ext>
            </a:extLst>
          </p:cNvPr>
          <p:cNvSpPr/>
          <p:nvPr userDrawn="1"/>
        </p:nvSpPr>
        <p:spPr>
          <a:xfrm rot="5400000">
            <a:off x="8694713" y="3406143"/>
            <a:ext cx="6857999" cy="45720"/>
          </a:xfrm>
          <a:prstGeom prst="rect">
            <a:avLst/>
          </a:prstGeom>
          <a:gradFill flip="none" rotWithShape="1">
            <a:gsLst>
              <a:gs pos="0">
                <a:schemeClr val="bg1">
                  <a:lumMod val="95000"/>
                  <a:alpha val="0"/>
                </a:schemeClr>
              </a:gs>
              <a:gs pos="100000">
                <a:schemeClr val="bg1">
                  <a:lumMod val="65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0236964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54" r:id="rId16"/>
    <p:sldLayoutId id="2147483662" r:id="rId17"/>
    <p:sldLayoutId id="2147483663" r:id="rId18"/>
    <p:sldLayoutId id="2147483665" r:id="rId19"/>
    <p:sldLayoutId id="2147483666" r:id="rId20"/>
    <p:sldLayoutId id="2147483659" r:id="rId21"/>
    <p:sldLayoutId id="2147483664" r:id="rId22"/>
    <p:sldLayoutId id="2147483656" r:id="rId23"/>
    <p:sldLayoutId id="2147483657" r:id="rId24"/>
    <p:sldLayoutId id="2147483667" r:id="rId25"/>
    <p:sldLayoutId id="2147483668" r:id="rId26"/>
    <p:sldLayoutId id="2147483650" r:id="rId27"/>
    <p:sldLayoutId id="2147483652" r:id="rId28"/>
    <p:sldLayoutId id="2147483669" r:id="rId29"/>
    <p:sldLayoutId id="2147483671" r:id="rId30"/>
    <p:sldLayoutId id="2147483672" r:id="rId31"/>
    <p:sldLayoutId id="2147483670" r:id="rId3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3.jpe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3.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3.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3" Type="http://schemas.openxmlformats.org/officeDocument/2006/relationships/notesSlide" Target="../notesSlides/notesSlide11.xml"/><Relationship Id="rId7" Type="http://schemas.openxmlformats.org/officeDocument/2006/relationships/image" Target="../media/image13.png"/><Relationship Id="rId12" Type="http://schemas.openxmlformats.org/officeDocument/2006/relationships/image" Target="../media/image17.png"/><Relationship Id="rId2" Type="http://schemas.openxmlformats.org/officeDocument/2006/relationships/slideLayout" Target="../slideLayouts/slideLayout15.xml"/><Relationship Id="rId1" Type="http://schemas.openxmlformats.org/officeDocument/2006/relationships/tags" Target="../tags/tag7.xml"/><Relationship Id="rId6" Type="http://schemas.openxmlformats.org/officeDocument/2006/relationships/image" Target="../media/image12.png"/><Relationship Id="rId11" Type="http://schemas.openxmlformats.org/officeDocument/2006/relationships/slide" Target="slide2.xml"/><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tags" Target="../tags/tag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7" name="Picture Placeholder 6" descr="Slide image">
            <a:extLst>
              <a:ext uri="{FF2B5EF4-FFF2-40B4-BE49-F238E27FC236}">
                <a16:creationId xmlns:a16="http://schemas.microsoft.com/office/drawing/2014/main" id="{FE5D908F-BAEF-2843-BC2F-691696E72E11}"/>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l="31" r="31"/>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948292" y="3114635"/>
            <a:ext cx="6393802" cy="2514635"/>
          </a:xfr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ZA" sz="3200" dirty="0" smtClean="0">
                <a:latin typeface="ADAM.CG PRO" pitchFamily="50" charset="0"/>
              </a:rPr>
              <a:t>STRATIFIED RANDOM SAMPLING (Bankruptcy Prediction-case)</a:t>
            </a:r>
            <a:endParaRPr lang="en-ZA" sz="3200" dirty="0">
              <a:latin typeface="ADAM.CG PRO" pitchFamily="50" charset="0"/>
            </a:endParaRP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1130300" y="4624645"/>
            <a:ext cx="4000500" cy="690752"/>
          </a:xfrm>
        </p:spPr>
        <p:txBody>
          <a:bodyPr/>
          <a:lstStyle/>
          <a:p>
            <a:r>
              <a:rPr lang="en-ZA" b="1" dirty="0" smtClean="0"/>
              <a:t>A Method of Sampling</a:t>
            </a:r>
            <a:endParaRPr lang="en-ZA" b="1" dirty="0"/>
          </a:p>
        </p:txBody>
      </p:sp>
      <p:sp>
        <p:nvSpPr>
          <p:cNvPr id="20" name="Isosceles Triangle 19" descr="Slide shadow to title box">
            <a:extLst>
              <a:ext uri="{FF2B5EF4-FFF2-40B4-BE49-F238E27FC236}">
                <a16:creationId xmlns:a16="http://schemas.microsoft.com/office/drawing/2014/main" id="{545D50A1-D634-4325-B06C-5450FDF7B818}"/>
              </a:ext>
              <a:ext uri="{C183D7F6-B498-43B3-948B-1728B52AA6E4}">
                <adec:decorative xmlns:adec="http://schemas.microsoft.com/office/drawing/2017/decorative" xmlns="" val="1"/>
              </a:ext>
            </a:extLst>
          </p:cNvPr>
          <p:cNvSpPr/>
          <p:nvPr/>
        </p:nvSpPr>
        <p:spPr>
          <a:xfrm rot="10800000" flipH="1">
            <a:off x="1000837" y="5629270"/>
            <a:ext cx="476249" cy="424971"/>
          </a:xfrm>
          <a:prstGeom prst="triangle">
            <a:avLst>
              <a:gd name="adj" fmla="val 100000"/>
            </a:avLst>
          </a:prstGeom>
          <a:solidFill>
            <a:schemeClr val="accent1"/>
          </a:solidFill>
          <a:ln w="31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899961691"/>
      </p:ext>
    </p:extLst>
  </p:cSld>
  <p:clrMapOvr>
    <a:masterClrMapping/>
  </p:clrMapOvr>
  <mc:AlternateContent xmlns:mc="http://schemas.openxmlformats.org/markup-compatibility/2006" xmlns:p14="http://schemas.microsoft.com/office/powerpoint/2010/main">
    <mc:Choice Requires="p14">
      <p:transition spd="slow" p14:dur="2000" advTm="16658">
        <p:cut/>
      </p:transition>
    </mc:Choice>
    <mc:Fallback xmlns="">
      <p:transition spd="slow" advTm="16658">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Image placeholder">
            <a:extLst>
              <a:ext uri="{FF2B5EF4-FFF2-40B4-BE49-F238E27FC236}">
                <a16:creationId xmlns:a16="http://schemas.microsoft.com/office/drawing/2014/main" id="{52FD3342-E198-5348-9EE9-579E8FFF9DDC}"/>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l="39" r="39"/>
          <a:stretch>
            <a:fillRect/>
          </a:stretch>
        </p:blipFill>
        <p:spPr/>
      </p:pic>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698166" y="898531"/>
            <a:ext cx="5472000" cy="432000"/>
          </a:xfrm>
        </p:spPr>
        <p:txBody>
          <a:bodyPr>
            <a:normAutofit fontScale="90000"/>
          </a:bodyPr>
          <a:lstStyle/>
          <a:p>
            <a:r>
              <a:rPr lang="en-ZA" dirty="0" smtClean="0"/>
              <a:t>OUTLINE</a:t>
            </a:r>
            <a:endParaRPr lang="en-ZA"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431999" y="1981451"/>
            <a:ext cx="6049149" cy="3600000"/>
          </a:xfrm>
        </p:spPr>
        <p:txBody>
          <a:bodyPr>
            <a:normAutofit/>
          </a:bodyPr>
          <a:lstStyle/>
          <a:p>
            <a:pPr marL="287338" indent="-287338">
              <a:buFont typeface="Wingdings" panose="05000000000000000000" pitchFamily="2" charset="2"/>
              <a:buChar char="Ø"/>
            </a:pPr>
            <a:r>
              <a:rPr lang="en-ZA" sz="2800" dirty="0" smtClean="0"/>
              <a:t>Introduction to Bankruptcy Prediction</a:t>
            </a:r>
          </a:p>
          <a:p>
            <a:pPr marL="287338" indent="-287338">
              <a:buFont typeface="Wingdings" panose="05000000000000000000" pitchFamily="2" charset="2"/>
              <a:buChar char="Ø"/>
            </a:pPr>
            <a:r>
              <a:rPr lang="en-ZA" sz="2800" dirty="0" smtClean="0"/>
              <a:t>Introduction to Stratified Random Sampling</a:t>
            </a:r>
          </a:p>
          <a:p>
            <a:pPr marL="287338" indent="-287338">
              <a:buFont typeface="Wingdings" panose="05000000000000000000" pitchFamily="2" charset="2"/>
              <a:buChar char="Ø"/>
            </a:pPr>
            <a:r>
              <a:rPr lang="en-ZA" sz="2800" dirty="0" smtClean="0"/>
              <a:t>Example of Stratified Random Sampling</a:t>
            </a:r>
          </a:p>
          <a:p>
            <a:pPr marL="287338" indent="-287338">
              <a:buFont typeface="Wingdings" panose="05000000000000000000" pitchFamily="2" charset="2"/>
              <a:buChar char="Ø"/>
            </a:pPr>
            <a:r>
              <a:rPr lang="en-ZA" sz="2800" dirty="0"/>
              <a:t>Steps to Find Match </a:t>
            </a:r>
            <a:r>
              <a:rPr lang="en-ZA" sz="2800" dirty="0" smtClean="0"/>
              <a:t>Pair Companies using Stratified Random Sampling</a:t>
            </a:r>
            <a:endParaRPr lang="en-ZA" sz="2800"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p:txBody>
          <a:bodyPr/>
          <a:lstStyle/>
          <a:p>
            <a:fld id="{19B51A1E-902D-48AF-9020-955120F399B6}" type="slidenum">
              <a:rPr lang="en-ZA" smtClean="0"/>
              <a:pPr/>
              <a:t>2</a:t>
            </a:fld>
            <a:endParaRPr lang="en-ZA" dirty="0"/>
          </a:p>
        </p:txBody>
      </p:sp>
      <p:sp>
        <p:nvSpPr>
          <p:cNvPr id="15" name="Freeform 5" descr="Hollow image accent">
            <a:extLst>
              <a:ext uri="{FF2B5EF4-FFF2-40B4-BE49-F238E27FC236}">
                <a16:creationId xmlns:a16="http://schemas.microsoft.com/office/drawing/2014/main" id="{764DA446-807B-4C83-BB5A-59E3FABC93F3}"/>
              </a:ext>
              <a:ext uri="{C183D7F6-B498-43B3-948B-1728B52AA6E4}">
                <adec:decorative xmlns:adec="http://schemas.microsoft.com/office/drawing/2017/decorative" xmlns=""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65000"/>
                <a:lumOff val="3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6" name="Freeform 5" descr="Solid image accent">
            <a:extLst>
              <a:ext uri="{FF2B5EF4-FFF2-40B4-BE49-F238E27FC236}">
                <a16:creationId xmlns:a16="http://schemas.microsoft.com/office/drawing/2014/main" id="{F28CDBF8-0191-43F9-98FE-B98B08813979}"/>
              </a:ext>
              <a:ext uri="{C183D7F6-B498-43B3-948B-1728B52AA6E4}">
                <adec:decorative xmlns:adec="http://schemas.microsoft.com/office/drawing/2017/decorative" xmlns="" val="1"/>
              </a:ext>
            </a:extLst>
          </p:cNvPr>
          <p:cNvSpPr>
            <a:spLocks noChangeAspect="1"/>
          </p:cNvSpPr>
          <p:nvPr/>
        </p:nvSpPr>
        <p:spPr bwMode="auto">
          <a:xfrm>
            <a:off x="7459030" y="2460298"/>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Tree>
    <p:extLst>
      <p:ext uri="{BB962C8B-B14F-4D97-AF65-F5344CB8AC3E}">
        <p14:creationId xmlns:p14="http://schemas.microsoft.com/office/powerpoint/2010/main" val="1329746698"/>
      </p:ext>
    </p:extLst>
  </p:cSld>
  <p:clrMapOvr>
    <a:masterClrMapping/>
  </p:clrMapOvr>
  <mc:AlternateContent xmlns:mc="http://schemas.openxmlformats.org/markup-compatibility/2006" xmlns:p14="http://schemas.microsoft.com/office/powerpoint/2010/main">
    <mc:Choice Requires="p14">
      <p:transition spd="slow" p14:dur="2000" advTm="39847">
        <p:cut/>
      </p:transition>
    </mc:Choice>
    <mc:Fallback xmlns="">
      <p:transition spd="slow" advTm="39847">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10950" x="762000" y="5319713"/>
          <p14:tracePt t="11511" x="762000" y="5311775"/>
          <p14:tracePt t="11534" x="762000" y="5297488"/>
          <p14:tracePt t="11543" x="762000" y="5283200"/>
          <p14:tracePt t="11550" x="776288" y="5240338"/>
          <p14:tracePt t="11559" x="812800" y="5153025"/>
          <p14:tracePt t="11570" x="827088" y="5051425"/>
          <p14:tracePt t="11587" x="928688" y="4746625"/>
          <p14:tracePt t="11604" x="1030288" y="4332288"/>
          <p14:tracePt t="11620" x="1154113" y="3919538"/>
          <p14:tracePt t="11638" x="1270000" y="3570288"/>
          <p14:tracePt t="11654" x="1357313" y="3395663"/>
          <p14:tracePt t="11670" x="1450975" y="3243263"/>
          <p14:tracePt t="11687" x="1538288" y="3121025"/>
          <p14:tracePt t="11704" x="1597025" y="3048000"/>
          <p14:tracePt t="11720" x="1633538" y="2989263"/>
          <p14:tracePt t="11737" x="1668463" y="2938463"/>
          <p14:tracePt t="11754" x="1727200" y="2881313"/>
          <p14:tracePt t="11770" x="1778000" y="2808288"/>
          <p14:tracePt t="11787" x="1836738" y="2757488"/>
          <p14:tracePt t="11804" x="1871663" y="2706688"/>
          <p14:tracePt t="11820" x="1916113" y="2641600"/>
          <p14:tracePt t="11837" x="1966913" y="2568575"/>
          <p14:tracePt t="11854" x="2032000" y="2446338"/>
          <p14:tracePt t="11870" x="2068513" y="2359025"/>
          <p14:tracePt t="11887" x="2097088" y="2271713"/>
          <p14:tracePt t="11904" x="2105025" y="2243138"/>
          <p14:tracePt t="11920" x="2111375" y="2235200"/>
          <p14:tracePt t="11937" x="2119313" y="2227263"/>
          <p14:tracePt t="11954" x="2125663" y="2212975"/>
          <p14:tracePt t="11970" x="2147888" y="2184400"/>
          <p14:tracePt t="11987" x="2176463" y="2125663"/>
          <p14:tracePt t="12004" x="2192338" y="2090738"/>
          <p14:tracePt t="12020" x="2192338" y="2074863"/>
          <p14:tracePt t="12037" x="2198688" y="2068513"/>
          <p14:tracePt t="12102" x="2206625" y="2068513"/>
          <p14:tracePt t="12110" x="2206625" y="2054225"/>
          <p14:tracePt t="12126" x="2212975" y="2039938"/>
          <p14:tracePt t="12137" x="2220913" y="2032000"/>
          <p14:tracePt t="12154" x="2235200" y="2003425"/>
          <p14:tracePt t="12171" x="2235200" y="1981200"/>
          <p14:tracePt t="12187" x="2249488" y="1966913"/>
          <p14:tracePt t="12270" x="2249488" y="1981200"/>
          <p14:tracePt t="12284" x="2249488" y="2017713"/>
          <p14:tracePt t="12293" x="2249488" y="2074863"/>
          <p14:tracePt t="12304" x="2249488" y="2125663"/>
          <p14:tracePt t="12321" x="2249488" y="2141538"/>
          <p14:tracePt t="12337" x="2249488" y="2147888"/>
          <p14:tracePt t="12354" x="2249488" y="2155825"/>
          <p14:tracePt t="12371" x="2249488" y="2162175"/>
          <p14:tracePt t="12407" x="2249488" y="2170113"/>
          <p14:tracePt t="12421" x="2257425" y="2176463"/>
          <p14:tracePt t="12446" x="2263775" y="2176463"/>
          <p14:tracePt t="12464" x="2271713" y="2176463"/>
          <p14:tracePt t="12471" x="2293938" y="2176463"/>
          <p14:tracePt t="12487" x="2328863" y="2176463"/>
          <p14:tracePt t="12504" x="2379663" y="2176463"/>
          <p14:tracePt t="12521" x="2466975" y="2184400"/>
          <p14:tracePt t="12538" x="2547938" y="2192338"/>
          <p14:tracePt t="12554" x="2649538" y="2192338"/>
          <p14:tracePt t="12571" x="2765425" y="2192338"/>
          <p14:tracePt t="12587" x="2909888" y="2192338"/>
          <p14:tracePt t="12604" x="3084513" y="2192338"/>
          <p14:tracePt t="12621" x="3273425" y="2192338"/>
          <p14:tracePt t="12637" x="3548063" y="2192338"/>
          <p14:tracePt t="12654" x="3730625" y="2212975"/>
          <p14:tracePt t="12671" x="3883025" y="2212975"/>
          <p14:tracePt t="12687" x="4027488" y="2220913"/>
          <p14:tracePt t="12704" x="4173538" y="2227263"/>
          <p14:tracePt t="12721" x="4318000" y="2249488"/>
          <p14:tracePt t="12737" x="4448175" y="2263775"/>
          <p14:tracePt t="12754" x="4586288" y="2293938"/>
          <p14:tracePt t="12771" x="4695825" y="2308225"/>
          <p14:tracePt t="12787" x="4789488" y="2314575"/>
          <p14:tracePt t="12804" x="4884738" y="2328863"/>
          <p14:tracePt t="12821" x="4992688" y="2336800"/>
          <p14:tracePt t="12837" x="5130800" y="2351088"/>
          <p14:tracePt t="12854" x="5195888" y="2365375"/>
          <p14:tracePt t="12871" x="5224463" y="2365375"/>
          <p14:tracePt t="12887" x="5246688" y="2373313"/>
          <p14:tracePt t="12904" x="5268913" y="2373313"/>
          <p14:tracePt t="12921" x="5291138" y="2379663"/>
          <p14:tracePt t="12937" x="5305425" y="2379663"/>
          <p14:tracePt t="12954" x="5311775" y="2379663"/>
          <p14:tracePt t="12987" x="5326063" y="2379663"/>
          <p14:tracePt t="14481" x="5319713" y="2387600"/>
          <p14:tracePt t="14515" x="5311775" y="2387600"/>
          <p14:tracePt t="14532" x="5305425" y="2387600"/>
          <p14:tracePt t="14542" x="5283200" y="2395538"/>
          <p14:tracePt t="14562" x="5260975" y="2395538"/>
          <p14:tracePt t="14578" x="5254625" y="2395538"/>
          <p14:tracePt t="14588" x="5240338" y="2401888"/>
          <p14:tracePt t="14605" x="5224463" y="2409825"/>
          <p14:tracePt t="14622" x="5189538" y="2424113"/>
          <p14:tracePt t="14639" x="5145088" y="2438400"/>
          <p14:tracePt t="14655" x="5122863" y="2452688"/>
          <p14:tracePt t="14671" x="5087938" y="2466975"/>
          <p14:tracePt t="14688" x="5057775" y="2481263"/>
          <p14:tracePt t="14705" x="5021263" y="2503488"/>
          <p14:tracePt t="14722" x="5000625" y="2511425"/>
          <p14:tracePt t="14738" x="4978400" y="2525713"/>
          <p14:tracePt t="14755" x="4949825" y="2540000"/>
          <p14:tracePt t="14772" x="4919663" y="2562225"/>
          <p14:tracePt t="14788" x="4884738" y="2576513"/>
          <p14:tracePt t="14805" x="4848225" y="2590800"/>
          <p14:tracePt t="14822" x="4775200" y="2619375"/>
          <p14:tracePt t="14838" x="4738688" y="2641600"/>
          <p14:tracePt t="14855" x="4673600" y="2663825"/>
          <p14:tracePt t="14871" x="4630738" y="2684463"/>
          <p14:tracePt t="14888" x="4549775" y="2714625"/>
          <p14:tracePt t="14905" x="4456113" y="2751138"/>
          <p14:tracePt t="14922" x="4354513" y="2794000"/>
          <p14:tracePt t="14938" x="4244975" y="2844800"/>
          <p14:tracePt t="14955" x="4122738" y="2881313"/>
          <p14:tracePt t="14971" x="3990975" y="2917825"/>
          <p14:tracePt t="14988" x="3832225" y="2960688"/>
          <p14:tracePt t="15005" x="3694113" y="2982913"/>
          <p14:tracePt t="15021" x="3519488" y="3011488"/>
          <p14:tracePt t="15038" x="3395663" y="3033713"/>
          <p14:tracePt t="15055" x="3279775" y="3033713"/>
          <p14:tracePt t="15071" x="3163888" y="3033713"/>
          <p14:tracePt t="15088" x="3055938" y="3033713"/>
          <p14:tracePt t="15105" x="2960688" y="3033713"/>
          <p14:tracePt t="15122" x="2859088" y="3033713"/>
          <p14:tracePt t="15138" x="2757488" y="3033713"/>
          <p14:tracePt t="15155" x="2663825" y="3033713"/>
          <p14:tracePt t="15172" x="2598738" y="3033713"/>
          <p14:tracePt t="15188" x="2547938" y="3033713"/>
          <p14:tracePt t="15205" x="2489200" y="3033713"/>
          <p14:tracePt t="15222" x="2387600" y="3033713"/>
          <p14:tracePt t="15238" x="2314575" y="3033713"/>
          <p14:tracePt t="15255" x="2271713" y="3040063"/>
          <p14:tracePt t="15272" x="2235200" y="3040063"/>
          <p14:tracePt t="15288" x="2206625" y="3040063"/>
          <p14:tracePt t="15305" x="2192338" y="3048000"/>
          <p14:tracePt t="15322" x="2162175" y="3055938"/>
          <p14:tracePt t="15338" x="2133600" y="3055938"/>
          <p14:tracePt t="15355" x="2111375" y="3062288"/>
          <p14:tracePt t="15372" x="2074863" y="3070225"/>
          <p14:tracePt t="15388" x="2060575" y="3076575"/>
          <p14:tracePt t="15405" x="2046288" y="3076575"/>
          <p14:tracePt t="15422" x="2032000" y="3084513"/>
          <p14:tracePt t="15456" x="2024063" y="3090863"/>
          <p14:tracePt t="15504" x="2017713" y="3090863"/>
          <p14:tracePt t="15519" x="2009775" y="3090863"/>
          <p14:tracePt t="25765" x="2009775" y="3106738"/>
          <p14:tracePt t="25774" x="2009775" y="3127375"/>
          <p14:tracePt t="25787" x="2024063" y="3149600"/>
          <p14:tracePt t="25801" x="2054225" y="3186113"/>
          <p14:tracePt t="25815" x="2082800" y="3222625"/>
          <p14:tracePt t="25827" x="2105025" y="3243263"/>
          <p14:tracePt t="25845" x="2141538" y="3279775"/>
          <p14:tracePt t="25859" x="2162175" y="3309938"/>
          <p14:tracePt t="25875" x="2192338" y="3360738"/>
          <p14:tracePt t="25892" x="2212975" y="3389313"/>
          <p14:tracePt t="25909" x="2220913" y="3432175"/>
          <p14:tracePt t="25926" x="2243138" y="3490913"/>
          <p14:tracePt t="25942" x="2249488" y="3533775"/>
          <p14:tracePt t="25958" x="2263775" y="3548063"/>
          <p14:tracePt t="25975" x="2263775" y="3578225"/>
          <p14:tracePt t="25992" x="2263775" y="3598863"/>
          <p14:tracePt t="26008" x="2271713" y="3629025"/>
          <p14:tracePt t="26025" x="2293938" y="3671888"/>
          <p14:tracePt t="26042" x="2300288" y="3716338"/>
          <p14:tracePt t="26046" x="2300288" y="3730625"/>
          <p14:tracePt t="26058" x="2300288" y="3759200"/>
          <p14:tracePt t="26075" x="2308225" y="3802063"/>
          <p14:tracePt t="26092" x="2322513" y="3846513"/>
          <p14:tracePt t="26109" x="2322513" y="3875088"/>
          <p14:tracePt t="26125" x="2328863" y="3911600"/>
          <p14:tracePt t="26142" x="2336800" y="3970338"/>
          <p14:tracePt t="26158" x="2336800" y="4013200"/>
          <p14:tracePt t="26175" x="2336800" y="4049713"/>
          <p14:tracePt t="26192" x="2336800" y="4092575"/>
          <p14:tracePt t="26208" x="2336800" y="4114800"/>
          <p14:tracePt t="26225" x="2336800" y="4143375"/>
          <p14:tracePt t="26242" x="2336800" y="4151313"/>
          <p14:tracePt t="26258" x="2336800" y="4165600"/>
          <p14:tracePt t="26275" x="2336800" y="4179888"/>
          <p14:tracePt t="26292" x="2328863" y="4202113"/>
          <p14:tracePt t="26309" x="2322513" y="4202113"/>
          <p14:tracePt t="26328" x="2314575" y="4208463"/>
          <p14:tracePt t="26346" x="2308225" y="4216400"/>
          <p14:tracePt t="26358" x="2300288" y="4224338"/>
          <p14:tracePt t="26376" x="2286000" y="4224338"/>
          <p14:tracePt t="26392" x="2271713" y="4238625"/>
          <p14:tracePt t="26415" x="2257425" y="4238625"/>
          <p14:tracePt t="26440" x="2249488" y="4244975"/>
          <p14:tracePt t="26455" x="2243138" y="4244975"/>
          <p14:tracePt t="26479" x="2235200" y="4244975"/>
          <p14:tracePt t="26495" x="2212975" y="4244975"/>
          <p14:tracePt t="26520" x="2206625" y="4244975"/>
          <p14:tracePt t="26535" x="2198688" y="4244975"/>
          <p14:tracePt t="26545" x="2192338" y="4244975"/>
          <p14:tracePt t="26551" x="2184400" y="4244975"/>
          <p14:tracePt t="26568" x="2176463" y="4244975"/>
          <p14:tracePt t="26584" x="2170113" y="4244975"/>
          <p14:tracePt t="26593" x="2162175" y="4244975"/>
          <p14:tracePt t="26615" x="2147888" y="4244975"/>
          <p14:tracePt t="26625" x="2141538" y="4244975"/>
          <p14:tracePt t="26647" x="2133600" y="4244975"/>
          <p14:tracePt t="26664" x="2125663" y="4244975"/>
          <p14:tracePt t="26675" x="2125663" y="4252913"/>
          <p14:tracePt t="26692" x="2119313" y="4259263"/>
          <p14:tracePt t="28888" x="2125663" y="4259263"/>
          <p14:tracePt t="28894" x="2141538" y="4259263"/>
          <p14:tracePt t="28904" x="2147888" y="4259263"/>
          <p14:tracePt t="28911" x="2162175" y="4259263"/>
          <p14:tracePt t="28926" x="2192338" y="4259263"/>
          <p14:tracePt t="28943" x="2227263" y="4252913"/>
          <p14:tracePt t="28959" x="2257425" y="4252913"/>
          <p14:tracePt t="28976" x="2300288" y="4252913"/>
          <p14:tracePt t="28993" x="2336800" y="4252913"/>
          <p14:tracePt t="29009" x="2387600" y="4252913"/>
          <p14:tracePt t="29026" x="2452688" y="4252913"/>
          <p14:tracePt t="29043" x="2532063" y="4267200"/>
          <p14:tracePt t="29046" x="2562225" y="4275138"/>
          <p14:tracePt t="29059" x="2582863" y="4281488"/>
          <p14:tracePt t="29076" x="2627313" y="4295775"/>
          <p14:tracePt t="29093" x="2655888" y="4310063"/>
          <p14:tracePt t="29109" x="2678113" y="4325938"/>
          <p14:tracePt t="29126" x="2743200" y="4391025"/>
          <p14:tracePt t="29143" x="2771775" y="4427538"/>
          <p14:tracePt t="29159" x="2786063" y="4470400"/>
          <p14:tracePt t="29176" x="2808288" y="4513263"/>
          <p14:tracePt t="29193" x="2808288" y="4543425"/>
          <p14:tracePt t="29209" x="2808288" y="4579938"/>
          <p14:tracePt t="29226" x="2808288" y="4630738"/>
          <p14:tracePt t="29243" x="2808288" y="4681538"/>
          <p14:tracePt t="29259" x="2808288" y="4716463"/>
          <p14:tracePt t="29276" x="2808288" y="4746625"/>
          <p14:tracePt t="29294" x="2786063" y="4797425"/>
          <p14:tracePt t="29310" x="2757488" y="4818063"/>
          <p14:tracePt t="29326" x="2728913" y="4826000"/>
          <p14:tracePt t="29343" x="2700338" y="4848225"/>
          <p14:tracePt t="29359" x="2655888" y="4868863"/>
          <p14:tracePt t="29376" x="2605088" y="4884738"/>
          <p14:tracePt t="29393" x="2540000" y="4905375"/>
          <p14:tracePt t="29409" x="2517775" y="4905375"/>
          <p14:tracePt t="29426" x="2481263" y="4913313"/>
          <p14:tracePt t="29443" x="2466975" y="4919663"/>
          <p14:tracePt t="29459" x="2438400" y="4919663"/>
          <p14:tracePt t="29476" x="2401888" y="4927600"/>
          <p14:tracePt t="29495" x="2365375" y="4935538"/>
          <p14:tracePt t="29510" x="2351088" y="4935538"/>
          <p14:tracePt t="29527" x="2322513" y="4941888"/>
          <p14:tracePt t="29543" x="2314575" y="4941888"/>
          <p14:tracePt t="29559" x="2300288" y="4941888"/>
          <p14:tracePt t="29576" x="2293938" y="4941888"/>
          <p14:tracePt t="29599" x="2278063" y="4941888"/>
          <p14:tracePt t="29609" x="2271713" y="4941888"/>
          <p14:tracePt t="29626" x="2249488" y="4956175"/>
          <p14:tracePt t="29643" x="2235200" y="4956175"/>
          <p14:tracePt t="29659" x="2227263" y="4956175"/>
          <p14:tracePt t="29676" x="2220913" y="4956175"/>
          <p14:tracePt t="29693" x="2198688" y="4956175"/>
          <p14:tracePt t="29726" x="2192338" y="4956175"/>
          <p14:tracePt t="29743" x="2176463" y="4956175"/>
          <p14:tracePt t="34201" x="2176463" y="4964113"/>
          <p14:tracePt t="34220" x="2206625" y="4964113"/>
          <p14:tracePt t="34233" x="2286000" y="4956175"/>
          <p14:tracePt t="34244" x="2336800" y="4949825"/>
          <p14:tracePt t="34261" x="2401888" y="4919663"/>
          <p14:tracePt t="34277" x="2460625" y="4899025"/>
          <p14:tracePt t="34294" x="2474913" y="4884738"/>
          <p14:tracePt t="34311" x="2497138" y="4862513"/>
          <p14:tracePt t="34328" x="2540000" y="4833938"/>
          <p14:tracePt t="34344" x="2582863" y="4803775"/>
          <p14:tracePt t="34362" x="2684463" y="4767263"/>
          <p14:tracePt t="34378" x="2786063" y="4738688"/>
          <p14:tracePt t="34394" x="2852738" y="4732338"/>
          <p14:tracePt t="34411" x="2909888" y="4724400"/>
          <p14:tracePt t="34428" x="2954338" y="4716463"/>
          <p14:tracePt t="34444" x="2974975" y="4716463"/>
          <p14:tracePt t="34461" x="3005138" y="4710113"/>
          <p14:tracePt t="34478" x="3048000" y="4702175"/>
          <p14:tracePt t="34494" x="3084513" y="4695825"/>
          <p14:tracePt t="34511" x="3106738" y="4695825"/>
          <p14:tracePt t="34528" x="3106738" y="4687888"/>
          <p14:tracePt t="34544" x="3135313" y="4681538"/>
          <p14:tracePt t="34562" x="3171825" y="4681538"/>
          <p14:tracePt t="34578" x="3178175" y="4673600"/>
          <p14:tracePt t="34595" x="3192463" y="4673600"/>
          <p14:tracePt t="34611" x="3200400" y="467360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normAutofit fontScale="92500" lnSpcReduction="10000"/>
          </a:bodyPr>
          <a:lstStyle/>
          <a:p>
            <a:r>
              <a:rPr lang="en-US" dirty="0" smtClean="0"/>
              <a:t>Bankruptcy Prediction</a:t>
            </a:r>
            <a:endParaRPr lang="en-US" dirty="0"/>
          </a:p>
        </p:txBody>
      </p:sp>
      <p:sp>
        <p:nvSpPr>
          <p:cNvPr id="3" name="Freeform: Shape 2">
            <a:extLst>
              <a:ext uri="{FF2B5EF4-FFF2-40B4-BE49-F238E27FC236}">
                <a16:creationId xmlns:a16="http://schemas.microsoft.com/office/drawing/2014/main" id="{5E344585-5A4C-4560-906A-D4DE304DF878}"/>
              </a:ext>
            </a:extLst>
          </p:cNvPr>
          <p:cNvSpPr/>
          <p:nvPr/>
        </p:nvSpPr>
        <p:spPr>
          <a:xfrm>
            <a:off x="1082089" y="4021439"/>
            <a:ext cx="5531913" cy="2836561"/>
          </a:xfrm>
          <a:custGeom>
            <a:avLst/>
            <a:gdLst>
              <a:gd name="connsiteX0" fmla="*/ 5531509 w 5531913"/>
              <a:gd name="connsiteY0" fmla="*/ 2594695 h 2836561"/>
              <a:gd name="connsiteX1" fmla="*/ 5531509 w 5531913"/>
              <a:gd name="connsiteY1" fmla="*/ 2574427 h 2836561"/>
              <a:gd name="connsiteX2" fmla="*/ 5512862 w 5531913"/>
              <a:gd name="connsiteY2" fmla="*/ 2575643 h 2836561"/>
              <a:gd name="connsiteX3" fmla="*/ 3425269 w 5531913"/>
              <a:gd name="connsiteY3" fmla="*/ 2575643 h 2836561"/>
              <a:gd name="connsiteX4" fmla="*/ 3138276 w 5531913"/>
              <a:gd name="connsiteY4" fmla="*/ 2563888 h 2836561"/>
              <a:gd name="connsiteX5" fmla="*/ 2807099 w 5531913"/>
              <a:gd name="connsiteY5" fmla="*/ 2527811 h 2836561"/>
              <a:gd name="connsiteX6" fmla="*/ 2340532 w 5531913"/>
              <a:gd name="connsiteY6" fmla="*/ 2432957 h 2836561"/>
              <a:gd name="connsiteX7" fmla="*/ 2033676 w 5531913"/>
              <a:gd name="connsiteY7" fmla="*/ 2336077 h 2836561"/>
              <a:gd name="connsiteX8" fmla="*/ 1614536 w 5531913"/>
              <a:gd name="connsiteY8" fmla="*/ 2164205 h 2836561"/>
              <a:gd name="connsiteX9" fmla="*/ 1409020 w 5531913"/>
              <a:gd name="connsiteY9" fmla="*/ 2057191 h 2836561"/>
              <a:gd name="connsiteX10" fmla="*/ 1052305 w 5531913"/>
              <a:gd name="connsiteY10" fmla="*/ 1827353 h 2836561"/>
              <a:gd name="connsiteX11" fmla="*/ 821251 w 5531913"/>
              <a:gd name="connsiteY11" fmla="*/ 1639672 h 2836561"/>
              <a:gd name="connsiteX12" fmla="*/ 696806 w 5531913"/>
              <a:gd name="connsiteY12" fmla="*/ 1522119 h 2836561"/>
              <a:gd name="connsiteX13" fmla="*/ 623436 w 5531913"/>
              <a:gd name="connsiteY13" fmla="*/ 1445101 h 2836561"/>
              <a:gd name="connsiteX14" fmla="*/ 517232 w 5531913"/>
              <a:gd name="connsiteY14" fmla="*/ 1322277 h 2836561"/>
              <a:gd name="connsiteX15" fmla="*/ 258209 w 5531913"/>
              <a:gd name="connsiteY15" fmla="*/ 935566 h 2836561"/>
              <a:gd name="connsiteX16" fmla="*/ 124441 w 5531913"/>
              <a:gd name="connsiteY16" fmla="*/ 636412 h 2836561"/>
              <a:gd name="connsiteX17" fmla="*/ 48233 w 5531913"/>
              <a:gd name="connsiteY17" fmla="*/ 365633 h 2836561"/>
              <a:gd name="connsiteX18" fmla="*/ 12157 w 5531913"/>
              <a:gd name="connsiteY18" fmla="*/ 139848 h 2836561"/>
              <a:gd name="connsiteX19" fmla="*/ 807 w 5531913"/>
              <a:gd name="connsiteY19" fmla="*/ 0 h 2836561"/>
              <a:gd name="connsiteX20" fmla="*/ 1212 w 5531913"/>
              <a:gd name="connsiteY20" fmla="*/ 2818047 h 2836561"/>
              <a:gd name="connsiteX21" fmla="*/ 2428 w 5531913"/>
              <a:gd name="connsiteY21" fmla="*/ 2836288 h 2836561"/>
              <a:gd name="connsiteX22" fmla="*/ 5518537 w 5531913"/>
              <a:gd name="connsiteY22" fmla="*/ 2836288 h 2836561"/>
              <a:gd name="connsiteX23" fmla="*/ 5522996 w 5531913"/>
              <a:gd name="connsiteY23" fmla="*/ 2836288 h 2836561"/>
              <a:gd name="connsiteX24" fmla="*/ 5531914 w 5531913"/>
              <a:gd name="connsiteY24" fmla="*/ 2827776 h 2836561"/>
              <a:gd name="connsiteX25" fmla="*/ 5531509 w 5531913"/>
              <a:gd name="connsiteY25" fmla="*/ 2594695 h 283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31913" h="2836561">
                <a:moveTo>
                  <a:pt x="5531509" y="2594695"/>
                </a:moveTo>
                <a:cubicBezTo>
                  <a:pt x="5531509" y="2587804"/>
                  <a:pt x="5531509" y="2581319"/>
                  <a:pt x="5531509" y="2574427"/>
                </a:cubicBezTo>
                <a:cubicBezTo>
                  <a:pt x="5525428" y="2576859"/>
                  <a:pt x="5519348" y="2575643"/>
                  <a:pt x="5512862" y="2575643"/>
                </a:cubicBezTo>
                <a:cubicBezTo>
                  <a:pt x="4816863" y="2575643"/>
                  <a:pt x="4121269" y="2575643"/>
                  <a:pt x="3425269" y="2575643"/>
                </a:cubicBezTo>
                <a:cubicBezTo>
                  <a:pt x="3329605" y="2575643"/>
                  <a:pt x="3233940" y="2570374"/>
                  <a:pt x="3138276" y="2563888"/>
                </a:cubicBezTo>
                <a:cubicBezTo>
                  <a:pt x="3027613" y="2556186"/>
                  <a:pt x="2916951" y="2544026"/>
                  <a:pt x="2807099" y="2527811"/>
                </a:cubicBezTo>
                <a:cubicBezTo>
                  <a:pt x="2649820" y="2504706"/>
                  <a:pt x="2494162" y="2473088"/>
                  <a:pt x="2340532" y="2432957"/>
                </a:cubicBezTo>
                <a:cubicBezTo>
                  <a:pt x="2334046" y="2431741"/>
                  <a:pt x="2040162" y="2338509"/>
                  <a:pt x="2033676" y="2336077"/>
                </a:cubicBezTo>
                <a:cubicBezTo>
                  <a:pt x="1978547" y="2316214"/>
                  <a:pt x="1681015" y="2192175"/>
                  <a:pt x="1614536" y="2164205"/>
                </a:cubicBezTo>
                <a:cubicBezTo>
                  <a:pt x="1543193" y="2134209"/>
                  <a:pt x="1476309" y="2095294"/>
                  <a:pt x="1409020" y="2057191"/>
                </a:cubicBezTo>
                <a:cubicBezTo>
                  <a:pt x="1285791" y="1987469"/>
                  <a:pt x="1166616" y="1911667"/>
                  <a:pt x="1052305" y="1827353"/>
                </a:cubicBezTo>
                <a:cubicBezTo>
                  <a:pt x="972449" y="1768576"/>
                  <a:pt x="895431" y="1705340"/>
                  <a:pt x="821251" y="1639672"/>
                </a:cubicBezTo>
                <a:cubicBezTo>
                  <a:pt x="778688" y="1601974"/>
                  <a:pt x="737342" y="1562249"/>
                  <a:pt x="696806" y="1522119"/>
                </a:cubicBezTo>
                <a:cubicBezTo>
                  <a:pt x="671674" y="1497392"/>
                  <a:pt x="647352" y="1471449"/>
                  <a:pt x="623436" y="1445101"/>
                </a:cubicBezTo>
                <a:cubicBezTo>
                  <a:pt x="586954" y="1404970"/>
                  <a:pt x="551282" y="1364029"/>
                  <a:pt x="517232" y="1322277"/>
                </a:cubicBezTo>
                <a:cubicBezTo>
                  <a:pt x="419136" y="1201480"/>
                  <a:pt x="331579" y="1072982"/>
                  <a:pt x="258209" y="935566"/>
                </a:cubicBezTo>
                <a:cubicBezTo>
                  <a:pt x="206728" y="838685"/>
                  <a:pt x="161734" y="739373"/>
                  <a:pt x="124441" y="636412"/>
                </a:cubicBezTo>
                <a:cubicBezTo>
                  <a:pt x="92417" y="547638"/>
                  <a:pt x="67691" y="457244"/>
                  <a:pt x="48233" y="365633"/>
                </a:cubicBezTo>
                <a:cubicBezTo>
                  <a:pt x="38505" y="313342"/>
                  <a:pt x="11751" y="144307"/>
                  <a:pt x="12157" y="139848"/>
                </a:cubicBezTo>
                <a:cubicBezTo>
                  <a:pt x="12562" y="144307"/>
                  <a:pt x="807" y="0"/>
                  <a:pt x="807" y="0"/>
                </a:cubicBezTo>
                <a:cubicBezTo>
                  <a:pt x="-1220" y="217272"/>
                  <a:pt x="1212" y="1961526"/>
                  <a:pt x="1212" y="2818047"/>
                </a:cubicBezTo>
                <a:cubicBezTo>
                  <a:pt x="1212" y="2824128"/>
                  <a:pt x="-410" y="2830614"/>
                  <a:pt x="2428" y="2836288"/>
                </a:cubicBezTo>
                <a:cubicBezTo>
                  <a:pt x="1841131" y="2836288"/>
                  <a:pt x="3679834" y="2836288"/>
                  <a:pt x="5518537" y="2836288"/>
                </a:cubicBezTo>
                <a:cubicBezTo>
                  <a:pt x="5520159" y="2836288"/>
                  <a:pt x="5521375" y="2835883"/>
                  <a:pt x="5522996" y="2836288"/>
                </a:cubicBezTo>
                <a:cubicBezTo>
                  <a:pt x="5530293" y="2837505"/>
                  <a:pt x="5531914" y="2834667"/>
                  <a:pt x="5531914" y="2827776"/>
                </a:cubicBezTo>
                <a:cubicBezTo>
                  <a:pt x="5531509" y="2749947"/>
                  <a:pt x="5531509" y="2672119"/>
                  <a:pt x="5531509" y="2594695"/>
                </a:cubicBezTo>
                <a:close/>
              </a:path>
            </a:pathLst>
          </a:custGeom>
          <a:solidFill>
            <a:schemeClr val="tx1"/>
          </a:solidFill>
          <a:ln w="4047" cap="flat">
            <a:noFill/>
            <a:prstDash val="solid"/>
            <a:miter/>
          </a:ln>
        </p:spPr>
        <p:txBody>
          <a:bodyPr rtlCol="0" anchor="ctr"/>
          <a:lstStyle/>
          <a:p>
            <a:endParaRPr lang="en-US"/>
          </a:p>
        </p:txBody>
      </p:sp>
      <p:grpSp>
        <p:nvGrpSpPr>
          <p:cNvPr id="26" name="Group 25">
            <a:extLst>
              <a:ext uri="{FF2B5EF4-FFF2-40B4-BE49-F238E27FC236}">
                <a16:creationId xmlns:a16="http://schemas.microsoft.com/office/drawing/2014/main" id="{618501EB-C9D9-426A-9D05-5B7A3F4F8019}"/>
              </a:ext>
            </a:extLst>
          </p:cNvPr>
          <p:cNvGrpSpPr/>
          <p:nvPr/>
        </p:nvGrpSpPr>
        <p:grpSpPr>
          <a:xfrm>
            <a:off x="946886" y="2048689"/>
            <a:ext cx="1972752" cy="1972750"/>
            <a:chOff x="592539" y="1630966"/>
            <a:chExt cx="2585562" cy="2585560"/>
          </a:xfrm>
        </p:grpSpPr>
        <p:sp>
          <p:nvSpPr>
            <p:cNvPr id="4" name="Freeform: Shape 3">
              <a:extLst>
                <a:ext uri="{FF2B5EF4-FFF2-40B4-BE49-F238E27FC236}">
                  <a16:creationId xmlns:a16="http://schemas.microsoft.com/office/drawing/2014/main" id="{1B3ACECA-FEEE-40E3-B17F-903C3C42EE56}"/>
                </a:ext>
              </a:extLst>
            </p:cNvPr>
            <p:cNvSpPr/>
            <p:nvPr/>
          </p:nvSpPr>
          <p:spPr>
            <a:xfrm>
              <a:off x="592539" y="1630966"/>
              <a:ext cx="2585562" cy="2585560"/>
            </a:xfrm>
            <a:custGeom>
              <a:avLst/>
              <a:gdLst>
                <a:gd name="connsiteX0" fmla="*/ 1707367 w 1707367"/>
                <a:gd name="connsiteY0" fmla="*/ 853684 h 1707366"/>
                <a:gd name="connsiteX1" fmla="*/ 853684 w 1707367"/>
                <a:gd name="connsiteY1" fmla="*/ 1707367 h 1707366"/>
                <a:gd name="connsiteX2" fmla="*/ 0 w 1707367"/>
                <a:gd name="connsiteY2" fmla="*/ 853684 h 1707366"/>
                <a:gd name="connsiteX3" fmla="*/ 853684 w 1707367"/>
                <a:gd name="connsiteY3" fmla="*/ 0 h 1707366"/>
                <a:gd name="connsiteX4" fmla="*/ 1707367 w 1707367"/>
                <a:gd name="connsiteY4" fmla="*/ 853684 h 1707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7367" h="1707366">
                  <a:moveTo>
                    <a:pt x="1707367" y="853684"/>
                  </a:moveTo>
                  <a:cubicBezTo>
                    <a:pt x="1707367" y="1325160"/>
                    <a:pt x="1325160" y="1707367"/>
                    <a:pt x="853684" y="1707367"/>
                  </a:cubicBezTo>
                  <a:cubicBezTo>
                    <a:pt x="382207" y="1707367"/>
                    <a:pt x="0" y="1325160"/>
                    <a:pt x="0" y="853684"/>
                  </a:cubicBezTo>
                  <a:cubicBezTo>
                    <a:pt x="0" y="382207"/>
                    <a:pt x="382207" y="0"/>
                    <a:pt x="853684" y="0"/>
                  </a:cubicBezTo>
                  <a:cubicBezTo>
                    <a:pt x="1325160" y="0"/>
                    <a:pt x="1707367" y="382207"/>
                    <a:pt x="1707367" y="853684"/>
                  </a:cubicBezTo>
                  <a:close/>
                </a:path>
              </a:pathLst>
            </a:custGeom>
            <a:solidFill>
              <a:schemeClr val="accent1"/>
            </a:solidFill>
            <a:ln w="404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5EC9D49-1A8F-4AC6-82D3-1FA60F5AFAB0}"/>
                </a:ext>
              </a:extLst>
            </p:cNvPr>
            <p:cNvSpPr/>
            <p:nvPr/>
          </p:nvSpPr>
          <p:spPr>
            <a:xfrm>
              <a:off x="1345733" y="2487131"/>
              <a:ext cx="1045103" cy="938745"/>
            </a:xfrm>
            <a:custGeom>
              <a:avLst/>
              <a:gdLst>
                <a:gd name="connsiteX0" fmla="*/ 502648 w 690131"/>
                <a:gd name="connsiteY0" fmla="*/ 414382 h 619898"/>
                <a:gd name="connsiteX1" fmla="*/ 449952 w 690131"/>
                <a:gd name="connsiteY1" fmla="*/ 559095 h 619898"/>
                <a:gd name="connsiteX2" fmla="*/ 207143 w 690131"/>
                <a:gd name="connsiteY2" fmla="*/ 571255 h 619898"/>
                <a:gd name="connsiteX3" fmla="*/ 176741 w 690131"/>
                <a:gd name="connsiteY3" fmla="*/ 576120 h 619898"/>
                <a:gd name="connsiteX4" fmla="*/ 139853 w 690131"/>
                <a:gd name="connsiteY4" fmla="*/ 619898 h 619898"/>
                <a:gd name="connsiteX5" fmla="*/ 104182 w 690131"/>
                <a:gd name="connsiteY5" fmla="*/ 574904 h 619898"/>
                <a:gd name="connsiteX6" fmla="*/ 129719 w 690131"/>
                <a:gd name="connsiteY6" fmla="*/ 596388 h 619898"/>
                <a:gd name="connsiteX7" fmla="*/ 146339 w 690131"/>
                <a:gd name="connsiteY7" fmla="*/ 595577 h 619898"/>
                <a:gd name="connsiteX8" fmla="*/ 181605 w 690131"/>
                <a:gd name="connsiteY8" fmla="*/ 553825 h 619898"/>
                <a:gd name="connsiteX9" fmla="*/ 199035 w 690131"/>
                <a:gd name="connsiteY9" fmla="*/ 551393 h 619898"/>
                <a:gd name="connsiteX10" fmla="*/ 409821 w 690131"/>
                <a:gd name="connsiteY10" fmla="*/ 569634 h 619898"/>
                <a:gd name="connsiteX11" fmla="*/ 502648 w 690131"/>
                <a:gd name="connsiteY11" fmla="*/ 414382 h 619898"/>
                <a:gd name="connsiteX12" fmla="*/ 347397 w 690131"/>
                <a:gd name="connsiteY12" fmla="*/ 322366 h 619898"/>
                <a:gd name="connsiteX13" fmla="*/ 344964 w 690131"/>
                <a:gd name="connsiteY13" fmla="*/ 323582 h 619898"/>
                <a:gd name="connsiteX14" fmla="*/ 212007 w 690131"/>
                <a:gd name="connsiteY14" fmla="*/ 478429 h 619898"/>
                <a:gd name="connsiteX15" fmla="*/ 212007 w 690131"/>
                <a:gd name="connsiteY15" fmla="*/ 489373 h 619898"/>
                <a:gd name="connsiteX16" fmla="*/ 232275 w 690131"/>
                <a:gd name="connsiteY16" fmla="*/ 495454 h 619898"/>
                <a:gd name="connsiteX17" fmla="*/ 259434 w 690131"/>
                <a:gd name="connsiteY17" fmla="*/ 463836 h 619898"/>
                <a:gd name="connsiteX18" fmla="*/ 346586 w 690131"/>
                <a:gd name="connsiteY18" fmla="*/ 362091 h 619898"/>
                <a:gd name="connsiteX19" fmla="*/ 372123 w 690131"/>
                <a:gd name="connsiteY19" fmla="*/ 458972 h 619898"/>
                <a:gd name="connsiteX20" fmla="*/ 344154 w 690131"/>
                <a:gd name="connsiteY20" fmla="*/ 381548 h 619898"/>
                <a:gd name="connsiteX21" fmla="*/ 236329 w 690131"/>
                <a:gd name="connsiteY21" fmla="*/ 507615 h 619898"/>
                <a:gd name="connsiteX22" fmla="*/ 273621 w 690131"/>
                <a:gd name="connsiteY22" fmla="*/ 523018 h 619898"/>
                <a:gd name="connsiteX23" fmla="*/ 389554 w 690131"/>
                <a:gd name="connsiteY23" fmla="*/ 436677 h 619898"/>
                <a:gd name="connsiteX24" fmla="*/ 347397 w 690131"/>
                <a:gd name="connsiteY24" fmla="*/ 322366 h 619898"/>
                <a:gd name="connsiteX25" fmla="*/ 179731 w 690131"/>
                <a:gd name="connsiteY25" fmla="*/ 300274 h 619898"/>
                <a:gd name="connsiteX26" fmla="*/ 184849 w 690131"/>
                <a:gd name="connsiteY26" fmla="*/ 301692 h 619898"/>
                <a:gd name="connsiteX27" fmla="*/ 187281 w 690131"/>
                <a:gd name="connsiteY27" fmla="*/ 308989 h 619898"/>
                <a:gd name="connsiteX28" fmla="*/ 180795 w 690131"/>
                <a:gd name="connsiteY28" fmla="*/ 441946 h 619898"/>
                <a:gd name="connsiteX29" fmla="*/ 179985 w 690131"/>
                <a:gd name="connsiteY29" fmla="*/ 443568 h 619898"/>
                <a:gd name="connsiteX30" fmla="*/ 175526 w 690131"/>
                <a:gd name="connsiteY30" fmla="*/ 303719 h 619898"/>
                <a:gd name="connsiteX31" fmla="*/ 179731 w 690131"/>
                <a:gd name="connsiteY31" fmla="*/ 300274 h 619898"/>
                <a:gd name="connsiteX32" fmla="*/ 685618 w 690131"/>
                <a:gd name="connsiteY32" fmla="*/ 223560 h 619898"/>
                <a:gd name="connsiteX33" fmla="*/ 689925 w 690131"/>
                <a:gd name="connsiteY33" fmla="*/ 230350 h 619898"/>
                <a:gd name="connsiteX34" fmla="*/ 684655 w 690131"/>
                <a:gd name="connsiteY34" fmla="*/ 234809 h 619898"/>
                <a:gd name="connsiteX35" fmla="*/ 554130 w 690131"/>
                <a:gd name="connsiteY35" fmla="*/ 289127 h 619898"/>
                <a:gd name="connsiteX36" fmla="*/ 545617 w 690131"/>
                <a:gd name="connsiteY36" fmla="*/ 286695 h 619898"/>
                <a:gd name="connsiteX37" fmla="*/ 550076 w 690131"/>
                <a:gd name="connsiteY37" fmla="*/ 278993 h 619898"/>
                <a:gd name="connsiteX38" fmla="*/ 677358 w 690131"/>
                <a:gd name="connsiteY38" fmla="*/ 224675 h 619898"/>
                <a:gd name="connsiteX39" fmla="*/ 685618 w 690131"/>
                <a:gd name="connsiteY39" fmla="*/ 223560 h 619898"/>
                <a:gd name="connsiteX40" fmla="*/ 452790 w 690131"/>
                <a:gd name="connsiteY40" fmla="*/ 53614 h 619898"/>
                <a:gd name="connsiteX41" fmla="*/ 350640 w 690131"/>
                <a:gd name="connsiteY41" fmla="*/ 122930 h 619898"/>
                <a:gd name="connsiteX42" fmla="*/ 386311 w 690131"/>
                <a:gd name="connsiteY42" fmla="*/ 221838 h 619898"/>
                <a:gd name="connsiteX43" fmla="*/ 477922 w 690131"/>
                <a:gd name="connsiteY43" fmla="*/ 115634 h 619898"/>
                <a:gd name="connsiteX44" fmla="*/ 474679 w 690131"/>
                <a:gd name="connsiteY44" fmla="*/ 99420 h 619898"/>
                <a:gd name="connsiteX45" fmla="*/ 405769 w 690131"/>
                <a:gd name="connsiteY45" fmla="*/ 101852 h 619898"/>
                <a:gd name="connsiteX46" fmla="*/ 378204 w 690131"/>
                <a:gd name="connsiteY46" fmla="*/ 166709 h 619898"/>
                <a:gd name="connsiteX47" fmla="*/ 383879 w 690131"/>
                <a:gd name="connsiteY47" fmla="*/ 198327 h 619898"/>
                <a:gd name="connsiteX48" fmla="*/ 370502 w 690131"/>
                <a:gd name="connsiteY48" fmla="*/ 164682 h 619898"/>
                <a:gd name="connsiteX49" fmla="*/ 416713 w 690131"/>
                <a:gd name="connsiteY49" fmla="*/ 82395 h 619898"/>
                <a:gd name="connsiteX50" fmla="*/ 483597 w 690131"/>
                <a:gd name="connsiteY50" fmla="*/ 91718 h 619898"/>
                <a:gd name="connsiteX51" fmla="*/ 503460 w 690131"/>
                <a:gd name="connsiteY51" fmla="*/ 85232 h 619898"/>
                <a:gd name="connsiteX52" fmla="*/ 496974 w 690131"/>
                <a:gd name="connsiteY52" fmla="*/ 72666 h 619898"/>
                <a:gd name="connsiteX53" fmla="*/ 452790 w 690131"/>
                <a:gd name="connsiteY53" fmla="*/ 53614 h 619898"/>
                <a:gd name="connsiteX54" fmla="*/ 417207 w 690131"/>
                <a:gd name="connsiteY54" fmla="*/ 290 h 619898"/>
                <a:gd name="connsiteX55" fmla="*/ 521295 w 690131"/>
                <a:gd name="connsiteY55" fmla="*/ 44696 h 619898"/>
                <a:gd name="connsiteX56" fmla="*/ 542374 w 690131"/>
                <a:gd name="connsiteY56" fmla="*/ 42669 h 619898"/>
                <a:gd name="connsiteX57" fmla="*/ 565479 w 690131"/>
                <a:gd name="connsiteY57" fmla="*/ 15105 h 619898"/>
                <a:gd name="connsiteX58" fmla="*/ 576424 w 690131"/>
                <a:gd name="connsiteY58" fmla="*/ 13889 h 619898"/>
                <a:gd name="connsiteX59" fmla="*/ 581288 w 690131"/>
                <a:gd name="connsiteY59" fmla="*/ 49965 h 619898"/>
                <a:gd name="connsiteX60" fmla="*/ 573992 w 690131"/>
                <a:gd name="connsiteY60" fmla="*/ 58478 h 619898"/>
                <a:gd name="connsiteX61" fmla="*/ 573587 w 690131"/>
                <a:gd name="connsiteY61" fmla="*/ 98608 h 619898"/>
                <a:gd name="connsiteX62" fmla="*/ 606421 w 690131"/>
                <a:gd name="connsiteY62" fmla="*/ 61315 h 619898"/>
                <a:gd name="connsiteX63" fmla="*/ 601962 w 690131"/>
                <a:gd name="connsiteY63" fmla="*/ 83610 h 619898"/>
                <a:gd name="connsiteX64" fmla="*/ 599124 w 690131"/>
                <a:gd name="connsiteY64" fmla="*/ 129010 h 619898"/>
                <a:gd name="connsiteX65" fmla="*/ 614933 w 690131"/>
                <a:gd name="connsiteY65" fmla="*/ 151305 h 619898"/>
                <a:gd name="connsiteX66" fmla="*/ 683033 w 690131"/>
                <a:gd name="connsiteY66" fmla="*/ 198326 h 619898"/>
                <a:gd name="connsiteX67" fmla="*/ 531429 w 690131"/>
                <a:gd name="connsiteY67" fmla="*/ 266832 h 619898"/>
                <a:gd name="connsiteX68" fmla="*/ 531429 w 690131"/>
                <a:gd name="connsiteY68" fmla="*/ 107526 h 619898"/>
                <a:gd name="connsiteX69" fmla="*/ 412660 w 690131"/>
                <a:gd name="connsiteY69" fmla="*/ 246159 h 619898"/>
                <a:gd name="connsiteX70" fmla="*/ 421172 w 690131"/>
                <a:gd name="connsiteY70" fmla="*/ 268453 h 619898"/>
                <a:gd name="connsiteX71" fmla="*/ 431711 w 690131"/>
                <a:gd name="connsiteY71" fmla="*/ 263184 h 619898"/>
                <a:gd name="connsiteX72" fmla="*/ 532646 w 690131"/>
                <a:gd name="connsiteY72" fmla="*/ 145630 h 619898"/>
                <a:gd name="connsiteX73" fmla="*/ 541158 w 690131"/>
                <a:gd name="connsiteY73" fmla="*/ 215757 h 619898"/>
                <a:gd name="connsiteX74" fmla="*/ 528997 w 690131"/>
                <a:gd name="connsiteY74" fmla="*/ 167114 h 619898"/>
                <a:gd name="connsiteX75" fmla="*/ 434549 w 690131"/>
                <a:gd name="connsiteY75" fmla="*/ 276560 h 619898"/>
                <a:gd name="connsiteX76" fmla="*/ 435765 w 690131"/>
                <a:gd name="connsiteY76" fmla="*/ 292369 h 619898"/>
                <a:gd name="connsiteX77" fmla="*/ 477922 w 690131"/>
                <a:gd name="connsiteY77" fmla="*/ 375062 h 619898"/>
                <a:gd name="connsiteX78" fmla="*/ 366854 w 690131"/>
                <a:gd name="connsiteY78" fmla="*/ 561527 h 619898"/>
                <a:gd name="connsiteX79" fmla="*/ 193766 w 690131"/>
                <a:gd name="connsiteY79" fmla="*/ 517748 h 619898"/>
                <a:gd name="connsiteX80" fmla="*/ 178768 w 690131"/>
                <a:gd name="connsiteY80" fmla="*/ 518559 h 619898"/>
                <a:gd name="connsiteX81" fmla="*/ 140664 w 690131"/>
                <a:gd name="connsiteY81" fmla="*/ 563554 h 619898"/>
                <a:gd name="connsiteX82" fmla="*/ 126477 w 690131"/>
                <a:gd name="connsiteY82" fmla="*/ 564770 h 619898"/>
                <a:gd name="connsiteX83" fmla="*/ 123639 w 690131"/>
                <a:gd name="connsiteY83" fmla="*/ 529504 h 619898"/>
                <a:gd name="connsiteX84" fmla="*/ 124450 w 690131"/>
                <a:gd name="connsiteY84" fmla="*/ 496264 h 619898"/>
                <a:gd name="connsiteX85" fmla="*/ 50675 w 690131"/>
                <a:gd name="connsiteY85" fmla="*/ 401005 h 619898"/>
                <a:gd name="connsiteX86" fmla="*/ 7302 w 690131"/>
                <a:gd name="connsiteY86" fmla="*/ 371414 h 619898"/>
                <a:gd name="connsiteX87" fmla="*/ 816 w 690131"/>
                <a:gd name="connsiteY87" fmla="*/ 360064 h 619898"/>
                <a:gd name="connsiteX88" fmla="*/ 12977 w 690131"/>
                <a:gd name="connsiteY88" fmla="*/ 358848 h 619898"/>
                <a:gd name="connsiteX89" fmla="*/ 89184 w 690131"/>
                <a:gd name="connsiteY89" fmla="*/ 428975 h 619898"/>
                <a:gd name="connsiteX90" fmla="*/ 145123 w 690131"/>
                <a:gd name="connsiteY90" fmla="*/ 503561 h 619898"/>
                <a:gd name="connsiteX91" fmla="*/ 147961 w 690131"/>
                <a:gd name="connsiteY91" fmla="*/ 468700 h 619898"/>
                <a:gd name="connsiteX92" fmla="*/ 92427 w 690131"/>
                <a:gd name="connsiteY92" fmla="*/ 393709 h 619898"/>
                <a:gd name="connsiteX93" fmla="*/ 12571 w 690131"/>
                <a:gd name="connsiteY93" fmla="*/ 334527 h 619898"/>
                <a:gd name="connsiteX94" fmla="*/ 6896 w 690131"/>
                <a:gd name="connsiteY94" fmla="*/ 330068 h 619898"/>
                <a:gd name="connsiteX95" fmla="*/ 14193 w 690131"/>
                <a:gd name="connsiteY95" fmla="*/ 323987 h 619898"/>
                <a:gd name="connsiteX96" fmla="*/ 65268 w 690131"/>
                <a:gd name="connsiteY96" fmla="*/ 305746 h 619898"/>
                <a:gd name="connsiteX97" fmla="*/ 156068 w 690131"/>
                <a:gd name="connsiteY97" fmla="*/ 263994 h 619898"/>
                <a:gd name="connsiteX98" fmla="*/ 166202 w 690131"/>
                <a:gd name="connsiteY98" fmla="*/ 261562 h 619898"/>
                <a:gd name="connsiteX99" fmla="*/ 163770 w 690131"/>
                <a:gd name="connsiteY99" fmla="*/ 272507 h 619898"/>
                <a:gd name="connsiteX100" fmla="*/ 155663 w 690131"/>
                <a:gd name="connsiteY100" fmla="*/ 421273 h 619898"/>
                <a:gd name="connsiteX101" fmla="*/ 180795 w 690131"/>
                <a:gd name="connsiteY101" fmla="*/ 454918 h 619898"/>
                <a:gd name="connsiteX102" fmla="*/ 209575 w 690131"/>
                <a:gd name="connsiteY102" fmla="*/ 428975 h 619898"/>
                <a:gd name="connsiteX103" fmla="*/ 295916 w 690131"/>
                <a:gd name="connsiteY103" fmla="*/ 328852 h 619898"/>
                <a:gd name="connsiteX104" fmla="*/ 297133 w 690131"/>
                <a:gd name="connsiteY104" fmla="*/ 311016 h 619898"/>
                <a:gd name="connsiteX105" fmla="*/ 244841 w 690131"/>
                <a:gd name="connsiteY105" fmla="*/ 230350 h 619898"/>
                <a:gd name="connsiteX106" fmla="*/ 237950 w 690131"/>
                <a:gd name="connsiteY106" fmla="*/ 166709 h 619898"/>
                <a:gd name="connsiteX107" fmla="*/ 245247 w 690131"/>
                <a:gd name="connsiteY107" fmla="*/ 180896 h 619898"/>
                <a:gd name="connsiteX108" fmla="*/ 272811 w 690131"/>
                <a:gd name="connsiteY108" fmla="*/ 253050 h 619898"/>
                <a:gd name="connsiteX109" fmla="*/ 305240 w 690131"/>
                <a:gd name="connsiteY109" fmla="*/ 298855 h 619898"/>
                <a:gd name="connsiteX110" fmla="*/ 315374 w 690131"/>
                <a:gd name="connsiteY110" fmla="*/ 305746 h 619898"/>
                <a:gd name="connsiteX111" fmla="*/ 321859 w 690131"/>
                <a:gd name="connsiteY111" fmla="*/ 284262 h 619898"/>
                <a:gd name="connsiteX112" fmla="*/ 275649 w 690131"/>
                <a:gd name="connsiteY112" fmla="*/ 216973 h 619898"/>
                <a:gd name="connsiteX113" fmla="*/ 377393 w 690131"/>
                <a:gd name="connsiteY113" fmla="*/ 2944 h 619898"/>
                <a:gd name="connsiteX114" fmla="*/ 417207 w 690131"/>
                <a:gd name="connsiteY114" fmla="*/ 290 h 619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690131" h="619898">
                  <a:moveTo>
                    <a:pt x="502648" y="414382"/>
                  </a:moveTo>
                  <a:cubicBezTo>
                    <a:pt x="515215" y="473564"/>
                    <a:pt x="492920" y="520180"/>
                    <a:pt x="449952" y="559095"/>
                  </a:cubicBezTo>
                  <a:cubicBezTo>
                    <a:pt x="392391" y="610981"/>
                    <a:pt x="285377" y="625168"/>
                    <a:pt x="207143" y="571255"/>
                  </a:cubicBezTo>
                  <a:cubicBezTo>
                    <a:pt x="193360" y="561932"/>
                    <a:pt x="186469" y="562743"/>
                    <a:pt x="176741" y="576120"/>
                  </a:cubicBezTo>
                  <a:cubicBezTo>
                    <a:pt x="165796" y="591523"/>
                    <a:pt x="152419" y="605305"/>
                    <a:pt x="139853" y="619898"/>
                  </a:cubicBezTo>
                  <a:cubicBezTo>
                    <a:pt x="103371" y="591929"/>
                    <a:pt x="103371" y="591929"/>
                    <a:pt x="104182" y="574904"/>
                  </a:cubicBezTo>
                  <a:cubicBezTo>
                    <a:pt x="113100" y="582606"/>
                    <a:pt x="122017" y="589091"/>
                    <a:pt x="129719" y="596388"/>
                  </a:cubicBezTo>
                  <a:cubicBezTo>
                    <a:pt x="136205" y="602873"/>
                    <a:pt x="140259" y="603279"/>
                    <a:pt x="146339" y="595577"/>
                  </a:cubicBezTo>
                  <a:cubicBezTo>
                    <a:pt x="157689" y="581389"/>
                    <a:pt x="170255" y="568013"/>
                    <a:pt x="181605" y="553825"/>
                  </a:cubicBezTo>
                  <a:cubicBezTo>
                    <a:pt x="187280" y="546529"/>
                    <a:pt x="190523" y="546123"/>
                    <a:pt x="199035" y="551393"/>
                  </a:cubicBezTo>
                  <a:cubicBezTo>
                    <a:pt x="265919" y="595577"/>
                    <a:pt x="336857" y="608143"/>
                    <a:pt x="409821" y="569634"/>
                  </a:cubicBezTo>
                  <a:cubicBezTo>
                    <a:pt x="471436" y="537611"/>
                    <a:pt x="501838" y="484104"/>
                    <a:pt x="502648" y="414382"/>
                  </a:cubicBezTo>
                  <a:close/>
                  <a:moveTo>
                    <a:pt x="347397" y="322366"/>
                  </a:moveTo>
                  <a:cubicBezTo>
                    <a:pt x="346181" y="323177"/>
                    <a:pt x="345370" y="323177"/>
                    <a:pt x="344964" y="323582"/>
                  </a:cubicBezTo>
                  <a:cubicBezTo>
                    <a:pt x="300375" y="375063"/>
                    <a:pt x="256191" y="426948"/>
                    <a:pt x="212007" y="478429"/>
                  </a:cubicBezTo>
                  <a:cubicBezTo>
                    <a:pt x="208764" y="482482"/>
                    <a:pt x="204711" y="486941"/>
                    <a:pt x="212007" y="489373"/>
                  </a:cubicBezTo>
                  <a:cubicBezTo>
                    <a:pt x="218493" y="491806"/>
                    <a:pt x="222546" y="505993"/>
                    <a:pt x="232275" y="495454"/>
                  </a:cubicBezTo>
                  <a:cubicBezTo>
                    <a:pt x="241598" y="485320"/>
                    <a:pt x="250516" y="474375"/>
                    <a:pt x="259434" y="463836"/>
                  </a:cubicBezTo>
                  <a:cubicBezTo>
                    <a:pt x="288214" y="430191"/>
                    <a:pt x="316995" y="396546"/>
                    <a:pt x="346586" y="362091"/>
                  </a:cubicBezTo>
                  <a:cubicBezTo>
                    <a:pt x="367259" y="392088"/>
                    <a:pt x="384690" y="421679"/>
                    <a:pt x="372123" y="458972"/>
                  </a:cubicBezTo>
                  <a:cubicBezTo>
                    <a:pt x="369691" y="431002"/>
                    <a:pt x="362800" y="404248"/>
                    <a:pt x="344154" y="381548"/>
                  </a:cubicBezTo>
                  <a:cubicBezTo>
                    <a:pt x="308077" y="423705"/>
                    <a:pt x="272405" y="465457"/>
                    <a:pt x="236329" y="507615"/>
                  </a:cubicBezTo>
                  <a:cubicBezTo>
                    <a:pt x="248489" y="515316"/>
                    <a:pt x="260650" y="519775"/>
                    <a:pt x="273621" y="523018"/>
                  </a:cubicBezTo>
                  <a:cubicBezTo>
                    <a:pt x="330777" y="537206"/>
                    <a:pt x="385095" y="495454"/>
                    <a:pt x="389554" y="436677"/>
                  </a:cubicBezTo>
                  <a:cubicBezTo>
                    <a:pt x="392797" y="391277"/>
                    <a:pt x="372123" y="356416"/>
                    <a:pt x="347397" y="322366"/>
                  </a:cubicBezTo>
                  <a:close/>
                  <a:moveTo>
                    <a:pt x="179731" y="300274"/>
                  </a:moveTo>
                  <a:cubicBezTo>
                    <a:pt x="181201" y="300172"/>
                    <a:pt x="182822" y="300882"/>
                    <a:pt x="184849" y="301692"/>
                  </a:cubicBezTo>
                  <a:cubicBezTo>
                    <a:pt x="188902" y="303719"/>
                    <a:pt x="189713" y="305341"/>
                    <a:pt x="187281" y="308989"/>
                  </a:cubicBezTo>
                  <a:cubicBezTo>
                    <a:pt x="159717" y="351957"/>
                    <a:pt x="163770" y="396546"/>
                    <a:pt x="180795" y="441946"/>
                  </a:cubicBezTo>
                  <a:cubicBezTo>
                    <a:pt x="180795" y="442757"/>
                    <a:pt x="180390" y="443162"/>
                    <a:pt x="179985" y="443568"/>
                  </a:cubicBezTo>
                  <a:cubicBezTo>
                    <a:pt x="148367" y="405464"/>
                    <a:pt x="150799" y="343444"/>
                    <a:pt x="175526" y="303719"/>
                  </a:cubicBezTo>
                  <a:cubicBezTo>
                    <a:pt x="176945" y="301287"/>
                    <a:pt x="178262" y="300375"/>
                    <a:pt x="179731" y="300274"/>
                  </a:cubicBezTo>
                  <a:close/>
                  <a:moveTo>
                    <a:pt x="685618" y="223560"/>
                  </a:moveTo>
                  <a:cubicBezTo>
                    <a:pt x="687696" y="224270"/>
                    <a:pt x="689114" y="226296"/>
                    <a:pt x="689925" y="230350"/>
                  </a:cubicBezTo>
                  <a:cubicBezTo>
                    <a:pt x="691141" y="234809"/>
                    <a:pt x="686682" y="233998"/>
                    <a:pt x="684655" y="234809"/>
                  </a:cubicBezTo>
                  <a:cubicBezTo>
                    <a:pt x="640066" y="250618"/>
                    <a:pt x="596692" y="268453"/>
                    <a:pt x="554130" y="289127"/>
                  </a:cubicBezTo>
                  <a:cubicBezTo>
                    <a:pt x="549671" y="291154"/>
                    <a:pt x="548049" y="291154"/>
                    <a:pt x="545617" y="286695"/>
                  </a:cubicBezTo>
                  <a:cubicBezTo>
                    <a:pt x="542374" y="281020"/>
                    <a:pt x="546428" y="280614"/>
                    <a:pt x="550076" y="278993"/>
                  </a:cubicBezTo>
                  <a:cubicBezTo>
                    <a:pt x="591828" y="259536"/>
                    <a:pt x="633580" y="239268"/>
                    <a:pt x="677358" y="224675"/>
                  </a:cubicBezTo>
                  <a:cubicBezTo>
                    <a:pt x="680804" y="223459"/>
                    <a:pt x="683540" y="222851"/>
                    <a:pt x="685618" y="223560"/>
                  </a:cubicBezTo>
                  <a:close/>
                  <a:moveTo>
                    <a:pt x="452790" y="53614"/>
                  </a:moveTo>
                  <a:cubicBezTo>
                    <a:pt x="402931" y="43886"/>
                    <a:pt x="353883" y="77530"/>
                    <a:pt x="350640" y="122930"/>
                  </a:cubicBezTo>
                  <a:cubicBezTo>
                    <a:pt x="348208" y="161034"/>
                    <a:pt x="365233" y="191841"/>
                    <a:pt x="386311" y="221838"/>
                  </a:cubicBezTo>
                  <a:cubicBezTo>
                    <a:pt x="417524" y="185761"/>
                    <a:pt x="447115" y="150495"/>
                    <a:pt x="477922" y="115634"/>
                  </a:cubicBezTo>
                  <a:cubicBezTo>
                    <a:pt x="486029" y="106716"/>
                    <a:pt x="482787" y="103473"/>
                    <a:pt x="474679" y="99420"/>
                  </a:cubicBezTo>
                  <a:cubicBezTo>
                    <a:pt x="451169" y="87664"/>
                    <a:pt x="428063" y="86043"/>
                    <a:pt x="405769" y="101852"/>
                  </a:cubicBezTo>
                  <a:cubicBezTo>
                    <a:pt x="383474" y="117661"/>
                    <a:pt x="374961" y="139955"/>
                    <a:pt x="378204" y="166709"/>
                  </a:cubicBezTo>
                  <a:cubicBezTo>
                    <a:pt x="379015" y="176032"/>
                    <a:pt x="381447" y="185355"/>
                    <a:pt x="383879" y="198327"/>
                  </a:cubicBezTo>
                  <a:cubicBezTo>
                    <a:pt x="376177" y="185761"/>
                    <a:pt x="373340" y="175221"/>
                    <a:pt x="370502" y="164682"/>
                  </a:cubicBezTo>
                  <a:cubicBezTo>
                    <a:pt x="361990" y="127795"/>
                    <a:pt x="381042" y="93745"/>
                    <a:pt x="416713" y="82395"/>
                  </a:cubicBezTo>
                  <a:cubicBezTo>
                    <a:pt x="440224" y="75098"/>
                    <a:pt x="463735" y="76720"/>
                    <a:pt x="483597" y="91718"/>
                  </a:cubicBezTo>
                  <a:cubicBezTo>
                    <a:pt x="495758" y="100636"/>
                    <a:pt x="498596" y="90502"/>
                    <a:pt x="503460" y="85232"/>
                  </a:cubicBezTo>
                  <a:cubicBezTo>
                    <a:pt x="511567" y="76720"/>
                    <a:pt x="500622" y="75504"/>
                    <a:pt x="496974" y="72666"/>
                  </a:cubicBezTo>
                  <a:cubicBezTo>
                    <a:pt x="484003" y="62127"/>
                    <a:pt x="469004" y="56857"/>
                    <a:pt x="452790" y="53614"/>
                  </a:cubicBezTo>
                  <a:close/>
                  <a:moveTo>
                    <a:pt x="417207" y="290"/>
                  </a:moveTo>
                  <a:cubicBezTo>
                    <a:pt x="455552" y="2666"/>
                    <a:pt x="489678" y="19462"/>
                    <a:pt x="521295" y="44696"/>
                  </a:cubicBezTo>
                  <a:cubicBezTo>
                    <a:pt x="531024" y="52398"/>
                    <a:pt x="535483" y="51587"/>
                    <a:pt x="542374" y="42669"/>
                  </a:cubicBezTo>
                  <a:cubicBezTo>
                    <a:pt x="549265" y="32940"/>
                    <a:pt x="558183" y="24833"/>
                    <a:pt x="565479" y="15105"/>
                  </a:cubicBezTo>
                  <a:cubicBezTo>
                    <a:pt x="569533" y="9835"/>
                    <a:pt x="571560" y="10240"/>
                    <a:pt x="576424" y="13889"/>
                  </a:cubicBezTo>
                  <a:cubicBezTo>
                    <a:pt x="598313" y="30508"/>
                    <a:pt x="598313" y="30103"/>
                    <a:pt x="581288" y="49965"/>
                  </a:cubicBezTo>
                  <a:cubicBezTo>
                    <a:pt x="578856" y="52803"/>
                    <a:pt x="576424" y="55640"/>
                    <a:pt x="573992" y="58478"/>
                  </a:cubicBezTo>
                  <a:cubicBezTo>
                    <a:pt x="558183" y="76719"/>
                    <a:pt x="558183" y="77124"/>
                    <a:pt x="573587" y="98608"/>
                  </a:cubicBezTo>
                  <a:cubicBezTo>
                    <a:pt x="584531" y="86042"/>
                    <a:pt x="595071" y="73882"/>
                    <a:pt x="606421" y="61315"/>
                  </a:cubicBezTo>
                  <a:cubicBezTo>
                    <a:pt x="612906" y="71855"/>
                    <a:pt x="607231" y="77530"/>
                    <a:pt x="601962" y="83610"/>
                  </a:cubicBezTo>
                  <a:cubicBezTo>
                    <a:pt x="582505" y="105499"/>
                    <a:pt x="582505" y="105499"/>
                    <a:pt x="599124" y="129010"/>
                  </a:cubicBezTo>
                  <a:cubicBezTo>
                    <a:pt x="604394" y="136307"/>
                    <a:pt x="609663" y="144008"/>
                    <a:pt x="614933" y="151305"/>
                  </a:cubicBezTo>
                  <a:cubicBezTo>
                    <a:pt x="631553" y="175221"/>
                    <a:pt x="651010" y="194678"/>
                    <a:pt x="683033" y="198326"/>
                  </a:cubicBezTo>
                  <a:cubicBezTo>
                    <a:pt x="632363" y="217784"/>
                    <a:pt x="581694" y="235619"/>
                    <a:pt x="531429" y="266832"/>
                  </a:cubicBezTo>
                  <a:cubicBezTo>
                    <a:pt x="561020" y="212109"/>
                    <a:pt x="566696" y="159817"/>
                    <a:pt x="531429" y="107526"/>
                  </a:cubicBezTo>
                  <a:cubicBezTo>
                    <a:pt x="491704" y="154142"/>
                    <a:pt x="451574" y="199948"/>
                    <a:pt x="412660" y="246159"/>
                  </a:cubicBezTo>
                  <a:cubicBezTo>
                    <a:pt x="404147" y="256293"/>
                    <a:pt x="416713" y="262373"/>
                    <a:pt x="421172" y="268453"/>
                  </a:cubicBezTo>
                  <a:cubicBezTo>
                    <a:pt x="426442" y="276155"/>
                    <a:pt x="429279" y="266021"/>
                    <a:pt x="431711" y="263184"/>
                  </a:cubicBezTo>
                  <a:cubicBezTo>
                    <a:pt x="465356" y="224675"/>
                    <a:pt x="498190" y="185355"/>
                    <a:pt x="532646" y="145630"/>
                  </a:cubicBezTo>
                  <a:cubicBezTo>
                    <a:pt x="546022" y="168735"/>
                    <a:pt x="548049" y="191841"/>
                    <a:pt x="541158" y="215757"/>
                  </a:cubicBezTo>
                  <a:cubicBezTo>
                    <a:pt x="536294" y="199948"/>
                    <a:pt x="536699" y="182923"/>
                    <a:pt x="528997" y="167114"/>
                  </a:cubicBezTo>
                  <a:cubicBezTo>
                    <a:pt x="497379" y="204001"/>
                    <a:pt x="466572" y="240484"/>
                    <a:pt x="434549" y="276560"/>
                  </a:cubicBezTo>
                  <a:cubicBezTo>
                    <a:pt x="428063" y="283857"/>
                    <a:pt x="432522" y="287910"/>
                    <a:pt x="435765" y="292369"/>
                  </a:cubicBezTo>
                  <a:cubicBezTo>
                    <a:pt x="452790" y="318312"/>
                    <a:pt x="469410" y="345066"/>
                    <a:pt x="477922" y="375062"/>
                  </a:cubicBezTo>
                  <a:cubicBezTo>
                    <a:pt x="500217" y="452891"/>
                    <a:pt x="447520" y="541259"/>
                    <a:pt x="366854" y="561527"/>
                  </a:cubicBezTo>
                  <a:cubicBezTo>
                    <a:pt x="301592" y="578147"/>
                    <a:pt x="243625" y="561932"/>
                    <a:pt x="193766" y="517748"/>
                  </a:cubicBezTo>
                  <a:cubicBezTo>
                    <a:pt x="186875" y="511668"/>
                    <a:pt x="184443" y="511668"/>
                    <a:pt x="178768" y="518559"/>
                  </a:cubicBezTo>
                  <a:cubicBezTo>
                    <a:pt x="166607" y="533963"/>
                    <a:pt x="153231" y="548150"/>
                    <a:pt x="140664" y="563554"/>
                  </a:cubicBezTo>
                  <a:cubicBezTo>
                    <a:pt x="135800" y="569229"/>
                    <a:pt x="132963" y="570445"/>
                    <a:pt x="126477" y="564770"/>
                  </a:cubicBezTo>
                  <a:cubicBezTo>
                    <a:pt x="107425" y="548150"/>
                    <a:pt x="107020" y="548555"/>
                    <a:pt x="123639" y="529504"/>
                  </a:cubicBezTo>
                  <a:cubicBezTo>
                    <a:pt x="137422" y="513289"/>
                    <a:pt x="137827" y="512884"/>
                    <a:pt x="124450" y="496264"/>
                  </a:cubicBezTo>
                  <a:cubicBezTo>
                    <a:pt x="99723" y="464646"/>
                    <a:pt x="79455" y="429380"/>
                    <a:pt x="50675" y="401005"/>
                  </a:cubicBezTo>
                  <a:cubicBezTo>
                    <a:pt x="38109" y="388439"/>
                    <a:pt x="24327" y="377495"/>
                    <a:pt x="7302" y="371414"/>
                  </a:cubicBezTo>
                  <a:cubicBezTo>
                    <a:pt x="1627" y="369387"/>
                    <a:pt x="-1616" y="366955"/>
                    <a:pt x="816" y="360064"/>
                  </a:cubicBezTo>
                  <a:cubicBezTo>
                    <a:pt x="4464" y="350741"/>
                    <a:pt x="8923" y="357227"/>
                    <a:pt x="12977" y="358848"/>
                  </a:cubicBezTo>
                  <a:cubicBezTo>
                    <a:pt x="47027" y="372630"/>
                    <a:pt x="67700" y="401411"/>
                    <a:pt x="89184" y="428975"/>
                  </a:cubicBezTo>
                  <a:cubicBezTo>
                    <a:pt x="108236" y="453702"/>
                    <a:pt x="126477" y="478429"/>
                    <a:pt x="145123" y="503561"/>
                  </a:cubicBezTo>
                  <a:cubicBezTo>
                    <a:pt x="162148" y="486130"/>
                    <a:pt x="161338" y="486536"/>
                    <a:pt x="147961" y="468700"/>
                  </a:cubicBezTo>
                  <a:cubicBezTo>
                    <a:pt x="128909" y="443973"/>
                    <a:pt x="110668" y="418841"/>
                    <a:pt x="92427" y="393709"/>
                  </a:cubicBezTo>
                  <a:cubicBezTo>
                    <a:pt x="72159" y="365334"/>
                    <a:pt x="48243" y="342228"/>
                    <a:pt x="12571" y="334527"/>
                  </a:cubicBezTo>
                  <a:cubicBezTo>
                    <a:pt x="10139" y="334121"/>
                    <a:pt x="6086" y="334527"/>
                    <a:pt x="6896" y="330068"/>
                  </a:cubicBezTo>
                  <a:cubicBezTo>
                    <a:pt x="7302" y="326014"/>
                    <a:pt x="10950" y="324798"/>
                    <a:pt x="14193" y="323987"/>
                  </a:cubicBezTo>
                  <a:cubicBezTo>
                    <a:pt x="31218" y="317907"/>
                    <a:pt x="48243" y="311827"/>
                    <a:pt x="65268" y="305746"/>
                  </a:cubicBezTo>
                  <a:cubicBezTo>
                    <a:pt x="96886" y="294396"/>
                    <a:pt x="126882" y="280614"/>
                    <a:pt x="156068" y="263994"/>
                  </a:cubicBezTo>
                  <a:cubicBezTo>
                    <a:pt x="158906" y="262373"/>
                    <a:pt x="161743" y="257914"/>
                    <a:pt x="166202" y="261562"/>
                  </a:cubicBezTo>
                  <a:cubicBezTo>
                    <a:pt x="171066" y="266021"/>
                    <a:pt x="165797" y="269669"/>
                    <a:pt x="163770" y="272507"/>
                  </a:cubicBezTo>
                  <a:cubicBezTo>
                    <a:pt x="136206" y="320744"/>
                    <a:pt x="130125" y="370198"/>
                    <a:pt x="155663" y="421273"/>
                  </a:cubicBezTo>
                  <a:cubicBezTo>
                    <a:pt x="162148" y="434245"/>
                    <a:pt x="169040" y="451675"/>
                    <a:pt x="180795" y="454918"/>
                  </a:cubicBezTo>
                  <a:cubicBezTo>
                    <a:pt x="194172" y="458566"/>
                    <a:pt x="200657" y="439109"/>
                    <a:pt x="209575" y="428975"/>
                  </a:cubicBezTo>
                  <a:cubicBezTo>
                    <a:pt x="238761" y="396141"/>
                    <a:pt x="266731" y="362091"/>
                    <a:pt x="295916" y="328852"/>
                  </a:cubicBezTo>
                  <a:cubicBezTo>
                    <a:pt x="301997" y="321961"/>
                    <a:pt x="302402" y="318312"/>
                    <a:pt x="297133" y="311016"/>
                  </a:cubicBezTo>
                  <a:cubicBezTo>
                    <a:pt x="278486" y="285073"/>
                    <a:pt x="260650" y="258319"/>
                    <a:pt x="244841" y="230350"/>
                  </a:cubicBezTo>
                  <a:cubicBezTo>
                    <a:pt x="233086" y="210082"/>
                    <a:pt x="230654" y="189409"/>
                    <a:pt x="237950" y="166709"/>
                  </a:cubicBezTo>
                  <a:cubicBezTo>
                    <a:pt x="244031" y="169546"/>
                    <a:pt x="245247" y="176437"/>
                    <a:pt x="245247" y="180896"/>
                  </a:cubicBezTo>
                  <a:cubicBezTo>
                    <a:pt x="243625" y="209271"/>
                    <a:pt x="258624" y="231160"/>
                    <a:pt x="272811" y="253050"/>
                  </a:cubicBezTo>
                  <a:cubicBezTo>
                    <a:pt x="282945" y="268859"/>
                    <a:pt x="293890" y="283857"/>
                    <a:pt x="305240" y="298855"/>
                  </a:cubicBezTo>
                  <a:cubicBezTo>
                    <a:pt x="307672" y="302098"/>
                    <a:pt x="308888" y="311827"/>
                    <a:pt x="315374" y="305746"/>
                  </a:cubicBezTo>
                  <a:cubicBezTo>
                    <a:pt x="320643" y="300882"/>
                    <a:pt x="331993" y="296423"/>
                    <a:pt x="321859" y="284262"/>
                  </a:cubicBezTo>
                  <a:cubicBezTo>
                    <a:pt x="304429" y="263184"/>
                    <a:pt x="290242" y="240078"/>
                    <a:pt x="275649" y="216973"/>
                  </a:cubicBezTo>
                  <a:cubicBezTo>
                    <a:pt x="220520" y="129416"/>
                    <a:pt x="293079" y="19158"/>
                    <a:pt x="377393" y="2944"/>
                  </a:cubicBezTo>
                  <a:cubicBezTo>
                    <a:pt x="391175" y="309"/>
                    <a:pt x="404426" y="-502"/>
                    <a:pt x="417207" y="290"/>
                  </a:cubicBezTo>
                  <a:close/>
                </a:path>
              </a:pathLst>
            </a:custGeom>
            <a:solidFill>
              <a:schemeClr val="bg1"/>
            </a:solidFill>
            <a:ln w="4047" cap="flat">
              <a:noFill/>
              <a:prstDash val="solid"/>
              <a:miter/>
            </a:ln>
          </p:spPr>
          <p:txBody>
            <a:bodyPr wrap="square" rtlCol="0" anchor="ctr">
              <a:noAutofit/>
            </a:bodyPr>
            <a:lstStyle/>
            <a:p>
              <a:endParaRPr lang="en-US"/>
            </a:p>
          </p:txBody>
        </p:sp>
      </p:grpSp>
      <p:grpSp>
        <p:nvGrpSpPr>
          <p:cNvPr id="11" name="Group 10">
            <a:extLst>
              <a:ext uri="{FF2B5EF4-FFF2-40B4-BE49-F238E27FC236}">
                <a16:creationId xmlns:a16="http://schemas.microsoft.com/office/drawing/2014/main" id="{169AF6D0-B8CA-4009-A5FD-60F90B9BA9EC}"/>
              </a:ext>
            </a:extLst>
          </p:cNvPr>
          <p:cNvGrpSpPr/>
          <p:nvPr/>
        </p:nvGrpSpPr>
        <p:grpSpPr>
          <a:xfrm rot="21152681">
            <a:off x="2712592" y="3425275"/>
            <a:ext cx="1300926" cy="3297203"/>
            <a:chOff x="8170639" y="4217094"/>
            <a:chExt cx="859062" cy="2177297"/>
          </a:xfrm>
        </p:grpSpPr>
        <p:sp>
          <p:nvSpPr>
            <p:cNvPr id="12" name="Freeform: Shape 11">
              <a:extLst>
                <a:ext uri="{FF2B5EF4-FFF2-40B4-BE49-F238E27FC236}">
                  <a16:creationId xmlns:a16="http://schemas.microsoft.com/office/drawing/2014/main" id="{45067579-7B5E-4094-B836-4DF6581A6D56}"/>
                </a:ext>
              </a:extLst>
            </p:cNvPr>
            <p:cNvSpPr/>
            <p:nvPr/>
          </p:nvSpPr>
          <p:spPr>
            <a:xfrm>
              <a:off x="8451383" y="4661977"/>
              <a:ext cx="372087" cy="715204"/>
            </a:xfrm>
            <a:custGeom>
              <a:avLst/>
              <a:gdLst>
                <a:gd name="connsiteX0" fmla="*/ 189702 w 372087"/>
                <a:gd name="connsiteY0" fmla="*/ 76224 h 715204"/>
                <a:gd name="connsiteX1" fmla="*/ 263882 w 372087"/>
                <a:gd name="connsiteY1" fmla="*/ 134595 h 715204"/>
                <a:gd name="connsiteX2" fmla="*/ 310093 w 372087"/>
                <a:gd name="connsiteY2" fmla="*/ 221747 h 715204"/>
                <a:gd name="connsiteX3" fmla="*/ 309688 w 372087"/>
                <a:gd name="connsiteY3" fmla="*/ 244447 h 715204"/>
                <a:gd name="connsiteX4" fmla="*/ 316174 w 372087"/>
                <a:gd name="connsiteY4" fmla="*/ 345787 h 715204"/>
                <a:gd name="connsiteX5" fmla="*/ 339279 w 372087"/>
                <a:gd name="connsiteY5" fmla="*/ 464962 h 715204"/>
                <a:gd name="connsiteX6" fmla="*/ 360763 w 372087"/>
                <a:gd name="connsiteY6" fmla="*/ 526981 h 715204"/>
                <a:gd name="connsiteX7" fmla="*/ 362384 w 372087"/>
                <a:gd name="connsiteY7" fmla="*/ 631564 h 715204"/>
                <a:gd name="connsiteX8" fmla="*/ 259829 w 372087"/>
                <a:gd name="connsiteY8" fmla="*/ 649400 h 715204"/>
                <a:gd name="connsiteX9" fmla="*/ 63636 w 372087"/>
                <a:gd name="connsiteY9" fmla="*/ 701691 h 715204"/>
                <a:gd name="connsiteX10" fmla="*/ 57961 w 372087"/>
                <a:gd name="connsiteY10" fmla="*/ 702907 h 715204"/>
                <a:gd name="connsiteX11" fmla="*/ 42152 w 372087"/>
                <a:gd name="connsiteY11" fmla="*/ 715068 h 715204"/>
                <a:gd name="connsiteX12" fmla="*/ 17019 w 372087"/>
                <a:gd name="connsiteY12" fmla="*/ 484014 h 715204"/>
                <a:gd name="connsiteX13" fmla="*/ 10128 w 372087"/>
                <a:gd name="connsiteY13" fmla="*/ 450369 h 715204"/>
                <a:gd name="connsiteX14" fmla="*/ 2427 w 372087"/>
                <a:gd name="connsiteY14" fmla="*/ 368081 h 715204"/>
                <a:gd name="connsiteX15" fmla="*/ 20668 w 372087"/>
                <a:gd name="connsiteY15" fmla="*/ 224585 h 715204"/>
                <a:gd name="connsiteX16" fmla="*/ 22694 w 372087"/>
                <a:gd name="connsiteY16" fmla="*/ 219315 h 715204"/>
                <a:gd name="connsiteX17" fmla="*/ 16209 w 372087"/>
                <a:gd name="connsiteY17" fmla="*/ 178779 h 715204"/>
                <a:gd name="connsiteX18" fmla="*/ 9318 w 372087"/>
                <a:gd name="connsiteY18" fmla="*/ 162160 h 715204"/>
                <a:gd name="connsiteX19" fmla="*/ 72554 w 372087"/>
                <a:gd name="connsiteY19" fmla="*/ 48659 h 715204"/>
                <a:gd name="connsiteX20" fmla="*/ 102955 w 372087"/>
                <a:gd name="connsiteY20" fmla="*/ 422 h 715204"/>
                <a:gd name="connsiteX21" fmla="*/ 109846 w 372087"/>
                <a:gd name="connsiteY21" fmla="*/ 1232 h 715204"/>
                <a:gd name="connsiteX22" fmla="*/ 189702 w 372087"/>
                <a:gd name="connsiteY22" fmla="*/ 76224 h 715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72087" h="715204">
                  <a:moveTo>
                    <a:pt x="189702" y="76224"/>
                  </a:moveTo>
                  <a:cubicBezTo>
                    <a:pt x="217266" y="92438"/>
                    <a:pt x="241588" y="111490"/>
                    <a:pt x="263882" y="134595"/>
                  </a:cubicBezTo>
                  <a:cubicBezTo>
                    <a:pt x="287799" y="159727"/>
                    <a:pt x="304418" y="187697"/>
                    <a:pt x="310093" y="221747"/>
                  </a:cubicBezTo>
                  <a:cubicBezTo>
                    <a:pt x="311309" y="229449"/>
                    <a:pt x="311715" y="237151"/>
                    <a:pt x="309688" y="244447"/>
                  </a:cubicBezTo>
                  <a:cubicBezTo>
                    <a:pt x="299959" y="278903"/>
                    <a:pt x="303202" y="312953"/>
                    <a:pt x="316174" y="345787"/>
                  </a:cubicBezTo>
                  <a:cubicBezTo>
                    <a:pt x="331172" y="384296"/>
                    <a:pt x="338468" y="424021"/>
                    <a:pt x="339279" y="464962"/>
                  </a:cubicBezTo>
                  <a:cubicBezTo>
                    <a:pt x="339684" y="488067"/>
                    <a:pt x="353872" y="506308"/>
                    <a:pt x="360763" y="526981"/>
                  </a:cubicBezTo>
                  <a:cubicBezTo>
                    <a:pt x="372518" y="561842"/>
                    <a:pt x="378193" y="596703"/>
                    <a:pt x="362384" y="631564"/>
                  </a:cubicBezTo>
                  <a:cubicBezTo>
                    <a:pt x="327524" y="634401"/>
                    <a:pt x="293879" y="642103"/>
                    <a:pt x="259829" y="649400"/>
                  </a:cubicBezTo>
                  <a:cubicBezTo>
                    <a:pt x="193350" y="663587"/>
                    <a:pt x="126061" y="674127"/>
                    <a:pt x="63636" y="701691"/>
                  </a:cubicBezTo>
                  <a:cubicBezTo>
                    <a:pt x="62014" y="702502"/>
                    <a:pt x="59987" y="702502"/>
                    <a:pt x="57961" y="702907"/>
                  </a:cubicBezTo>
                  <a:cubicBezTo>
                    <a:pt x="42557" y="701691"/>
                    <a:pt x="57150" y="708987"/>
                    <a:pt x="42152" y="715068"/>
                  </a:cubicBezTo>
                  <a:cubicBezTo>
                    <a:pt x="27559" y="721148"/>
                    <a:pt x="19452" y="522523"/>
                    <a:pt x="17019" y="484014"/>
                  </a:cubicBezTo>
                  <a:cubicBezTo>
                    <a:pt x="16209" y="472258"/>
                    <a:pt x="14993" y="461314"/>
                    <a:pt x="10128" y="450369"/>
                  </a:cubicBezTo>
                  <a:cubicBezTo>
                    <a:pt x="805" y="429696"/>
                    <a:pt x="-2843" y="390781"/>
                    <a:pt x="2427" y="368081"/>
                  </a:cubicBezTo>
                  <a:cubicBezTo>
                    <a:pt x="13777" y="315385"/>
                    <a:pt x="1616" y="274849"/>
                    <a:pt x="20668" y="224585"/>
                  </a:cubicBezTo>
                  <a:cubicBezTo>
                    <a:pt x="21478" y="222963"/>
                    <a:pt x="21884" y="220936"/>
                    <a:pt x="22694" y="219315"/>
                  </a:cubicBezTo>
                  <a:cubicBezTo>
                    <a:pt x="32423" y="203911"/>
                    <a:pt x="35261" y="190129"/>
                    <a:pt x="16209" y="178779"/>
                  </a:cubicBezTo>
                  <a:cubicBezTo>
                    <a:pt x="10939" y="175942"/>
                    <a:pt x="8507" y="169051"/>
                    <a:pt x="9318" y="162160"/>
                  </a:cubicBezTo>
                  <a:cubicBezTo>
                    <a:pt x="28775" y="123651"/>
                    <a:pt x="51475" y="86358"/>
                    <a:pt x="72554" y="48659"/>
                  </a:cubicBezTo>
                  <a:cubicBezTo>
                    <a:pt x="81877" y="32040"/>
                    <a:pt x="89984" y="14609"/>
                    <a:pt x="102955" y="422"/>
                  </a:cubicBezTo>
                  <a:cubicBezTo>
                    <a:pt x="105388" y="-389"/>
                    <a:pt x="107820" y="16"/>
                    <a:pt x="109846" y="1232"/>
                  </a:cubicBezTo>
                  <a:cubicBezTo>
                    <a:pt x="139032" y="23933"/>
                    <a:pt x="169839" y="43795"/>
                    <a:pt x="189702" y="76224"/>
                  </a:cubicBezTo>
                  <a:close/>
                </a:path>
              </a:pathLst>
            </a:custGeom>
            <a:solidFill>
              <a:srgbClr val="007577"/>
            </a:solidFill>
            <a:ln w="4047"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93E716-FC20-4F17-A98D-1C1275C41C59}"/>
                </a:ext>
              </a:extLst>
            </p:cNvPr>
            <p:cNvSpPr/>
            <p:nvPr/>
          </p:nvSpPr>
          <p:spPr>
            <a:xfrm>
              <a:off x="8371978" y="5292135"/>
              <a:ext cx="501144" cy="585526"/>
            </a:xfrm>
            <a:custGeom>
              <a:avLst/>
              <a:gdLst>
                <a:gd name="connsiteX0" fmla="*/ 137771 w 501144"/>
                <a:gd name="connsiteY0" fmla="*/ 71127 h 585526"/>
                <a:gd name="connsiteX1" fmla="*/ 244785 w 501144"/>
                <a:gd name="connsiteY1" fmla="*/ 35456 h 585526"/>
                <a:gd name="connsiteX2" fmla="*/ 414630 w 501144"/>
                <a:gd name="connsiteY2" fmla="*/ 1000 h 585526"/>
                <a:gd name="connsiteX3" fmla="*/ 441789 w 501144"/>
                <a:gd name="connsiteY3" fmla="*/ 1811 h 585526"/>
                <a:gd name="connsiteX4" fmla="*/ 451518 w 501144"/>
                <a:gd name="connsiteY4" fmla="*/ 13972 h 585526"/>
                <a:gd name="connsiteX5" fmla="*/ 486784 w 501144"/>
                <a:gd name="connsiteY5" fmla="*/ 80045 h 585526"/>
                <a:gd name="connsiteX6" fmla="*/ 497323 w 501144"/>
                <a:gd name="connsiteY6" fmla="*/ 207328 h 585526"/>
                <a:gd name="connsiteX7" fmla="*/ 475839 w 501144"/>
                <a:gd name="connsiteY7" fmla="*/ 265294 h 585526"/>
                <a:gd name="connsiteX8" fmla="*/ 453139 w 501144"/>
                <a:gd name="connsiteY8" fmla="*/ 335015 h 585526"/>
                <a:gd name="connsiteX9" fmla="*/ 464894 w 501144"/>
                <a:gd name="connsiteY9" fmla="*/ 443246 h 585526"/>
                <a:gd name="connsiteX10" fmla="*/ 473812 w 501144"/>
                <a:gd name="connsiteY10" fmla="*/ 504050 h 585526"/>
                <a:gd name="connsiteX11" fmla="*/ 472596 w 501144"/>
                <a:gd name="connsiteY11" fmla="*/ 525128 h 585526"/>
                <a:gd name="connsiteX12" fmla="*/ 327478 w 501144"/>
                <a:gd name="connsiteY12" fmla="*/ 585526 h 585526"/>
                <a:gd name="connsiteX13" fmla="*/ 276403 w 501144"/>
                <a:gd name="connsiteY13" fmla="*/ 548639 h 585526"/>
                <a:gd name="connsiteX14" fmla="*/ 258973 w 501144"/>
                <a:gd name="connsiteY14" fmla="*/ 509319 h 585526"/>
                <a:gd name="connsiteX15" fmla="*/ 223301 w 501144"/>
                <a:gd name="connsiteY15" fmla="*/ 423383 h 585526"/>
                <a:gd name="connsiteX16" fmla="*/ 205060 w 501144"/>
                <a:gd name="connsiteY16" fmla="*/ 415681 h 585526"/>
                <a:gd name="connsiteX17" fmla="*/ 189657 w 501144"/>
                <a:gd name="connsiteY17" fmla="*/ 428653 h 585526"/>
                <a:gd name="connsiteX18" fmla="*/ 156823 w 501144"/>
                <a:gd name="connsiteY18" fmla="*/ 434328 h 585526"/>
                <a:gd name="connsiteX19" fmla="*/ 760 w 501144"/>
                <a:gd name="connsiteY19" fmla="*/ 312721 h 585526"/>
                <a:gd name="connsiteX20" fmla="*/ 8462 w 501144"/>
                <a:gd name="connsiteY20" fmla="*/ 289210 h 585526"/>
                <a:gd name="connsiteX21" fmla="*/ 54267 w 501144"/>
                <a:gd name="connsiteY21" fmla="*/ 230433 h 585526"/>
                <a:gd name="connsiteX22" fmla="*/ 85480 w 501144"/>
                <a:gd name="connsiteY22" fmla="*/ 163954 h 585526"/>
                <a:gd name="connsiteX23" fmla="*/ 90344 w 501144"/>
                <a:gd name="connsiteY23" fmla="*/ 146118 h 585526"/>
                <a:gd name="connsiteX24" fmla="*/ 127637 w 501144"/>
                <a:gd name="connsiteY24" fmla="*/ 79640 h 585526"/>
                <a:gd name="connsiteX25" fmla="*/ 137771 w 501144"/>
                <a:gd name="connsiteY25" fmla="*/ 71127 h 58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01144" h="585526">
                  <a:moveTo>
                    <a:pt x="137771" y="71127"/>
                  </a:moveTo>
                  <a:cubicBezTo>
                    <a:pt x="172226" y="56129"/>
                    <a:pt x="207492" y="42752"/>
                    <a:pt x="244785" y="35456"/>
                  </a:cubicBezTo>
                  <a:cubicBezTo>
                    <a:pt x="301535" y="24511"/>
                    <a:pt x="357475" y="10324"/>
                    <a:pt x="414630" y="1000"/>
                  </a:cubicBezTo>
                  <a:cubicBezTo>
                    <a:pt x="423953" y="-621"/>
                    <a:pt x="432871" y="-216"/>
                    <a:pt x="441789" y="1811"/>
                  </a:cubicBezTo>
                  <a:cubicBezTo>
                    <a:pt x="445032" y="5865"/>
                    <a:pt x="447869" y="10729"/>
                    <a:pt x="451518" y="13972"/>
                  </a:cubicBezTo>
                  <a:cubicBezTo>
                    <a:pt x="473812" y="32618"/>
                    <a:pt x="473812" y="55724"/>
                    <a:pt x="486784" y="80045"/>
                  </a:cubicBezTo>
                  <a:cubicBezTo>
                    <a:pt x="505025" y="114095"/>
                    <a:pt x="502593" y="174088"/>
                    <a:pt x="497323" y="207328"/>
                  </a:cubicBezTo>
                  <a:cubicBezTo>
                    <a:pt x="490837" y="230838"/>
                    <a:pt x="482325" y="242188"/>
                    <a:pt x="475839" y="265294"/>
                  </a:cubicBezTo>
                  <a:cubicBezTo>
                    <a:pt x="471380" y="281508"/>
                    <a:pt x="452329" y="327719"/>
                    <a:pt x="453139" y="335015"/>
                  </a:cubicBezTo>
                  <a:cubicBezTo>
                    <a:pt x="457193" y="371092"/>
                    <a:pt x="461246" y="407169"/>
                    <a:pt x="464894" y="443246"/>
                  </a:cubicBezTo>
                  <a:cubicBezTo>
                    <a:pt x="466921" y="463514"/>
                    <a:pt x="467732" y="484187"/>
                    <a:pt x="473812" y="504050"/>
                  </a:cubicBezTo>
                  <a:cubicBezTo>
                    <a:pt x="475839" y="510940"/>
                    <a:pt x="474623" y="518237"/>
                    <a:pt x="472596" y="525128"/>
                  </a:cubicBezTo>
                  <a:cubicBezTo>
                    <a:pt x="471380" y="528776"/>
                    <a:pt x="331532" y="585526"/>
                    <a:pt x="327478" y="585526"/>
                  </a:cubicBezTo>
                  <a:cubicBezTo>
                    <a:pt x="308832" y="575392"/>
                    <a:pt x="286132" y="570528"/>
                    <a:pt x="276403" y="548639"/>
                  </a:cubicBezTo>
                  <a:cubicBezTo>
                    <a:pt x="270323" y="535667"/>
                    <a:pt x="264648" y="522291"/>
                    <a:pt x="258973" y="509319"/>
                  </a:cubicBezTo>
                  <a:cubicBezTo>
                    <a:pt x="246407" y="480944"/>
                    <a:pt x="232219" y="452974"/>
                    <a:pt x="223301" y="423383"/>
                  </a:cubicBezTo>
                  <a:cubicBezTo>
                    <a:pt x="220058" y="412439"/>
                    <a:pt x="215194" y="410817"/>
                    <a:pt x="205060" y="415681"/>
                  </a:cubicBezTo>
                  <a:cubicBezTo>
                    <a:pt x="198980" y="418519"/>
                    <a:pt x="194116" y="423383"/>
                    <a:pt x="189657" y="428653"/>
                  </a:cubicBezTo>
                  <a:cubicBezTo>
                    <a:pt x="179928" y="440003"/>
                    <a:pt x="169389" y="442030"/>
                    <a:pt x="156823" y="434328"/>
                  </a:cubicBezTo>
                  <a:cubicBezTo>
                    <a:pt x="104531" y="394197"/>
                    <a:pt x="51430" y="354878"/>
                    <a:pt x="760" y="312721"/>
                  </a:cubicBezTo>
                  <a:cubicBezTo>
                    <a:pt x="-2078" y="302992"/>
                    <a:pt x="3597" y="296101"/>
                    <a:pt x="8462" y="289210"/>
                  </a:cubicBezTo>
                  <a:cubicBezTo>
                    <a:pt x="23460" y="269347"/>
                    <a:pt x="36431" y="248269"/>
                    <a:pt x="54267" y="230433"/>
                  </a:cubicBezTo>
                  <a:cubicBezTo>
                    <a:pt x="72103" y="212597"/>
                    <a:pt x="82642" y="189492"/>
                    <a:pt x="85480" y="163954"/>
                  </a:cubicBezTo>
                  <a:cubicBezTo>
                    <a:pt x="86290" y="157874"/>
                    <a:pt x="87506" y="151388"/>
                    <a:pt x="90344" y="146118"/>
                  </a:cubicBezTo>
                  <a:cubicBezTo>
                    <a:pt x="102099" y="123824"/>
                    <a:pt x="115476" y="101935"/>
                    <a:pt x="127637" y="79640"/>
                  </a:cubicBezTo>
                  <a:cubicBezTo>
                    <a:pt x="129258" y="75586"/>
                    <a:pt x="132096" y="71533"/>
                    <a:pt x="137771" y="71127"/>
                  </a:cubicBezTo>
                  <a:close/>
                </a:path>
              </a:pathLst>
            </a:custGeom>
            <a:solidFill>
              <a:srgbClr val="AD9734"/>
            </a:solidFill>
            <a:ln w="4047"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95CDD241-1951-4D1F-8DE1-8FD4932668D9}"/>
                </a:ext>
              </a:extLst>
            </p:cNvPr>
            <p:cNvSpPr/>
            <p:nvPr/>
          </p:nvSpPr>
          <p:spPr>
            <a:xfrm>
              <a:off x="8170639" y="4217094"/>
              <a:ext cx="384509" cy="605420"/>
            </a:xfrm>
            <a:custGeom>
              <a:avLst/>
              <a:gdLst>
                <a:gd name="connsiteX0" fmla="*/ 384510 w 384509"/>
                <a:gd name="connsiteY0" fmla="*/ 446521 h 605420"/>
                <a:gd name="connsiteX1" fmla="*/ 300195 w 384509"/>
                <a:gd name="connsiteY1" fmla="*/ 593665 h 605420"/>
                <a:gd name="connsiteX2" fmla="*/ 292494 w 384509"/>
                <a:gd name="connsiteY2" fmla="*/ 605421 h 605420"/>
                <a:gd name="connsiteX3" fmla="*/ 264929 w 384509"/>
                <a:gd name="connsiteY3" fmla="*/ 581099 h 605420"/>
                <a:gd name="connsiteX4" fmla="*/ 127108 w 384509"/>
                <a:gd name="connsiteY4" fmla="*/ 410038 h 605420"/>
                <a:gd name="connsiteX5" fmla="*/ 49684 w 384509"/>
                <a:gd name="connsiteY5" fmla="*/ 290863 h 605420"/>
                <a:gd name="connsiteX6" fmla="*/ 40361 w 384509"/>
                <a:gd name="connsiteY6" fmla="*/ 267352 h 605420"/>
                <a:gd name="connsiteX7" fmla="*/ 10770 w 384509"/>
                <a:gd name="connsiteY7" fmla="*/ 208575 h 605420"/>
                <a:gd name="connsiteX8" fmla="*/ 11986 w 384509"/>
                <a:gd name="connsiteY8" fmla="*/ 127099 h 605420"/>
                <a:gd name="connsiteX9" fmla="*/ 69141 w 384509"/>
                <a:gd name="connsiteY9" fmla="*/ 13193 h 605420"/>
                <a:gd name="connsiteX10" fmla="*/ 90625 w 384509"/>
                <a:gd name="connsiteY10" fmla="*/ 1032 h 605420"/>
                <a:gd name="connsiteX11" fmla="*/ 111299 w 384509"/>
                <a:gd name="connsiteY11" fmla="*/ 20084 h 605420"/>
                <a:gd name="connsiteX12" fmla="*/ 106840 w 384509"/>
                <a:gd name="connsiteY12" fmla="*/ 133179 h 605420"/>
                <a:gd name="connsiteX13" fmla="*/ 154672 w 384509"/>
                <a:gd name="connsiteY13" fmla="*/ 50081 h 605420"/>
                <a:gd name="connsiteX14" fmla="*/ 165617 w 384509"/>
                <a:gd name="connsiteY14" fmla="*/ 39541 h 605420"/>
                <a:gd name="connsiteX15" fmla="*/ 185074 w 384509"/>
                <a:gd name="connsiteY15" fmla="*/ 50081 h 605420"/>
                <a:gd name="connsiteX16" fmla="*/ 184263 w 384509"/>
                <a:gd name="connsiteY16" fmla="*/ 64268 h 605420"/>
                <a:gd name="connsiteX17" fmla="*/ 150213 w 384509"/>
                <a:gd name="connsiteY17" fmla="*/ 204117 h 605420"/>
                <a:gd name="connsiteX18" fmla="*/ 162779 w 384509"/>
                <a:gd name="connsiteY18" fmla="*/ 240193 h 605420"/>
                <a:gd name="connsiteX19" fmla="*/ 266551 w 384509"/>
                <a:gd name="connsiteY19" fmla="*/ 329778 h 605420"/>
                <a:gd name="connsiteX20" fmla="*/ 367079 w 384509"/>
                <a:gd name="connsiteY20" fmla="*/ 427874 h 605420"/>
                <a:gd name="connsiteX21" fmla="*/ 384510 w 384509"/>
                <a:gd name="connsiteY21" fmla="*/ 446521 h 60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4509" h="605420">
                  <a:moveTo>
                    <a:pt x="384510" y="446521"/>
                  </a:moveTo>
                  <a:cubicBezTo>
                    <a:pt x="356540" y="495569"/>
                    <a:pt x="328570" y="544617"/>
                    <a:pt x="300195" y="593665"/>
                  </a:cubicBezTo>
                  <a:cubicBezTo>
                    <a:pt x="297763" y="597719"/>
                    <a:pt x="294926" y="601367"/>
                    <a:pt x="292494" y="605421"/>
                  </a:cubicBezTo>
                  <a:cubicBezTo>
                    <a:pt x="280333" y="600962"/>
                    <a:pt x="272631" y="590423"/>
                    <a:pt x="264929" y="581099"/>
                  </a:cubicBezTo>
                  <a:cubicBezTo>
                    <a:pt x="217502" y="525565"/>
                    <a:pt x="168454" y="470842"/>
                    <a:pt x="127108" y="410038"/>
                  </a:cubicBezTo>
                  <a:cubicBezTo>
                    <a:pt x="100354" y="370719"/>
                    <a:pt x="72384" y="332615"/>
                    <a:pt x="49684" y="290863"/>
                  </a:cubicBezTo>
                  <a:cubicBezTo>
                    <a:pt x="45631" y="283567"/>
                    <a:pt x="39956" y="276676"/>
                    <a:pt x="40361" y="267352"/>
                  </a:cubicBezTo>
                  <a:cubicBezTo>
                    <a:pt x="30632" y="247490"/>
                    <a:pt x="22120" y="227222"/>
                    <a:pt x="10770" y="208575"/>
                  </a:cubicBezTo>
                  <a:cubicBezTo>
                    <a:pt x="-6255" y="180606"/>
                    <a:pt x="-985" y="152636"/>
                    <a:pt x="11986" y="127099"/>
                  </a:cubicBezTo>
                  <a:cubicBezTo>
                    <a:pt x="31038" y="89400"/>
                    <a:pt x="52522" y="52513"/>
                    <a:pt x="69141" y="13193"/>
                  </a:cubicBezTo>
                  <a:cubicBezTo>
                    <a:pt x="73195" y="3870"/>
                    <a:pt x="80897" y="-2616"/>
                    <a:pt x="90625" y="1032"/>
                  </a:cubicBezTo>
                  <a:cubicBezTo>
                    <a:pt x="99138" y="3870"/>
                    <a:pt x="110083" y="4681"/>
                    <a:pt x="111299" y="20084"/>
                  </a:cubicBezTo>
                  <a:cubicBezTo>
                    <a:pt x="114136" y="57782"/>
                    <a:pt x="114542" y="95075"/>
                    <a:pt x="106840" y="133179"/>
                  </a:cubicBezTo>
                  <a:cubicBezTo>
                    <a:pt x="112920" y="99534"/>
                    <a:pt x="142511" y="80077"/>
                    <a:pt x="154672" y="50081"/>
                  </a:cubicBezTo>
                  <a:cubicBezTo>
                    <a:pt x="156699" y="45216"/>
                    <a:pt x="159536" y="40757"/>
                    <a:pt x="165617" y="39541"/>
                  </a:cubicBezTo>
                  <a:cubicBezTo>
                    <a:pt x="179804" y="31840"/>
                    <a:pt x="183452" y="33866"/>
                    <a:pt x="185074" y="50081"/>
                  </a:cubicBezTo>
                  <a:cubicBezTo>
                    <a:pt x="185479" y="54945"/>
                    <a:pt x="185074" y="59404"/>
                    <a:pt x="184263" y="64268"/>
                  </a:cubicBezTo>
                  <a:cubicBezTo>
                    <a:pt x="174534" y="111290"/>
                    <a:pt x="162779" y="157906"/>
                    <a:pt x="150213" y="204117"/>
                  </a:cubicBezTo>
                  <a:cubicBezTo>
                    <a:pt x="146159" y="219115"/>
                    <a:pt x="149808" y="230059"/>
                    <a:pt x="162779" y="240193"/>
                  </a:cubicBezTo>
                  <a:cubicBezTo>
                    <a:pt x="200883" y="269785"/>
                    <a:pt x="232501" y="295322"/>
                    <a:pt x="266551" y="329778"/>
                  </a:cubicBezTo>
                  <a:cubicBezTo>
                    <a:pt x="288440" y="370719"/>
                    <a:pt x="334245" y="398283"/>
                    <a:pt x="367079" y="427874"/>
                  </a:cubicBezTo>
                  <a:cubicBezTo>
                    <a:pt x="373565" y="433144"/>
                    <a:pt x="383294" y="436387"/>
                    <a:pt x="384510" y="446521"/>
                  </a:cubicBezTo>
                  <a:close/>
                </a:path>
              </a:pathLst>
            </a:custGeom>
            <a:solidFill>
              <a:srgbClr val="FEC082"/>
            </a:solidFill>
            <a:ln w="4047"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545F9A-17F8-4B87-9300-3CC7A974EC07}"/>
                </a:ext>
              </a:extLst>
            </p:cNvPr>
            <p:cNvSpPr/>
            <p:nvPr/>
          </p:nvSpPr>
          <p:spPr>
            <a:xfrm>
              <a:off x="8696404" y="5817669"/>
              <a:ext cx="324241" cy="540844"/>
            </a:xfrm>
            <a:custGeom>
              <a:avLst/>
              <a:gdLst>
                <a:gd name="connsiteX0" fmla="*/ 1431 w 324241"/>
                <a:gd name="connsiteY0" fmla="*/ 58777 h 540844"/>
                <a:gd name="connsiteX1" fmla="*/ 147360 w 324241"/>
                <a:gd name="connsiteY1" fmla="*/ 0 h 540844"/>
                <a:gd name="connsiteX2" fmla="*/ 221135 w 324241"/>
                <a:gd name="connsiteY2" fmla="*/ 156874 h 540844"/>
                <a:gd name="connsiteX3" fmla="*/ 249915 w 324241"/>
                <a:gd name="connsiteY3" fmla="*/ 226190 h 540844"/>
                <a:gd name="connsiteX4" fmla="*/ 261671 w 324241"/>
                <a:gd name="connsiteY4" fmla="*/ 299559 h 540844"/>
                <a:gd name="connsiteX5" fmla="*/ 283966 w 324241"/>
                <a:gd name="connsiteY5" fmla="*/ 419545 h 540844"/>
                <a:gd name="connsiteX6" fmla="*/ 318421 w 324241"/>
                <a:gd name="connsiteY6" fmla="*/ 492915 h 540844"/>
                <a:gd name="connsiteX7" fmla="*/ 318826 w 324241"/>
                <a:gd name="connsiteY7" fmla="*/ 536694 h 540844"/>
                <a:gd name="connsiteX8" fmla="*/ 281939 w 324241"/>
                <a:gd name="connsiteY8" fmla="*/ 539531 h 540844"/>
                <a:gd name="connsiteX9" fmla="*/ 161953 w 324241"/>
                <a:gd name="connsiteY9" fmla="*/ 519263 h 540844"/>
                <a:gd name="connsiteX10" fmla="*/ 125876 w 324241"/>
                <a:gd name="connsiteY10" fmla="*/ 499401 h 540844"/>
                <a:gd name="connsiteX11" fmla="*/ 96690 w 324241"/>
                <a:gd name="connsiteY11" fmla="*/ 460892 h 540844"/>
                <a:gd name="connsiteX12" fmla="*/ 101149 w 324241"/>
                <a:gd name="connsiteY12" fmla="*/ 456028 h 540844"/>
                <a:gd name="connsiteX13" fmla="*/ 166412 w 324241"/>
                <a:gd name="connsiteY13" fmla="*/ 441840 h 540844"/>
                <a:gd name="connsiteX14" fmla="*/ 176140 w 324241"/>
                <a:gd name="connsiteY14" fmla="*/ 439408 h 540844"/>
                <a:gd name="connsiteX15" fmla="*/ 191949 w 324241"/>
                <a:gd name="connsiteY15" fmla="*/ 394818 h 540844"/>
                <a:gd name="connsiteX16" fmla="*/ 169655 w 324241"/>
                <a:gd name="connsiteY16" fmla="*/ 349824 h 540844"/>
                <a:gd name="connsiteX17" fmla="*/ 101960 w 324241"/>
                <a:gd name="connsiteY17" fmla="*/ 246457 h 540844"/>
                <a:gd name="connsiteX18" fmla="*/ 67910 w 324241"/>
                <a:gd name="connsiteY18" fmla="*/ 175115 h 540844"/>
                <a:gd name="connsiteX19" fmla="*/ 52101 w 324241"/>
                <a:gd name="connsiteY19" fmla="*/ 146334 h 540844"/>
                <a:gd name="connsiteX20" fmla="*/ 5485 w 324241"/>
                <a:gd name="connsiteY20" fmla="*/ 79045 h 540844"/>
                <a:gd name="connsiteX21" fmla="*/ 1431 w 324241"/>
                <a:gd name="connsiteY21" fmla="*/ 58777 h 54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4241" h="540844">
                  <a:moveTo>
                    <a:pt x="1431" y="58777"/>
                  </a:moveTo>
                  <a:cubicBezTo>
                    <a:pt x="50074" y="39320"/>
                    <a:pt x="98717" y="19457"/>
                    <a:pt x="147360" y="0"/>
                  </a:cubicBezTo>
                  <a:cubicBezTo>
                    <a:pt x="161547" y="57155"/>
                    <a:pt x="190328" y="107420"/>
                    <a:pt x="221135" y="156874"/>
                  </a:cubicBezTo>
                  <a:cubicBezTo>
                    <a:pt x="234107" y="177952"/>
                    <a:pt x="244646" y="201463"/>
                    <a:pt x="249915" y="226190"/>
                  </a:cubicBezTo>
                  <a:cubicBezTo>
                    <a:pt x="254780" y="250511"/>
                    <a:pt x="262887" y="274022"/>
                    <a:pt x="261671" y="299559"/>
                  </a:cubicBezTo>
                  <a:cubicBezTo>
                    <a:pt x="261265" y="304424"/>
                    <a:pt x="281939" y="414681"/>
                    <a:pt x="283966" y="419545"/>
                  </a:cubicBezTo>
                  <a:cubicBezTo>
                    <a:pt x="303423" y="466972"/>
                    <a:pt x="314367" y="478727"/>
                    <a:pt x="318421" y="492915"/>
                  </a:cubicBezTo>
                  <a:cubicBezTo>
                    <a:pt x="323691" y="516020"/>
                    <a:pt x="328149" y="528586"/>
                    <a:pt x="318826" y="536694"/>
                  </a:cubicBezTo>
                  <a:cubicBezTo>
                    <a:pt x="304233" y="544801"/>
                    <a:pt x="297342" y="538315"/>
                    <a:pt x="281939" y="539531"/>
                  </a:cubicBezTo>
                  <a:cubicBezTo>
                    <a:pt x="225594" y="537504"/>
                    <a:pt x="215865" y="533856"/>
                    <a:pt x="161953" y="519263"/>
                  </a:cubicBezTo>
                  <a:cubicBezTo>
                    <a:pt x="151819" y="517642"/>
                    <a:pt x="130740" y="508319"/>
                    <a:pt x="125876" y="499401"/>
                  </a:cubicBezTo>
                  <a:cubicBezTo>
                    <a:pt x="119390" y="487240"/>
                    <a:pt x="97501" y="475079"/>
                    <a:pt x="96690" y="460892"/>
                  </a:cubicBezTo>
                  <a:cubicBezTo>
                    <a:pt x="97095" y="458460"/>
                    <a:pt x="98717" y="456433"/>
                    <a:pt x="101149" y="456028"/>
                  </a:cubicBezTo>
                  <a:cubicBezTo>
                    <a:pt x="125876" y="449136"/>
                    <a:pt x="140469" y="445894"/>
                    <a:pt x="166412" y="441840"/>
                  </a:cubicBezTo>
                  <a:cubicBezTo>
                    <a:pt x="169655" y="441434"/>
                    <a:pt x="172897" y="440218"/>
                    <a:pt x="176140" y="439408"/>
                  </a:cubicBezTo>
                  <a:cubicBezTo>
                    <a:pt x="200462" y="432111"/>
                    <a:pt x="199651" y="418329"/>
                    <a:pt x="191949" y="394818"/>
                  </a:cubicBezTo>
                  <a:cubicBezTo>
                    <a:pt x="186680" y="378604"/>
                    <a:pt x="178978" y="364011"/>
                    <a:pt x="169655" y="349824"/>
                  </a:cubicBezTo>
                  <a:cubicBezTo>
                    <a:pt x="146144" y="315774"/>
                    <a:pt x="126687" y="279697"/>
                    <a:pt x="101960" y="246457"/>
                  </a:cubicBezTo>
                  <a:cubicBezTo>
                    <a:pt x="86151" y="225379"/>
                    <a:pt x="76422" y="200247"/>
                    <a:pt x="67910" y="175115"/>
                  </a:cubicBezTo>
                  <a:cubicBezTo>
                    <a:pt x="64262" y="164575"/>
                    <a:pt x="59397" y="154847"/>
                    <a:pt x="52101" y="146334"/>
                  </a:cubicBezTo>
                  <a:cubicBezTo>
                    <a:pt x="33454" y="126066"/>
                    <a:pt x="19672" y="102555"/>
                    <a:pt x="5485" y="79045"/>
                  </a:cubicBezTo>
                  <a:cubicBezTo>
                    <a:pt x="1836" y="72964"/>
                    <a:pt x="-2217" y="66479"/>
                    <a:pt x="1431" y="58777"/>
                  </a:cubicBezTo>
                  <a:close/>
                </a:path>
              </a:pathLst>
            </a:custGeom>
            <a:solidFill>
              <a:srgbClr val="FEC082"/>
            </a:solidFill>
            <a:ln w="4047"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95635E7-B564-47B7-AE76-F6D0439689ED}"/>
                </a:ext>
              </a:extLst>
            </p:cNvPr>
            <p:cNvSpPr/>
            <p:nvPr/>
          </p:nvSpPr>
          <p:spPr>
            <a:xfrm>
              <a:off x="8421786" y="4535327"/>
              <a:ext cx="236793" cy="202873"/>
            </a:xfrm>
            <a:custGeom>
              <a:avLst/>
              <a:gdLst>
                <a:gd name="connsiteX0" fmla="*/ 117148 w 236793"/>
                <a:gd name="connsiteY0" fmla="*/ 144502 h 202873"/>
                <a:gd name="connsiteX1" fmla="*/ 33645 w 236793"/>
                <a:gd name="connsiteY1" fmla="*/ 75186 h 202873"/>
                <a:gd name="connsiteX2" fmla="*/ 0 w 236793"/>
                <a:gd name="connsiteY2" fmla="*/ 31813 h 202873"/>
                <a:gd name="connsiteX3" fmla="*/ 44184 w 236793"/>
                <a:gd name="connsiteY3" fmla="*/ 13571 h 202873"/>
                <a:gd name="connsiteX4" fmla="*/ 103772 w 236793"/>
                <a:gd name="connsiteY4" fmla="*/ 1816 h 202873"/>
                <a:gd name="connsiteX5" fmla="*/ 207138 w 236793"/>
                <a:gd name="connsiteY5" fmla="*/ 65457 h 202873"/>
                <a:gd name="connsiteX6" fmla="*/ 214029 w 236793"/>
                <a:gd name="connsiteY6" fmla="*/ 97075 h 202873"/>
                <a:gd name="connsiteX7" fmla="*/ 224974 w 236793"/>
                <a:gd name="connsiteY7" fmla="*/ 111263 h 202873"/>
                <a:gd name="connsiteX8" fmla="*/ 236324 w 236793"/>
                <a:gd name="connsiteY8" fmla="*/ 114911 h 202873"/>
                <a:gd name="connsiteX9" fmla="*/ 231865 w 236793"/>
                <a:gd name="connsiteY9" fmla="*/ 126261 h 202873"/>
                <a:gd name="connsiteX10" fmla="*/ 224163 w 236793"/>
                <a:gd name="connsiteY10" fmla="*/ 156257 h 202873"/>
                <a:gd name="connsiteX11" fmla="*/ 219704 w 236793"/>
                <a:gd name="connsiteY11" fmla="*/ 202873 h 202873"/>
                <a:gd name="connsiteX12" fmla="*/ 117148 w 236793"/>
                <a:gd name="connsiteY12" fmla="*/ 144502 h 20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6793" h="202873">
                  <a:moveTo>
                    <a:pt x="117148" y="144502"/>
                  </a:moveTo>
                  <a:cubicBezTo>
                    <a:pt x="89179" y="121397"/>
                    <a:pt x="62020" y="97886"/>
                    <a:pt x="33645" y="75186"/>
                  </a:cubicBezTo>
                  <a:cubicBezTo>
                    <a:pt x="19052" y="63836"/>
                    <a:pt x="4459" y="49243"/>
                    <a:pt x="0" y="31813"/>
                  </a:cubicBezTo>
                  <a:cubicBezTo>
                    <a:pt x="8513" y="35461"/>
                    <a:pt x="38914" y="18841"/>
                    <a:pt x="44184" y="13571"/>
                  </a:cubicBezTo>
                  <a:cubicBezTo>
                    <a:pt x="61614" y="-4670"/>
                    <a:pt x="83504" y="195"/>
                    <a:pt x="103772" y="1816"/>
                  </a:cubicBezTo>
                  <a:cubicBezTo>
                    <a:pt x="149172" y="4654"/>
                    <a:pt x="181600" y="30191"/>
                    <a:pt x="207138" y="65457"/>
                  </a:cubicBezTo>
                  <a:cubicBezTo>
                    <a:pt x="214029" y="74780"/>
                    <a:pt x="219704" y="84509"/>
                    <a:pt x="214029" y="97075"/>
                  </a:cubicBezTo>
                  <a:cubicBezTo>
                    <a:pt x="209975" y="106398"/>
                    <a:pt x="214434" y="111668"/>
                    <a:pt x="224974" y="111263"/>
                  </a:cubicBezTo>
                  <a:cubicBezTo>
                    <a:pt x="229027" y="110857"/>
                    <a:pt x="234297" y="109236"/>
                    <a:pt x="236324" y="114911"/>
                  </a:cubicBezTo>
                  <a:cubicBezTo>
                    <a:pt x="237945" y="119370"/>
                    <a:pt x="235108" y="123829"/>
                    <a:pt x="231865" y="126261"/>
                  </a:cubicBezTo>
                  <a:cubicBezTo>
                    <a:pt x="220515" y="133963"/>
                    <a:pt x="221731" y="150177"/>
                    <a:pt x="224163" y="156257"/>
                  </a:cubicBezTo>
                  <a:cubicBezTo>
                    <a:pt x="231054" y="174093"/>
                    <a:pt x="225379" y="187875"/>
                    <a:pt x="219704" y="202873"/>
                  </a:cubicBezTo>
                  <a:cubicBezTo>
                    <a:pt x="193356" y="174904"/>
                    <a:pt x="148361" y="166391"/>
                    <a:pt x="117148" y="144502"/>
                  </a:cubicBezTo>
                  <a:close/>
                </a:path>
              </a:pathLst>
            </a:custGeom>
            <a:solidFill>
              <a:srgbClr val="774200"/>
            </a:solidFill>
            <a:ln w="4047"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8B95ED8-834C-4027-9598-EA328C248ADD}"/>
                </a:ext>
              </a:extLst>
            </p:cNvPr>
            <p:cNvSpPr/>
            <p:nvPr/>
          </p:nvSpPr>
          <p:spPr>
            <a:xfrm>
              <a:off x="8310289" y="6085253"/>
              <a:ext cx="283389" cy="127132"/>
            </a:xfrm>
            <a:custGeom>
              <a:avLst/>
              <a:gdLst>
                <a:gd name="connsiteX0" fmla="*/ 276072 w 283389"/>
                <a:gd name="connsiteY0" fmla="*/ 90752 h 127132"/>
                <a:gd name="connsiteX1" fmla="*/ 280937 w 283389"/>
                <a:gd name="connsiteY1" fmla="*/ 116695 h 127132"/>
                <a:gd name="connsiteX2" fmla="*/ 265938 w 283389"/>
                <a:gd name="connsiteY2" fmla="*/ 126423 h 127132"/>
                <a:gd name="connsiteX3" fmla="*/ 236753 w 283389"/>
                <a:gd name="connsiteY3" fmla="*/ 124802 h 127132"/>
                <a:gd name="connsiteX4" fmla="*/ 96499 w 283389"/>
                <a:gd name="connsiteY4" fmla="*/ 87509 h 127132"/>
                <a:gd name="connsiteX5" fmla="*/ 10158 w 283389"/>
                <a:gd name="connsiteY5" fmla="*/ 41703 h 127132"/>
                <a:gd name="connsiteX6" fmla="*/ 24 w 283389"/>
                <a:gd name="connsiteY6" fmla="*/ 21841 h 127132"/>
                <a:gd name="connsiteX7" fmla="*/ 52315 w 283389"/>
                <a:gd name="connsiteY7" fmla="*/ 1573 h 127132"/>
                <a:gd name="connsiteX8" fmla="*/ 76636 w 283389"/>
                <a:gd name="connsiteY8" fmla="*/ 4410 h 127132"/>
                <a:gd name="connsiteX9" fmla="*/ 99336 w 283389"/>
                <a:gd name="connsiteY9" fmla="*/ 36839 h 127132"/>
                <a:gd name="connsiteX10" fmla="*/ 141494 w 283389"/>
                <a:gd name="connsiteY10" fmla="*/ 67646 h 127132"/>
                <a:gd name="connsiteX11" fmla="*/ 264317 w 283389"/>
                <a:gd name="connsiteY11" fmla="*/ 86698 h 127132"/>
                <a:gd name="connsiteX12" fmla="*/ 276072 w 283389"/>
                <a:gd name="connsiteY12" fmla="*/ 90752 h 12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3389" h="127132">
                  <a:moveTo>
                    <a:pt x="276072" y="90752"/>
                  </a:moveTo>
                  <a:cubicBezTo>
                    <a:pt x="283774" y="98453"/>
                    <a:pt x="285396" y="106966"/>
                    <a:pt x="280937" y="116695"/>
                  </a:cubicBezTo>
                  <a:cubicBezTo>
                    <a:pt x="276478" y="126018"/>
                    <a:pt x="274046" y="126018"/>
                    <a:pt x="265938" y="126423"/>
                  </a:cubicBezTo>
                  <a:cubicBezTo>
                    <a:pt x="258237" y="126828"/>
                    <a:pt x="250535" y="128450"/>
                    <a:pt x="236753" y="124802"/>
                  </a:cubicBezTo>
                  <a:cubicBezTo>
                    <a:pt x="190136" y="111830"/>
                    <a:pt x="143520" y="98859"/>
                    <a:pt x="96499" y="87509"/>
                  </a:cubicBezTo>
                  <a:cubicBezTo>
                    <a:pt x="64476" y="79807"/>
                    <a:pt x="34884" y="64809"/>
                    <a:pt x="10158" y="41703"/>
                  </a:cubicBezTo>
                  <a:cubicBezTo>
                    <a:pt x="4483" y="36434"/>
                    <a:pt x="-382" y="30353"/>
                    <a:pt x="24" y="21841"/>
                  </a:cubicBezTo>
                  <a:cubicBezTo>
                    <a:pt x="24" y="8059"/>
                    <a:pt x="30020" y="-4508"/>
                    <a:pt x="52315" y="1573"/>
                  </a:cubicBezTo>
                  <a:cubicBezTo>
                    <a:pt x="60017" y="3600"/>
                    <a:pt x="68529" y="4005"/>
                    <a:pt x="76636" y="4410"/>
                  </a:cubicBezTo>
                  <a:cubicBezTo>
                    <a:pt x="87986" y="12518"/>
                    <a:pt x="92851" y="25489"/>
                    <a:pt x="99336" y="36839"/>
                  </a:cubicBezTo>
                  <a:cubicBezTo>
                    <a:pt x="109065" y="53864"/>
                    <a:pt x="122442" y="63998"/>
                    <a:pt x="141494" y="67646"/>
                  </a:cubicBezTo>
                  <a:cubicBezTo>
                    <a:pt x="182435" y="74943"/>
                    <a:pt x="222565" y="85887"/>
                    <a:pt x="264317" y="86698"/>
                  </a:cubicBezTo>
                  <a:cubicBezTo>
                    <a:pt x="268371" y="86698"/>
                    <a:pt x="272830" y="87103"/>
                    <a:pt x="276072" y="90752"/>
                  </a:cubicBezTo>
                  <a:close/>
                </a:path>
              </a:pathLst>
            </a:custGeom>
            <a:solidFill>
              <a:srgbClr val="4A3520"/>
            </a:solidFill>
            <a:ln w="4047"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D0D6173-B9C8-4B9B-BB61-04707CF00435}"/>
                </a:ext>
              </a:extLst>
            </p:cNvPr>
            <p:cNvSpPr/>
            <p:nvPr/>
          </p:nvSpPr>
          <p:spPr>
            <a:xfrm>
              <a:off x="8349526" y="5604450"/>
              <a:ext cx="247662" cy="571591"/>
            </a:xfrm>
            <a:custGeom>
              <a:avLst/>
              <a:gdLst>
                <a:gd name="connsiteX0" fmla="*/ 236836 w 247662"/>
                <a:gd name="connsiteY0" fmla="*/ 571554 h 571591"/>
                <a:gd name="connsiteX1" fmla="*/ 92528 w 247662"/>
                <a:gd name="connsiteY1" fmla="*/ 550476 h 571591"/>
                <a:gd name="connsiteX2" fmla="*/ 60505 w 247662"/>
                <a:gd name="connsiteY2" fmla="*/ 526155 h 571591"/>
                <a:gd name="connsiteX3" fmla="*/ 36995 w 247662"/>
                <a:gd name="connsiteY3" fmla="*/ 485213 h 571591"/>
                <a:gd name="connsiteX4" fmla="*/ 94150 w 247662"/>
                <a:gd name="connsiteY4" fmla="*/ 469810 h 571591"/>
                <a:gd name="connsiteX5" fmla="*/ 110364 w 247662"/>
                <a:gd name="connsiteY5" fmla="*/ 461297 h 571591"/>
                <a:gd name="connsiteX6" fmla="*/ 124146 w 247662"/>
                <a:gd name="connsiteY6" fmla="*/ 447920 h 571591"/>
                <a:gd name="connsiteX7" fmla="*/ 129416 w 247662"/>
                <a:gd name="connsiteY7" fmla="*/ 385090 h 571591"/>
                <a:gd name="connsiteX8" fmla="*/ 87664 w 247662"/>
                <a:gd name="connsiteY8" fmla="*/ 271184 h 571591"/>
                <a:gd name="connsiteX9" fmla="*/ 40237 w 247662"/>
                <a:gd name="connsiteY9" fmla="*/ 160522 h 571591"/>
                <a:gd name="connsiteX10" fmla="*/ 6593 w 247662"/>
                <a:gd name="connsiteY10" fmla="*/ 90800 h 571591"/>
                <a:gd name="connsiteX11" fmla="*/ 10241 w 247662"/>
                <a:gd name="connsiteY11" fmla="*/ 25132 h 571591"/>
                <a:gd name="connsiteX12" fmla="*/ 23618 w 247662"/>
                <a:gd name="connsiteY12" fmla="*/ 0 h 571591"/>
                <a:gd name="connsiteX13" fmla="*/ 95366 w 247662"/>
                <a:gd name="connsiteY13" fmla="*/ 54318 h 571591"/>
                <a:gd name="connsiteX14" fmla="*/ 179680 w 247662"/>
                <a:gd name="connsiteY14" fmla="*/ 119986 h 571591"/>
                <a:gd name="connsiteX15" fmla="*/ 196300 w 247662"/>
                <a:gd name="connsiteY15" fmla="*/ 198220 h 571591"/>
                <a:gd name="connsiteX16" fmla="*/ 210893 w 247662"/>
                <a:gd name="connsiteY16" fmla="*/ 329556 h 571591"/>
                <a:gd name="connsiteX17" fmla="*/ 235214 w 247662"/>
                <a:gd name="connsiteY17" fmla="*/ 466161 h 571591"/>
                <a:gd name="connsiteX18" fmla="*/ 244943 w 247662"/>
                <a:gd name="connsiteY18" fmla="*/ 503454 h 571591"/>
                <a:gd name="connsiteX19" fmla="*/ 236836 w 247662"/>
                <a:gd name="connsiteY19" fmla="*/ 571554 h 571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662" h="571591">
                  <a:moveTo>
                    <a:pt x="236836" y="571554"/>
                  </a:moveTo>
                  <a:cubicBezTo>
                    <a:pt x="187788" y="572365"/>
                    <a:pt x="140361" y="559799"/>
                    <a:pt x="92528" y="550476"/>
                  </a:cubicBezTo>
                  <a:cubicBezTo>
                    <a:pt x="78341" y="547639"/>
                    <a:pt x="67396" y="539531"/>
                    <a:pt x="60505" y="526155"/>
                  </a:cubicBezTo>
                  <a:cubicBezTo>
                    <a:pt x="53209" y="512372"/>
                    <a:pt x="44696" y="498996"/>
                    <a:pt x="36995" y="485213"/>
                  </a:cubicBezTo>
                  <a:cubicBezTo>
                    <a:pt x="59694" y="493726"/>
                    <a:pt x="76314" y="478728"/>
                    <a:pt x="94150" y="469810"/>
                  </a:cubicBezTo>
                  <a:cubicBezTo>
                    <a:pt x="99420" y="466972"/>
                    <a:pt x="103879" y="462513"/>
                    <a:pt x="110364" y="461297"/>
                  </a:cubicBezTo>
                  <a:cubicBezTo>
                    <a:pt x="118066" y="460081"/>
                    <a:pt x="121309" y="454001"/>
                    <a:pt x="124146" y="447920"/>
                  </a:cubicBezTo>
                  <a:cubicBezTo>
                    <a:pt x="133470" y="427652"/>
                    <a:pt x="135902" y="406979"/>
                    <a:pt x="129416" y="385090"/>
                  </a:cubicBezTo>
                  <a:cubicBezTo>
                    <a:pt x="117661" y="346176"/>
                    <a:pt x="107932" y="306856"/>
                    <a:pt x="87664" y="271184"/>
                  </a:cubicBezTo>
                  <a:cubicBezTo>
                    <a:pt x="68207" y="236324"/>
                    <a:pt x="60100" y="195788"/>
                    <a:pt x="40237" y="160522"/>
                  </a:cubicBezTo>
                  <a:cubicBezTo>
                    <a:pt x="27671" y="137822"/>
                    <a:pt x="16321" y="115122"/>
                    <a:pt x="6593" y="90800"/>
                  </a:cubicBezTo>
                  <a:cubicBezTo>
                    <a:pt x="-2731" y="67695"/>
                    <a:pt x="-2731" y="46211"/>
                    <a:pt x="10241" y="25132"/>
                  </a:cubicBezTo>
                  <a:cubicBezTo>
                    <a:pt x="15105" y="17025"/>
                    <a:pt x="19159" y="8513"/>
                    <a:pt x="23618" y="0"/>
                  </a:cubicBezTo>
                  <a:cubicBezTo>
                    <a:pt x="48750" y="16214"/>
                    <a:pt x="71450" y="36077"/>
                    <a:pt x="95366" y="54318"/>
                  </a:cubicBezTo>
                  <a:cubicBezTo>
                    <a:pt x="123741" y="75802"/>
                    <a:pt x="151711" y="98097"/>
                    <a:pt x="179680" y="119986"/>
                  </a:cubicBezTo>
                  <a:cubicBezTo>
                    <a:pt x="182923" y="146740"/>
                    <a:pt x="190625" y="172277"/>
                    <a:pt x="196300" y="198220"/>
                  </a:cubicBezTo>
                  <a:cubicBezTo>
                    <a:pt x="205623" y="241188"/>
                    <a:pt x="205218" y="285777"/>
                    <a:pt x="210893" y="329556"/>
                  </a:cubicBezTo>
                  <a:cubicBezTo>
                    <a:pt x="216568" y="375361"/>
                    <a:pt x="223054" y="421572"/>
                    <a:pt x="235214" y="466161"/>
                  </a:cubicBezTo>
                  <a:cubicBezTo>
                    <a:pt x="238457" y="478728"/>
                    <a:pt x="241700" y="490888"/>
                    <a:pt x="244943" y="503454"/>
                  </a:cubicBezTo>
                  <a:cubicBezTo>
                    <a:pt x="251429" y="526965"/>
                    <a:pt x="245348" y="549665"/>
                    <a:pt x="236836" y="571554"/>
                  </a:cubicBezTo>
                  <a:close/>
                </a:path>
              </a:pathLst>
            </a:custGeom>
            <a:solidFill>
              <a:srgbClr val="FEC082"/>
            </a:solidFill>
            <a:ln w="4047"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0310056-1F0E-4AA6-8739-32E01AD9DDED}"/>
                </a:ext>
              </a:extLst>
            </p:cNvPr>
            <p:cNvSpPr/>
            <p:nvPr/>
          </p:nvSpPr>
          <p:spPr>
            <a:xfrm>
              <a:off x="8715244" y="6267259"/>
              <a:ext cx="314457" cy="127132"/>
            </a:xfrm>
            <a:custGeom>
              <a:avLst/>
              <a:gdLst>
                <a:gd name="connsiteX0" fmla="*/ 306473 w 314457"/>
                <a:gd name="connsiteY0" fmla="*/ 90752 h 127132"/>
                <a:gd name="connsiteX1" fmla="*/ 311742 w 314457"/>
                <a:gd name="connsiteY1" fmla="*/ 116695 h 127132"/>
                <a:gd name="connsiteX2" fmla="*/ 295122 w 314457"/>
                <a:gd name="connsiteY2" fmla="*/ 126423 h 127132"/>
                <a:gd name="connsiteX3" fmla="*/ 262694 w 314457"/>
                <a:gd name="connsiteY3" fmla="*/ 124802 h 127132"/>
                <a:gd name="connsiteX4" fmla="*/ 107036 w 314457"/>
                <a:gd name="connsiteY4" fmla="*/ 87509 h 127132"/>
                <a:gd name="connsiteX5" fmla="*/ 11372 w 314457"/>
                <a:gd name="connsiteY5" fmla="*/ 41703 h 127132"/>
                <a:gd name="connsiteX6" fmla="*/ 22 w 314457"/>
                <a:gd name="connsiteY6" fmla="*/ 21841 h 127132"/>
                <a:gd name="connsiteX7" fmla="*/ 58394 w 314457"/>
                <a:gd name="connsiteY7" fmla="*/ 1573 h 127132"/>
                <a:gd name="connsiteX8" fmla="*/ 85147 w 314457"/>
                <a:gd name="connsiteY8" fmla="*/ 4410 h 127132"/>
                <a:gd name="connsiteX9" fmla="*/ 110279 w 314457"/>
                <a:gd name="connsiteY9" fmla="*/ 36839 h 127132"/>
                <a:gd name="connsiteX10" fmla="*/ 157301 w 314457"/>
                <a:gd name="connsiteY10" fmla="*/ 67646 h 127132"/>
                <a:gd name="connsiteX11" fmla="*/ 293501 w 314457"/>
                <a:gd name="connsiteY11" fmla="*/ 86698 h 127132"/>
                <a:gd name="connsiteX12" fmla="*/ 306473 w 314457"/>
                <a:gd name="connsiteY12" fmla="*/ 90752 h 12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457" h="127132">
                  <a:moveTo>
                    <a:pt x="306473" y="90752"/>
                  </a:moveTo>
                  <a:cubicBezTo>
                    <a:pt x="314985" y="98453"/>
                    <a:pt x="316607" y="106966"/>
                    <a:pt x="311742" y="116695"/>
                  </a:cubicBezTo>
                  <a:cubicBezTo>
                    <a:pt x="306878" y="126018"/>
                    <a:pt x="304040" y="126018"/>
                    <a:pt x="295122" y="126423"/>
                  </a:cubicBezTo>
                  <a:cubicBezTo>
                    <a:pt x="286610" y="126829"/>
                    <a:pt x="278098" y="128450"/>
                    <a:pt x="262694" y="124802"/>
                  </a:cubicBezTo>
                  <a:cubicBezTo>
                    <a:pt x="210808" y="111830"/>
                    <a:pt x="159327" y="98859"/>
                    <a:pt x="107036" y="87509"/>
                  </a:cubicBezTo>
                  <a:cubicBezTo>
                    <a:pt x="71365" y="79807"/>
                    <a:pt x="38531" y="64809"/>
                    <a:pt x="11372" y="41703"/>
                  </a:cubicBezTo>
                  <a:cubicBezTo>
                    <a:pt x="4886" y="36434"/>
                    <a:pt x="-383" y="30353"/>
                    <a:pt x="22" y="21841"/>
                  </a:cubicBezTo>
                  <a:cubicBezTo>
                    <a:pt x="22" y="8058"/>
                    <a:pt x="33261" y="-4508"/>
                    <a:pt x="58394" y="1573"/>
                  </a:cubicBezTo>
                  <a:cubicBezTo>
                    <a:pt x="66906" y="3600"/>
                    <a:pt x="76229" y="4005"/>
                    <a:pt x="85147" y="4410"/>
                  </a:cubicBezTo>
                  <a:cubicBezTo>
                    <a:pt x="97713" y="12518"/>
                    <a:pt x="103388" y="25489"/>
                    <a:pt x="110279" y="36839"/>
                  </a:cubicBezTo>
                  <a:cubicBezTo>
                    <a:pt x="120818" y="53864"/>
                    <a:pt x="135817" y="63998"/>
                    <a:pt x="157301" y="67646"/>
                  </a:cubicBezTo>
                  <a:cubicBezTo>
                    <a:pt x="202701" y="74943"/>
                    <a:pt x="247290" y="85887"/>
                    <a:pt x="293501" y="86698"/>
                  </a:cubicBezTo>
                  <a:cubicBezTo>
                    <a:pt x="298365" y="86698"/>
                    <a:pt x="302824" y="87103"/>
                    <a:pt x="306473" y="90752"/>
                  </a:cubicBezTo>
                  <a:close/>
                </a:path>
              </a:pathLst>
            </a:custGeom>
            <a:solidFill>
              <a:srgbClr val="4A3520"/>
            </a:solidFill>
            <a:ln w="4047" cap="flat">
              <a:noFill/>
              <a:prstDash val="solid"/>
              <a:miter/>
            </a:ln>
          </p:spPr>
          <p:txBody>
            <a:bodyPr rtlCol="0" anchor="ctr"/>
            <a:lstStyle/>
            <a:p>
              <a:endParaRPr lang="en-US"/>
            </a:p>
          </p:txBody>
        </p:sp>
      </p:grpSp>
      <p:sp>
        <p:nvSpPr>
          <p:cNvPr id="23" name="Rectangle 22">
            <a:extLst>
              <a:ext uri="{FF2B5EF4-FFF2-40B4-BE49-F238E27FC236}">
                <a16:creationId xmlns:a16="http://schemas.microsoft.com/office/drawing/2014/main" id="{A905008F-E387-4EFC-8590-14F363D8ABEA}"/>
              </a:ext>
            </a:extLst>
          </p:cNvPr>
          <p:cNvSpPr/>
          <p:nvPr/>
        </p:nvSpPr>
        <p:spPr>
          <a:xfrm>
            <a:off x="1" y="-52"/>
            <a:ext cx="1135120" cy="6858052"/>
          </a:xfrm>
          <a:custGeom>
            <a:avLst/>
            <a:gdLst>
              <a:gd name="connsiteX0" fmla="*/ 0 w 1118571"/>
              <a:gd name="connsiteY0" fmla="*/ 0 h 6858000"/>
              <a:gd name="connsiteX1" fmla="*/ 1118571 w 1118571"/>
              <a:gd name="connsiteY1" fmla="*/ 0 h 6858000"/>
              <a:gd name="connsiteX2" fmla="*/ 1118571 w 1118571"/>
              <a:gd name="connsiteY2" fmla="*/ 6858000 h 6858000"/>
              <a:gd name="connsiteX3" fmla="*/ 0 w 1118571"/>
              <a:gd name="connsiteY3" fmla="*/ 6858000 h 6858000"/>
              <a:gd name="connsiteX4" fmla="*/ 0 w 1118571"/>
              <a:gd name="connsiteY4" fmla="*/ 0 h 6858000"/>
              <a:gd name="connsiteX0" fmla="*/ 0 w 1118571"/>
              <a:gd name="connsiteY0" fmla="*/ 0 h 6858000"/>
              <a:gd name="connsiteX1" fmla="*/ 557256 w 1118571"/>
              <a:gd name="connsiteY1" fmla="*/ 2344847 h 6858000"/>
              <a:gd name="connsiteX2" fmla="*/ 1118571 w 1118571"/>
              <a:gd name="connsiteY2" fmla="*/ 6858000 h 6858000"/>
              <a:gd name="connsiteX3" fmla="*/ 0 w 1118571"/>
              <a:gd name="connsiteY3" fmla="*/ 6858000 h 6858000"/>
              <a:gd name="connsiteX4" fmla="*/ 0 w 1118571"/>
              <a:gd name="connsiteY4" fmla="*/ 0 h 6858000"/>
              <a:gd name="connsiteX0" fmla="*/ 0 w 1118571"/>
              <a:gd name="connsiteY0" fmla="*/ 0 h 6858000"/>
              <a:gd name="connsiteX1" fmla="*/ 557256 w 1118571"/>
              <a:gd name="connsiteY1" fmla="*/ 2344847 h 6858000"/>
              <a:gd name="connsiteX2" fmla="*/ 1118571 w 1118571"/>
              <a:gd name="connsiteY2" fmla="*/ 6858000 h 6858000"/>
              <a:gd name="connsiteX3" fmla="*/ 0 w 1118571"/>
              <a:gd name="connsiteY3" fmla="*/ 6858000 h 6858000"/>
              <a:gd name="connsiteX4" fmla="*/ 0 w 1118571"/>
              <a:gd name="connsiteY4" fmla="*/ 0 h 6858000"/>
              <a:gd name="connsiteX0" fmla="*/ 0 w 1159117"/>
              <a:gd name="connsiteY0" fmla="*/ 0 h 6858000"/>
              <a:gd name="connsiteX1" fmla="*/ 557256 w 1159117"/>
              <a:gd name="connsiteY1" fmla="*/ 2344847 h 6858000"/>
              <a:gd name="connsiteX2" fmla="*/ 1118571 w 1159117"/>
              <a:gd name="connsiteY2" fmla="*/ 6858000 h 6858000"/>
              <a:gd name="connsiteX3" fmla="*/ 0 w 1159117"/>
              <a:gd name="connsiteY3" fmla="*/ 6858000 h 6858000"/>
              <a:gd name="connsiteX4" fmla="*/ 0 w 1159117"/>
              <a:gd name="connsiteY4" fmla="*/ 0 h 6858000"/>
              <a:gd name="connsiteX0" fmla="*/ 0 w 1485444"/>
              <a:gd name="connsiteY0" fmla="*/ 0 h 6858000"/>
              <a:gd name="connsiteX1" fmla="*/ 1082357 w 1485444"/>
              <a:gd name="connsiteY1" fmla="*/ 4336610 h 6858000"/>
              <a:gd name="connsiteX2" fmla="*/ 1118571 w 1485444"/>
              <a:gd name="connsiteY2" fmla="*/ 6858000 h 6858000"/>
              <a:gd name="connsiteX3" fmla="*/ 0 w 1485444"/>
              <a:gd name="connsiteY3" fmla="*/ 6858000 h 6858000"/>
              <a:gd name="connsiteX4" fmla="*/ 0 w 1485444"/>
              <a:gd name="connsiteY4" fmla="*/ 0 h 6858000"/>
              <a:gd name="connsiteX0" fmla="*/ 0 w 1499001"/>
              <a:gd name="connsiteY0" fmla="*/ 0 h 6858000"/>
              <a:gd name="connsiteX1" fmla="*/ 1100464 w 1499001"/>
              <a:gd name="connsiteY1" fmla="*/ 4255129 h 6858000"/>
              <a:gd name="connsiteX2" fmla="*/ 1118571 w 1499001"/>
              <a:gd name="connsiteY2" fmla="*/ 6858000 h 6858000"/>
              <a:gd name="connsiteX3" fmla="*/ 0 w 1499001"/>
              <a:gd name="connsiteY3" fmla="*/ 6858000 h 6858000"/>
              <a:gd name="connsiteX4" fmla="*/ 0 w 1499001"/>
              <a:gd name="connsiteY4" fmla="*/ 0 h 6858000"/>
              <a:gd name="connsiteX0" fmla="*/ 0 w 1122842"/>
              <a:gd name="connsiteY0" fmla="*/ 0 h 6858000"/>
              <a:gd name="connsiteX1" fmla="*/ 1100464 w 1122842"/>
              <a:gd name="connsiteY1" fmla="*/ 4255129 h 6858000"/>
              <a:gd name="connsiteX2" fmla="*/ 1118571 w 1122842"/>
              <a:gd name="connsiteY2" fmla="*/ 6858000 h 6858000"/>
              <a:gd name="connsiteX3" fmla="*/ 0 w 1122842"/>
              <a:gd name="connsiteY3" fmla="*/ 6858000 h 6858000"/>
              <a:gd name="connsiteX4" fmla="*/ 0 w 1122842"/>
              <a:gd name="connsiteY4" fmla="*/ 0 h 6858000"/>
              <a:gd name="connsiteX0" fmla="*/ 0 w 1142132"/>
              <a:gd name="connsiteY0" fmla="*/ 0 h 6858000"/>
              <a:gd name="connsiteX1" fmla="*/ 1100464 w 1142132"/>
              <a:gd name="connsiteY1" fmla="*/ 4255129 h 6858000"/>
              <a:gd name="connsiteX2" fmla="*/ 1118571 w 1142132"/>
              <a:gd name="connsiteY2" fmla="*/ 6858000 h 6858000"/>
              <a:gd name="connsiteX3" fmla="*/ 0 w 1142132"/>
              <a:gd name="connsiteY3" fmla="*/ 6858000 h 6858000"/>
              <a:gd name="connsiteX4" fmla="*/ 0 w 1142132"/>
              <a:gd name="connsiteY4" fmla="*/ 0 h 6858000"/>
              <a:gd name="connsiteX0" fmla="*/ 0 w 1155043"/>
              <a:gd name="connsiteY0" fmla="*/ 0 h 6858000"/>
              <a:gd name="connsiteX1" fmla="*/ 1100464 w 1155043"/>
              <a:gd name="connsiteY1" fmla="*/ 4255129 h 6858000"/>
              <a:gd name="connsiteX2" fmla="*/ 1118571 w 1155043"/>
              <a:gd name="connsiteY2" fmla="*/ 6858000 h 6858000"/>
              <a:gd name="connsiteX3" fmla="*/ 0 w 1155043"/>
              <a:gd name="connsiteY3" fmla="*/ 6858000 h 6858000"/>
              <a:gd name="connsiteX4" fmla="*/ 0 w 1155043"/>
              <a:gd name="connsiteY4" fmla="*/ 0 h 6858000"/>
              <a:gd name="connsiteX0" fmla="*/ 0 w 1135120"/>
              <a:gd name="connsiteY0" fmla="*/ 0 h 6858000"/>
              <a:gd name="connsiteX1" fmla="*/ 1100464 w 1135120"/>
              <a:gd name="connsiteY1" fmla="*/ 4255129 h 6858000"/>
              <a:gd name="connsiteX2" fmla="*/ 1118571 w 1135120"/>
              <a:gd name="connsiteY2" fmla="*/ 6858000 h 6858000"/>
              <a:gd name="connsiteX3" fmla="*/ 0 w 1135120"/>
              <a:gd name="connsiteY3" fmla="*/ 6858000 h 6858000"/>
              <a:gd name="connsiteX4" fmla="*/ 0 w 1135120"/>
              <a:gd name="connsiteY4" fmla="*/ 0 h 6858000"/>
              <a:gd name="connsiteX0" fmla="*/ 0 w 1135120"/>
              <a:gd name="connsiteY0" fmla="*/ 0 h 6858000"/>
              <a:gd name="connsiteX1" fmla="*/ 1100464 w 1135120"/>
              <a:gd name="connsiteY1" fmla="*/ 4255129 h 6858000"/>
              <a:gd name="connsiteX2" fmla="*/ 1118571 w 1135120"/>
              <a:gd name="connsiteY2" fmla="*/ 6858000 h 6858000"/>
              <a:gd name="connsiteX3" fmla="*/ 0 w 1135120"/>
              <a:gd name="connsiteY3" fmla="*/ 6858000 h 6858000"/>
              <a:gd name="connsiteX4" fmla="*/ 0 w 1135120"/>
              <a:gd name="connsiteY4" fmla="*/ 0 h 6858000"/>
              <a:gd name="connsiteX0" fmla="*/ 0 w 1135120"/>
              <a:gd name="connsiteY0" fmla="*/ 0 h 6858000"/>
              <a:gd name="connsiteX1" fmla="*/ 1100464 w 1135120"/>
              <a:gd name="connsiteY1" fmla="*/ 4255129 h 6858000"/>
              <a:gd name="connsiteX2" fmla="*/ 1118571 w 1135120"/>
              <a:gd name="connsiteY2" fmla="*/ 6858000 h 6858000"/>
              <a:gd name="connsiteX3" fmla="*/ 0 w 1135120"/>
              <a:gd name="connsiteY3" fmla="*/ 6858000 h 6858000"/>
              <a:gd name="connsiteX4" fmla="*/ 0 w 1135120"/>
              <a:gd name="connsiteY4" fmla="*/ 0 h 6858000"/>
              <a:gd name="connsiteX0" fmla="*/ 0 w 1135120"/>
              <a:gd name="connsiteY0" fmla="*/ 52 h 6858052"/>
              <a:gd name="connsiteX1" fmla="*/ 1100464 w 1135120"/>
              <a:gd name="connsiteY1" fmla="*/ 4255181 h 6858052"/>
              <a:gd name="connsiteX2" fmla="*/ 1118571 w 1135120"/>
              <a:gd name="connsiteY2" fmla="*/ 6858052 h 6858052"/>
              <a:gd name="connsiteX3" fmla="*/ 0 w 1135120"/>
              <a:gd name="connsiteY3" fmla="*/ 6858052 h 6858052"/>
              <a:gd name="connsiteX4" fmla="*/ 0 w 1135120"/>
              <a:gd name="connsiteY4" fmla="*/ 52 h 6858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120" h="6858052">
                <a:moveTo>
                  <a:pt x="0" y="52"/>
                </a:moveTo>
                <a:cubicBezTo>
                  <a:pt x="176698" y="-12020"/>
                  <a:pt x="932819" y="2040100"/>
                  <a:pt x="1100464" y="4255181"/>
                </a:cubicBezTo>
                <a:cubicBezTo>
                  <a:pt x="1169874" y="5958742"/>
                  <a:pt x="1112535" y="5272187"/>
                  <a:pt x="1118571" y="6858052"/>
                </a:cubicBezTo>
                <a:lnTo>
                  <a:pt x="0" y="6858052"/>
                </a:lnTo>
                <a:lnTo>
                  <a:pt x="0" y="5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1602AB1-AE19-4ABD-A721-C4095BECC8A8}"/>
              </a:ext>
            </a:extLst>
          </p:cNvPr>
          <p:cNvSpPr/>
          <p:nvPr/>
        </p:nvSpPr>
        <p:spPr>
          <a:xfrm>
            <a:off x="6614002" y="6599976"/>
            <a:ext cx="5577998" cy="25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ontent Placeholder 14"/>
          <p:cNvSpPr txBox="1">
            <a:spLocks/>
          </p:cNvSpPr>
          <p:nvPr/>
        </p:nvSpPr>
        <p:spPr>
          <a:xfrm>
            <a:off x="4716260" y="4256732"/>
            <a:ext cx="3049606" cy="1615227"/>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solidFill>
                  <a:schemeClr val="accent5"/>
                </a:solidFill>
              </a:rPr>
              <a:t>Normal</a:t>
            </a:r>
            <a:r>
              <a:rPr lang="en-US" dirty="0" smtClean="0"/>
              <a:t> Company: </a:t>
            </a:r>
            <a:r>
              <a:rPr lang="en-US" dirty="0" smtClean="0">
                <a:solidFill>
                  <a:schemeClr val="accent5"/>
                </a:solidFill>
              </a:rPr>
              <a:t>profits</a:t>
            </a:r>
          </a:p>
          <a:p>
            <a:r>
              <a:rPr lang="en-US" dirty="0" smtClean="0">
                <a:solidFill>
                  <a:srgbClr val="FF0000"/>
                </a:solidFill>
              </a:rPr>
              <a:t>Bankrupt</a:t>
            </a:r>
            <a:r>
              <a:rPr lang="en-US" dirty="0" smtClean="0"/>
              <a:t> Company: </a:t>
            </a:r>
            <a:r>
              <a:rPr lang="en-US" dirty="0" smtClean="0">
                <a:solidFill>
                  <a:srgbClr val="FF0000"/>
                </a:solidFill>
              </a:rPr>
              <a:t>losses</a:t>
            </a:r>
            <a:r>
              <a:rPr lang="en-US" dirty="0" smtClean="0"/>
              <a:t> (lost $100 money even </a:t>
            </a:r>
            <a:r>
              <a:rPr lang="en-US" dirty="0" smtClean="0">
                <a:solidFill>
                  <a:srgbClr val="FF0000"/>
                </a:solidFill>
              </a:rPr>
              <a:t>paying again </a:t>
            </a:r>
            <a:r>
              <a:rPr lang="en-US" dirty="0" smtClean="0"/>
              <a:t>so that company not bankrupt)</a:t>
            </a:r>
            <a:endParaRPr lang="en-US" dirty="0"/>
          </a:p>
        </p:txBody>
      </p:sp>
      <p:sp>
        <p:nvSpPr>
          <p:cNvPr id="40" name="Content Placeholder 15"/>
          <p:cNvSpPr txBox="1">
            <a:spLocks/>
          </p:cNvSpPr>
          <p:nvPr/>
        </p:nvSpPr>
        <p:spPr>
          <a:xfrm>
            <a:off x="8404841" y="4256732"/>
            <a:ext cx="3008516" cy="1722829"/>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Bankrupt company predicted </a:t>
            </a:r>
            <a:r>
              <a:rPr lang="en-US" b="1" dirty="0" smtClean="0"/>
              <a:t>accurately</a:t>
            </a:r>
            <a:r>
              <a:rPr lang="en-US" dirty="0" smtClean="0"/>
              <a:t>, investor can take back the money.</a:t>
            </a:r>
          </a:p>
          <a:p>
            <a:endParaRPr lang="en-US" dirty="0"/>
          </a:p>
        </p:txBody>
      </p:sp>
      <p:pic>
        <p:nvPicPr>
          <p:cNvPr id="46" name="Picture 4" descr="Image result for factory buildi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496" t="17594" r="12352" b="22851"/>
          <a:stretch/>
        </p:blipFill>
        <p:spPr bwMode="auto">
          <a:xfrm>
            <a:off x="8192419" y="972456"/>
            <a:ext cx="3434193" cy="259407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Image result for money"/>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8983"/>
          <a:stretch/>
        </p:blipFill>
        <p:spPr bwMode="auto">
          <a:xfrm rot="6608644">
            <a:off x="5249118" y="2182542"/>
            <a:ext cx="1223877" cy="1204247"/>
          </a:xfrm>
          <a:prstGeom prst="rect">
            <a:avLst/>
          </a:prstGeom>
          <a:noFill/>
          <a:extLst>
            <a:ext uri="{909E8E84-426E-40DD-AFC4-6F175D3DCCD1}">
              <a14:hiddenFill xmlns:a14="http://schemas.microsoft.com/office/drawing/2010/main">
                <a:solidFill>
                  <a:srgbClr val="FFFFFF"/>
                </a:solidFill>
              </a14:hiddenFill>
            </a:ext>
          </a:extLst>
        </p:spPr>
      </p:pic>
      <p:sp>
        <p:nvSpPr>
          <p:cNvPr id="50" name="Right Arrow 49"/>
          <p:cNvSpPr/>
          <p:nvPr/>
        </p:nvSpPr>
        <p:spPr>
          <a:xfrm>
            <a:off x="7494526" y="2476545"/>
            <a:ext cx="749808" cy="493776"/>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51" name="TextBox 50"/>
          <p:cNvSpPr txBox="1"/>
          <p:nvPr/>
        </p:nvSpPr>
        <p:spPr>
          <a:xfrm>
            <a:off x="5206249" y="1818133"/>
            <a:ext cx="1872629" cy="523220"/>
          </a:xfrm>
          <a:prstGeom prst="rect">
            <a:avLst/>
          </a:prstGeom>
          <a:noFill/>
        </p:spPr>
        <p:txBody>
          <a:bodyPr wrap="none" rtlCol="0">
            <a:spAutoFit/>
          </a:bodyPr>
          <a:lstStyle/>
          <a:p>
            <a:r>
              <a:rPr lang="en-US" sz="2800" dirty="0" smtClean="0"/>
              <a:t>Invest $100</a:t>
            </a:r>
            <a:endParaRPr lang="en-US" sz="2800" dirty="0"/>
          </a:p>
        </p:txBody>
      </p:sp>
      <p:pic>
        <p:nvPicPr>
          <p:cNvPr id="52" name="Picture 8" descr="Image result for thund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59878" y="1495838"/>
            <a:ext cx="1920368" cy="2083878"/>
          </a:xfrm>
          <a:prstGeom prst="rect">
            <a:avLst/>
          </a:prstGeom>
          <a:noFill/>
          <a:extLst>
            <a:ext uri="{909E8E84-426E-40DD-AFC4-6F175D3DCCD1}">
              <a14:hiddenFill xmlns:a14="http://schemas.microsoft.com/office/drawing/2010/main">
                <a:solidFill>
                  <a:srgbClr val="FFFFFF"/>
                </a:solidFill>
              </a14:hiddenFill>
            </a:ext>
          </a:extLst>
        </p:spPr>
      </p:pic>
      <p:sp>
        <p:nvSpPr>
          <p:cNvPr id="53" name="Right Arrow 52"/>
          <p:cNvSpPr/>
          <p:nvPr/>
        </p:nvSpPr>
        <p:spPr>
          <a:xfrm rot="10800000">
            <a:off x="7473508" y="2455044"/>
            <a:ext cx="749808" cy="49377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Tree>
    <p:custDataLst>
      <p:tags r:id="rId1"/>
    </p:custDataLst>
    <p:extLst>
      <p:ext uri="{BB962C8B-B14F-4D97-AF65-F5344CB8AC3E}">
        <p14:creationId xmlns:p14="http://schemas.microsoft.com/office/powerpoint/2010/main" val="2280224170"/>
      </p:ext>
    </p:extLst>
  </p:cSld>
  <p:clrMapOvr>
    <a:masterClrMapping/>
  </p:clrMapOvr>
  <mc:AlternateContent xmlns:mc="http://schemas.openxmlformats.org/markup-compatibility/2006" xmlns:p14="http://schemas.microsoft.com/office/powerpoint/2010/main">
    <mc:Choice Requires="p14">
      <p:transition spd="slow" p14:dur="2000" advTm="45227">
        <p:cut/>
      </p:transition>
    </mc:Choice>
    <mc:Fallback xmlns="">
      <p:transition spd="slow" advTm="45227">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0"/>
                                        </p:tgtEl>
                                      </p:cBhvr>
                                    </p:animEffect>
                                    <p:set>
                                      <p:cBhvr>
                                        <p:cTn id="7" dur="1" fill="hold">
                                          <p:stCondLst>
                                            <p:cond delay="499"/>
                                          </p:stCondLst>
                                        </p:cTn>
                                        <p:tgtEl>
                                          <p:spTgt spid="5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par>
                                <p:cTn id="16" presetID="10" presetClass="entr" presetSubtype="0" fill="hold" nodeType="withEffect">
                                  <p:stCondLst>
                                    <p:cond delay="0"/>
                                  </p:stCondLst>
                                  <p:childTnLst>
                                    <p:set>
                                      <p:cBhvr>
                                        <p:cTn id="17" dur="1" fill="hold">
                                          <p:stCondLst>
                                            <p:cond delay="0"/>
                                          </p:stCondLst>
                                        </p:cTn>
                                        <p:tgtEl>
                                          <p:spTgt spid="39">
                                            <p:txEl>
                                              <p:pRg st="1" end="1"/>
                                            </p:txEl>
                                          </p:spTgt>
                                        </p:tgtEl>
                                        <p:attrNameLst>
                                          <p:attrName>style.visibility</p:attrName>
                                        </p:attrNameLst>
                                      </p:cBhvr>
                                      <p:to>
                                        <p:strVal val="visible"/>
                                      </p:to>
                                    </p:set>
                                    <p:animEffect transition="in" filter="fade">
                                      <p:cBhvr>
                                        <p:cTn id="18" dur="500"/>
                                        <p:tgtEl>
                                          <p:spTgt spid="3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50" grpId="0" animBg="1"/>
      <p:bldP spid="53" grpId="0" animBg="1"/>
    </p:bldLst>
  </p:timing>
  <p:extLst mod="1">
    <p:ext uri="{3A86A75C-4F4B-4683-9AE1-C65F6400EC91}">
      <p14:laserTraceLst xmlns:p14="http://schemas.microsoft.com/office/powerpoint/2010/main">
        <p14:tracePtLst>
          <p14:tracePt t="11273" x="566738" y="5291138"/>
          <p14:tracePt t="11476" x="573088" y="5291138"/>
          <p14:tracePt t="11484" x="595313" y="5291138"/>
          <p14:tracePt t="11491" x="631825" y="5275263"/>
          <p14:tracePt t="11504" x="674688" y="5246688"/>
          <p14:tracePt t="11520" x="769938" y="5189538"/>
          <p14:tracePt t="11537" x="820738" y="5153025"/>
          <p14:tracePt t="11553" x="863600" y="5122863"/>
          <p14:tracePt t="11570" x="877888" y="5108575"/>
          <p14:tracePt t="11587" x="892175" y="5102225"/>
          <p14:tracePt t="11605" x="928688" y="5080000"/>
          <p14:tracePt t="11620" x="1008063" y="5021263"/>
          <p14:tracePt t="11639" x="1125538" y="4941888"/>
          <p14:tracePt t="11653" x="1211263" y="4876800"/>
          <p14:tracePt t="11670" x="1277938" y="4833938"/>
          <p14:tracePt t="11687" x="1335088" y="4803775"/>
          <p14:tracePt t="11703" x="1408113" y="4767263"/>
          <p14:tracePt t="11721" x="1481138" y="4738688"/>
          <p14:tracePt t="11723" x="1509713" y="4732338"/>
          <p14:tracePt t="11737" x="1625600" y="4702175"/>
          <p14:tracePt t="11754" x="1770063" y="4659313"/>
          <p14:tracePt t="11770" x="1966913" y="4637088"/>
          <p14:tracePt t="11787" x="2097088" y="4622800"/>
          <p14:tracePt t="11804" x="2220913" y="4600575"/>
          <p14:tracePt t="11820" x="2314575" y="4586288"/>
          <p14:tracePt t="11837" x="2424113" y="4564063"/>
          <p14:tracePt t="11854" x="2540000" y="4521200"/>
          <p14:tracePt t="11870" x="2692400" y="4470400"/>
          <p14:tracePt t="11889" x="2954338" y="4397375"/>
          <p14:tracePt t="11903" x="3033713" y="4383088"/>
          <p14:tracePt t="11921" x="3192463" y="4325938"/>
          <p14:tracePt t="11937" x="3309938" y="4295775"/>
          <p14:tracePt t="11956" x="3425825" y="4252913"/>
          <p14:tracePt t="11970" x="3548063" y="4202113"/>
          <p14:tracePt t="11987" x="3657600" y="4143375"/>
          <p14:tracePt t="12004" x="3773488" y="4064000"/>
          <p14:tracePt t="12021" x="3860800" y="3984625"/>
          <p14:tracePt t="12037" x="3984625" y="3897313"/>
          <p14:tracePt t="12054" x="4078288" y="3838575"/>
          <p14:tracePt t="12070" x="4216400" y="3759200"/>
          <p14:tracePt t="12087" x="4346575" y="3671888"/>
          <p14:tracePt t="12095" x="4397375" y="3635375"/>
          <p14:tracePt t="12106" x="4484688" y="3563938"/>
          <p14:tracePt t="12121" x="4498975" y="3541713"/>
          <p14:tracePt t="12140" x="4549775" y="3497263"/>
          <p14:tracePt t="12154" x="4608513" y="3468688"/>
          <p14:tracePt t="12170" x="4673600" y="3411538"/>
          <p14:tracePt t="12187" x="4716463" y="3367088"/>
          <p14:tracePt t="12206" x="4746625" y="3344863"/>
          <p14:tracePt t="13523" x="4767263" y="3344863"/>
          <p14:tracePt t="13530" x="4848225" y="3338513"/>
          <p14:tracePt t="13539" x="4941888" y="3316288"/>
          <p14:tracePt t="13554" x="5145088" y="3294063"/>
          <p14:tracePt t="13570" x="5370513" y="3259138"/>
          <p14:tracePt t="13587" x="5646738" y="3222625"/>
          <p14:tracePt t="13605" x="5884863" y="3186113"/>
          <p14:tracePt t="13621" x="6096000" y="3163888"/>
          <p14:tracePt t="13638" x="6284913" y="3106738"/>
          <p14:tracePt t="13654" x="6459538" y="3062288"/>
          <p14:tracePt t="13671" x="6618288" y="3011488"/>
          <p14:tracePt t="13687" x="6719888" y="2989263"/>
          <p14:tracePt t="13705" x="6815138" y="2968625"/>
          <p14:tracePt t="13721" x="6829425" y="2946400"/>
          <p14:tracePt t="13737" x="6843713" y="2938463"/>
          <p14:tracePt t="13754" x="6865938" y="2938463"/>
          <p14:tracePt t="13770" x="6894513" y="2924175"/>
          <p14:tracePt t="13787" x="6931025" y="2917825"/>
          <p14:tracePt t="13804" x="6981825" y="2917825"/>
          <p14:tracePt t="13821" x="7010400" y="2909888"/>
          <p14:tracePt t="13837" x="7024688" y="2903538"/>
          <p14:tracePt t="14095" x="7032625" y="2903538"/>
          <p14:tracePt t="14100" x="7046913" y="2903538"/>
          <p14:tracePt t="14111" x="7053263" y="2903538"/>
          <p14:tracePt t="14122" x="7089775" y="2917825"/>
          <p14:tracePt t="14138" x="7134225" y="2960688"/>
          <p14:tracePt t="14154" x="7170738" y="2997200"/>
          <p14:tracePt t="14171" x="7213600" y="3025775"/>
          <p14:tracePt t="14188" x="7256463" y="3062288"/>
          <p14:tracePt t="14204" x="7292975" y="3090863"/>
          <p14:tracePt t="14221" x="7329488" y="3106738"/>
          <p14:tracePt t="14237" x="7343775" y="3113088"/>
          <p14:tracePt t="14254" x="7358063" y="3127375"/>
          <p14:tracePt t="14270" x="7366000" y="3127375"/>
          <p14:tracePt t="14287" x="7380288" y="3135313"/>
          <p14:tracePt t="14304" x="7394575" y="3141663"/>
          <p14:tracePt t="14321" x="7402513" y="3141663"/>
          <p14:tracePt t="14394" x="7408863" y="3141663"/>
          <p14:tracePt t="14402" x="7416800" y="3149600"/>
          <p14:tracePt t="14418" x="7424738" y="3149600"/>
          <p14:tracePt t="14546" x="7431088" y="3149600"/>
          <p14:tracePt t="14586" x="7445375" y="3157538"/>
          <p14:tracePt t="14763" x="7453313" y="3157538"/>
          <p14:tracePt t="14786" x="7459663" y="3157538"/>
          <p14:tracePt t="14809" x="7467600" y="3157538"/>
          <p14:tracePt t="16941" x="7475538" y="3163888"/>
          <p14:tracePt t="17365" x="7475538" y="3171825"/>
          <p14:tracePt t="17412" x="7467600" y="3178175"/>
          <p14:tracePt t="18446" x="7459663" y="3186113"/>
          <p14:tracePt t="18455" x="7453313" y="3186113"/>
          <p14:tracePt t="18462" x="7453313" y="3192463"/>
          <p14:tracePt t="18477" x="7445375" y="3192463"/>
          <p14:tracePt t="18493" x="7439025" y="3200400"/>
          <p14:tracePt t="18520" x="7439025" y="3208338"/>
          <p14:tracePt t="18526" x="7431088" y="3214688"/>
          <p14:tracePt t="18549" x="7431088" y="3222625"/>
          <p14:tracePt t="18607" x="7424738" y="3222625"/>
          <p14:tracePt t="18845" x="7416800" y="3228975"/>
          <p14:tracePt t="18854" x="7408863" y="3236913"/>
          <p14:tracePt t="18860" x="7402513" y="3259138"/>
          <p14:tracePt t="18873" x="7394575" y="3265488"/>
          <p14:tracePt t="18891" x="7373938" y="3287713"/>
          <p14:tracePt t="18906" x="7366000" y="3309938"/>
          <p14:tracePt t="18923" x="7358063" y="3316288"/>
          <p14:tracePt t="18939" x="7343775" y="3324225"/>
          <p14:tracePt t="18957" x="7307263" y="3344863"/>
          <p14:tracePt t="18972" x="7278688" y="3367088"/>
          <p14:tracePt t="18989" x="7227888" y="3375025"/>
          <p14:tracePt t="19006" x="7199313" y="3395663"/>
          <p14:tracePt t="19023" x="7162800" y="3411538"/>
          <p14:tracePt t="19039" x="7119938" y="3432175"/>
          <p14:tracePt t="19056" x="7083425" y="3446463"/>
          <p14:tracePt t="19076" x="7038975" y="3454400"/>
          <p14:tracePt t="19085" x="7032625" y="3462338"/>
          <p14:tracePt t="19094" x="7018338" y="3468688"/>
          <p14:tracePt t="19110" x="7010400" y="3468688"/>
          <p14:tracePt t="19132" x="7002463" y="3468688"/>
          <p14:tracePt t="19144" x="7002463" y="3476625"/>
          <p14:tracePt t="19156" x="6988175" y="3476625"/>
          <p14:tracePt t="19228" x="6981825" y="3476625"/>
          <p14:tracePt t="21670" x="6988175" y="3476625"/>
          <p14:tracePt t="21677" x="7018338" y="3476625"/>
          <p14:tracePt t="21690" x="7061200" y="3476625"/>
          <p14:tracePt t="21708" x="7104063" y="3476625"/>
          <p14:tracePt t="21724" x="7162800" y="3476625"/>
          <p14:tracePt t="21740" x="7235825" y="3462338"/>
          <p14:tracePt t="21757" x="7323138" y="3440113"/>
          <p14:tracePt t="21773" x="7402513" y="3425825"/>
          <p14:tracePt t="21790" x="7496175" y="3403600"/>
          <p14:tracePt t="21806" x="7561263" y="3389313"/>
          <p14:tracePt t="21827" x="7634288" y="3375025"/>
          <p14:tracePt t="21843" x="7678738" y="3375025"/>
          <p14:tracePt t="21857" x="7699375" y="3375025"/>
          <p14:tracePt t="21876" x="7780338" y="3375025"/>
          <p14:tracePt t="21890" x="7815263" y="3375025"/>
          <p14:tracePt t="21907" x="7831138" y="3375025"/>
          <p14:tracePt t="21923" x="7837488" y="3375025"/>
          <p14:tracePt t="21940" x="7859713" y="3375025"/>
          <p14:tracePt t="21957" x="7888288" y="3381375"/>
          <p14:tracePt t="21974" x="7939088" y="3389313"/>
          <p14:tracePt t="21990" x="7961313" y="3395663"/>
          <p14:tracePt t="22007" x="7967663" y="3395663"/>
          <p14:tracePt t="22046" x="7975600" y="3395663"/>
          <p14:tracePt t="22053" x="7983538" y="3395663"/>
          <p14:tracePt t="22062" x="7997825" y="3395663"/>
          <p14:tracePt t="22077" x="8048625" y="3395663"/>
          <p14:tracePt t="22086" x="8062913" y="3389313"/>
          <p14:tracePt t="22093" x="8077200" y="3381375"/>
          <p14:tracePt t="22107" x="8091488" y="3375025"/>
          <p14:tracePt t="22186" x="8077200" y="3375025"/>
          <p14:tracePt t="22194" x="8054975" y="3375025"/>
          <p14:tracePt t="22201" x="8018463" y="3381375"/>
          <p14:tracePt t="22210" x="7983538" y="3403600"/>
          <p14:tracePt t="22223" x="7924800" y="3432175"/>
          <p14:tracePt t="22240" x="7823200" y="3513138"/>
          <p14:tracePt t="22256" x="7721600" y="3614738"/>
          <p14:tracePt t="22273" x="7620000" y="3744913"/>
          <p14:tracePt t="22290" x="7569200" y="3832225"/>
          <p14:tracePt t="22306" x="7526338" y="3933825"/>
          <p14:tracePt t="22325" x="7467600" y="4071938"/>
          <p14:tracePt t="22340" x="7402513" y="4208463"/>
          <p14:tracePt t="22357" x="7343775" y="4340225"/>
          <p14:tracePt t="22374" x="7307263" y="4433888"/>
          <p14:tracePt t="22390" x="7278688" y="4478338"/>
          <p14:tracePt t="22406" x="7242175" y="4506913"/>
          <p14:tracePt t="22423" x="7177088" y="4549775"/>
          <p14:tracePt t="22440" x="7075488" y="4594225"/>
          <p14:tracePt t="22456" x="6923088" y="4645025"/>
          <p14:tracePt t="22473" x="6719888" y="4702175"/>
          <p14:tracePt t="22490" x="6626225" y="4710113"/>
          <p14:tracePt t="22506" x="6581775" y="4716463"/>
          <p14:tracePt t="22523" x="6545263" y="4716463"/>
          <p14:tracePt t="22540" x="6530975" y="4716463"/>
          <p14:tracePt t="22556" x="6516688" y="4724400"/>
          <p14:tracePt t="22620" x="6516688" y="4716463"/>
          <p14:tracePt t="22631" x="6510338" y="4687888"/>
          <p14:tracePt t="22644" x="6510338" y="4614863"/>
          <p14:tracePt t="22657" x="6510338" y="4557713"/>
          <p14:tracePt t="22674" x="6516688" y="4513263"/>
          <p14:tracePt t="22690" x="6553200" y="4456113"/>
          <p14:tracePt t="22707" x="6581775" y="4405313"/>
          <p14:tracePt t="22723" x="6626225" y="4354513"/>
          <p14:tracePt t="22740" x="6677025" y="4303713"/>
          <p14:tracePt t="22757" x="6705600" y="4281488"/>
          <p14:tracePt t="22773" x="6727825" y="4267200"/>
          <p14:tracePt t="22790" x="6748463" y="4267200"/>
          <p14:tracePt t="22807" x="6799263" y="4267200"/>
          <p14:tracePt t="22825" x="6996113" y="4267200"/>
          <p14:tracePt t="22840" x="7075488" y="4267200"/>
          <p14:tracePt t="22857" x="7264400" y="4295775"/>
          <p14:tracePt t="22874" x="7307263" y="4303713"/>
          <p14:tracePt t="22891" x="7315200" y="4303713"/>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Company Distribution</a:t>
            </a:r>
            <a:endParaRPr lang="en-US" dirty="0"/>
          </a:p>
        </p:txBody>
      </p:sp>
      <p:sp>
        <p:nvSpPr>
          <p:cNvPr id="8" name="Content Placeholder 7"/>
          <p:cNvSpPr>
            <a:spLocks noGrp="1"/>
          </p:cNvSpPr>
          <p:nvPr>
            <p:ph sz="half" idx="2"/>
          </p:nvPr>
        </p:nvSpPr>
        <p:spPr>
          <a:xfrm>
            <a:off x="6519703" y="5563007"/>
            <a:ext cx="5181600" cy="1020369"/>
          </a:xfr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marL="0" indent="0" algn="ctr">
              <a:buNone/>
            </a:pPr>
            <a:r>
              <a:rPr lang="en-US" dirty="0" smtClean="0"/>
              <a:t>We need </a:t>
            </a:r>
            <a:r>
              <a:rPr lang="en-US" b="1" u="sng" dirty="0" smtClean="0"/>
              <a:t>specific</a:t>
            </a:r>
            <a:r>
              <a:rPr lang="en-US" dirty="0" smtClean="0"/>
              <a:t> sample</a:t>
            </a:r>
          </a:p>
        </p:txBody>
      </p:sp>
      <p:grpSp>
        <p:nvGrpSpPr>
          <p:cNvPr id="21" name="Group 20"/>
          <p:cNvGrpSpPr/>
          <p:nvPr/>
        </p:nvGrpSpPr>
        <p:grpSpPr>
          <a:xfrm>
            <a:off x="838200" y="1825625"/>
            <a:ext cx="5095982" cy="2832262"/>
            <a:chOff x="838200" y="1825625"/>
            <a:chExt cx="5095982" cy="2832262"/>
          </a:xfrm>
        </p:grpSpPr>
        <p:pic>
          <p:nvPicPr>
            <p:cNvPr id="4" name="Picture 3">
              <a:extLst>
                <a:ext uri="{FF2B5EF4-FFF2-40B4-BE49-F238E27FC236}">
                  <a16:creationId xmlns:a16="http://schemas.microsoft.com/office/drawing/2014/main" id="{C3395CD2-7D13-46D8-BE0D-B1FAF384C276}"/>
                </a:ext>
              </a:extLst>
            </p:cNvPr>
            <p:cNvPicPr>
              <a:picLocks noChangeAspect="1"/>
            </p:cNvPicPr>
            <p:nvPr/>
          </p:nvPicPr>
          <p:blipFill rotWithShape="1">
            <a:blip r:embed="rId4"/>
            <a:srcRect t="6383" r="1851"/>
            <a:stretch/>
          </p:blipFill>
          <p:spPr>
            <a:xfrm>
              <a:off x="838200" y="1825625"/>
              <a:ext cx="5095982" cy="2832262"/>
            </a:xfrm>
            <a:prstGeom prst="rect">
              <a:avLst/>
            </a:prstGeom>
          </p:spPr>
        </p:pic>
        <p:sp>
          <p:nvSpPr>
            <p:cNvPr id="9" name="TextBox 8"/>
            <p:cNvSpPr txBox="1"/>
            <p:nvPr/>
          </p:nvSpPr>
          <p:spPr>
            <a:xfrm>
              <a:off x="1356189" y="2111626"/>
              <a:ext cx="284052" cy="276999"/>
            </a:xfrm>
            <a:prstGeom prst="rect">
              <a:avLst/>
            </a:prstGeom>
            <a:solidFill>
              <a:schemeClr val="bg1"/>
            </a:solidFill>
          </p:spPr>
          <p:txBody>
            <a:bodyPr wrap="square" rtlCol="0">
              <a:spAutoFit/>
            </a:bodyPr>
            <a:lstStyle/>
            <a:p>
              <a:r>
                <a:rPr lang="en-US" sz="1200" dirty="0" smtClean="0"/>
                <a:t>B</a:t>
              </a:r>
              <a:endParaRPr lang="en-US" sz="1200" dirty="0"/>
            </a:p>
          </p:txBody>
        </p:sp>
        <p:sp>
          <p:nvSpPr>
            <p:cNvPr id="10" name="TextBox 9"/>
            <p:cNvSpPr txBox="1"/>
            <p:nvPr/>
          </p:nvSpPr>
          <p:spPr>
            <a:xfrm>
              <a:off x="1356189" y="1890269"/>
              <a:ext cx="284052" cy="276999"/>
            </a:xfrm>
            <a:prstGeom prst="rect">
              <a:avLst/>
            </a:prstGeom>
            <a:solidFill>
              <a:schemeClr val="bg1"/>
            </a:solidFill>
          </p:spPr>
          <p:txBody>
            <a:bodyPr wrap="none" rtlCol="0">
              <a:spAutoFit/>
            </a:bodyPr>
            <a:lstStyle/>
            <a:p>
              <a:r>
                <a:rPr lang="en-US" sz="1200" dirty="0" smtClean="0"/>
                <a:t>N</a:t>
              </a:r>
              <a:endParaRPr lang="en-US" sz="1200" dirty="0"/>
            </a:p>
          </p:txBody>
        </p:sp>
      </p:grpSp>
      <p:sp>
        <p:nvSpPr>
          <p:cNvPr id="11" name="TextBox 10"/>
          <p:cNvSpPr txBox="1"/>
          <p:nvPr/>
        </p:nvSpPr>
        <p:spPr>
          <a:xfrm>
            <a:off x="2035029" y="4556787"/>
            <a:ext cx="2290391" cy="646331"/>
          </a:xfrm>
          <a:prstGeom prst="rect">
            <a:avLst/>
          </a:prstGeom>
          <a:noFill/>
        </p:spPr>
        <p:txBody>
          <a:bodyPr wrap="square" rtlCol="0">
            <a:spAutoFit/>
          </a:bodyPr>
          <a:lstStyle/>
          <a:p>
            <a:pPr algn="ctr"/>
            <a:r>
              <a:rPr lang="en-US" dirty="0" smtClean="0"/>
              <a:t>Real World Case</a:t>
            </a:r>
          </a:p>
          <a:p>
            <a:pPr algn="ctr"/>
            <a:r>
              <a:rPr lang="en-US" dirty="0"/>
              <a:t>(</a:t>
            </a:r>
            <a:r>
              <a:rPr lang="en-US" dirty="0" smtClean="0"/>
              <a:t>1:1000++)</a:t>
            </a:r>
            <a:endParaRPr lang="en-US" dirty="0"/>
          </a:p>
        </p:txBody>
      </p:sp>
      <p:pic>
        <p:nvPicPr>
          <p:cNvPr id="20" name="Content Placeholder 19"/>
          <p:cNvPicPr>
            <a:picLocks noGrp="1" noChangeAspect="1"/>
          </p:cNvPicPr>
          <p:nvPr>
            <p:ph sz="half" idx="1"/>
          </p:nvPr>
        </p:nvPicPr>
        <p:blipFill>
          <a:blip r:embed="rId5">
            <a:extLst>
              <a:ext uri="{28A0092B-C50C-407E-A947-70E740481C1C}">
                <a14:useLocalDpi xmlns:a14="http://schemas.microsoft.com/office/drawing/2010/main" val="0"/>
              </a:ext>
            </a:extLst>
          </a:blip>
          <a:stretch>
            <a:fillRect/>
          </a:stretch>
        </p:blipFill>
        <p:spPr>
          <a:xfrm>
            <a:off x="5771382" y="2324332"/>
            <a:ext cx="2468492" cy="2468492"/>
          </a:xfrm>
        </p:spPr>
      </p:pic>
      <p:pic>
        <p:nvPicPr>
          <p:cNvPr id="25" name="Picture 4" descr="Image result for factory buildi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496" t="17594" r="12352" b="22851"/>
          <a:stretch/>
        </p:blipFill>
        <p:spPr bwMode="auto">
          <a:xfrm>
            <a:off x="8472591" y="2063811"/>
            <a:ext cx="3434193" cy="259407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Image result for thund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229503" y="2708946"/>
            <a:ext cx="1920368" cy="2083878"/>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5860432" y="4657887"/>
            <a:ext cx="2290391" cy="369332"/>
          </a:xfrm>
          <a:prstGeom prst="rect">
            <a:avLst/>
          </a:prstGeom>
          <a:noFill/>
        </p:spPr>
        <p:txBody>
          <a:bodyPr wrap="square" rtlCol="0">
            <a:spAutoFit/>
          </a:bodyPr>
          <a:lstStyle/>
          <a:p>
            <a:pPr algn="ctr"/>
            <a:r>
              <a:rPr lang="en-US" dirty="0" smtClean="0"/>
              <a:t>Investor</a:t>
            </a:r>
            <a:endParaRPr lang="en-US" dirty="0"/>
          </a:p>
        </p:txBody>
      </p:sp>
      <p:sp>
        <p:nvSpPr>
          <p:cNvPr id="29" name="TextBox 28"/>
          <p:cNvSpPr txBox="1"/>
          <p:nvPr/>
        </p:nvSpPr>
        <p:spPr>
          <a:xfrm>
            <a:off x="6519703" y="4916676"/>
            <a:ext cx="3106497" cy="646331"/>
          </a:xfrm>
          <a:prstGeom prst="rect">
            <a:avLst/>
          </a:prstGeom>
          <a:noFill/>
        </p:spPr>
        <p:txBody>
          <a:bodyPr wrap="square" rtlCol="0">
            <a:spAutoFit/>
          </a:bodyPr>
          <a:lstStyle/>
          <a:p>
            <a:pPr algn="just"/>
            <a:r>
              <a:rPr lang="en-US" dirty="0" smtClean="0"/>
              <a:t>Trading: </a:t>
            </a:r>
            <a:r>
              <a:rPr lang="en-US" b="1" dirty="0" smtClean="0">
                <a:solidFill>
                  <a:schemeClr val="accent5"/>
                </a:solidFill>
              </a:rPr>
              <a:t>Buy</a:t>
            </a:r>
            <a:r>
              <a:rPr lang="en-US" dirty="0" smtClean="0"/>
              <a:t> the Company </a:t>
            </a:r>
          </a:p>
          <a:p>
            <a:pPr marL="804863" algn="just"/>
            <a:r>
              <a:rPr lang="en-US" b="1" dirty="0" smtClean="0">
                <a:solidFill>
                  <a:srgbClr val="FF0000"/>
                </a:solidFill>
              </a:rPr>
              <a:t>Sell</a:t>
            </a:r>
            <a:r>
              <a:rPr lang="en-US" dirty="0" smtClean="0"/>
              <a:t> the Company</a:t>
            </a:r>
            <a:endParaRPr lang="en-US" dirty="0"/>
          </a:p>
        </p:txBody>
      </p:sp>
      <p:sp>
        <p:nvSpPr>
          <p:cNvPr id="31" name="TextBox 30"/>
          <p:cNvSpPr txBox="1"/>
          <p:nvPr/>
        </p:nvSpPr>
        <p:spPr>
          <a:xfrm>
            <a:off x="9258602" y="4674701"/>
            <a:ext cx="2561881" cy="369332"/>
          </a:xfrm>
          <a:prstGeom prst="rect">
            <a:avLst/>
          </a:prstGeom>
          <a:noFill/>
        </p:spPr>
        <p:txBody>
          <a:bodyPr wrap="square" rtlCol="0">
            <a:spAutoFit/>
          </a:bodyPr>
          <a:lstStyle/>
          <a:p>
            <a:pPr algn="just"/>
            <a:r>
              <a:rPr lang="en-US" dirty="0" smtClean="0"/>
              <a:t>A company Bankrupt/Not</a:t>
            </a:r>
            <a:endParaRPr lang="en-US" dirty="0"/>
          </a:p>
        </p:txBody>
      </p:sp>
    </p:spTree>
    <p:custDataLst>
      <p:tags r:id="rId1"/>
    </p:custDataLst>
    <p:extLst>
      <p:ext uri="{BB962C8B-B14F-4D97-AF65-F5344CB8AC3E}">
        <p14:creationId xmlns:p14="http://schemas.microsoft.com/office/powerpoint/2010/main" val="937161481"/>
      </p:ext>
    </p:extLst>
  </p:cSld>
  <p:clrMapOvr>
    <a:masterClrMapping/>
  </p:clrMapOvr>
  <mc:AlternateContent xmlns:mc="http://schemas.openxmlformats.org/markup-compatibility/2006" xmlns:p14="http://schemas.microsoft.com/office/powerpoint/2010/main">
    <mc:Choice Requires="p14">
      <p:transition spd="slow" p14:dur="2000" advTm="85816">
        <p:cut/>
      </p:transition>
    </mc:Choice>
    <mc:Fallback xmlns="">
      <p:transition spd="slow" advTm="85816">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bg/>
                                          </p:spTgt>
                                        </p:tgtEl>
                                        <p:attrNameLst>
                                          <p:attrName>style.visibility</p:attrName>
                                        </p:attrNameLst>
                                      </p:cBhvr>
                                      <p:to>
                                        <p:strVal val="visible"/>
                                      </p:to>
                                    </p:set>
                                    <p:animEffect transition="in" filter="fade">
                                      <p:cBhvr>
                                        <p:cTn id="31" dur="500"/>
                                        <p:tgtEl>
                                          <p:spTgt spid="8">
                                            <p:bg/>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fade">
                                      <p:cBhvr>
                                        <p:cTn id="3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27" grpId="0"/>
      <p:bldP spid="29" grpId="0"/>
      <p:bldP spid="31" grpId="0"/>
    </p:bldLst>
  </p:timing>
  <p:extLst mod="1">
    <p:ext uri="{3A86A75C-4F4B-4683-9AE1-C65F6400EC91}">
      <p14:laserTraceLst xmlns:p14="http://schemas.microsoft.com/office/powerpoint/2010/main">
        <p14:tracePtLst>
          <p14:tracePt t="6357" x="841375" y="5311775"/>
          <p14:tracePt t="6645" x="841375" y="5305425"/>
          <p14:tracePt t="6676" x="841375" y="5283200"/>
          <p14:tracePt t="6686" x="841375" y="5275263"/>
          <p14:tracePt t="6693" x="841375" y="5260975"/>
          <p14:tracePt t="6702" x="841375" y="5254625"/>
          <p14:tracePt t="6719" x="841375" y="5224463"/>
          <p14:tracePt t="6736" x="841375" y="5173663"/>
          <p14:tracePt t="6752" x="863600" y="5072063"/>
          <p14:tracePt t="6769" x="892175" y="4941888"/>
          <p14:tracePt t="6786" x="906463" y="4833938"/>
          <p14:tracePt t="6802" x="950913" y="4738688"/>
          <p14:tracePt t="6819" x="987425" y="4637088"/>
          <p14:tracePt t="6836" x="1008063" y="4498975"/>
          <p14:tracePt t="6852" x="1058863" y="4267200"/>
          <p14:tracePt t="6869" x="1089025" y="4114800"/>
          <p14:tracePt t="6886" x="1131888" y="3954463"/>
          <p14:tracePt t="6902" x="1176338" y="3773488"/>
          <p14:tracePt t="6919" x="1204913" y="3598863"/>
          <p14:tracePt t="6936" x="1247775" y="3440113"/>
          <p14:tracePt t="6953" x="1298575" y="3259138"/>
          <p14:tracePt t="6970" x="1328738" y="3135313"/>
          <p14:tracePt t="6987" x="1357313" y="3025775"/>
          <p14:tracePt t="7003" x="1363663" y="2946400"/>
          <p14:tracePt t="7020" x="1379538" y="2830513"/>
          <p14:tracePt t="7038" x="1430338" y="2613025"/>
          <p14:tracePt t="7053" x="1481138" y="2489200"/>
          <p14:tracePt t="7070" x="1516063" y="2365375"/>
          <p14:tracePt t="7086" x="1552575" y="2278063"/>
          <p14:tracePt t="7103" x="1560513" y="2176463"/>
          <p14:tracePt t="7119" x="1566863" y="2097088"/>
          <p14:tracePt t="7136" x="1582738" y="1995488"/>
          <p14:tracePt t="7153" x="1597025" y="1887538"/>
          <p14:tracePt t="7170" x="1617663" y="1792288"/>
          <p14:tracePt t="7187" x="1617663" y="1741488"/>
          <p14:tracePt t="7203" x="1625600" y="1698625"/>
          <p14:tracePt t="7219" x="1625600" y="1668463"/>
          <p14:tracePt t="7237" x="1633538" y="1639888"/>
          <p14:tracePt t="7253" x="1633538" y="1611313"/>
          <p14:tracePt t="7270" x="1633538" y="1589088"/>
          <p14:tracePt t="7286" x="1633538" y="1574800"/>
          <p14:tracePt t="7303" x="1633538" y="1546225"/>
          <p14:tracePt t="7319" x="1633538" y="1487488"/>
          <p14:tracePt t="7336" x="1633538" y="1444625"/>
          <p14:tracePt t="7353" x="1633538" y="1436688"/>
          <p14:tracePt t="7370" x="1633538" y="1422400"/>
          <p14:tracePt t="7386" x="1633538" y="1408113"/>
          <p14:tracePt t="7403" x="1633538" y="1393825"/>
          <p14:tracePt t="7440" x="1633538" y="1385888"/>
          <p14:tracePt t="7453" x="1647825" y="1379538"/>
          <p14:tracePt t="7470" x="1668463" y="1363663"/>
          <p14:tracePt t="7487" x="1704975" y="1343025"/>
          <p14:tracePt t="7503" x="1755775" y="1320800"/>
          <p14:tracePt t="7520" x="1814513" y="1298575"/>
          <p14:tracePt t="7536" x="1922463" y="1247775"/>
          <p14:tracePt t="7553" x="2060575" y="1211263"/>
          <p14:tracePt t="7558" x="2147888" y="1196975"/>
          <p14:tracePt t="7570" x="2235200" y="1190625"/>
          <p14:tracePt t="7586" x="2395538" y="1168400"/>
          <p14:tracePt t="7603" x="2525713" y="1160463"/>
          <p14:tracePt t="7620" x="2649538" y="1160463"/>
          <p14:tracePt t="7637" x="2735263" y="1160463"/>
          <p14:tracePt t="7653" x="2816225" y="1160463"/>
          <p14:tracePt t="7670" x="2867025" y="1160463"/>
          <p14:tracePt t="7687" x="2917825" y="1160463"/>
          <p14:tracePt t="7703" x="2997200" y="1160463"/>
          <p14:tracePt t="7720" x="3062288" y="1160463"/>
          <p14:tracePt t="7737" x="3141663" y="1160463"/>
          <p14:tracePt t="7753" x="3251200" y="1182688"/>
          <p14:tracePt t="7770" x="3381375" y="1219200"/>
          <p14:tracePt t="7786" x="3490913" y="1247775"/>
          <p14:tracePt t="7803" x="3606800" y="1284288"/>
          <p14:tracePt t="7820" x="3700463" y="1328738"/>
          <p14:tracePt t="7837" x="3773488" y="1357313"/>
          <p14:tracePt t="7853" x="3852863" y="1414463"/>
          <p14:tracePt t="7870" x="3889375" y="1450975"/>
          <p14:tracePt t="7886" x="3933825" y="1501775"/>
          <p14:tracePt t="7903" x="3976688" y="1560513"/>
          <p14:tracePt t="7920" x="4021138" y="1639888"/>
          <p14:tracePt t="7937" x="4078288" y="1727200"/>
          <p14:tracePt t="7953" x="4129088" y="1800225"/>
          <p14:tracePt t="7970" x="4173538" y="1879600"/>
          <p14:tracePt t="7987" x="4187825" y="1930400"/>
          <p14:tracePt t="8003" x="4194175" y="1989138"/>
          <p14:tracePt t="8020" x="4208463" y="2032000"/>
          <p14:tracePt t="8036" x="4216400" y="2097088"/>
          <p14:tracePt t="8053" x="4216400" y="2170113"/>
          <p14:tracePt t="8070" x="4216400" y="2206625"/>
          <p14:tracePt t="8086" x="4216400" y="2235200"/>
          <p14:tracePt t="8103" x="4216400" y="2257425"/>
          <p14:tracePt t="8120" x="4208463" y="2300288"/>
          <p14:tracePt t="8136" x="4194175" y="2344738"/>
          <p14:tracePt t="8153" x="4157663" y="2438400"/>
          <p14:tracePt t="8170" x="4106863" y="2525713"/>
          <p14:tracePt t="8187" x="4078288" y="2582863"/>
          <p14:tracePt t="8203" x="4056063" y="2613025"/>
          <p14:tracePt t="8221" x="4021138" y="2692400"/>
          <p14:tracePt t="8236" x="3998913" y="2735263"/>
          <p14:tracePt t="8253" x="3962400" y="2830513"/>
          <p14:tracePt t="8270" x="3933825" y="2909888"/>
          <p14:tracePt t="8287" x="3889375" y="2974975"/>
          <p14:tracePt t="8303" x="3838575" y="3055938"/>
          <p14:tracePt t="8320" x="3795713" y="3121025"/>
          <p14:tracePt t="8337" x="3759200" y="3186113"/>
          <p14:tracePt t="8353" x="3708400" y="3265488"/>
          <p14:tracePt t="8370" x="3657600" y="3324225"/>
          <p14:tracePt t="8387" x="3606800" y="3395663"/>
          <p14:tracePt t="8403" x="3563938" y="3440113"/>
          <p14:tracePt t="8420" x="3513138" y="3476625"/>
          <p14:tracePt t="8437" x="3462338" y="3527425"/>
          <p14:tracePt t="8453" x="3411538" y="3556000"/>
          <p14:tracePt t="8470" x="3367088" y="3578225"/>
          <p14:tracePt t="8487" x="3330575" y="3592513"/>
          <p14:tracePt t="8503" x="3294063" y="3606800"/>
          <p14:tracePt t="8520" x="3265488" y="3614738"/>
          <p14:tracePt t="8537" x="3259138" y="3621088"/>
          <p14:tracePt t="8553" x="3236913" y="3629025"/>
          <p14:tracePt t="8589" x="3228975" y="3629025"/>
          <p14:tracePt t="8597" x="3222625" y="3635375"/>
          <p14:tracePt t="8624" x="3214688" y="3635375"/>
          <p14:tracePt t="8647" x="3208338" y="3635375"/>
          <p14:tracePt t="8679" x="3200400" y="3635375"/>
          <p14:tracePt t="10712" x="3192463" y="3629025"/>
          <p14:tracePt t="10722" x="3178175" y="3592513"/>
          <p14:tracePt t="10730" x="3157538" y="3541713"/>
          <p14:tracePt t="10740" x="3127375" y="3454400"/>
          <p14:tracePt t="10754" x="3127375" y="3432175"/>
          <p14:tracePt t="10771" x="3121025" y="3389313"/>
          <p14:tracePt t="10787" x="3113088" y="3309938"/>
          <p14:tracePt t="10804" x="3090863" y="3214688"/>
          <p14:tracePt t="10821" x="3055938" y="3062288"/>
          <p14:tracePt t="10837" x="3048000" y="2982913"/>
          <p14:tracePt t="10854" x="3011488" y="2903538"/>
          <p14:tracePt t="10871" x="2982913" y="2816225"/>
          <p14:tracePt t="10887" x="2974975" y="2771775"/>
          <p14:tracePt t="10904" x="2968625" y="2735263"/>
          <p14:tracePt t="10921" x="2954338" y="2700338"/>
          <p14:tracePt t="10938" x="2946400" y="2670175"/>
          <p14:tracePt t="10954" x="2938463" y="2633663"/>
          <p14:tracePt t="10971" x="2924175" y="2613025"/>
          <p14:tracePt t="10987" x="2924175" y="2582863"/>
          <p14:tracePt t="11004" x="2917825" y="2568575"/>
          <p14:tracePt t="11021" x="2903538" y="2525713"/>
          <p14:tracePt t="11037" x="2895600" y="2503488"/>
          <p14:tracePt t="11054" x="2895600" y="2489200"/>
          <p14:tracePt t="11071" x="2887663" y="2481263"/>
          <p14:tracePt t="11134" x="2881313" y="2474913"/>
          <p14:tracePt t="11142" x="2881313" y="2466975"/>
          <p14:tracePt t="11159" x="2873375" y="2460625"/>
          <p14:tracePt t="11176" x="2873375" y="2452688"/>
          <p14:tracePt t="11199" x="2867025" y="2446338"/>
          <p14:tracePt t="11309" x="2859088" y="2446338"/>
          <p14:tracePt t="11325" x="2852738" y="2446338"/>
          <p14:tracePt t="11357" x="2844800" y="2446338"/>
          <p14:tracePt t="11365" x="2836863" y="2446338"/>
          <p14:tracePt t="11405" x="2830513" y="2446338"/>
          <p14:tracePt t="11446" x="2822575" y="2446338"/>
          <p14:tracePt t="11509" x="2816225" y="2446338"/>
          <p14:tracePt t="11548" x="2801938" y="2438400"/>
          <p14:tracePt t="11815" x="2794000" y="2438400"/>
          <p14:tracePt t="11832" x="2794000" y="2446338"/>
          <p14:tracePt t="11840" x="2794000" y="2460625"/>
          <p14:tracePt t="11854" x="2794000" y="2466975"/>
          <p14:tracePt t="11870" x="2794000" y="2481263"/>
          <p14:tracePt t="11878" x="2794000" y="2489200"/>
          <p14:tracePt t="11894" x="2801938" y="2511425"/>
          <p14:tracePt t="11904" x="2816225" y="2525713"/>
          <p14:tracePt t="11921" x="2844800" y="2576513"/>
          <p14:tracePt t="11938" x="2887663" y="2641600"/>
          <p14:tracePt t="11954" x="2932113" y="2735263"/>
          <p14:tracePt t="11971" x="2968625" y="2801938"/>
          <p14:tracePt t="11988" x="2997200" y="2852738"/>
          <p14:tracePt t="12005" x="3019425" y="2887663"/>
          <p14:tracePt t="12021" x="3033713" y="2909888"/>
          <p14:tracePt t="12038" x="3040063" y="2917825"/>
          <p14:tracePt t="12054" x="3048000" y="2938463"/>
          <p14:tracePt t="12071" x="3062288" y="2968625"/>
          <p14:tracePt t="12088" x="3090863" y="2997200"/>
          <p14:tracePt t="12105" x="3113088" y="3033713"/>
          <p14:tracePt t="12122" x="3141663" y="3062288"/>
          <p14:tracePt t="12138" x="3163888" y="3084513"/>
          <p14:tracePt t="12155" x="3178175" y="3098800"/>
          <p14:tracePt t="12171" x="3186113" y="3106738"/>
          <p14:tracePt t="12188" x="3192463" y="3113088"/>
          <p14:tracePt t="12221" x="3200400" y="3121025"/>
          <p14:tracePt t="12249" x="3208338" y="3127375"/>
          <p14:tracePt t="12256" x="3214688" y="3135313"/>
          <p14:tracePt t="12271" x="3222625" y="3141663"/>
          <p14:tracePt t="12288" x="3236913" y="3149600"/>
          <p14:tracePt t="12304" x="3251200" y="3149600"/>
          <p14:tracePt t="12321" x="3259138" y="3149600"/>
          <p14:tracePt t="12731" x="3259138" y="3141663"/>
          <p14:tracePt t="12741" x="3228975" y="3113088"/>
          <p14:tracePt t="12755" x="3214688" y="3090863"/>
          <p14:tracePt t="12772" x="3171825" y="3070225"/>
          <p14:tracePt t="12788" x="3106738" y="3033713"/>
          <p14:tracePt t="12804" x="3048000" y="2997200"/>
          <p14:tracePt t="12821" x="3019425" y="2989263"/>
          <p14:tracePt t="12838" x="2989263" y="2974975"/>
          <p14:tracePt t="12855" x="2974975" y="2968625"/>
          <p14:tracePt t="12871" x="2968625" y="2968625"/>
          <p14:tracePt t="12888" x="2954338" y="2960688"/>
          <p14:tracePt t="12905" x="2917825" y="2938463"/>
          <p14:tracePt t="12922" x="2881313" y="2909888"/>
          <p14:tracePt t="12939" x="2836863" y="2873375"/>
          <p14:tracePt t="12955" x="2794000" y="2844800"/>
          <p14:tracePt t="12971" x="2771775" y="2830513"/>
          <p14:tracePt t="12988" x="2765425" y="2822575"/>
          <p14:tracePt t="13038" x="2765425" y="2816225"/>
          <p14:tracePt t="13048" x="2765425" y="2808288"/>
          <p14:tracePt t="13055" x="2765425" y="2794000"/>
          <p14:tracePt t="13071" x="2765425" y="2786063"/>
          <p14:tracePt t="13088" x="2765425" y="2751138"/>
          <p14:tracePt t="13105" x="2779713" y="2728913"/>
          <p14:tracePt t="13121" x="2808288" y="2692400"/>
          <p14:tracePt t="13138" x="2830513" y="2670175"/>
          <p14:tracePt t="13155" x="2859088" y="2649538"/>
          <p14:tracePt t="13171" x="2867025" y="2649538"/>
          <p14:tracePt t="13188" x="2881313" y="2649538"/>
          <p14:tracePt t="13205" x="2887663" y="2655888"/>
          <p14:tracePt t="13221" x="2887663" y="2692400"/>
          <p14:tracePt t="13238" x="2887663" y="2765425"/>
          <p14:tracePt t="13255" x="2786063" y="2881313"/>
          <p14:tracePt t="13271" x="2641600" y="2968625"/>
          <p14:tracePt t="13288" x="2517775" y="3040063"/>
          <p14:tracePt t="13305" x="2409825" y="3084513"/>
          <p14:tracePt t="13321" x="2278063" y="3121025"/>
          <p14:tracePt t="13338" x="2119313" y="3163888"/>
          <p14:tracePt t="13355" x="1944688" y="3178175"/>
          <p14:tracePt t="13371" x="1770063" y="3192463"/>
          <p14:tracePt t="13388" x="1654175" y="3192463"/>
          <p14:tracePt t="13405" x="1574800" y="3186113"/>
          <p14:tracePt t="13422" x="1509713" y="3113088"/>
          <p14:tracePt t="13438" x="1473200" y="3040063"/>
          <p14:tracePt t="13455" x="1450975" y="2960688"/>
          <p14:tracePt t="13471" x="1450975" y="2895600"/>
          <p14:tracePt t="13488" x="1450975" y="2830513"/>
          <p14:tracePt t="13505" x="1450975" y="2765425"/>
          <p14:tracePt t="13521" x="1481138" y="2706688"/>
          <p14:tracePt t="13538" x="1560513" y="2619375"/>
          <p14:tracePt t="13555" x="1662113" y="2547938"/>
          <p14:tracePt t="13558" x="1735138" y="2511425"/>
          <p14:tracePt t="13571" x="1806575" y="2481263"/>
          <p14:tracePt t="13588" x="1973263" y="2424113"/>
          <p14:tracePt t="13605" x="2257425" y="2359025"/>
          <p14:tracePt t="13621" x="2474913" y="2300288"/>
          <p14:tracePt t="13638" x="2678113" y="2243138"/>
          <p14:tracePt t="13655" x="2852738" y="2220913"/>
          <p14:tracePt t="13671" x="2989263" y="2198688"/>
          <p14:tracePt t="13688" x="3084513" y="2198688"/>
          <p14:tracePt t="13705" x="3127375" y="2198688"/>
          <p14:tracePt t="13721" x="3157538" y="2198688"/>
          <p14:tracePt t="13738" x="3171825" y="2198688"/>
          <p14:tracePt t="13755" x="3178175" y="2206625"/>
          <p14:tracePt t="13771" x="3178175" y="2212975"/>
          <p14:tracePt t="13788" x="3192463" y="2227263"/>
          <p14:tracePt t="13805" x="3208338" y="2263775"/>
          <p14:tracePt t="13822" x="3214688" y="2300288"/>
          <p14:tracePt t="13838" x="3228975" y="2336800"/>
          <p14:tracePt t="13855" x="3228975" y="2373313"/>
          <p14:tracePt t="13872" x="3243263" y="2401888"/>
          <p14:tracePt t="13888" x="3243263" y="2446338"/>
          <p14:tracePt t="13906" x="3243263" y="2481263"/>
          <p14:tracePt t="13922" x="3243263" y="2540000"/>
          <p14:tracePt t="13938" x="3236913" y="2582863"/>
          <p14:tracePt t="13955" x="3228975" y="2613025"/>
          <p14:tracePt t="13972" x="3214688" y="2633663"/>
          <p14:tracePt t="13988" x="3208338" y="2649538"/>
          <p14:tracePt t="14005" x="3186113" y="2670175"/>
          <p14:tracePt t="14021" x="3171825" y="2692400"/>
          <p14:tracePt t="14038" x="3157538" y="2700338"/>
          <p14:tracePt t="14055" x="3135313" y="2720975"/>
          <p14:tracePt t="14071" x="3127375" y="2720975"/>
          <p14:tracePt t="14088" x="3121025" y="2720975"/>
          <p14:tracePt t="14105" x="3121025" y="2728913"/>
          <p14:tracePt t="14121" x="3106738" y="2728913"/>
          <p14:tracePt t="14138" x="3098800" y="2735263"/>
          <p14:tracePt t="14155" x="3098800" y="2743200"/>
          <p14:tracePt t="14971" x="3090863" y="2743200"/>
          <p14:tracePt t="14979" x="3090863" y="2735263"/>
          <p14:tracePt t="14989" x="3098800" y="2735263"/>
          <p14:tracePt t="15005" x="3127375" y="2728913"/>
          <p14:tracePt t="15022" x="3149600" y="2720975"/>
          <p14:tracePt t="15039" x="3214688" y="2714625"/>
          <p14:tracePt t="15055" x="3330575" y="2700338"/>
          <p14:tracePt t="15072" x="3476625" y="2678113"/>
          <p14:tracePt t="15089" x="3621088" y="2678113"/>
          <p14:tracePt t="15105" x="3730625" y="2670175"/>
          <p14:tracePt t="15122" x="3802063" y="2663825"/>
          <p14:tracePt t="15139" x="3838575" y="2649538"/>
          <p14:tracePt t="15158" x="3875088" y="2641600"/>
          <p14:tracePt t="15189" x="3889375" y="2641600"/>
          <p14:tracePt t="15206" x="3903663" y="2641600"/>
          <p14:tracePt t="15258" x="3911600" y="2641600"/>
          <p14:tracePt t="15265" x="3919538" y="2641600"/>
          <p14:tracePt t="15288" x="3925888" y="2641600"/>
          <p14:tracePt t="15299" x="3933825" y="2633663"/>
          <p14:tracePt t="15327" x="3940175" y="2633663"/>
          <p14:tracePt t="15367" x="3954463" y="2633663"/>
          <p14:tracePt t="15374" x="3962400" y="2633663"/>
          <p14:tracePt t="15398" x="3970338" y="2633663"/>
          <p14:tracePt t="15406" x="3976688" y="2633663"/>
          <p14:tracePt t="15414" x="3984625" y="2633663"/>
          <p14:tracePt t="15430" x="3990975" y="2633663"/>
          <p14:tracePt t="15512" x="4005263" y="2633663"/>
          <p14:tracePt t="15537" x="4013200" y="2633663"/>
          <p14:tracePt t="15560" x="4027488" y="2633663"/>
          <p14:tracePt t="15579" x="4035425" y="2633663"/>
          <p14:tracePt t="15601" x="4049713" y="2633663"/>
          <p14:tracePt t="15627" x="4056063" y="2633663"/>
          <p14:tracePt t="15632" x="4071938" y="2633663"/>
          <p14:tracePt t="15639" x="4078288" y="2633663"/>
          <p14:tracePt t="15656" x="4106863" y="2649538"/>
          <p14:tracePt t="15673" x="4122738" y="2649538"/>
          <p14:tracePt t="15690" x="4143375" y="2655888"/>
          <p14:tracePt t="15705" x="4151313" y="2663825"/>
          <p14:tracePt t="15723" x="4165600" y="2670175"/>
          <p14:tracePt t="15739" x="4173538" y="2670175"/>
          <p14:tracePt t="15758" x="4202113" y="2684463"/>
          <p14:tracePt t="15772" x="4208463" y="2684463"/>
          <p14:tracePt t="15789" x="4216400" y="2692400"/>
          <p14:tracePt t="15825" x="4230688" y="2700338"/>
          <p14:tracePt t="15839" x="4238625" y="2706688"/>
          <p14:tracePt t="15856" x="4252913" y="2714625"/>
          <p14:tracePt t="15880" x="4259263" y="2714625"/>
          <p14:tracePt t="15897" x="4267200" y="2720975"/>
          <p14:tracePt t="15911" x="4275138" y="2720975"/>
          <p14:tracePt t="15922" x="4281488" y="2728913"/>
          <p14:tracePt t="15939" x="4289425" y="2735263"/>
          <p14:tracePt t="15957" x="4295775" y="2743200"/>
          <p14:tracePt t="15975" x="4303713" y="2751138"/>
          <p14:tracePt t="16007" x="4310063" y="2757488"/>
          <p14:tracePt t="16024" x="4318000" y="2765425"/>
          <p14:tracePt t="16056" x="4325938" y="2765425"/>
          <p14:tracePt t="16080" x="4325938" y="2771775"/>
          <p14:tracePt t="16099" x="4325938" y="2779713"/>
          <p14:tracePt t="16106" x="4325938" y="2786063"/>
          <p14:tracePt t="16115" x="4325938" y="2794000"/>
          <p14:tracePt t="16130" x="4332288" y="2808288"/>
          <p14:tracePt t="16139" x="4332288" y="2816225"/>
          <p14:tracePt t="16160" x="4332288" y="2822575"/>
          <p14:tracePt t="16279" x="4332288" y="2830513"/>
          <p14:tracePt t="16594" x="4332288" y="2844800"/>
          <p14:tracePt t="16641" x="4340225" y="2852738"/>
          <p14:tracePt t="17193" x="4346575" y="2852738"/>
          <p14:tracePt t="17200" x="4354513" y="2852738"/>
          <p14:tracePt t="17217" x="4360863" y="2852738"/>
          <p14:tracePt t="17242" x="4368800" y="2852738"/>
          <p14:tracePt t="17259" x="4376738" y="2852738"/>
          <p14:tracePt t="17265" x="4383088" y="2852738"/>
          <p14:tracePt t="17280" x="4391025" y="2852738"/>
          <p14:tracePt t="17295" x="4405313" y="2852738"/>
          <p14:tracePt t="17311" x="4419600" y="2859088"/>
          <p14:tracePt t="17323" x="4419600" y="2867025"/>
          <p14:tracePt t="17339" x="4427538" y="2867025"/>
          <p14:tracePt t="17356" x="4441825" y="2873375"/>
          <p14:tracePt t="17373" x="4456113" y="2887663"/>
          <p14:tracePt t="17389" x="4462463" y="2903538"/>
          <p14:tracePt t="17406" x="4484688" y="2932113"/>
          <p14:tracePt t="17423" x="4492625" y="2946400"/>
          <p14:tracePt t="17439" x="4498975" y="2968625"/>
          <p14:tracePt t="17456" x="4513263" y="2989263"/>
          <p14:tracePt t="17473" x="4513263" y="3005138"/>
          <p14:tracePt t="17489" x="4521200" y="3033713"/>
          <p14:tracePt t="17506" x="4529138" y="3033713"/>
          <p14:tracePt t="17523" x="4529138" y="3048000"/>
          <p14:tracePt t="17557" x="4529138" y="3055938"/>
          <p14:tracePt t="17573" x="4535488" y="3062288"/>
          <p14:tracePt t="17930" x="4543425" y="3055938"/>
          <p14:tracePt t="17939" x="4557713" y="3055938"/>
          <p14:tracePt t="17951" x="4564063" y="3048000"/>
          <p14:tracePt t="17961" x="4572000" y="3048000"/>
          <p14:tracePt t="17973" x="4594225" y="3033713"/>
          <p14:tracePt t="17990" x="4608513" y="3025775"/>
          <p14:tracePt t="18007" x="4622800" y="3025775"/>
          <p14:tracePt t="18023" x="4630738" y="3019425"/>
          <p14:tracePt t="18040" x="4651375" y="3011488"/>
          <p14:tracePt t="18057" x="4659313" y="3005138"/>
          <p14:tracePt t="18073" x="4665663" y="3005138"/>
          <p14:tracePt t="18090" x="4673600" y="2997200"/>
          <p14:tracePt t="18106" x="4681538" y="2989263"/>
          <p14:tracePt t="18123" x="4687888" y="2982913"/>
          <p14:tracePt t="18140" x="4687888" y="2974975"/>
          <p14:tracePt t="18156" x="4702175" y="2968625"/>
          <p14:tracePt t="18174" x="4710113" y="2960688"/>
          <p14:tracePt t="18877" x="4724400" y="2960688"/>
          <p14:tracePt t="18886" x="4746625" y="2974975"/>
          <p14:tracePt t="18893" x="4767263" y="2989263"/>
          <p14:tracePt t="18906" x="4783138" y="2997200"/>
          <p14:tracePt t="18923" x="4811713" y="3019425"/>
          <p14:tracePt t="18940" x="4833938" y="3040063"/>
          <p14:tracePt t="18956" x="4862513" y="3070225"/>
          <p14:tracePt t="18973" x="4876800" y="3090863"/>
          <p14:tracePt t="18990" x="4891088" y="3163888"/>
          <p14:tracePt t="19006" x="4899025" y="3243263"/>
          <p14:tracePt t="19023" x="4905375" y="3302000"/>
          <p14:tracePt t="19040" x="4905375" y="3381375"/>
          <p14:tracePt t="19056" x="4884738" y="3468688"/>
          <p14:tracePt t="19073" x="4803775" y="3584575"/>
          <p14:tracePt t="19090" x="4681538" y="3694113"/>
          <p14:tracePt t="19106" x="4549775" y="3767138"/>
          <p14:tracePt t="19123" x="4411663" y="3817938"/>
          <p14:tracePt t="19140" x="4267200" y="3846513"/>
          <p14:tracePt t="19156" x="3976688" y="3868738"/>
          <p14:tracePt t="19173" x="3635375" y="3868738"/>
          <p14:tracePt t="19190" x="3200400" y="3868738"/>
          <p14:tracePt t="19206" x="2801938" y="3868738"/>
          <p14:tracePt t="19223" x="2489200" y="3868738"/>
          <p14:tracePt t="19240" x="2278063" y="3868738"/>
          <p14:tracePt t="19256" x="2133600" y="3832225"/>
          <p14:tracePt t="19273" x="2039938" y="3787775"/>
          <p14:tracePt t="19290" x="1966913" y="3736975"/>
          <p14:tracePt t="19306" x="1922463" y="3671888"/>
          <p14:tracePt t="19323" x="1871663" y="3533775"/>
          <p14:tracePt t="19340" x="1820863" y="3344863"/>
          <p14:tracePt t="19356" x="1792288" y="3149600"/>
          <p14:tracePt t="19373" x="1785938" y="3033713"/>
          <p14:tracePt t="19390" x="1785938" y="2917825"/>
          <p14:tracePt t="19406" x="1785938" y="2830513"/>
          <p14:tracePt t="19424" x="1792288" y="2720975"/>
          <p14:tracePt t="19440" x="1820863" y="2633663"/>
          <p14:tracePt t="19457" x="1843088" y="2568575"/>
          <p14:tracePt t="19473" x="1871663" y="2525713"/>
          <p14:tracePt t="19490" x="1893888" y="2466975"/>
          <p14:tracePt t="19507" x="1922463" y="2438400"/>
          <p14:tracePt t="19523" x="1952625" y="2387600"/>
          <p14:tracePt t="19540" x="1989138" y="2344738"/>
          <p14:tracePt t="19557" x="2054225" y="2293938"/>
          <p14:tracePt t="19573" x="2090738" y="2271713"/>
          <p14:tracePt t="19590" x="2162175" y="2243138"/>
          <p14:tracePt t="19607" x="2271713" y="2220913"/>
          <p14:tracePt t="19624" x="2379663" y="2192338"/>
          <p14:tracePt t="19640" x="2517775" y="2176463"/>
          <p14:tracePt t="19657" x="2655888" y="2170113"/>
          <p14:tracePt t="19673" x="2779713" y="2170113"/>
          <p14:tracePt t="19690" x="2917825" y="2170113"/>
          <p14:tracePt t="19707" x="3076575" y="2170113"/>
          <p14:tracePt t="19723" x="3279775" y="2170113"/>
          <p14:tracePt t="19740" x="3476625" y="2170113"/>
          <p14:tracePt t="19757" x="3759200" y="2198688"/>
          <p14:tracePt t="19773" x="3883025" y="2212975"/>
          <p14:tracePt t="19790" x="4021138" y="2243138"/>
          <p14:tracePt t="19807" x="4187825" y="2278063"/>
          <p14:tracePt t="19823" x="4383088" y="2351088"/>
          <p14:tracePt t="19840" x="4543425" y="2401888"/>
          <p14:tracePt t="19857" x="4673600" y="2466975"/>
          <p14:tracePt t="19874" x="4746625" y="2517775"/>
          <p14:tracePt t="19891" x="4803775" y="2554288"/>
          <p14:tracePt t="19907" x="4840288" y="2598738"/>
          <p14:tracePt t="19923" x="4868863" y="2627313"/>
          <p14:tracePt t="19940" x="4899025" y="2663825"/>
          <p14:tracePt t="19957" x="4913313" y="2700338"/>
          <p14:tracePt t="19974" x="4919663" y="2706688"/>
          <p14:tracePt t="19990" x="4927600" y="2728913"/>
          <p14:tracePt t="20007" x="4927600" y="2751138"/>
          <p14:tracePt t="20023" x="4941888" y="2786063"/>
          <p14:tracePt t="20040" x="4956175" y="2836863"/>
          <p14:tracePt t="20057" x="4970463" y="2859088"/>
          <p14:tracePt t="20060" x="4970463" y="2867025"/>
          <p14:tracePt t="20073" x="4970463" y="2873375"/>
          <p14:tracePt t="20090" x="4970463" y="2887663"/>
          <p14:tracePt t="20107" x="4970463" y="2903538"/>
          <p14:tracePt t="20124" x="4970463" y="2909888"/>
          <p14:tracePt t="20140" x="4978400" y="2932113"/>
          <p14:tracePt t="20157" x="4978400" y="2954338"/>
          <p14:tracePt t="20174" x="4978400" y="2960688"/>
          <p14:tracePt t="20207" x="4978400" y="2982913"/>
          <p14:tracePt t="20240" x="4978400" y="3005138"/>
          <p14:tracePt t="20257" x="4978400" y="3019425"/>
          <p14:tracePt t="20274" x="4978400" y="3040063"/>
          <p14:tracePt t="20290" x="4978400" y="3062288"/>
          <p14:tracePt t="20307" x="4978400" y="3076575"/>
          <p14:tracePt t="20323" x="4978400" y="3098800"/>
          <p14:tracePt t="20340" x="4978400" y="3113088"/>
          <p14:tracePt t="20357" x="4964113" y="3157538"/>
          <p14:tracePt t="20374" x="4956175" y="3178175"/>
          <p14:tracePt t="20390" x="4935538" y="3228975"/>
          <p14:tracePt t="20407" x="4913313" y="3265488"/>
          <p14:tracePt t="20424" x="4891088" y="3294063"/>
          <p14:tracePt t="20440" x="4884738" y="3309938"/>
          <p14:tracePt t="20457" x="4876800" y="3324225"/>
          <p14:tracePt t="20474" x="4876800" y="3330575"/>
          <p14:tracePt t="20490" x="4862513" y="3344863"/>
          <p14:tracePt t="20507" x="4854575" y="3352800"/>
          <p14:tracePt t="20524" x="4854575" y="3360738"/>
          <p14:tracePt t="20540" x="4848225" y="3360738"/>
          <p14:tracePt t="20557" x="4848225" y="3367088"/>
          <p14:tracePt t="21945" x="4840288" y="3367088"/>
          <p14:tracePt t="21961" x="4833938" y="3367088"/>
          <p14:tracePt t="21971" x="4833938" y="3375025"/>
          <p14:tracePt t="21979" x="4826000" y="3381375"/>
          <p14:tracePt t="21991" x="4818063" y="3403600"/>
          <p14:tracePt t="22008" x="4811713" y="3411538"/>
          <p14:tracePt t="22024" x="4811713" y="3425825"/>
          <p14:tracePt t="22041" x="4797425" y="3446463"/>
          <p14:tracePt t="22058" x="4783138" y="3497263"/>
          <p14:tracePt t="22063" x="4767263" y="3548063"/>
          <p14:tracePt t="22074" x="4752975" y="3592513"/>
          <p14:tracePt t="22091" x="4732338" y="3671888"/>
          <p14:tracePt t="22108" x="4716463" y="3730625"/>
          <p14:tracePt t="22126" x="4695825" y="3767138"/>
          <p14:tracePt t="22141" x="4687888" y="3787775"/>
          <p14:tracePt t="22158" x="4665663" y="3810000"/>
          <p14:tracePt t="22176" x="4637088" y="3852863"/>
          <p14:tracePt t="22191" x="4586288" y="3919538"/>
          <p14:tracePt t="22208" x="4543425" y="3962400"/>
          <p14:tracePt t="22224" x="4492625" y="4005263"/>
          <p14:tracePt t="22241" x="4456113" y="4013200"/>
          <p14:tracePt t="22258" x="4441825" y="4027488"/>
          <p14:tracePt t="22274" x="4419600" y="4041775"/>
          <p14:tracePt t="22291" x="4405313" y="4049713"/>
          <p14:tracePt t="22308" x="4383088" y="4064000"/>
          <p14:tracePt t="22324" x="4376738" y="4064000"/>
          <p14:tracePt t="22341" x="4346575" y="4078288"/>
          <p14:tracePt t="22357" x="4332288" y="4086225"/>
          <p14:tracePt t="22375" x="4318000" y="4086225"/>
          <p14:tracePt t="22391" x="4303713" y="4086225"/>
          <p14:tracePt t="22408" x="4289425" y="4100513"/>
          <p14:tracePt t="22425" x="4267200" y="4106863"/>
          <p14:tracePt t="22441" x="4244975" y="4106863"/>
          <p14:tracePt t="22458" x="4238625" y="4106863"/>
          <p14:tracePt t="22474" x="4224338" y="4114800"/>
          <p14:tracePt t="22491" x="4208463" y="4122738"/>
          <p14:tracePt t="22508" x="4194175" y="4122738"/>
          <p14:tracePt t="22524" x="4187825" y="4122738"/>
          <p14:tracePt t="22541" x="4179888" y="4122738"/>
          <p14:tracePt t="22575" x="4173538" y="4122738"/>
          <p14:tracePt t="22582" x="4165600" y="4122738"/>
          <p14:tracePt t="22599" x="4157663" y="4122738"/>
          <p14:tracePt t="22614" x="4143375" y="4122738"/>
          <p14:tracePt t="22624" x="4137025" y="4122738"/>
          <p14:tracePt t="22641" x="4129088" y="4122738"/>
          <p14:tracePt t="22658" x="4114800" y="4122738"/>
          <p14:tracePt t="22674" x="4086225" y="4122738"/>
          <p14:tracePt t="22691" x="4056063" y="4122738"/>
          <p14:tracePt t="22708" x="4035425" y="4122738"/>
          <p14:tracePt t="22725" x="4013200" y="4122738"/>
          <p14:tracePt t="22741" x="3990975" y="4122738"/>
          <p14:tracePt t="22758" x="3970338" y="4122738"/>
          <p14:tracePt t="22774" x="3954463" y="4122738"/>
          <p14:tracePt t="22791" x="3948113" y="4122738"/>
          <p14:tracePt t="22808" x="3933825" y="4122738"/>
          <p14:tracePt t="22824" x="3925888" y="4122738"/>
          <p14:tracePt t="22841" x="3919538" y="4122738"/>
          <p14:tracePt t="22858" x="3911600" y="4122738"/>
          <p14:tracePt t="22875" x="3903663" y="4122738"/>
          <p14:tracePt t="22891" x="3897313" y="4122738"/>
          <p14:tracePt t="22907" x="3889375" y="4122738"/>
          <p14:tracePt t="24868" x="3883025" y="4129088"/>
          <p14:tracePt t="24881" x="3875088" y="4137025"/>
          <p14:tracePt t="24889" x="3860800" y="4157663"/>
          <p14:tracePt t="24898" x="3852863" y="4173538"/>
          <p14:tracePt t="24911" x="3852863" y="4194175"/>
          <p14:tracePt t="24926" x="3846513" y="4208463"/>
          <p14:tracePt t="24942" x="3832225" y="4244975"/>
          <p14:tracePt t="24959" x="3817938" y="4295775"/>
          <p14:tracePt t="24976" x="3795713" y="4368800"/>
          <p14:tracePt t="24992" x="3781425" y="4427538"/>
          <p14:tracePt t="25009" x="3759200" y="4470400"/>
          <p14:tracePt t="25025" x="3751263" y="4506913"/>
          <p14:tracePt t="25042" x="3744913" y="4521200"/>
          <p14:tracePt t="25059" x="3736975" y="4549775"/>
          <p14:tracePt t="25069" x="3730625" y="4572000"/>
          <p14:tracePt t="25077" x="3716338" y="4600575"/>
          <p14:tracePt t="25093" x="3716338" y="4622800"/>
          <p14:tracePt t="25109" x="3700463" y="4651375"/>
          <p14:tracePt t="25128" x="3694113" y="4687888"/>
          <p14:tracePt t="25142" x="3686175" y="4695825"/>
          <p14:tracePt t="25209" x="3686175" y="4702175"/>
          <p14:tracePt t="28855" x="3679825" y="4702175"/>
          <p14:tracePt t="28879" x="3671888" y="4710113"/>
          <p14:tracePt t="28886" x="3665538" y="4710113"/>
          <p14:tracePt t="28895" x="3665538" y="4716463"/>
          <p14:tracePt t="28909" x="3643313" y="4732338"/>
          <p14:tracePt t="28926" x="3629025" y="4746625"/>
          <p14:tracePt t="28943" x="3614738" y="4752975"/>
          <p14:tracePt t="28960" x="3592513" y="4767263"/>
          <p14:tracePt t="28976" x="3570288" y="4783138"/>
          <p14:tracePt t="28993" x="3548063" y="4797425"/>
          <p14:tracePt t="29010" x="3513138" y="4811713"/>
          <p14:tracePt t="29026" x="3497263" y="4826000"/>
          <p14:tracePt t="29043" x="3482975" y="4840288"/>
          <p14:tracePt t="29060" x="3476625" y="4840288"/>
          <p14:tracePt t="29064" x="3468688" y="4848225"/>
          <p14:tracePt t="29079" x="3454400" y="4854575"/>
          <p14:tracePt t="29095" x="3446463" y="4854575"/>
          <p14:tracePt t="29110" x="3440113" y="4868863"/>
          <p14:tracePt t="29126" x="3425825" y="4876800"/>
          <p14:tracePt t="29143" x="3403600" y="4891088"/>
          <p14:tracePt t="29160" x="3395663" y="4899025"/>
          <p14:tracePt t="29176" x="3375025" y="4913313"/>
          <p14:tracePt t="29193" x="3360738" y="4919663"/>
          <p14:tracePt t="29210" x="3360738" y="4927600"/>
          <p14:tracePt t="29226" x="3344863" y="4935538"/>
          <p14:tracePt t="29243" x="3344863" y="4941888"/>
          <p14:tracePt t="29276" x="3338513" y="4941888"/>
          <p14:tracePt t="29318" x="3330575" y="4941888"/>
          <p14:tracePt t="29327" x="3324225" y="4941888"/>
          <p14:tracePt t="29342" x="3316288" y="4941888"/>
          <p14:tracePt t="29350" x="3316288" y="4949825"/>
          <p14:tracePt t="29374" x="3309938" y="4949825"/>
          <p14:tracePt t="29391" x="3302000" y="4949825"/>
          <p14:tracePt t="29398" x="3294063" y="4949825"/>
          <p14:tracePt t="29430" x="3287713" y="4949825"/>
          <p14:tracePt t="29438" x="3279775" y="4949825"/>
          <p14:tracePt t="29455" x="3273425" y="4949825"/>
          <p14:tracePt t="29462" x="3259138" y="4949825"/>
          <p14:tracePt t="29476" x="3251200" y="4949825"/>
          <p14:tracePt t="29493" x="3222625" y="4956175"/>
          <p14:tracePt t="29510" x="3200400" y="4956175"/>
          <p14:tracePt t="29526" x="3186113" y="4956175"/>
          <p14:tracePt t="29543" x="3163888" y="4956175"/>
          <p14:tracePt t="29560" x="3149600" y="4964113"/>
          <p14:tracePt t="29577" x="3135313" y="4964113"/>
          <p14:tracePt t="29593" x="3113088" y="4970463"/>
          <p14:tracePt t="29610" x="3106738" y="4970463"/>
          <p14:tracePt t="29626" x="3090863" y="4970463"/>
          <p14:tracePt t="29643" x="3084513" y="4970463"/>
          <p14:tracePt t="29672" x="3070225" y="4970463"/>
          <p14:tracePt t="29687" x="3062288" y="4970463"/>
          <p14:tracePt t="29703" x="3055938" y="4970463"/>
          <p14:tracePt t="29710" x="3040063" y="4970463"/>
          <p14:tracePt t="29736" x="3025775" y="4970463"/>
          <p14:tracePt t="29743" x="3019425" y="4970463"/>
          <p14:tracePt t="29760" x="3005138" y="4964113"/>
          <p14:tracePt t="29776" x="2997200" y="4964113"/>
          <p14:tracePt t="29793" x="2982913" y="4956175"/>
          <p14:tracePt t="29810" x="2968625" y="4949825"/>
          <p14:tracePt t="29827" x="2954338" y="4949825"/>
          <p14:tracePt t="29843" x="2954338" y="4941888"/>
          <p14:tracePt t="29863" x="2946400" y="4941888"/>
          <p14:tracePt t="29877" x="2932113" y="4941888"/>
          <p14:tracePt t="29893" x="2924175" y="4941888"/>
          <p14:tracePt t="29910" x="2909888" y="4941888"/>
          <p14:tracePt t="29927" x="2887663" y="4935538"/>
          <p14:tracePt t="29960" x="2881313" y="4927600"/>
          <p14:tracePt t="29982" x="2867025" y="4927600"/>
          <p14:tracePt t="29993" x="2859088" y="4919663"/>
          <p14:tracePt t="34774" x="2867025" y="4919663"/>
          <p14:tracePt t="34782" x="2881313" y="4919663"/>
          <p14:tracePt t="34799" x="2887663" y="4919663"/>
          <p14:tracePt t="34811" x="2903538" y="4919663"/>
          <p14:tracePt t="34950" x="2903538" y="4927600"/>
          <p14:tracePt t="34967" x="2909888" y="4927600"/>
          <p14:tracePt t="34982" x="2909888" y="4935538"/>
          <p14:tracePt t="34998" x="2917825" y="4941888"/>
          <p14:tracePt t="42427" x="2924175" y="4956175"/>
          <p14:tracePt t="42443" x="3005138" y="5051425"/>
          <p14:tracePt t="42458" x="3113088" y="5167313"/>
          <p14:tracePt t="42471" x="3243263" y="5275263"/>
          <p14:tracePt t="42488" x="3381375" y="5356225"/>
          <p14:tracePt t="42497" x="3454400" y="5399088"/>
          <p14:tracePt t="42514" x="3621088" y="5449888"/>
          <p14:tracePt t="42531" x="3767138" y="5508625"/>
          <p14:tracePt t="42547" x="3984625" y="5580063"/>
          <p14:tracePt t="42552" x="4157663" y="5667375"/>
          <p14:tracePt t="42564" x="4354513" y="5740400"/>
          <p14:tracePt t="42581" x="5167313" y="6002338"/>
          <p14:tracePt t="42597" x="5703888" y="6161088"/>
          <p14:tracePt t="42614" x="6059488" y="6256338"/>
          <p14:tracePt t="42631" x="6372225" y="6299200"/>
          <p14:tracePt t="42647" x="6713538" y="6350000"/>
          <p14:tracePt t="42664" x="6988175" y="6392863"/>
          <p14:tracePt t="42681" x="7191375" y="6423025"/>
          <p14:tracePt t="42697" x="7343775" y="6437313"/>
          <p14:tracePt t="42714" x="7496175" y="6465888"/>
          <p14:tracePt t="42731" x="7678738" y="6488113"/>
          <p14:tracePt t="42747" x="7953375" y="6524625"/>
          <p14:tracePt t="42765" x="8288338" y="6567488"/>
          <p14:tracePt t="42781" x="8686800" y="6567488"/>
          <p14:tracePt t="42798" x="8802688" y="6567488"/>
          <p14:tracePt t="42814" x="8853488" y="6561138"/>
          <p14:tracePt t="42831" x="8861425" y="6553200"/>
          <p14:tracePt t="42847" x="8875713" y="6538913"/>
          <p14:tracePt t="42864" x="8875713" y="6488113"/>
          <p14:tracePt t="42880" x="8875713" y="6400800"/>
          <p14:tracePt t="42897" x="8867775" y="6270625"/>
          <p14:tracePt t="42914" x="8816975" y="6132513"/>
          <p14:tracePt t="42931" x="8715375" y="5994400"/>
          <p14:tracePt t="42947" x="8599488" y="5892800"/>
          <p14:tracePt t="42964" x="8469313" y="5805488"/>
          <p14:tracePt t="42980" x="8302625" y="5726113"/>
          <p14:tracePt t="42997" x="8258175" y="5711825"/>
          <p14:tracePt t="43014" x="8229600" y="5703888"/>
          <p14:tracePt t="43206" x="8221663" y="5703888"/>
          <p14:tracePt t="43254" x="8215313" y="5703888"/>
          <p14:tracePt t="43270" x="8207375" y="5703888"/>
          <p14:tracePt t="43286" x="8201025" y="5703888"/>
          <p14:tracePt t="43302" x="8193088" y="5703888"/>
          <p14:tracePt t="43318" x="8186738" y="5703888"/>
          <p14:tracePt t="43325" x="8178800" y="5703888"/>
          <p14:tracePt t="43349" x="8170863" y="5703888"/>
          <p14:tracePt t="66181" x="8142288" y="5703888"/>
          <p14:tracePt t="66189" x="8113713" y="5703888"/>
          <p14:tracePt t="66197" x="8054975" y="5703888"/>
          <p14:tracePt t="66205" x="8004175" y="5703888"/>
          <p14:tracePt t="66221" x="7953375" y="5703888"/>
          <p14:tracePt t="66238" x="7947025" y="5703888"/>
          <p14:tracePt t="66493" x="7932738" y="5703888"/>
          <p14:tracePt t="66509" x="7910513" y="5703888"/>
          <p14:tracePt t="66517" x="7896225" y="5703888"/>
          <p14:tracePt t="66526" x="7881938" y="5697538"/>
          <p14:tracePt t="66542" x="7874000" y="5689600"/>
          <p14:tracePt t="66554" x="7874000" y="5681663"/>
          <p14:tracePt t="66571" x="7815263" y="5624513"/>
          <p14:tracePt t="66588" x="7699375" y="5545138"/>
          <p14:tracePt t="66604" x="7540625" y="5449888"/>
          <p14:tracePt t="66621" x="7416800" y="5376863"/>
          <p14:tracePt t="66638" x="7315200" y="5326063"/>
          <p14:tracePt t="66655" x="7227888" y="5275263"/>
          <p14:tracePt t="66671" x="7126288" y="5232400"/>
          <p14:tracePt t="66688" x="6973888" y="5195888"/>
          <p14:tracePt t="66705" x="6778625" y="5167313"/>
          <p14:tracePt t="66721" x="6581775" y="5138738"/>
          <p14:tracePt t="66738" x="6443663" y="5116513"/>
          <p14:tracePt t="66754" x="6342063" y="5102225"/>
          <p14:tracePt t="66771" x="6276975" y="5080000"/>
          <p14:tracePt t="66788" x="6211888" y="5080000"/>
          <p14:tracePt t="66804" x="6081713" y="5080000"/>
          <p14:tracePt t="66821" x="5994400" y="5094288"/>
          <p14:tracePt t="66838" x="5915025" y="5153025"/>
          <p14:tracePt t="66855" x="5834063" y="5210175"/>
          <p14:tracePt t="66871" x="5732463" y="5291138"/>
          <p14:tracePt t="66888" x="5610225" y="5384800"/>
          <p14:tracePt t="66905" x="5464175" y="5486400"/>
          <p14:tracePt t="66921" x="5348288" y="5551488"/>
          <p14:tracePt t="66938" x="5246688" y="5580063"/>
          <p14:tracePt t="66955" x="5159375" y="5580063"/>
          <p14:tracePt t="66971" x="5000625" y="5580063"/>
          <p14:tracePt t="66988" x="4775200" y="5580063"/>
          <p14:tracePt t="67005" x="4411663" y="5508625"/>
          <p14:tracePt t="67022" x="4137025" y="5413375"/>
          <p14:tracePt t="67039" x="3889375" y="5297488"/>
          <p14:tracePt t="67056" x="3490913" y="5080000"/>
          <p14:tracePt t="67063" x="3302000" y="4986338"/>
          <p14:tracePt t="67074" x="3149600" y="4905375"/>
          <p14:tracePt t="67089" x="2909888" y="4797425"/>
          <p14:tracePt t="67105" x="2757488" y="4724400"/>
          <p14:tracePt t="67122" x="2619375" y="4659313"/>
          <p14:tracePt t="67138" x="2540000" y="4608513"/>
          <p14:tracePt t="67157" x="2424113" y="4484688"/>
          <p14:tracePt t="67173" x="2351088" y="4360863"/>
          <p14:tracePt t="67188" x="2314575" y="4303713"/>
          <p14:tracePt t="67206" x="2206625" y="4106863"/>
          <p14:tracePt t="67222" x="2133600" y="3990975"/>
          <p14:tracePt t="67238" x="2046288" y="3868738"/>
          <p14:tracePt t="67255" x="1966913" y="3730625"/>
          <p14:tracePt t="67272" x="1908175" y="3563938"/>
          <p14:tracePt t="67288" x="1857375" y="3417888"/>
          <p14:tracePt t="67305" x="1851025" y="3338513"/>
          <p14:tracePt t="67322" x="1851025" y="3251200"/>
          <p14:tracePt t="67338" x="1851025" y="3171825"/>
          <p14:tracePt t="67355" x="1857375" y="3076575"/>
          <p14:tracePt t="67371" x="1893888" y="2974975"/>
          <p14:tracePt t="67389" x="1944688" y="2887663"/>
          <p14:tracePt t="67405" x="2039938" y="2765425"/>
          <p14:tracePt t="67422" x="2141538" y="2678113"/>
          <p14:tracePt t="67438" x="2257425" y="2598738"/>
          <p14:tracePt t="67455" x="2373313" y="2511425"/>
          <p14:tracePt t="67471" x="2481263" y="2460625"/>
          <p14:tracePt t="67488" x="2605088" y="2409825"/>
          <p14:tracePt t="67506" x="2692400" y="2387600"/>
          <p14:tracePt t="67522" x="2779713" y="2373313"/>
          <p14:tracePt t="67539" x="2852738" y="2373313"/>
          <p14:tracePt t="67556" x="2903538" y="2373313"/>
          <p14:tracePt t="67561" x="2924175" y="2373313"/>
          <p14:tracePt t="67572" x="2954338" y="2373313"/>
          <p14:tracePt t="67589" x="2997200" y="2373313"/>
          <p14:tracePt t="67605" x="3062288" y="2373313"/>
          <p14:tracePt t="67622" x="3098800" y="2373313"/>
          <p14:tracePt t="67639" x="3157538" y="2379663"/>
          <p14:tracePt t="67657" x="3192463" y="2401888"/>
          <p14:tracePt t="67673" x="3236913" y="2409825"/>
          <p14:tracePt t="67689" x="3273425" y="2424113"/>
          <p14:tracePt t="67706" x="3294063" y="2430463"/>
          <p14:tracePt t="67738" x="3302000" y="2430463"/>
          <p14:tracePt t="67756" x="3309938" y="2438400"/>
          <p14:tracePt t="67788" x="3316288" y="2446338"/>
          <p14:tracePt t="67805" x="3338513" y="2452688"/>
          <p14:tracePt t="67822" x="3338513" y="2460625"/>
          <p14:tracePt t="67839" x="3367088" y="2474913"/>
          <p14:tracePt t="67855" x="3403600" y="2497138"/>
          <p14:tracePt t="67872" x="3446463" y="2511425"/>
          <p14:tracePt t="67888" x="3462338" y="2525713"/>
          <p14:tracePt t="67906" x="3490913" y="2540000"/>
          <p14:tracePt t="67922" x="3505200" y="2547938"/>
          <p14:tracePt t="67939" x="3519488" y="2554288"/>
          <p14:tracePt t="67972" x="3527425" y="2554288"/>
          <p14:tracePt t="67989" x="3533775" y="2554288"/>
          <p14:tracePt t="68005" x="3541713" y="2562225"/>
          <p14:tracePt t="68022" x="3548063" y="2568575"/>
          <p14:tracePt t="68053" x="3563938" y="2576513"/>
          <p14:tracePt t="68304" x="3563938" y="2590800"/>
          <p14:tracePt t="68329" x="3570288" y="2605088"/>
          <p14:tracePt t="68336" x="3578225" y="2605088"/>
          <p14:tracePt t="68343" x="3584575" y="2613025"/>
          <p14:tracePt t="68356" x="3584575" y="2619375"/>
          <p14:tracePt t="68372" x="3598863" y="2627313"/>
          <p14:tracePt t="68389" x="3614738" y="2641600"/>
          <p14:tracePt t="68423" x="3621088" y="2649538"/>
          <p14:tracePt t="68439" x="3635375" y="2663825"/>
          <p14:tracePt t="68472" x="3643313" y="2663825"/>
          <p14:tracePt t="68504" x="3643313" y="2670175"/>
          <p14:tracePt t="68527" x="3649663" y="2670175"/>
          <p14:tracePt t="68543" x="3657600" y="2678113"/>
          <p14:tracePt t="68553" x="3665538" y="2678113"/>
          <p14:tracePt t="68559" x="3665538" y="2684463"/>
          <p14:tracePt t="68572" x="3679825" y="2692400"/>
          <p14:tracePt t="68589" x="3700463" y="2706688"/>
          <p14:tracePt t="68649" x="3716338" y="2714625"/>
          <p14:tracePt t="68664" x="3722688" y="2714625"/>
          <p14:tracePt t="68675" x="3730625" y="2720975"/>
          <p14:tracePt t="68681" x="3736975" y="2720975"/>
          <p14:tracePt t="68690" x="3744913" y="2728913"/>
          <p14:tracePt t="68707" x="3751263" y="2728913"/>
          <p14:tracePt t="68722" x="3759200" y="2728913"/>
          <p14:tracePt t="68739" x="3767138" y="2728913"/>
          <p14:tracePt t="68756" x="3781425" y="2728913"/>
          <p14:tracePt t="68773" x="3787775" y="2728913"/>
          <p14:tracePt t="68789" x="3810000" y="2728913"/>
          <p14:tracePt t="68806" x="3832225" y="2728913"/>
          <p14:tracePt t="68822" x="3852863" y="2728913"/>
          <p14:tracePt t="68839" x="3875088" y="2728913"/>
          <p14:tracePt t="68856" x="3897313" y="2720975"/>
          <p14:tracePt t="68872" x="3911600" y="2706688"/>
          <p14:tracePt t="68889" x="3940175" y="2700338"/>
          <p14:tracePt t="68907" x="3962400" y="2684463"/>
          <p14:tracePt t="68925" x="3976688" y="2684463"/>
          <p14:tracePt t="68939" x="3976688" y="2678113"/>
          <p14:tracePt t="69040" x="3976688" y="2670175"/>
          <p14:tracePt t="69056" x="3976688" y="2663825"/>
          <p14:tracePt t="69080" x="3976688" y="2649538"/>
          <p14:tracePt t="69104" x="3970338" y="2649538"/>
          <p14:tracePt t="69113" x="3962400" y="2649538"/>
          <p14:tracePt t="69122" x="3954463" y="2649538"/>
          <p14:tracePt t="69139" x="3933825" y="2649538"/>
          <p14:tracePt t="69155" x="3903663" y="2649538"/>
          <p14:tracePt t="69172" x="3832225" y="2649538"/>
          <p14:tracePt t="69189" x="3716338" y="2649538"/>
          <p14:tracePt t="69205" x="3657600" y="2649538"/>
          <p14:tracePt t="69222" x="3584575" y="2649538"/>
          <p14:tracePt t="69239" x="3527425" y="2663825"/>
          <p14:tracePt t="69255" x="3440113" y="2706688"/>
          <p14:tracePt t="69272" x="3338513" y="2751138"/>
          <p14:tracePt t="69289" x="3192463" y="2816225"/>
          <p14:tracePt t="69305" x="3062288" y="2859088"/>
          <p14:tracePt t="69322" x="2954338" y="2887663"/>
          <p14:tracePt t="69339" x="2859088" y="2932113"/>
          <p14:tracePt t="69355" x="2808288" y="2960688"/>
          <p14:tracePt t="69372" x="2728913" y="3011488"/>
          <p14:tracePt t="69389" x="2613025" y="3186113"/>
          <p14:tracePt t="69406" x="2554288" y="3309938"/>
          <p14:tracePt t="69422" x="2511425" y="3425825"/>
          <p14:tracePt t="69439" x="2489200" y="3519488"/>
          <p14:tracePt t="69455" x="2489200" y="3592513"/>
          <p14:tracePt t="69472" x="2489200" y="3700463"/>
          <p14:tracePt t="69489" x="2503488" y="3795713"/>
          <p14:tracePt t="69505" x="2568575" y="3903663"/>
          <p14:tracePt t="69522" x="2649538" y="4005263"/>
          <p14:tracePt t="69539" x="2720975" y="4064000"/>
          <p14:tracePt t="69555" x="2830513" y="4129088"/>
          <p14:tracePt t="69558" x="2873375" y="4151313"/>
          <p14:tracePt t="69572" x="2924175" y="4173538"/>
          <p14:tracePt t="69589" x="3076575" y="4208463"/>
          <p14:tracePt t="69606" x="3200400" y="4216400"/>
          <p14:tracePt t="69622" x="3381375" y="4216400"/>
          <p14:tracePt t="69639" x="3563938" y="4216400"/>
          <p14:tracePt t="69656" x="3767138" y="4216400"/>
          <p14:tracePt t="69672" x="3954463" y="4173538"/>
          <p14:tracePt t="69689" x="4106863" y="4122738"/>
          <p14:tracePt t="69706" x="4275138" y="4078288"/>
          <p14:tracePt t="69722" x="4391025" y="3998913"/>
          <p14:tracePt t="69739" x="4513263" y="3903663"/>
          <p14:tracePt t="69755" x="4600575" y="3817938"/>
          <p14:tracePt t="69772" x="4673600" y="3736975"/>
          <p14:tracePt t="69789" x="4760913" y="3614738"/>
          <p14:tracePt t="69806" x="4803775" y="3533775"/>
          <p14:tracePt t="69822" x="4854575" y="3462338"/>
          <p14:tracePt t="69839" x="4891088" y="3381375"/>
          <p14:tracePt t="69856" x="4919663" y="3302000"/>
          <p14:tracePt t="69872" x="4935538" y="3236913"/>
          <p14:tracePt t="69889" x="4935538" y="3200400"/>
          <p14:tracePt t="69906" x="4935538" y="3157538"/>
          <p14:tracePt t="69922" x="4935538" y="3121025"/>
          <p14:tracePt t="69939" x="4927600" y="3076575"/>
          <p14:tracePt t="69956" x="4891088" y="3033713"/>
          <p14:tracePt t="69972" x="4854575" y="2982913"/>
          <p14:tracePt t="69989" x="4789488" y="2924175"/>
          <p14:tracePt t="70006" x="4710113" y="2873375"/>
          <p14:tracePt t="70022" x="4630738" y="2816225"/>
          <p14:tracePt t="70039" x="4564063" y="2771775"/>
          <p14:tracePt t="70056" x="4506913" y="2735263"/>
          <p14:tracePt t="70072" x="4478338" y="2714625"/>
          <p14:tracePt t="70089" x="4448175" y="2700338"/>
          <p14:tracePt t="70106" x="4419600" y="2684463"/>
          <p14:tracePt t="70122" x="4383088" y="2663825"/>
          <p14:tracePt t="70139" x="4332288" y="2633663"/>
          <p14:tracePt t="70156" x="4244975" y="2613025"/>
          <p14:tracePt t="70172" x="4106863" y="2568575"/>
          <p14:tracePt t="70189" x="4021138" y="2540000"/>
          <p14:tracePt t="70206" x="3954463" y="2517775"/>
          <p14:tracePt t="70222" x="3897313" y="2511425"/>
          <p14:tracePt t="70239" x="3852863" y="2503488"/>
          <p14:tracePt t="70256" x="3817938" y="2503488"/>
          <p14:tracePt t="70272" x="3781425" y="2503488"/>
          <p14:tracePt t="70289" x="3759200" y="2503488"/>
          <p14:tracePt t="70306" x="3716338" y="2503488"/>
          <p14:tracePt t="70322" x="3679825" y="2503488"/>
          <p14:tracePt t="70339" x="3629025" y="2503488"/>
          <p14:tracePt t="70356" x="3570288" y="2503488"/>
          <p14:tracePt t="70372" x="3468688" y="2503488"/>
          <p14:tracePt t="70389" x="3411538" y="2503488"/>
          <p14:tracePt t="70406" x="3344863" y="2503488"/>
          <p14:tracePt t="70422" x="3287713" y="2503488"/>
          <p14:tracePt t="70439" x="3243263" y="2503488"/>
          <p14:tracePt t="70456" x="3222625" y="2503488"/>
          <p14:tracePt t="70473" x="3200400" y="2503488"/>
          <p14:tracePt t="70680" x="3192463" y="2503488"/>
          <p14:tracePt t="70734" x="3178175" y="2503488"/>
          <p14:tracePt t="70785" x="3171825" y="2503488"/>
          <p14:tracePt t="71018" x="3157538" y="2503488"/>
          <p14:tracePt t="71027" x="3157538" y="2497138"/>
          <p14:tracePt t="71042" x="3149600" y="2489200"/>
          <p14:tracePt t="71067" x="3149600" y="2481263"/>
          <p14:tracePt t="71079" x="3141663" y="2466975"/>
          <p14:tracePt t="71102" x="3135313" y="2460625"/>
          <p14:tracePt t="71112" x="3135313" y="2452688"/>
          <p14:tracePt t="71167" x="3127375" y="2452688"/>
          <p14:tracePt t="71182" x="3127375" y="2446338"/>
          <p14:tracePt t="71198" x="3121025" y="2430463"/>
          <p14:tracePt t="71207" x="3121025" y="2424113"/>
          <p14:tracePt t="71214" x="3113088" y="2416175"/>
          <p14:tracePt t="71223" x="3106738" y="2401888"/>
          <p14:tracePt t="71240" x="3090863" y="2379663"/>
          <p14:tracePt t="71256" x="3076575" y="2365375"/>
          <p14:tracePt t="71273" x="3070225" y="2351088"/>
          <p14:tracePt t="71289" x="3062288" y="2336800"/>
          <p14:tracePt t="71306" x="3055938" y="2328863"/>
          <p14:tracePt t="71323" x="3055938" y="2322513"/>
          <p14:tracePt t="71414" x="3048000" y="2314575"/>
          <p14:tracePt t="71439" x="3040063" y="2314575"/>
          <p14:tracePt t="71447" x="3033713" y="2308225"/>
          <p14:tracePt t="71456" x="3033713" y="2300288"/>
          <p14:tracePt t="71473" x="3019425" y="2293938"/>
          <p14:tracePt t="71490" x="3011488" y="2278063"/>
          <p14:tracePt t="71506" x="2989263" y="2263775"/>
          <p14:tracePt t="71523" x="2974975" y="2257425"/>
          <p14:tracePt t="71540" x="2946400" y="2243138"/>
          <p14:tracePt t="71556" x="2924175" y="2227263"/>
          <p14:tracePt t="71560" x="2903538" y="2206625"/>
          <p14:tracePt t="71573" x="2867025" y="2192338"/>
          <p14:tracePt t="71590" x="2852738" y="2192338"/>
          <p14:tracePt t="71606" x="2844800" y="2176463"/>
          <p14:tracePt t="71623" x="2836863" y="2176463"/>
          <p14:tracePt t="71640" x="2816225" y="2176463"/>
          <p14:tracePt t="71656" x="2794000" y="2176463"/>
          <p14:tracePt t="71673" x="2757488" y="2176463"/>
          <p14:tracePt t="71690" x="2700338" y="2176463"/>
          <p14:tracePt t="71706" x="2649538" y="2176463"/>
          <p14:tracePt t="71723" x="2582863" y="2176463"/>
          <p14:tracePt t="71740" x="2517775" y="2192338"/>
          <p14:tracePt t="71756" x="2452688" y="2198688"/>
          <p14:tracePt t="71773" x="2373313" y="2227263"/>
          <p14:tracePt t="71790" x="2322513" y="2249488"/>
          <p14:tracePt t="71806" x="2263775" y="2263775"/>
          <p14:tracePt t="71823" x="2176463" y="2308225"/>
          <p14:tracePt t="71840" x="2097088" y="2351088"/>
          <p14:tracePt t="71856" x="2009775" y="2401888"/>
          <p14:tracePt t="71873" x="1938338" y="2460625"/>
          <p14:tracePt t="71890" x="1901825" y="2489200"/>
          <p14:tracePt t="71906" x="1887538" y="2517775"/>
          <p14:tracePt t="71923" x="1879600" y="2554288"/>
          <p14:tracePt t="71940" x="1879600" y="2598738"/>
          <p14:tracePt t="71956" x="1879600" y="2678113"/>
          <p14:tracePt t="71973" x="1944688" y="2801938"/>
          <p14:tracePt t="71990" x="1981200" y="2859088"/>
          <p14:tracePt t="72006" x="2009775" y="2873375"/>
          <p14:tracePt t="72023" x="2039938" y="2895600"/>
          <p14:tracePt t="72040" x="2068513" y="2903538"/>
          <p14:tracePt t="72056" x="2119313" y="2917825"/>
          <p14:tracePt t="72073" x="2170113" y="2917825"/>
          <p14:tracePt t="72090" x="2249488" y="2917825"/>
          <p14:tracePt t="72106" x="2314575" y="2917825"/>
          <p14:tracePt t="72123" x="2379663" y="2903538"/>
          <p14:tracePt t="72141" x="2438400" y="2873375"/>
          <p14:tracePt t="72156" x="2481263" y="2852738"/>
          <p14:tracePt t="72173" x="2532063" y="2822575"/>
          <p14:tracePt t="72190" x="2554288" y="2771775"/>
          <p14:tracePt t="72206" x="2568575" y="2714625"/>
          <p14:tracePt t="72224" x="2576513" y="2678113"/>
          <p14:tracePt t="72240" x="2576513" y="2633663"/>
          <p14:tracePt t="72257" x="2576513" y="2613025"/>
          <p14:tracePt t="72273" x="2576513" y="2598738"/>
          <p14:tracePt t="72290" x="2576513" y="2590800"/>
          <p14:tracePt t="72306" x="2568575" y="2576513"/>
          <p14:tracePt t="72977" x="2568575" y="2590800"/>
          <p14:tracePt t="72985" x="2590800" y="2605088"/>
          <p14:tracePt t="72994" x="2619375" y="2633663"/>
          <p14:tracePt t="73007" x="2735263" y="2786063"/>
          <p14:tracePt t="73025" x="2954338" y="3121025"/>
          <p14:tracePt t="73041" x="3294063" y="3578225"/>
          <p14:tracePt t="73057" x="3671888" y="3990975"/>
          <p14:tracePt t="73067" x="3759200" y="4071938"/>
          <p14:tracePt t="73075" x="3832225" y="4137025"/>
          <p14:tracePt t="73090" x="3903663" y="4187825"/>
          <p14:tracePt t="73107" x="3925888" y="4202113"/>
          <p14:tracePt t="73123" x="3976688" y="4238625"/>
          <p14:tracePt t="73141" x="4049713" y="4295775"/>
          <p14:tracePt t="73142" x="4100513" y="4346575"/>
          <p14:tracePt t="73157" x="4224338" y="4462463"/>
          <p14:tracePt t="73173" x="4318000" y="4543425"/>
          <p14:tracePt t="73190" x="4391025" y="4600575"/>
          <p14:tracePt t="73207" x="4448175" y="4637088"/>
          <p14:tracePt t="73223" x="4478338" y="4665663"/>
          <p14:tracePt t="73240" x="4521200" y="4673600"/>
          <p14:tracePt t="73256" x="4535488" y="4687888"/>
          <p14:tracePt t="73273" x="4543425" y="4687888"/>
          <p14:tracePt t="73290" x="4549775" y="4695825"/>
          <p14:tracePt t="73307" x="4579938" y="4702175"/>
          <p14:tracePt t="73323" x="4630738" y="4724400"/>
          <p14:tracePt t="73340" x="4732338" y="4797425"/>
          <p14:tracePt t="73357" x="4803775" y="4826000"/>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Image placeholder">
            <a:extLst>
              <a:ext uri="{FF2B5EF4-FFF2-40B4-BE49-F238E27FC236}">
                <a16:creationId xmlns:a16="http://schemas.microsoft.com/office/drawing/2014/main" id="{52FD3342-E198-5348-9EE9-579E8FFF9DDC}"/>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l="39" r="39"/>
          <a:stretch>
            <a:fillRect/>
          </a:stretch>
        </p:blipFill>
        <p:spPr/>
      </p:pic>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618280" y="1919492"/>
            <a:ext cx="5472000" cy="432000"/>
          </a:xfrm>
        </p:spPr>
        <p:txBody>
          <a:bodyPr>
            <a:normAutofit fontScale="90000"/>
          </a:bodyPr>
          <a:lstStyle/>
          <a:p>
            <a:r>
              <a:rPr lang="en-ZA" dirty="0" smtClean="0"/>
              <a:t>Learning Objective</a:t>
            </a:r>
            <a:endParaRPr lang="en-ZA"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511196" y="2794476"/>
            <a:ext cx="5686168" cy="2114299"/>
          </a:xfrm>
        </p:spPr>
        <p:txBody>
          <a:bodyPr>
            <a:normAutofit lnSpcReduction="10000"/>
          </a:bodyPr>
          <a:lstStyle/>
          <a:p>
            <a:pPr marL="171450" indent="-171450"/>
            <a:r>
              <a:rPr lang="en-ZA" sz="2400" dirty="0" smtClean="0"/>
              <a:t>Bankruptcy prediction models developed on a </a:t>
            </a:r>
            <a:r>
              <a:rPr lang="en-ZA" sz="2400" b="1" dirty="0" smtClean="0">
                <a:solidFill>
                  <a:schemeClr val="accent5"/>
                </a:solidFill>
              </a:rPr>
              <a:t>specific sample </a:t>
            </a:r>
            <a:r>
              <a:rPr lang="en-ZA" sz="2400" dirty="0" smtClean="0"/>
              <a:t>can only be applied to the companies with the </a:t>
            </a:r>
            <a:r>
              <a:rPr lang="en-ZA" sz="2400" b="1" dirty="0" smtClean="0">
                <a:solidFill>
                  <a:schemeClr val="accent5"/>
                </a:solidFill>
              </a:rPr>
              <a:t>same characteristic</a:t>
            </a:r>
            <a:r>
              <a:rPr lang="en-ZA" sz="2400" b="1" dirty="0" smtClean="0"/>
              <a:t> </a:t>
            </a:r>
          </a:p>
          <a:p>
            <a:pPr marL="171450" indent="-171450"/>
            <a:r>
              <a:rPr lang="en-ZA" sz="2400" dirty="0" smtClean="0"/>
              <a:t>Implement </a:t>
            </a:r>
            <a:r>
              <a:rPr lang="en-ZA" sz="2400" b="1" dirty="0" smtClean="0">
                <a:solidFill>
                  <a:schemeClr val="accent5"/>
                </a:solidFill>
              </a:rPr>
              <a:t>stratified random sampling </a:t>
            </a:r>
            <a:r>
              <a:rPr lang="en-ZA" sz="2400" dirty="0" smtClean="0"/>
              <a:t>for matching pairs company</a:t>
            </a:r>
            <a:endParaRPr lang="en-ZA" sz="2400"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p:txBody>
          <a:bodyPr/>
          <a:lstStyle/>
          <a:p>
            <a:fld id="{19B51A1E-902D-48AF-9020-955120F399B6}" type="slidenum">
              <a:rPr lang="en-ZA" smtClean="0"/>
              <a:pPr/>
              <a:t>5</a:t>
            </a:fld>
            <a:endParaRPr lang="en-ZA" dirty="0"/>
          </a:p>
        </p:txBody>
      </p:sp>
      <p:sp>
        <p:nvSpPr>
          <p:cNvPr id="15" name="Freeform 5" descr="Hollow image accent">
            <a:extLst>
              <a:ext uri="{FF2B5EF4-FFF2-40B4-BE49-F238E27FC236}">
                <a16:creationId xmlns:a16="http://schemas.microsoft.com/office/drawing/2014/main" id="{764DA446-807B-4C83-BB5A-59E3FABC93F3}"/>
              </a:ext>
              <a:ext uri="{C183D7F6-B498-43B3-948B-1728B52AA6E4}">
                <adec:decorative xmlns:adec="http://schemas.microsoft.com/office/drawing/2017/decorative" xmlns="" val="1"/>
              </a:ext>
            </a:extLst>
          </p:cNvPr>
          <p:cNvSpPr>
            <a:spLocks noChangeAspect="1"/>
          </p:cNvSpPr>
          <p:nvPr/>
        </p:nvSpPr>
        <p:spPr bwMode="auto">
          <a:xfrm>
            <a:off x="6490727" y="1236374"/>
            <a:ext cx="1838651" cy="1613506"/>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63500" cap="flat">
            <a:solidFill>
              <a:schemeClr val="tx1">
                <a:lumMod val="65000"/>
                <a:lumOff val="3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16" name="Freeform 5" descr="Solid image accent">
            <a:extLst>
              <a:ext uri="{FF2B5EF4-FFF2-40B4-BE49-F238E27FC236}">
                <a16:creationId xmlns:a16="http://schemas.microsoft.com/office/drawing/2014/main" id="{F28CDBF8-0191-43F9-98FE-B98B08813979}"/>
              </a:ext>
              <a:ext uri="{C183D7F6-B498-43B3-948B-1728B52AA6E4}">
                <adec:decorative xmlns:adec="http://schemas.microsoft.com/office/drawing/2017/decorative" xmlns="" val="1"/>
              </a:ext>
            </a:extLst>
          </p:cNvPr>
          <p:cNvSpPr>
            <a:spLocks noChangeAspect="1"/>
          </p:cNvSpPr>
          <p:nvPr/>
        </p:nvSpPr>
        <p:spPr bwMode="auto">
          <a:xfrm>
            <a:off x="7459030" y="2460298"/>
            <a:ext cx="1103873" cy="968702"/>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solidFill>
            <a:schemeClr val="bg1">
              <a:lumMod val="95000"/>
            </a:schemeClr>
          </a:solidFill>
          <a:ln w="635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ZA" dirty="0"/>
          </a:p>
        </p:txBody>
      </p:sp>
      <p:sp>
        <p:nvSpPr>
          <p:cNvPr id="3" name="Action Button: Beginning 2">
            <a:hlinkClick r:id="rId4" action="ppaction://hlinksldjump" highlightClick="1"/>
          </p:cNvPr>
          <p:cNvSpPr/>
          <p:nvPr/>
        </p:nvSpPr>
        <p:spPr>
          <a:xfrm>
            <a:off x="390525" y="6172200"/>
            <a:ext cx="227755" cy="180975"/>
          </a:xfrm>
          <a:prstGeom prst="actionButtonBeginning">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34035570"/>
      </p:ext>
    </p:extLst>
  </p:cSld>
  <p:clrMapOvr>
    <a:masterClrMapping/>
  </p:clrMapOvr>
  <mc:AlternateContent xmlns:mc="http://schemas.openxmlformats.org/markup-compatibility/2006" xmlns:p14="http://schemas.microsoft.com/office/powerpoint/2010/main">
    <mc:Choice Requires="p14">
      <p:transition spd="slow" p14:dur="2000" advTm="25817">
        <p:cut/>
      </p:transition>
    </mc:Choice>
    <mc:Fallback xmlns="">
      <p:transition spd="slow" advTm="25817">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8949066" y="132043"/>
            <a:ext cx="3076575" cy="5505450"/>
          </a:xfrm>
          <a:prstGeom prst="rect">
            <a:avLst/>
          </a:prstGeom>
        </p:spPr>
      </p:pic>
      <p:sp>
        <p:nvSpPr>
          <p:cNvPr id="7" name="Title 6"/>
          <p:cNvSpPr>
            <a:spLocks noGrp="1"/>
          </p:cNvSpPr>
          <p:nvPr>
            <p:ph type="title"/>
          </p:nvPr>
        </p:nvSpPr>
        <p:spPr/>
        <p:txBody>
          <a:bodyPr>
            <a:normAutofit fontScale="90000"/>
          </a:bodyPr>
          <a:lstStyle/>
          <a:p>
            <a:r>
              <a:rPr lang="en-US" dirty="0" smtClean="0"/>
              <a:t>RS vs SRS - Bankruptcy Prediction Case?</a:t>
            </a:r>
            <a:endParaRPr lang="en-US" dirty="0"/>
          </a:p>
        </p:txBody>
      </p:sp>
      <p:sp>
        <p:nvSpPr>
          <p:cNvPr id="8" name="Text Placeholder 7"/>
          <p:cNvSpPr>
            <a:spLocks noGrp="1"/>
          </p:cNvSpPr>
          <p:nvPr>
            <p:ph type="body" sz="quarter" idx="32"/>
          </p:nvPr>
        </p:nvSpPr>
        <p:spPr>
          <a:xfrm>
            <a:off x="362228" y="1248536"/>
            <a:ext cx="8105498" cy="735247"/>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Autofit/>
          </a:bodyPr>
          <a:lstStyle/>
          <a:p>
            <a:r>
              <a:rPr lang="en-US" dirty="0" smtClean="0"/>
              <a:t>Random Sampling 		Stratified </a:t>
            </a:r>
            <a:r>
              <a:rPr lang="en-US" dirty="0"/>
              <a:t>Random </a:t>
            </a:r>
            <a:r>
              <a:rPr lang="en-US" dirty="0" smtClean="0"/>
              <a:t>Sampling</a:t>
            </a:r>
            <a:r>
              <a:rPr lang="en-US" dirty="0"/>
              <a:t/>
            </a:r>
            <a:br>
              <a:rPr lang="en-US" dirty="0"/>
            </a:br>
            <a:r>
              <a:rPr lang="en-US" sz="2000" dirty="0" smtClean="0"/>
              <a:t>(No Constraints)			(Apply Constraints)</a:t>
            </a:r>
          </a:p>
        </p:txBody>
      </p:sp>
      <p:sp>
        <p:nvSpPr>
          <p:cNvPr id="9" name="Content Placeholder 8"/>
          <p:cNvSpPr>
            <a:spLocks noGrp="1"/>
          </p:cNvSpPr>
          <p:nvPr>
            <p:ph idx="1"/>
          </p:nvPr>
        </p:nvSpPr>
        <p:spPr>
          <a:xfrm>
            <a:off x="431999" y="2041744"/>
            <a:ext cx="4198034" cy="3563893"/>
          </a:xfrm>
        </p:spPr>
        <p:txBody>
          <a:bodyPr>
            <a:normAutofit/>
          </a:bodyPr>
          <a:lstStyle/>
          <a:p>
            <a:r>
              <a:rPr lang="en-US" sz="2000" dirty="0" smtClean="0"/>
              <a:t>Imbalanced Data </a:t>
            </a:r>
            <a:br>
              <a:rPr lang="en-US" sz="2000" dirty="0" smtClean="0"/>
            </a:br>
            <a:r>
              <a:rPr lang="en-US" sz="2000" dirty="0" smtClean="0">
                <a:sym typeface="Wingdings" panose="05000000000000000000" pitchFamily="2" charset="2"/>
              </a:rPr>
              <a:t> Too much normal company</a:t>
            </a:r>
          </a:p>
        </p:txBody>
      </p:sp>
      <p:sp>
        <p:nvSpPr>
          <p:cNvPr id="6" name="Slide Number Placeholder 5"/>
          <p:cNvSpPr>
            <a:spLocks noGrp="1"/>
          </p:cNvSpPr>
          <p:nvPr>
            <p:ph type="sldNum" sz="quarter" idx="15"/>
          </p:nvPr>
        </p:nvSpPr>
        <p:spPr/>
        <p:txBody>
          <a:bodyPr/>
          <a:lstStyle/>
          <a:p>
            <a:fld id="{19B51A1E-902D-48AF-9020-955120F399B6}" type="slidenum">
              <a:rPr lang="en-ZA" smtClean="0"/>
              <a:pPr/>
              <a:t>6</a:t>
            </a:fld>
            <a:endParaRPr lang="en-ZA" dirty="0"/>
          </a:p>
        </p:txBody>
      </p:sp>
      <p:sp>
        <p:nvSpPr>
          <p:cNvPr id="11" name="Content Placeholder 10"/>
          <p:cNvSpPr>
            <a:spLocks noGrp="1"/>
          </p:cNvSpPr>
          <p:nvPr>
            <p:ph idx="33"/>
          </p:nvPr>
        </p:nvSpPr>
        <p:spPr>
          <a:xfrm>
            <a:off x="5014922" y="2041744"/>
            <a:ext cx="3731227" cy="3563893"/>
          </a:xfrm>
        </p:spPr>
        <p:txBody>
          <a:bodyPr>
            <a:normAutofit/>
          </a:bodyPr>
          <a:lstStyle/>
          <a:p>
            <a:r>
              <a:rPr lang="en-US" sz="2000" dirty="0" smtClean="0"/>
              <a:t>Imbalanced Data </a:t>
            </a:r>
            <a:br>
              <a:rPr lang="en-US" sz="2000" dirty="0" smtClean="0"/>
            </a:br>
            <a:r>
              <a:rPr lang="en-US" sz="2000" dirty="0" smtClean="0">
                <a:sym typeface="Wingdings" panose="05000000000000000000" pitchFamily="2" charset="2"/>
              </a:rPr>
              <a:t> Balanced normal-bankrupt company</a:t>
            </a:r>
          </a:p>
        </p:txBody>
      </p:sp>
      <p:graphicFrame>
        <p:nvGraphicFramePr>
          <p:cNvPr id="13" name="Table 12"/>
          <p:cNvGraphicFramePr>
            <a:graphicFrameLocks noGrp="1"/>
          </p:cNvGraphicFramePr>
          <p:nvPr>
            <p:extLst>
              <p:ext uri="{D42A27DB-BD31-4B8C-83A1-F6EECF244321}">
                <p14:modId xmlns:p14="http://schemas.microsoft.com/office/powerpoint/2010/main" val="4167940870"/>
              </p:ext>
            </p:extLst>
          </p:nvPr>
        </p:nvGraphicFramePr>
        <p:xfrm>
          <a:off x="153575" y="5605638"/>
          <a:ext cx="8314151" cy="1010920"/>
        </p:xfrm>
        <a:graphic>
          <a:graphicData uri="http://schemas.openxmlformats.org/drawingml/2006/table">
            <a:tbl>
              <a:tblPr firstRow="1" bandRow="1">
                <a:tableStyleId>{85BE263C-DBD7-4A20-BB59-AAB30ACAA65A}</a:tableStyleId>
              </a:tblPr>
              <a:tblGrid>
                <a:gridCol w="2051222">
                  <a:extLst>
                    <a:ext uri="{9D8B030D-6E8A-4147-A177-3AD203B41FA5}">
                      <a16:colId xmlns:a16="http://schemas.microsoft.com/office/drawing/2014/main" val="122818573"/>
                    </a:ext>
                  </a:extLst>
                </a:gridCol>
                <a:gridCol w="6262929">
                  <a:extLst>
                    <a:ext uri="{9D8B030D-6E8A-4147-A177-3AD203B41FA5}">
                      <a16:colId xmlns:a16="http://schemas.microsoft.com/office/drawing/2014/main" val="2921414104"/>
                    </a:ext>
                  </a:extLst>
                </a:gridCol>
              </a:tblGrid>
              <a:tr h="370840">
                <a:tc>
                  <a:txBody>
                    <a:bodyPr/>
                    <a:lstStyle/>
                    <a:p>
                      <a:r>
                        <a:rPr lang="en-US" sz="1800" dirty="0" smtClean="0"/>
                        <a:t>Bankrupt Database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1 Bankrupt company </a:t>
                      </a:r>
                      <a:r>
                        <a:rPr lang="en-US" sz="1800" dirty="0" smtClean="0">
                          <a:sym typeface="Wingdings" panose="05000000000000000000" pitchFamily="2" charset="2"/>
                        </a:rPr>
                        <a:t> </a:t>
                      </a:r>
                      <a:r>
                        <a:rPr lang="en-US" sz="1800" dirty="0" smtClean="0">
                          <a:solidFill>
                            <a:srgbClr val="FF0000"/>
                          </a:solidFill>
                          <a:sym typeface="Wingdings" panose="05000000000000000000" pitchFamily="2" charset="2"/>
                        </a:rPr>
                        <a:t>1 </a:t>
                      </a:r>
                      <a:r>
                        <a:rPr lang="en-US" sz="1800" dirty="0" smtClean="0">
                          <a:sym typeface="Wingdings" panose="05000000000000000000" pitchFamily="2" charset="2"/>
                        </a:rPr>
                        <a:t>data on </a:t>
                      </a:r>
                      <a:r>
                        <a:rPr lang="en-US" sz="1800" dirty="0" smtClean="0">
                          <a:solidFill>
                            <a:srgbClr val="FF0000"/>
                          </a:solidFill>
                          <a:sym typeface="Wingdings" panose="05000000000000000000" pitchFamily="2" charset="2"/>
                        </a:rPr>
                        <a:t>specific</a:t>
                      </a:r>
                      <a:r>
                        <a:rPr lang="en-US" sz="1800" dirty="0" smtClean="0">
                          <a:sym typeface="Wingdings" panose="05000000000000000000" pitchFamily="2" charset="2"/>
                        </a:rPr>
                        <a:t> </a:t>
                      </a:r>
                      <a:r>
                        <a:rPr lang="en-US" sz="1800" dirty="0" smtClean="0">
                          <a:solidFill>
                            <a:srgbClr val="FF0000"/>
                          </a:solidFill>
                          <a:sym typeface="Wingdings" panose="05000000000000000000" pitchFamily="2" charset="2"/>
                        </a:rPr>
                        <a:t>bankrupt year</a:t>
                      </a:r>
                    </a:p>
                  </a:txBody>
                  <a:tcPr/>
                </a:tc>
                <a:extLst>
                  <a:ext uri="{0D108BD9-81ED-4DB2-BD59-A6C34878D82A}">
                    <a16:rowId xmlns:a16="http://schemas.microsoft.com/office/drawing/2014/main" val="1474226890"/>
                  </a:ext>
                </a:extLst>
              </a:tr>
              <a:tr h="370840">
                <a:tc>
                  <a:txBody>
                    <a:bodyPr/>
                    <a:lstStyle/>
                    <a:p>
                      <a:r>
                        <a:rPr lang="en-US" sz="1800" dirty="0" smtClean="0">
                          <a:sym typeface="Wingdings" panose="05000000000000000000" pitchFamily="2" charset="2"/>
                        </a:rPr>
                        <a:t>Normal Database</a:t>
                      </a:r>
                      <a:endParaRPr lang="en-US" dirty="0"/>
                    </a:p>
                  </a:txBody>
                  <a:tcPr/>
                </a:tc>
                <a:tc>
                  <a:txBody>
                    <a:bodyPr/>
                    <a:lstStyle/>
                    <a:p>
                      <a:r>
                        <a:rPr lang="en-US" sz="1800" dirty="0" smtClean="0">
                          <a:sym typeface="Wingdings" panose="05000000000000000000" pitchFamily="2" charset="2"/>
                        </a:rPr>
                        <a:t>1 Normal Company  </a:t>
                      </a:r>
                      <a:r>
                        <a:rPr lang="en-US" sz="1800" dirty="0" smtClean="0">
                          <a:solidFill>
                            <a:schemeClr val="accent5">
                              <a:lumMod val="75000"/>
                            </a:schemeClr>
                          </a:solidFill>
                          <a:sym typeface="Wingdings" panose="05000000000000000000" pitchFamily="2" charset="2"/>
                        </a:rPr>
                        <a:t>Many</a:t>
                      </a:r>
                      <a:r>
                        <a:rPr lang="en-US" sz="1800" dirty="0" smtClean="0">
                          <a:sym typeface="Wingdings" panose="05000000000000000000" pitchFamily="2" charset="2"/>
                        </a:rPr>
                        <a:t> data since the company started up</a:t>
                      </a:r>
                      <a:r>
                        <a:rPr lang="en-US" sz="1800" dirty="0" smtClean="0"/>
                        <a:t> </a:t>
                      </a:r>
                      <a:r>
                        <a:rPr lang="en-US" sz="1800" dirty="0" smtClean="0">
                          <a:sym typeface="Wingdings" panose="05000000000000000000" pitchFamily="2" charset="2"/>
                        </a:rPr>
                        <a:t>(20++ years = 20++ information)</a:t>
                      </a:r>
                      <a:endParaRPr lang="en-US" dirty="0"/>
                    </a:p>
                  </a:txBody>
                  <a:tcPr/>
                </a:tc>
                <a:extLst>
                  <a:ext uri="{0D108BD9-81ED-4DB2-BD59-A6C34878D82A}">
                    <a16:rowId xmlns:a16="http://schemas.microsoft.com/office/drawing/2014/main" val="2587166410"/>
                  </a:ext>
                </a:extLst>
              </a:tr>
            </a:tbl>
          </a:graphicData>
        </a:graphic>
      </p:graphicFrame>
      <p:sp>
        <p:nvSpPr>
          <p:cNvPr id="15" name="Content Placeholder 7"/>
          <p:cNvSpPr>
            <a:spLocks noGrp="1"/>
          </p:cNvSpPr>
          <p:nvPr>
            <p:ph sz="half" idx="4294967295"/>
          </p:nvPr>
        </p:nvSpPr>
        <p:spPr>
          <a:xfrm>
            <a:off x="9271950" y="5728853"/>
            <a:ext cx="2430806" cy="627497"/>
          </a:xfrm>
          <a:prstGeom prst="rect">
            <a:avLst/>
          </a:prstGeom>
          <a:ln/>
        </p:spPr>
        <p:style>
          <a:lnRef idx="2">
            <a:schemeClr val="accent1"/>
          </a:lnRef>
          <a:fillRef idx="1">
            <a:schemeClr val="lt1"/>
          </a:fillRef>
          <a:effectRef idx="0">
            <a:schemeClr val="accent1"/>
          </a:effectRef>
          <a:fontRef idx="minor">
            <a:schemeClr val="dk1"/>
          </a:fontRef>
        </p:style>
        <p:txBody>
          <a:bodyPr anchor="ctr">
            <a:normAutofit lnSpcReduction="10000"/>
          </a:bodyPr>
          <a:lstStyle/>
          <a:p>
            <a:pPr marL="0" indent="0" algn="ctr">
              <a:buNone/>
            </a:pPr>
            <a:r>
              <a:rPr lang="en-US" sz="2000" dirty="0" smtClean="0"/>
              <a:t>1 Normal Company: 19 information</a:t>
            </a:r>
          </a:p>
        </p:txBody>
      </p:sp>
      <p:sp>
        <p:nvSpPr>
          <p:cNvPr id="2" name="Left Brace 1"/>
          <p:cNvSpPr/>
          <p:nvPr/>
        </p:nvSpPr>
        <p:spPr>
          <a:xfrm>
            <a:off x="8669816" y="1491497"/>
            <a:ext cx="279250" cy="3585695"/>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ight Arrow 2"/>
          <p:cNvSpPr/>
          <p:nvPr/>
        </p:nvSpPr>
        <p:spPr>
          <a:xfrm>
            <a:off x="8610600" y="5086898"/>
            <a:ext cx="288187" cy="182562"/>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2129894" y="3023433"/>
            <a:ext cx="4132032" cy="2373336"/>
            <a:chOff x="2129894" y="3023433"/>
            <a:chExt cx="4132032" cy="2373336"/>
          </a:xfrm>
        </p:grpSpPr>
        <p:grpSp>
          <p:nvGrpSpPr>
            <p:cNvPr id="12" name="Group 11"/>
            <p:cNvGrpSpPr/>
            <p:nvPr/>
          </p:nvGrpSpPr>
          <p:grpSpPr>
            <a:xfrm>
              <a:off x="2129894" y="3023433"/>
              <a:ext cx="4132032" cy="1941306"/>
              <a:chOff x="838200" y="1825625"/>
              <a:chExt cx="5095982" cy="2832262"/>
            </a:xfrm>
          </p:grpSpPr>
          <p:pic>
            <p:nvPicPr>
              <p:cNvPr id="16" name="Picture 15">
                <a:extLst>
                  <a:ext uri="{FF2B5EF4-FFF2-40B4-BE49-F238E27FC236}">
                    <a16:creationId xmlns:a16="http://schemas.microsoft.com/office/drawing/2014/main" id="{C3395CD2-7D13-46D8-BE0D-B1FAF384C276}"/>
                  </a:ext>
                </a:extLst>
              </p:cNvPr>
              <p:cNvPicPr>
                <a:picLocks noChangeAspect="1"/>
              </p:cNvPicPr>
              <p:nvPr/>
            </p:nvPicPr>
            <p:blipFill rotWithShape="1">
              <a:blip r:embed="rId5"/>
              <a:srcRect t="6383" r="1851"/>
              <a:stretch/>
            </p:blipFill>
            <p:spPr>
              <a:xfrm>
                <a:off x="838200" y="1825625"/>
                <a:ext cx="5095982" cy="2832262"/>
              </a:xfrm>
              <a:prstGeom prst="rect">
                <a:avLst/>
              </a:prstGeom>
            </p:spPr>
          </p:pic>
          <p:sp>
            <p:nvSpPr>
              <p:cNvPr id="17" name="TextBox 16"/>
              <p:cNvSpPr txBox="1"/>
              <p:nvPr/>
            </p:nvSpPr>
            <p:spPr>
              <a:xfrm>
                <a:off x="1356189" y="2111626"/>
                <a:ext cx="284052" cy="276999"/>
              </a:xfrm>
              <a:prstGeom prst="rect">
                <a:avLst/>
              </a:prstGeom>
              <a:solidFill>
                <a:schemeClr val="bg1"/>
              </a:solidFill>
            </p:spPr>
            <p:txBody>
              <a:bodyPr wrap="square" rtlCol="0">
                <a:spAutoFit/>
              </a:bodyPr>
              <a:lstStyle/>
              <a:p>
                <a:r>
                  <a:rPr lang="en-US" sz="1200" dirty="0" smtClean="0"/>
                  <a:t>B</a:t>
                </a:r>
                <a:endParaRPr lang="en-US" sz="1200" dirty="0"/>
              </a:p>
            </p:txBody>
          </p:sp>
          <p:sp>
            <p:nvSpPr>
              <p:cNvPr id="18" name="TextBox 17"/>
              <p:cNvSpPr txBox="1"/>
              <p:nvPr/>
            </p:nvSpPr>
            <p:spPr>
              <a:xfrm>
                <a:off x="1356189" y="1890269"/>
                <a:ext cx="284052" cy="276999"/>
              </a:xfrm>
              <a:prstGeom prst="rect">
                <a:avLst/>
              </a:prstGeom>
              <a:solidFill>
                <a:schemeClr val="bg1"/>
              </a:solidFill>
            </p:spPr>
            <p:txBody>
              <a:bodyPr wrap="none" rtlCol="0">
                <a:spAutoFit/>
              </a:bodyPr>
              <a:lstStyle/>
              <a:p>
                <a:r>
                  <a:rPr lang="en-US" sz="1200" dirty="0" smtClean="0"/>
                  <a:t>N</a:t>
                </a:r>
                <a:endParaRPr lang="en-US" sz="1200" dirty="0"/>
              </a:p>
            </p:txBody>
          </p:sp>
        </p:grpSp>
        <p:sp>
          <p:nvSpPr>
            <p:cNvPr id="20" name="TextBox 19"/>
            <p:cNvSpPr txBox="1"/>
            <p:nvPr/>
          </p:nvSpPr>
          <p:spPr>
            <a:xfrm>
              <a:off x="3227424" y="4935104"/>
              <a:ext cx="1751780" cy="461665"/>
            </a:xfrm>
            <a:prstGeom prst="rect">
              <a:avLst/>
            </a:prstGeom>
            <a:noFill/>
          </p:spPr>
          <p:txBody>
            <a:bodyPr wrap="square" rtlCol="0">
              <a:spAutoFit/>
            </a:bodyPr>
            <a:lstStyle/>
            <a:p>
              <a:pPr algn="ctr"/>
              <a:r>
                <a:rPr lang="en-US" sz="1200" dirty="0" smtClean="0"/>
                <a:t>Real World Case</a:t>
              </a:r>
            </a:p>
            <a:p>
              <a:pPr algn="ctr"/>
              <a:r>
                <a:rPr lang="en-US" sz="1200" dirty="0"/>
                <a:t>(</a:t>
              </a:r>
              <a:r>
                <a:rPr lang="en-US" sz="1200" dirty="0" smtClean="0"/>
                <a:t>1:1000++)</a:t>
              </a:r>
              <a:endParaRPr lang="en-US" sz="1200" dirty="0"/>
            </a:p>
          </p:txBody>
        </p:sp>
      </p:grpSp>
    </p:spTree>
    <p:custDataLst>
      <p:tags r:id="rId1"/>
    </p:custDataLst>
    <p:extLst>
      <p:ext uri="{BB962C8B-B14F-4D97-AF65-F5344CB8AC3E}">
        <p14:creationId xmlns:p14="http://schemas.microsoft.com/office/powerpoint/2010/main" val="1864645674"/>
      </p:ext>
    </p:extLst>
  </p:cSld>
  <p:clrMapOvr>
    <a:masterClrMapping/>
  </p:clrMapOvr>
  <mc:AlternateContent xmlns:mc="http://schemas.openxmlformats.org/markup-compatibility/2006" xmlns:p14="http://schemas.microsoft.com/office/powerpoint/2010/main">
    <mc:Choice Requires="p14">
      <p:transition spd="slow" p14:dur="2000" advTm="177455">
        <p:cut/>
      </p:transition>
    </mc:Choice>
    <mc:Fallback xmlns="">
      <p:transition spd="slow" advTm="177455">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bg/>
                                          </p:spTgt>
                                        </p:tgtEl>
                                        <p:attrNameLst>
                                          <p:attrName>style.visibility</p:attrName>
                                        </p:attrNameLst>
                                      </p:cBhvr>
                                      <p:to>
                                        <p:strVal val="visible"/>
                                      </p:to>
                                    </p:set>
                                    <p:animEffect transition="in" filter="fade">
                                      <p:cBhvr>
                                        <p:cTn id="28" dur="500"/>
                                        <p:tgtEl>
                                          <p:spTgt spid="15">
                                            <p:bg/>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xEl>
                                              <p:pRg st="0" end="0"/>
                                            </p:txEl>
                                          </p:spTgt>
                                        </p:tgtEl>
                                        <p:attrNameLst>
                                          <p:attrName>style.visibility</p:attrName>
                                        </p:attrNameLst>
                                      </p:cBhvr>
                                      <p:to>
                                        <p:strVal val="visible"/>
                                      </p:to>
                                    </p:set>
                                    <p:animEffect transition="in" filter="fade">
                                      <p:cBhvr>
                                        <p:cTn id="3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animBg="1"/>
      <p:bldP spid="2" grpId="0" animBg="1"/>
      <p:bldP spid="3" grpId="0" animBg="1"/>
    </p:bldLst>
  </p:timing>
  <p:extLst mod="1">
    <p:ext uri="{3A86A75C-4F4B-4683-9AE1-C65F6400EC91}">
      <p14:laserTraceLst xmlns:p14="http://schemas.microsoft.com/office/powerpoint/2010/main">
        <p14:tracePtLst>
          <p14:tracePt t="11948" x="804863" y="5348288"/>
          <p14:tracePt t="12085" x="812800" y="5356225"/>
          <p14:tracePt t="12197" x="812800" y="5362575"/>
          <p14:tracePt t="12318" x="827088" y="5362575"/>
          <p14:tracePt t="12822" x="835025" y="5362575"/>
          <p14:tracePt t="12830" x="855663" y="5362575"/>
          <p14:tracePt t="12838" x="928688" y="5362575"/>
          <p14:tracePt t="12853" x="1052513" y="5362575"/>
          <p14:tracePt t="12870" x="1219200" y="5362575"/>
          <p14:tracePt t="12887" x="1343025" y="5348288"/>
          <p14:tracePt t="12903" x="1465263" y="5297488"/>
          <p14:tracePt t="12921" x="1625600" y="5173663"/>
          <p14:tracePt t="12937" x="1922463" y="4913313"/>
          <p14:tracePt t="12954" x="2249488" y="4521200"/>
          <p14:tracePt t="12970" x="2452688" y="4173538"/>
          <p14:tracePt t="12987" x="2525713" y="3984625"/>
          <p14:tracePt t="13004" x="2576513" y="3795713"/>
          <p14:tracePt t="13020" x="2582863" y="3736975"/>
          <p14:tracePt t="13037" x="2598738" y="3533775"/>
          <p14:tracePt t="13054" x="2598738" y="3367088"/>
          <p14:tracePt t="13072" x="2540000" y="3163888"/>
          <p14:tracePt t="13087" x="2460625" y="2909888"/>
          <p14:tracePt t="13095" x="2438400" y="2836863"/>
          <p14:tracePt t="13105" x="2430463" y="2771775"/>
          <p14:tracePt t="13121" x="2430463" y="2684463"/>
          <p14:tracePt t="13137" x="2430463" y="2582863"/>
          <p14:tracePt t="13154" x="2460625" y="2424113"/>
          <p14:tracePt t="13171" x="2481263" y="2278063"/>
          <p14:tracePt t="13187" x="2503488" y="2147888"/>
          <p14:tracePt t="13205" x="2517775" y="2082800"/>
          <p14:tracePt t="13207" x="2517775" y="2060575"/>
          <p14:tracePt t="13223" x="2532063" y="2039938"/>
          <p14:tracePt t="13237" x="2547938" y="2003425"/>
          <p14:tracePt t="13254" x="2582863" y="1916113"/>
          <p14:tracePt t="13270" x="2590800" y="1857375"/>
          <p14:tracePt t="13287" x="2605088" y="1800225"/>
          <p14:tracePt t="13303" x="2613025" y="1778000"/>
          <p14:tracePt t="13320" x="2613025" y="1763713"/>
          <p14:tracePt t="13337" x="2613025" y="1741488"/>
          <p14:tracePt t="13353" x="2633663" y="1684338"/>
          <p14:tracePt t="13370" x="2641600" y="1625600"/>
          <p14:tracePt t="13387" x="2649538" y="1566863"/>
          <p14:tracePt t="13404" x="2649538" y="1560513"/>
          <p14:tracePt t="13574" x="2649538" y="1566863"/>
          <p14:tracePt t="13581" x="2633663" y="1597025"/>
          <p14:tracePt t="13589" x="2619375" y="1639888"/>
          <p14:tracePt t="13605" x="2582863" y="1698625"/>
          <p14:tracePt t="13621" x="2562225" y="1735138"/>
          <p14:tracePt t="13637" x="2547938" y="1749425"/>
          <p14:tracePt t="13654" x="2540000" y="1755775"/>
          <p14:tracePt t="13671" x="2511425" y="1770063"/>
          <p14:tracePt t="13688" x="2497138" y="1778000"/>
          <p14:tracePt t="13704" x="2460625" y="1785938"/>
          <p14:tracePt t="13721" x="2438400" y="1785938"/>
          <p14:tracePt t="13737" x="2409825" y="1800225"/>
          <p14:tracePt t="13754" x="2379663" y="1800225"/>
          <p14:tracePt t="13771" x="2359025" y="1806575"/>
          <p14:tracePt t="13787" x="2344738" y="1814513"/>
          <p14:tracePt t="13804" x="2336800" y="1814513"/>
          <p14:tracePt t="13822" x="2314575" y="1828800"/>
          <p14:tracePt t="13837" x="2293938" y="1836738"/>
          <p14:tracePt t="13854" x="2278063" y="1843088"/>
          <p14:tracePt t="13871" x="2271713" y="1851025"/>
          <p14:tracePt t="16694" x="2278063" y="1851025"/>
          <p14:tracePt t="16702" x="2365375" y="1857375"/>
          <p14:tracePt t="16710" x="2474913" y="1857375"/>
          <p14:tracePt t="16721" x="2576513" y="1857375"/>
          <p14:tracePt t="16738" x="2771775" y="1865313"/>
          <p14:tracePt t="16755" x="2844800" y="1865313"/>
          <p14:tracePt t="16772" x="2895600" y="1865313"/>
          <p14:tracePt t="16788" x="2968625" y="1865313"/>
          <p14:tracePt t="16805" x="3121025" y="1865313"/>
          <p14:tracePt t="16821" x="3243263" y="1865313"/>
          <p14:tracePt t="16838" x="3360738" y="1865313"/>
          <p14:tracePt t="16855" x="3476625" y="1865313"/>
          <p14:tracePt t="16872" x="3621088" y="1865313"/>
          <p14:tracePt t="16889" x="3759200" y="1865313"/>
          <p14:tracePt t="16906" x="3875088" y="1865313"/>
          <p14:tracePt t="16923" x="3940175" y="1865313"/>
          <p14:tracePt t="16938" x="3976688" y="1865313"/>
          <p14:tracePt t="16957" x="3984625" y="1865313"/>
          <p14:tracePt t="16991" x="3990975" y="1865313"/>
          <p14:tracePt t="17006" x="4005263" y="1865313"/>
          <p14:tracePt t="17022" x="4035425" y="1871663"/>
          <p14:tracePt t="17038" x="4071938" y="1879600"/>
          <p14:tracePt t="17055" x="4092575" y="1879600"/>
          <p14:tracePt t="17072" x="4100513" y="1887538"/>
          <p14:tracePt t="17088" x="4106863" y="1887538"/>
          <p14:tracePt t="17097" x="4114800" y="1887538"/>
          <p14:tracePt t="17107" x="4129088" y="1887538"/>
          <p14:tracePt t="17121" x="4143375" y="1887538"/>
          <p14:tracePt t="17138" x="4157663" y="1887538"/>
          <p14:tracePt t="17155" x="4187825" y="1887538"/>
          <p14:tracePt t="17172" x="4216400" y="1901825"/>
          <p14:tracePt t="17193" x="4289425" y="1901825"/>
          <p14:tracePt t="17205" x="4318000" y="1901825"/>
          <p14:tracePt t="17222" x="4346575" y="1901825"/>
          <p14:tracePt t="17239" x="4354513" y="1901825"/>
          <p14:tracePt t="17255" x="4368800" y="1901825"/>
          <p14:tracePt t="17272" x="4383088" y="1901825"/>
          <p14:tracePt t="17305" x="4391025" y="1901825"/>
          <p14:tracePt t="17347" x="4397375" y="1901825"/>
          <p14:tracePt t="17895" x="4391025" y="1901825"/>
          <p14:tracePt t="17914" x="4376738" y="1901825"/>
          <p14:tracePt t="17926" x="4360863" y="1901825"/>
          <p14:tracePt t="17941" x="4303713" y="1865313"/>
          <p14:tracePt t="17955" x="4267200" y="1814513"/>
          <p14:tracePt t="17972" x="4216400" y="1735138"/>
          <p14:tracePt t="17989" x="4194175" y="1668463"/>
          <p14:tracePt t="18005" x="4187825" y="1662113"/>
          <p14:tracePt t="18022" x="4187825" y="1647825"/>
          <p14:tracePt t="18055" x="4187825" y="1639888"/>
          <p14:tracePt t="18072" x="4202113" y="1625600"/>
          <p14:tracePt t="18089" x="4244975" y="1597025"/>
          <p14:tracePt t="18105" x="4289425" y="1582738"/>
          <p14:tracePt t="18122" x="4346575" y="1560513"/>
          <p14:tracePt t="18139" x="4411663" y="1538288"/>
          <p14:tracePt t="18155" x="4441825" y="1538288"/>
          <p14:tracePt t="18172" x="4462463" y="1531938"/>
          <p14:tracePt t="18173" x="4470400" y="1531938"/>
          <p14:tracePt t="18188" x="4498975" y="1524000"/>
          <p14:tracePt t="18205" x="4543425" y="1524000"/>
          <p14:tracePt t="18222" x="4600575" y="1524000"/>
          <p14:tracePt t="18238" x="4681538" y="1524000"/>
          <p14:tracePt t="18255" x="4752975" y="1524000"/>
          <p14:tracePt t="18272" x="4826000" y="1524000"/>
          <p14:tracePt t="18288" x="4919663" y="1538288"/>
          <p14:tracePt t="18305" x="5014913" y="1538288"/>
          <p14:tracePt t="18322" x="5102225" y="1546225"/>
          <p14:tracePt t="18339" x="5203825" y="1552575"/>
          <p14:tracePt t="18355" x="5305425" y="1560513"/>
          <p14:tracePt t="18372" x="5413375" y="1582738"/>
          <p14:tracePt t="18388" x="5588000" y="1582738"/>
          <p14:tracePt t="18406" x="5697538" y="1589088"/>
          <p14:tracePt t="18422" x="5776913" y="1589088"/>
          <p14:tracePt t="18439" x="5819775" y="1597025"/>
          <p14:tracePt t="18455" x="5842000" y="1597025"/>
          <p14:tracePt t="18472" x="5856288" y="1603375"/>
          <p14:tracePt t="18489" x="5870575" y="1603375"/>
          <p14:tracePt t="18505" x="5878513" y="1603375"/>
          <p14:tracePt t="18522" x="5884863" y="1611313"/>
          <p14:tracePt t="18574" x="5884863" y="1617663"/>
          <p14:tracePt t="18581" x="5884863" y="1625600"/>
          <p14:tracePt t="18598" x="5878513" y="1639888"/>
          <p14:tracePt t="18606" x="5864225" y="1654175"/>
          <p14:tracePt t="18622" x="5819775" y="1698625"/>
          <p14:tracePt t="18639" x="5740400" y="1749425"/>
          <p14:tracePt t="18655" x="5667375" y="1792288"/>
          <p14:tracePt t="18672" x="5616575" y="1828800"/>
          <p14:tracePt t="18689" x="5595938" y="1836738"/>
          <p14:tracePt t="18705" x="5573713" y="1843088"/>
          <p14:tracePt t="18722" x="5559425" y="1857375"/>
          <p14:tracePt t="18739" x="5551488" y="1857375"/>
          <p14:tracePt t="18755" x="5529263" y="1857375"/>
          <p14:tracePt t="18772" x="5500688" y="1871663"/>
          <p14:tracePt t="18789" x="5472113" y="1871663"/>
          <p14:tracePt t="18805" x="5443538" y="1871663"/>
          <p14:tracePt t="18822" x="5413375" y="1871663"/>
          <p14:tracePt t="18839" x="5384800" y="1871663"/>
          <p14:tracePt t="18855" x="5334000" y="1871663"/>
          <p14:tracePt t="18872" x="5240338" y="1871663"/>
          <p14:tracePt t="18889" x="5153025" y="1871663"/>
          <p14:tracePt t="18905" x="5102225" y="1887538"/>
          <p14:tracePt t="18922" x="5037138" y="1901825"/>
          <p14:tracePt t="18939" x="5021263" y="1901825"/>
          <p14:tracePt t="18955" x="4992688" y="1901825"/>
          <p14:tracePt t="18972" x="4978400" y="1901825"/>
          <p14:tracePt t="18989" x="4964113" y="1901825"/>
          <p14:tracePt t="19005" x="4956175" y="1901825"/>
          <p14:tracePt t="19022" x="4949825" y="1901825"/>
          <p14:tracePt t="22104" x="4941888" y="1901825"/>
          <p14:tracePt t="22118" x="4818063" y="1916113"/>
          <p14:tracePt t="22129" x="4732338" y="1922463"/>
          <p14:tracePt t="22145" x="4535488" y="1952625"/>
          <p14:tracePt t="22157" x="4433888" y="1989138"/>
          <p14:tracePt t="22173" x="4340225" y="2054225"/>
          <p14:tracePt t="22190" x="4224338" y="2111375"/>
          <p14:tracePt t="22207" x="4092575" y="2184400"/>
          <p14:tracePt t="22223" x="3962400" y="2227263"/>
          <p14:tracePt t="22240" x="3846513" y="2263775"/>
          <p14:tracePt t="22257" x="3744913" y="2293938"/>
          <p14:tracePt t="22273" x="3665538" y="2322513"/>
          <p14:tracePt t="22291" x="3527425" y="2336800"/>
          <p14:tracePt t="22307" x="3367088" y="2365375"/>
          <p14:tracePt t="22324" x="3192463" y="2395538"/>
          <p14:tracePt t="22340" x="3040063" y="2430463"/>
          <p14:tracePt t="22357" x="2822575" y="2511425"/>
          <p14:tracePt t="22374" x="2633663" y="2562225"/>
          <p14:tracePt t="22391" x="2452688" y="2590800"/>
          <p14:tracePt t="22407" x="2286000" y="2619375"/>
          <p14:tracePt t="22423" x="2097088" y="2649538"/>
          <p14:tracePt t="22441" x="1973263" y="2655888"/>
          <p14:tracePt t="22457" x="1887538" y="2655888"/>
          <p14:tracePt t="22473" x="1843088" y="2655888"/>
          <p14:tracePt t="22490" x="1763713" y="2655888"/>
          <p14:tracePt t="22507" x="1676400" y="2655888"/>
          <p14:tracePt t="22524" x="1611313" y="2655888"/>
          <p14:tracePt t="22540" x="1574800" y="2655888"/>
          <p14:tracePt t="22557" x="1501775" y="2655888"/>
          <p14:tracePt t="22573" x="1414463" y="2655888"/>
          <p14:tracePt t="22590" x="1335088" y="2655888"/>
          <p14:tracePt t="22608" x="1255713" y="2655888"/>
          <p14:tracePt t="22623" x="1219200" y="2655888"/>
          <p14:tracePt t="22640" x="1190625" y="2655888"/>
          <p14:tracePt t="22657" x="1154113" y="2655888"/>
          <p14:tracePt t="22673" x="1089025" y="2655888"/>
          <p14:tracePt t="22690" x="1016000" y="2655888"/>
          <p14:tracePt t="22706" x="957263" y="2649538"/>
          <p14:tracePt t="22723" x="922338" y="2641600"/>
          <p14:tracePt t="22740" x="892175" y="2633663"/>
          <p14:tracePt t="22757" x="849313" y="2627313"/>
          <p14:tracePt t="22773" x="820738" y="2627313"/>
          <p14:tracePt t="22790" x="790575" y="2619375"/>
          <p14:tracePt t="22807" x="754063" y="2613025"/>
          <p14:tracePt t="22823" x="733425" y="2605088"/>
          <p14:tracePt t="22840" x="725488" y="2605088"/>
          <p14:tracePt t="22873" x="711200" y="2598738"/>
          <p14:tracePt t="22890" x="703263" y="2590800"/>
          <p14:tracePt t="22907" x="696913" y="2582863"/>
          <p14:tracePt t="22958" x="696913" y="2576513"/>
          <p14:tracePt t="22974" x="696913" y="2568575"/>
          <p14:tracePt t="22982" x="703263" y="2562225"/>
          <p14:tracePt t="22990" x="711200" y="2547938"/>
          <p14:tracePt t="23007" x="719138" y="2540000"/>
          <p14:tracePt t="23023" x="747713" y="2517775"/>
          <p14:tracePt t="23040" x="769938" y="2511425"/>
          <p14:tracePt t="23057" x="784225" y="2497138"/>
          <p14:tracePt t="23073" x="804863" y="2489200"/>
          <p14:tracePt t="23090" x="820738" y="2474913"/>
          <p14:tracePt t="23095" x="827088" y="2474913"/>
          <p14:tracePt t="23110" x="841375" y="2474913"/>
          <p14:tracePt t="23123" x="849313" y="2474913"/>
          <p14:tracePt t="23140" x="863600" y="2466975"/>
          <p14:tracePt t="23158" x="900113" y="2452688"/>
          <p14:tracePt t="23191" x="906463" y="2452688"/>
          <p14:tracePt t="23230" x="914400" y="2452688"/>
          <p14:tracePt t="23278" x="922338" y="2452688"/>
          <p14:tracePt t="23320" x="928688" y="2452688"/>
          <p14:tracePt t="23367" x="936625" y="2452688"/>
          <p14:tracePt t="23722" x="950913" y="2452688"/>
          <p14:tracePt t="23735" x="957263" y="2452688"/>
          <p14:tracePt t="23751" x="965200" y="2452688"/>
          <p14:tracePt t="23757" x="973138" y="2452688"/>
          <p14:tracePt t="23774" x="979488" y="2452688"/>
          <p14:tracePt t="23790" x="1001713" y="2452688"/>
          <p14:tracePt t="23807" x="1016000" y="2452688"/>
          <p14:tracePt t="23824" x="1030288" y="2460625"/>
          <p14:tracePt t="23840" x="1044575" y="2466975"/>
          <p14:tracePt t="23857" x="1058863" y="2474913"/>
          <p14:tracePt t="23874" x="1074738" y="2474913"/>
          <p14:tracePt t="23890" x="1081088" y="2481263"/>
          <p14:tracePt t="23907" x="1109663" y="2497138"/>
          <p14:tracePt t="23925" x="1125538" y="2503488"/>
          <p14:tracePt t="23942" x="1146175" y="2517775"/>
          <p14:tracePt t="24713" x="1154113" y="2517775"/>
          <p14:tracePt t="24742" x="1160463" y="2517775"/>
          <p14:tracePt t="24751" x="1168400" y="2525713"/>
          <p14:tracePt t="24766" x="1176338" y="2525713"/>
          <p14:tracePt t="24774" x="1190625" y="2532063"/>
          <p14:tracePt t="24791" x="1196975" y="2540000"/>
          <p14:tracePt t="24807" x="1211263" y="2540000"/>
          <p14:tracePt t="24841" x="1227138" y="2547938"/>
          <p14:tracePt t="24857" x="1247775" y="2547938"/>
          <p14:tracePt t="24876" x="1292225" y="2547938"/>
          <p14:tracePt t="24891" x="1357313" y="2547938"/>
          <p14:tracePt t="24907" x="1414463" y="2547938"/>
          <p14:tracePt t="24924" x="1458913" y="2547938"/>
          <p14:tracePt t="24925" x="1465263" y="2547938"/>
          <p14:tracePt t="24941" x="1495425" y="2547938"/>
          <p14:tracePt t="24957" x="1538288" y="2547938"/>
          <p14:tracePt t="24974" x="1560513" y="2547938"/>
          <p14:tracePt t="24991" x="1582738" y="2547938"/>
          <p14:tracePt t="25007" x="1603375" y="2562225"/>
          <p14:tracePt t="25024" x="1611313" y="2562225"/>
          <p14:tracePt t="25041" x="1617663" y="2562225"/>
          <p14:tracePt t="25057" x="1633538" y="2568575"/>
          <p14:tracePt t="25074" x="1639888" y="2568575"/>
          <p14:tracePt t="25091" x="1647825" y="2568575"/>
          <p14:tracePt t="25095" x="1654175" y="2568575"/>
          <p14:tracePt t="25118" x="1662113" y="2568575"/>
          <p14:tracePt t="25128" x="1668463" y="2568575"/>
          <p14:tracePt t="25140" x="1676400" y="2568575"/>
          <p14:tracePt t="25157" x="1704975" y="2576513"/>
          <p14:tracePt t="25174" x="1712913" y="2576513"/>
          <p14:tracePt t="25191" x="1727200" y="2582863"/>
          <p14:tracePt t="25224" x="1741488" y="2590800"/>
          <p14:tracePt t="25257" x="1749425" y="2590800"/>
          <p14:tracePt t="25274" x="1770063" y="2590800"/>
          <p14:tracePt t="25291" x="1785938" y="2598738"/>
          <p14:tracePt t="25324" x="1800225" y="2605088"/>
          <p14:tracePt t="25358" x="1814513" y="2613025"/>
          <p14:tracePt t="26145" x="1814513" y="2619375"/>
          <p14:tracePt t="26157" x="1820863" y="2627313"/>
          <p14:tracePt t="26176" x="1828800" y="2633663"/>
          <p14:tracePt t="26186" x="1828800" y="2641600"/>
          <p14:tracePt t="26199" x="1836738" y="2655888"/>
          <p14:tracePt t="26225" x="1836738" y="2663825"/>
          <p14:tracePt t="26241" x="1836738" y="2678113"/>
          <p14:tracePt t="26273" x="1836738" y="2684463"/>
          <p14:tracePt t="26287" x="1843088" y="2684463"/>
          <p14:tracePt t="26305" x="1843088" y="2692400"/>
          <p14:tracePt t="26394" x="1851025" y="2700338"/>
          <p14:tracePt t="26416" x="1851025" y="2706688"/>
          <p14:tracePt t="26426" x="1851025" y="2714625"/>
          <p14:tracePt t="26447" x="1851025" y="2728913"/>
          <p14:tracePt t="26456" x="1857375" y="2728913"/>
          <p14:tracePt t="26473" x="1857375" y="2735263"/>
          <p14:tracePt t="26496" x="1865313" y="2751138"/>
          <p14:tracePt t="26521" x="1871663" y="2757488"/>
          <p14:tracePt t="26529" x="1879600" y="2771775"/>
          <p14:tracePt t="26544" x="1887538" y="2771775"/>
          <p14:tracePt t="26559" x="1901825" y="2779713"/>
          <p14:tracePt t="26584" x="1916113" y="2786063"/>
          <p14:tracePt t="26592" x="1922463" y="2786063"/>
          <p14:tracePt t="26609" x="1938338" y="2786063"/>
          <p14:tracePt t="26625" x="1973263" y="2794000"/>
          <p14:tracePt t="26642" x="2003425" y="2801938"/>
          <p14:tracePt t="26659" x="2039938" y="2801938"/>
          <p14:tracePt t="26675" x="2074863" y="2801938"/>
          <p14:tracePt t="26692" x="2090738" y="2808288"/>
          <p14:tracePt t="42871" x="2090738" y="2816225"/>
          <p14:tracePt t="42879" x="2090738" y="2836863"/>
          <p14:tracePt t="42886" x="2074863" y="2859088"/>
          <p14:tracePt t="42896" x="2060575" y="2873375"/>
          <p14:tracePt t="42913" x="2024063" y="2909888"/>
          <p14:tracePt t="42930" x="1995488" y="2932113"/>
          <p14:tracePt t="42946" x="1973263" y="2954338"/>
          <p14:tracePt t="42963" x="1952625" y="2968625"/>
          <p14:tracePt t="42980" x="1944688" y="2982913"/>
          <p14:tracePt t="42996" x="1916113" y="3011488"/>
          <p14:tracePt t="43013" x="1901825" y="3033713"/>
          <p14:tracePt t="43031" x="1871663" y="3062288"/>
          <p14:tracePt t="43047" x="1857375" y="3076575"/>
          <p14:tracePt t="43064" x="1836738" y="3084513"/>
          <p14:tracePt t="43081" x="1828800" y="3090863"/>
          <p14:tracePt t="43085" x="1820863" y="3090863"/>
          <p14:tracePt t="43096" x="1806575" y="3090863"/>
          <p14:tracePt t="43113" x="1800225" y="3098800"/>
          <p14:tracePt t="43571" x="1800225" y="3106738"/>
          <p14:tracePt t="43577" x="1806575" y="3106738"/>
          <p14:tracePt t="43585" x="1814513" y="3113088"/>
          <p14:tracePt t="43597" x="1836738" y="3127375"/>
          <p14:tracePt t="43633" x="1851025" y="3141663"/>
          <p14:tracePt t="43647" x="1879600" y="3157538"/>
          <p14:tracePt t="43664" x="1916113" y="3186113"/>
          <p14:tracePt t="43680" x="1966913" y="3236913"/>
          <p14:tracePt t="43697" x="2024063" y="3309938"/>
          <p14:tracePt t="43713" x="2082800" y="3395663"/>
          <p14:tracePt t="43730" x="2147888" y="3490913"/>
          <p14:tracePt t="43747" x="2170113" y="3548063"/>
          <p14:tracePt t="43764" x="2206625" y="3643313"/>
          <p14:tracePt t="43783" x="2227263" y="3781425"/>
          <p14:tracePt t="43797" x="2227263" y="3875088"/>
          <p14:tracePt t="43814" x="2227263" y="3933825"/>
          <p14:tracePt t="43831" x="2227263" y="3954463"/>
          <p14:tracePt t="43847" x="2227263" y="3976688"/>
          <p14:tracePt t="43864" x="2227263" y="3990975"/>
          <p14:tracePt t="43880" x="2212975" y="4013200"/>
          <p14:tracePt t="43897" x="2198688" y="4021138"/>
          <p14:tracePt t="43914" x="2192338" y="4035425"/>
          <p14:tracePt t="43930" x="2176463" y="4041775"/>
          <p14:tracePt t="43964" x="2170113" y="4041775"/>
          <p14:tracePt t="65384" x="2170113" y="4049713"/>
          <p14:tracePt t="65399" x="2155825" y="4049713"/>
          <p14:tracePt t="65409" x="2119313" y="4049713"/>
          <p14:tracePt t="65422" x="2009775" y="4049713"/>
          <p14:tracePt t="65437" x="1901825" y="4049713"/>
          <p14:tracePt t="65454" x="1806575" y="4049713"/>
          <p14:tracePt t="65471" x="1684338" y="4049713"/>
          <p14:tracePt t="65487" x="1495425" y="4049713"/>
          <p14:tracePt t="65504" x="1204913" y="4049713"/>
          <p14:tracePt t="65520" x="790575" y="4049713"/>
          <p14:tracePt t="65537" x="261938" y="4049713"/>
          <p14:tracePt t="77466" x="58738" y="4783138"/>
          <p14:tracePt t="77472" x="333375" y="4783138"/>
          <p14:tracePt t="77477" x="587375" y="4783138"/>
          <p14:tracePt t="77490" x="863600" y="4783138"/>
          <p14:tracePt t="77507" x="1414463" y="4783138"/>
          <p14:tracePt t="77524" x="1857375" y="4760913"/>
          <p14:tracePt t="77540" x="2328863" y="4673600"/>
          <p14:tracePt t="77557" x="2568575" y="4614863"/>
          <p14:tracePt t="77574" x="2751138" y="4557713"/>
          <p14:tracePt t="77591" x="2974975" y="4470400"/>
          <p14:tracePt t="77607" x="3259138" y="4383088"/>
          <p14:tracePt t="77626" x="3578225" y="4295775"/>
          <p14:tracePt t="77641" x="3817938" y="4179888"/>
          <p14:tracePt t="77657" x="3933825" y="4122738"/>
          <p14:tracePt t="77674" x="4035425" y="4064000"/>
          <p14:tracePt t="77691" x="4151313" y="3984625"/>
          <p14:tracePt t="77707" x="4325938" y="3868738"/>
          <p14:tracePt t="77724" x="4492625" y="3781425"/>
          <p14:tracePt t="77740" x="4659313" y="3686175"/>
          <p14:tracePt t="77757" x="4738688" y="3657600"/>
          <p14:tracePt t="77774" x="4803775" y="3621088"/>
          <p14:tracePt t="77790" x="4905375" y="3578225"/>
          <p14:tracePt t="77807" x="5080000" y="3527425"/>
          <p14:tracePt t="77824" x="5224463" y="3482975"/>
          <p14:tracePt t="77841" x="5356225" y="3468688"/>
          <p14:tracePt t="77857" x="5494338" y="3462338"/>
          <p14:tracePt t="77874" x="5646738" y="3440113"/>
          <p14:tracePt t="77891" x="5929313" y="3432175"/>
          <p14:tracePt t="77907" x="6226175" y="3417888"/>
          <p14:tracePt t="77924" x="6429375" y="3389313"/>
          <p14:tracePt t="77941" x="6545263" y="3344863"/>
          <p14:tracePt t="77957" x="6567488" y="3330575"/>
          <p14:tracePt t="78319" x="6561138" y="3330575"/>
          <p14:tracePt t="78334" x="6553200" y="3330575"/>
          <p14:tracePt t="78358" x="6545263" y="3330575"/>
          <p14:tracePt t="78384" x="6538913" y="3338513"/>
          <p14:tracePt t="78398" x="6524625" y="3338513"/>
          <p14:tracePt t="78406" x="6516688" y="3338513"/>
          <p14:tracePt t="78413" x="6516688" y="3344863"/>
          <p14:tracePt t="78424" x="6510338" y="3352800"/>
          <p14:tracePt t="78441" x="6494463" y="3367088"/>
          <p14:tracePt t="78457" x="6465888" y="3381375"/>
          <p14:tracePt t="78474" x="6437313" y="3395663"/>
          <p14:tracePt t="78491" x="6408738" y="3411538"/>
          <p14:tracePt t="78507" x="6386513" y="3425825"/>
          <p14:tracePt t="78525" x="6364288" y="3432175"/>
          <p14:tracePt t="78541" x="6342063" y="3440113"/>
          <p14:tracePt t="78557" x="6327775" y="3446463"/>
          <p14:tracePt t="78574" x="6321425" y="3454400"/>
          <p14:tracePt t="78591" x="6307138" y="3454400"/>
          <p14:tracePt t="79757" x="6299200" y="3432175"/>
          <p14:tracePt t="79775" x="6327775" y="3316288"/>
          <p14:tracePt t="79791" x="6400800" y="3171825"/>
          <p14:tracePt t="79808" x="6473825" y="3033713"/>
          <p14:tracePt t="79825" x="6530975" y="2946400"/>
          <p14:tracePt t="79841" x="6567488" y="2895600"/>
          <p14:tracePt t="79858" x="6589713" y="2859088"/>
          <p14:tracePt t="79874" x="6604000" y="2844800"/>
          <p14:tracePt t="79891" x="6611938" y="2830513"/>
          <p14:tracePt t="79909" x="6626225" y="2801938"/>
          <p14:tracePt t="79924" x="6640513" y="2786063"/>
          <p14:tracePt t="79942" x="6646863" y="2771775"/>
          <p14:tracePt t="79958" x="6646863" y="2765425"/>
          <p14:tracePt t="79974" x="6669088" y="2743200"/>
          <p14:tracePt t="79991" x="6683375" y="2720975"/>
          <p14:tracePt t="80008" x="6697663" y="2706688"/>
          <p14:tracePt t="80025" x="6713538" y="2692400"/>
          <p14:tracePt t="80041" x="6734175" y="2684463"/>
          <p14:tracePt t="80183" x="6742113" y="2684463"/>
          <p14:tracePt t="80194" x="6748463" y="2670175"/>
          <p14:tracePt t="80201" x="6764338" y="2663825"/>
          <p14:tracePt t="80208" x="6770688" y="2649538"/>
          <p14:tracePt t="80224" x="6784975" y="2633663"/>
          <p14:tracePt t="80241" x="6799263" y="2613025"/>
          <p14:tracePt t="80258" x="6807200" y="2598738"/>
          <p14:tracePt t="80275" x="6815138" y="2582863"/>
          <p14:tracePt t="80292" x="6821488" y="2576513"/>
          <p14:tracePt t="80308" x="6835775" y="2554288"/>
          <p14:tracePt t="80325" x="6880225" y="2481263"/>
          <p14:tracePt t="80341" x="6900863" y="2430463"/>
          <p14:tracePt t="80358" x="6916738" y="2416175"/>
          <p14:tracePt t="80375" x="6923088" y="2401888"/>
          <p14:tracePt t="80391" x="6945313" y="2373313"/>
          <p14:tracePt t="80408" x="6951663" y="2365375"/>
          <p14:tracePt t="80425" x="6967538" y="2351088"/>
          <p14:tracePt t="80443" x="6973888" y="2351088"/>
          <p14:tracePt t="80458" x="6988175" y="2344738"/>
          <p14:tracePt t="80475" x="6988175" y="2336800"/>
          <p14:tracePt t="80680" x="6996113" y="2336800"/>
          <p14:tracePt t="80695" x="7010400" y="2336800"/>
          <p14:tracePt t="80708" x="7018338" y="2344738"/>
          <p14:tracePt t="80722" x="7024688" y="2351088"/>
          <p14:tracePt t="80732" x="7032625" y="2359025"/>
          <p14:tracePt t="80742" x="7061200" y="2379663"/>
          <p14:tracePt t="80758" x="7075488" y="2395538"/>
          <p14:tracePt t="80775" x="7104063" y="2416175"/>
          <p14:tracePt t="80792" x="7119938" y="2430463"/>
          <p14:tracePt t="80808" x="7126288" y="2430463"/>
          <p14:tracePt t="80825" x="7134225" y="2438400"/>
          <p14:tracePt t="80842" x="7140575" y="2446338"/>
          <p14:tracePt t="80872" x="7148513" y="2452688"/>
          <p14:tracePt t="115216" x="7154863" y="2452688"/>
          <p14:tracePt t="115229" x="7154863" y="2517775"/>
          <p14:tracePt t="115238" x="7154863" y="2547938"/>
          <p14:tracePt t="115257" x="7154863" y="2627313"/>
          <p14:tracePt t="115276" x="7134225" y="2751138"/>
          <p14:tracePt t="115292" x="7104063" y="2903538"/>
          <p14:tracePt t="115304" x="7083425" y="3005138"/>
          <p14:tracePt t="115319" x="7046913" y="3090863"/>
          <p14:tracePt t="115335" x="6996113" y="3192463"/>
          <p14:tracePt t="115352" x="6923088" y="3265488"/>
          <p14:tracePt t="115369" x="6835775" y="3344863"/>
          <p14:tracePt t="115386" x="6727825" y="3425825"/>
          <p14:tracePt t="115402" x="6646863" y="3497263"/>
          <p14:tracePt t="115419" x="6567488" y="3563938"/>
          <p14:tracePt t="115438" x="6408738" y="3643313"/>
          <p14:tracePt t="115452" x="6248400" y="3716338"/>
          <p14:tracePt t="115469" x="6073775" y="3781425"/>
          <p14:tracePt t="115486" x="5878513" y="3860800"/>
          <p14:tracePt t="115504" x="5718175" y="3933825"/>
          <p14:tracePt t="115520" x="5610225" y="3976688"/>
          <p14:tracePt t="115536" x="5508625" y="4005263"/>
          <p14:tracePt t="115553" x="5376863" y="4049713"/>
          <p14:tracePt t="115573" x="5167313" y="4129088"/>
          <p14:tracePt t="115586" x="5094288" y="4165600"/>
          <p14:tracePt t="115594" x="5021263" y="4194175"/>
          <p14:tracePt t="115603" x="4964113" y="4216400"/>
          <p14:tracePt t="115620" x="4840288" y="4281488"/>
          <p14:tracePt t="115636" x="4687888" y="4360863"/>
          <p14:tracePt t="115653" x="4529138" y="4470400"/>
          <p14:tracePt t="115670" x="4354513" y="4608513"/>
          <p14:tracePt t="115686" x="4187825" y="4760913"/>
          <p14:tracePt t="115703" x="4071938" y="4854575"/>
          <p14:tracePt t="115723" x="3984625" y="4913313"/>
          <p14:tracePt t="115736" x="3883025" y="4986338"/>
          <p14:tracePt t="115755" x="3751263" y="5065713"/>
          <p14:tracePt t="115769" x="3598863" y="5167313"/>
          <p14:tracePt t="115786" x="3440113" y="5283200"/>
          <p14:tracePt t="115803" x="3352800" y="5341938"/>
          <p14:tracePt t="115821" x="3279775" y="5392738"/>
          <p14:tracePt t="115837" x="3200400" y="5435600"/>
          <p14:tracePt t="115853" x="3113088" y="5514975"/>
          <p14:tracePt t="115870" x="3019425" y="5610225"/>
          <p14:tracePt t="115886" x="2946400" y="5661025"/>
          <p14:tracePt t="115903" x="2887663" y="5681663"/>
          <p14:tracePt t="115920" x="2852738" y="5689600"/>
          <p14:tracePt t="115952" x="2836863" y="5689600"/>
          <p14:tracePt t="115971" x="2786063" y="5718175"/>
          <p14:tracePt t="115986" x="2706688" y="5740400"/>
          <p14:tracePt t="116003" x="2613025" y="5783263"/>
          <p14:tracePt t="116020" x="2511425" y="5842000"/>
          <p14:tracePt t="116037" x="2430463" y="5884863"/>
          <p14:tracePt t="116070" x="2409825" y="5884863"/>
          <p14:tracePt t="116086" x="2387600" y="5884863"/>
          <p14:tracePt t="116093" x="2359025" y="5884863"/>
          <p14:tracePt t="116103" x="2328863" y="5892800"/>
          <p14:tracePt t="116120" x="2257425" y="5900738"/>
          <p14:tracePt t="116136" x="2176463" y="5921375"/>
          <p14:tracePt t="116153" x="2125663" y="5921375"/>
          <p14:tracePt t="116170" x="2105025" y="5921375"/>
          <p14:tracePt t="116186" x="2074863" y="5929313"/>
          <p14:tracePt t="116203" x="2039938" y="5943600"/>
          <p14:tracePt t="116220" x="2009775" y="5951538"/>
          <p14:tracePt t="116225" x="1995488" y="5965825"/>
          <p14:tracePt t="116236" x="1966913" y="5972175"/>
          <p14:tracePt t="116252" x="1922463" y="5994400"/>
          <p14:tracePt t="116269" x="1908175" y="6008688"/>
          <p14:tracePt t="116286" x="1887538" y="6022975"/>
          <p14:tracePt t="116302" x="1871663" y="6022975"/>
          <p14:tracePt t="116319" x="1857375" y="6037263"/>
          <p14:tracePt t="116336" x="1828800" y="6059488"/>
          <p14:tracePt t="116352" x="1785938" y="6088063"/>
          <p14:tracePt t="116369" x="1749425" y="6118225"/>
          <p14:tracePt t="116386" x="1735138" y="6124575"/>
          <p14:tracePt t="116496" x="1727200" y="6124575"/>
          <p14:tracePt t="116507" x="1719263" y="6088063"/>
          <p14:tracePt t="116513" x="1704975" y="6067425"/>
          <p14:tracePt t="116520" x="1684338" y="6016625"/>
          <p14:tracePt t="116536" x="1662113" y="5972175"/>
          <p14:tracePt t="116553" x="1654175" y="5972175"/>
          <p14:tracePt t="116665" x="1647825" y="5957888"/>
          <p14:tracePt t="116672" x="1647825" y="5951538"/>
          <p14:tracePt t="116680" x="1647825" y="5935663"/>
          <p14:tracePt t="116689" x="1647825" y="5929313"/>
          <p14:tracePt t="116703" x="1639888" y="5915025"/>
          <p14:tracePt t="116720" x="1639888" y="5892800"/>
          <p14:tracePt t="116736" x="1633538" y="5878513"/>
          <p14:tracePt t="116752" x="1625600" y="5856288"/>
          <p14:tracePt t="116833" x="1625600" y="5849938"/>
          <p14:tracePt t="116841" x="1625600" y="5842000"/>
          <p14:tracePt t="116855" x="1625600" y="5827713"/>
          <p14:tracePt t="116869" x="1633538" y="5813425"/>
          <p14:tracePt t="116887" x="1654175" y="5799138"/>
          <p14:tracePt t="116903" x="1668463" y="5783263"/>
          <p14:tracePt t="116923" x="1690688" y="5768975"/>
          <p14:tracePt t="116939" x="1704975" y="5762625"/>
          <p14:tracePt t="116953" x="1712913" y="5762625"/>
          <p14:tracePt t="116973" x="1719263" y="5754688"/>
          <p14:tracePt t="117008" x="1727200" y="5754688"/>
          <p14:tracePt t="117015" x="1735138" y="5754688"/>
          <p14:tracePt t="117023" x="1741488" y="5754688"/>
          <p14:tracePt t="117041" x="1749425" y="5754688"/>
          <p14:tracePt t="117053" x="1763713" y="5748338"/>
          <p14:tracePt t="117070" x="1785938" y="5748338"/>
          <p14:tracePt t="117087" x="1800225" y="5748338"/>
          <p14:tracePt t="117103" x="1806575" y="5748338"/>
          <p14:tracePt t="117120" x="1828800" y="5748338"/>
          <p14:tracePt t="117137" x="1836738" y="5748338"/>
          <p14:tracePt t="117162" x="1843088" y="5748338"/>
          <p14:tracePt t="117170" x="1851025" y="5748338"/>
          <p14:tracePt t="117186" x="1857375" y="5748338"/>
          <p14:tracePt t="117204" x="1865313" y="5748338"/>
          <p14:tracePt t="117220" x="1871663" y="5748338"/>
          <p14:tracePt t="117272" x="1879600" y="5748338"/>
          <p14:tracePt t="117295" x="1887538" y="5748338"/>
          <p14:tracePt t="117303" x="1893888" y="5748338"/>
          <p14:tracePt t="117334" x="1908175" y="5748338"/>
          <p14:tracePt t="117365" x="1916113" y="5748338"/>
          <p14:tracePt t="117410" x="1922463" y="5748338"/>
          <p14:tracePt t="117417" x="1930400" y="5748338"/>
          <p14:tracePt t="117441" x="1938338" y="5748338"/>
          <p14:tracePt t="117463" x="1944688" y="5754688"/>
          <p14:tracePt t="117755" x="1952625" y="5754688"/>
          <p14:tracePt t="117768" x="1966913" y="5762625"/>
          <p14:tracePt t="117873" x="1981200" y="5768975"/>
          <p14:tracePt t="117883" x="1989138" y="5768975"/>
          <p14:tracePt t="117973" x="1989138" y="5776913"/>
          <p14:tracePt t="118088" x="2003425" y="5776913"/>
          <p14:tracePt t="119502" x="2009775" y="5776913"/>
          <p14:tracePt t="121934" x="2024063" y="5776913"/>
          <p14:tracePt t="122015" x="2032000" y="5776913"/>
          <p14:tracePt t="122022" x="2046288" y="5776913"/>
          <p14:tracePt t="122030" x="2060575" y="5776913"/>
          <p14:tracePt t="122038" x="2090738" y="5776913"/>
          <p14:tracePt t="122054" x="2133600" y="5776913"/>
          <p14:tracePt t="122071" x="2184400" y="5776913"/>
          <p14:tracePt t="122088" x="2271713" y="5762625"/>
          <p14:tracePt t="122093" x="2300288" y="5762625"/>
          <p14:tracePt t="122105" x="2359025" y="5762625"/>
          <p14:tracePt t="122121" x="2489200" y="5762625"/>
          <p14:tracePt t="122138" x="2619375" y="5762625"/>
          <p14:tracePt t="122154" x="2771775" y="5748338"/>
          <p14:tracePt t="122171" x="2938463" y="5718175"/>
          <p14:tracePt t="122188" x="3055938" y="5703888"/>
          <p14:tracePt t="122206" x="3192463" y="5681663"/>
          <p14:tracePt t="122221" x="3259138" y="5675313"/>
          <p14:tracePt t="122238" x="3309938" y="5667375"/>
          <p14:tracePt t="122255" x="3367088" y="5653088"/>
          <p14:tracePt t="122271" x="3490913" y="5653088"/>
          <p14:tracePt t="122287" x="3643313" y="5653088"/>
          <p14:tracePt t="122304" x="3832225" y="5653088"/>
          <p14:tracePt t="122321" x="3976688" y="5653088"/>
          <p14:tracePt t="122337" x="4143375" y="5675313"/>
          <p14:tracePt t="122354" x="4310063" y="5703888"/>
          <p14:tracePt t="122371" x="4521200" y="5740400"/>
          <p14:tracePt t="122387" x="4746625" y="5768975"/>
          <p14:tracePt t="122404" x="5029200" y="5813425"/>
          <p14:tracePt t="122421" x="5173663" y="5827713"/>
          <p14:tracePt t="122438" x="5311775" y="5849938"/>
          <p14:tracePt t="122454" x="5427663" y="5864225"/>
          <p14:tracePt t="122471" x="5551488" y="5884863"/>
          <p14:tracePt t="122488" x="5667375" y="5907088"/>
          <p14:tracePt t="122504" x="5783263" y="5951538"/>
          <p14:tracePt t="122521" x="5834063" y="5965825"/>
          <p14:tracePt t="122538" x="5870575" y="5980113"/>
          <p14:tracePt t="122554" x="5884863" y="5980113"/>
          <p14:tracePt t="122572" x="5900738" y="5986463"/>
          <p14:tracePt t="122588" x="5957888" y="6022975"/>
          <p14:tracePt t="122593" x="6002338" y="6037263"/>
          <p14:tracePt t="122605" x="6110288" y="6103938"/>
          <p14:tracePt t="122622" x="6234113" y="6154738"/>
          <p14:tracePt t="122638" x="6299200" y="6169025"/>
          <p14:tracePt t="122655" x="6335713" y="6183313"/>
          <p14:tracePt t="122695" x="6342063" y="6183313"/>
          <p14:tracePt t="122721" x="6350000" y="6183313"/>
          <p14:tracePt t="122727" x="6357938" y="6183313"/>
          <p14:tracePt t="122742" x="6364288" y="6183313"/>
          <p14:tracePt t="122755" x="6372225" y="6183313"/>
          <p14:tracePt t="122771" x="6392863" y="6183313"/>
          <p14:tracePt t="122788" x="6415088" y="6169025"/>
          <p14:tracePt t="122805" x="6451600" y="6138863"/>
          <p14:tracePt t="122821" x="6473825" y="6132513"/>
          <p14:tracePt t="122838" x="6510338" y="6118225"/>
          <p14:tracePt t="122855" x="6530975" y="6110288"/>
          <p14:tracePt t="122871" x="6553200" y="6088063"/>
          <p14:tracePt t="122888" x="6575425" y="6081713"/>
          <p14:tracePt t="122907" x="6596063" y="6067425"/>
          <p14:tracePt t="122922" x="6604000" y="6067425"/>
          <p14:tracePt t="122938" x="6626225" y="6053138"/>
          <p14:tracePt t="122955" x="6632575" y="6037263"/>
          <p14:tracePt t="122973" x="6654800" y="6022975"/>
          <p14:tracePt t="123005" x="6677025" y="6016625"/>
          <p14:tracePt t="123021" x="6677025" y="6008688"/>
          <p14:tracePt t="123038" x="6691313" y="6008688"/>
          <p14:tracePt t="123055" x="6691313" y="6002338"/>
          <p14:tracePt t="123088" x="6697663" y="5994400"/>
          <p14:tracePt t="125262" x="6691313" y="5994400"/>
          <p14:tracePt t="125276" x="6662738" y="5994400"/>
          <p14:tracePt t="125288" x="6589713" y="5972175"/>
          <p14:tracePt t="125299" x="6561138" y="5972175"/>
          <p14:tracePt t="125306" x="6510338" y="5957888"/>
          <p14:tracePt t="125322" x="6437313" y="5943600"/>
          <p14:tracePt t="125339" x="6327775" y="5929313"/>
          <p14:tracePt t="125356" x="6175375" y="5907088"/>
          <p14:tracePt t="125372" x="5994400" y="5884863"/>
          <p14:tracePt t="125388" x="5703888" y="5842000"/>
          <p14:tracePt t="125405" x="5522913" y="5827713"/>
          <p14:tracePt t="125422" x="5326063" y="5799138"/>
          <p14:tracePt t="125439" x="5102225" y="5783263"/>
          <p14:tracePt t="125456" x="4899025" y="5776913"/>
          <p14:tracePt t="125472" x="4716463" y="5776913"/>
          <p14:tracePt t="125489" x="4586288" y="5776913"/>
          <p14:tracePt t="125506" x="4478338" y="5791200"/>
          <p14:tracePt t="125522" x="4405313" y="5805488"/>
          <p14:tracePt t="125539" x="4354513" y="5819775"/>
          <p14:tracePt t="125557" x="4295775" y="5849938"/>
          <p14:tracePt t="125573" x="4281488" y="5856288"/>
          <p14:tracePt t="125589" x="4244975" y="5892800"/>
          <p14:tracePt t="125606" x="4230688" y="5915025"/>
          <p14:tracePt t="125623" x="4194175" y="5957888"/>
          <p14:tracePt t="125640" x="4165600" y="6002338"/>
          <p14:tracePt t="125656" x="4143375" y="6030913"/>
          <p14:tracePt t="125672" x="4114800" y="6067425"/>
          <p14:tracePt t="125689" x="4106863" y="6081713"/>
          <p14:tracePt t="125706" x="4086225" y="6096000"/>
          <p14:tracePt t="125723" x="4064000" y="6118225"/>
          <p14:tracePt t="125739" x="4013200" y="6124575"/>
          <p14:tracePt t="125757" x="3919538" y="6154738"/>
          <p14:tracePt t="125773" x="3883025" y="6154738"/>
          <p14:tracePt t="125789" x="3671888" y="6175375"/>
          <p14:tracePt t="125806" x="3411538" y="6183313"/>
          <p14:tracePt t="125822" x="3070225" y="6234113"/>
          <p14:tracePt t="125839" x="2757488" y="6321425"/>
          <p14:tracePt t="125856" x="2497138" y="6392863"/>
          <p14:tracePt t="125873" x="2365375" y="6429375"/>
          <p14:tracePt t="125889" x="2308225" y="6443663"/>
          <p14:tracePt t="125906" x="2286000" y="6443663"/>
          <p14:tracePt t="126005" x="2263775" y="6443663"/>
          <p14:tracePt t="126022" x="2243138" y="6443663"/>
          <p14:tracePt t="126039" x="2176463" y="6423025"/>
          <p14:tracePt t="126056" x="2141538" y="6415088"/>
          <p14:tracePt t="126074" x="2111375" y="6400800"/>
          <p14:tracePt t="126089" x="2097088" y="6400800"/>
          <p14:tracePt t="126106" x="2090738" y="6400800"/>
          <p14:tracePt t="126123" x="2074863" y="6400800"/>
          <p14:tracePt t="126139" x="2054225" y="6400800"/>
          <p14:tracePt t="126157" x="2032000" y="6400800"/>
          <p14:tracePt t="126173" x="2024063" y="6400800"/>
          <p14:tracePt t="126189" x="2009775" y="6400800"/>
          <p14:tracePt t="126256" x="2003425" y="6400800"/>
          <p14:tracePt t="126392" x="1989138" y="6392863"/>
          <p14:tracePt t="137275" x="1989138" y="6386513"/>
          <p14:tracePt t="137287" x="2009775" y="6386513"/>
          <p14:tracePt t="137296" x="2074863" y="6386513"/>
          <p14:tracePt t="137310" x="2212975" y="6386513"/>
          <p14:tracePt t="137326" x="2395538" y="6386513"/>
          <p14:tracePt t="137343" x="2613025" y="6386513"/>
          <p14:tracePt t="137361" x="2873375" y="6386513"/>
          <p14:tracePt t="137378" x="3171825" y="6386513"/>
          <p14:tracePt t="137393" x="3578225" y="6364288"/>
          <p14:tracePt t="137409" x="4013200" y="6307138"/>
          <p14:tracePt t="137426" x="4470400" y="6248400"/>
          <p14:tracePt t="137442" x="4905375" y="6175375"/>
          <p14:tracePt t="137459" x="5356225" y="6124575"/>
          <p14:tracePt t="137476" x="5754688" y="6124575"/>
          <p14:tracePt t="137492" x="6284913" y="6073775"/>
          <p14:tracePt t="137509" x="6561138" y="6045200"/>
          <p14:tracePt t="137526" x="6792913" y="6002338"/>
          <p14:tracePt t="137542" x="6937375" y="5957888"/>
          <p14:tracePt t="137559" x="7089775" y="5929313"/>
          <p14:tracePt t="137576" x="7177088" y="5900738"/>
          <p14:tracePt t="137593" x="7235825" y="5884863"/>
          <p14:tracePt t="137601" x="7250113" y="5864225"/>
          <p14:tracePt t="137611" x="7292975" y="5834063"/>
          <p14:tracePt t="137626" x="7351713" y="5754688"/>
          <p14:tracePt t="137643" x="7402513" y="5653088"/>
          <p14:tracePt t="137659" x="7481888" y="5559425"/>
          <p14:tracePt t="137676" x="7561263" y="5472113"/>
          <p14:tracePt t="137693" x="7699375" y="5305425"/>
          <p14:tracePt t="137710" x="7750175" y="5189538"/>
          <p14:tracePt t="137726" x="7800975" y="5080000"/>
          <p14:tracePt t="137743" x="7823200" y="4992688"/>
          <p14:tracePt t="137760" x="7845425" y="4919663"/>
          <p14:tracePt t="137776" x="7874000" y="4854575"/>
          <p14:tracePt t="137793" x="7881938" y="4803775"/>
          <p14:tracePt t="137810" x="7888288" y="4767263"/>
          <p14:tracePt t="137826" x="7888288" y="4724400"/>
          <p14:tracePt t="137843" x="7888288" y="4681538"/>
          <p14:tracePt t="137862" x="7888288" y="4645025"/>
          <p14:tracePt t="137878" x="7888288" y="4637088"/>
          <p14:tracePt t="137892" x="7902575" y="4630738"/>
          <p14:tracePt t="137909" x="7902575" y="4622800"/>
          <p14:tracePt t="137926" x="7902575" y="4614863"/>
          <p14:tracePt t="141205" x="7910513" y="4614863"/>
          <p14:tracePt t="141213" x="7916863" y="4608513"/>
          <p14:tracePt t="141238" x="7924800" y="4608513"/>
          <p14:tracePt t="141253" x="7939088" y="4608513"/>
          <p14:tracePt t="141261" x="7947025" y="4608513"/>
          <p14:tracePt t="141269" x="7953375" y="4608513"/>
          <p14:tracePt t="141277" x="7967663" y="4608513"/>
          <p14:tracePt t="141293" x="7989888" y="4608513"/>
          <p14:tracePt t="141310" x="8018463" y="4608513"/>
          <p14:tracePt t="141327" x="8054975" y="4614863"/>
          <p14:tracePt t="141343" x="8113713" y="4622800"/>
          <p14:tracePt t="141360" x="8170863" y="4622800"/>
          <p14:tracePt t="141377" x="8237538" y="4645025"/>
          <p14:tracePt t="141394" x="8302625" y="4665663"/>
          <p14:tracePt t="141410" x="8359775" y="4687888"/>
          <p14:tracePt t="141427" x="8424863" y="4732338"/>
          <p14:tracePt t="141444" x="8469313" y="4752975"/>
          <p14:tracePt t="141460" x="8534400" y="4789488"/>
          <p14:tracePt t="141477" x="8593138" y="4840288"/>
          <p14:tracePt t="141494" x="8678863" y="4899025"/>
          <p14:tracePt t="141510" x="8796338" y="4992688"/>
          <p14:tracePt t="141527" x="8904288" y="5065713"/>
          <p14:tracePt t="141544" x="8983663" y="5122863"/>
          <p14:tracePt t="141560" x="9020175" y="5145088"/>
          <p14:tracePt t="141577" x="9042400" y="5173663"/>
          <p14:tracePt t="141580" x="9050338" y="5173663"/>
          <p14:tracePt t="141594" x="9070975" y="5195888"/>
          <p14:tracePt t="141610" x="9107488" y="5246688"/>
          <p14:tracePt t="141627" x="9144000" y="5291138"/>
          <p14:tracePt t="141644" x="9172575" y="5326063"/>
          <p14:tracePt t="141685" x="9172575" y="5334000"/>
          <p14:tracePt t="141701" x="9180513" y="5348288"/>
          <p14:tracePt t="141710" x="9180513" y="5362575"/>
          <p14:tracePt t="141727" x="9186863" y="5407025"/>
          <p14:tracePt t="141744" x="9194800" y="5421313"/>
          <p14:tracePt t="141760" x="9194800" y="5427663"/>
          <p14:tracePt t="141917" x="9194800" y="5443538"/>
          <p14:tracePt t="141933" x="9180513" y="5443538"/>
          <p14:tracePt t="141942" x="9158288" y="5443538"/>
          <p14:tracePt t="141949" x="9144000" y="5443538"/>
          <p14:tracePt t="141960" x="9136063" y="5443538"/>
          <p14:tracePt t="141977" x="9107488" y="5443538"/>
          <p14:tracePt t="141994" x="9093200" y="5443538"/>
          <p14:tracePt t="142010" x="9085263" y="5443538"/>
          <p14:tracePt t="142027" x="9078913" y="5443538"/>
          <p14:tracePt t="142044" x="9056688" y="5435600"/>
          <p14:tracePt t="142060" x="9005888" y="5407025"/>
          <p14:tracePt t="142077" x="8969375" y="5399088"/>
          <p14:tracePt t="142094" x="8948738" y="5392738"/>
          <p14:tracePt t="142110" x="8932863" y="5392738"/>
          <p14:tracePt t="142127" x="8926513" y="5384800"/>
          <p14:tracePt t="142144" x="8912225" y="5384800"/>
          <p14:tracePt t="142177" x="8904288" y="5384800"/>
          <p14:tracePt t="142194" x="8897938" y="5376863"/>
          <p14:tracePt t="142227" x="8890000" y="5376863"/>
          <p14:tracePt t="142244" x="8875713" y="5370513"/>
          <p14:tracePt t="142260" x="8867775" y="5370513"/>
          <p14:tracePt t="142277" x="8861425" y="5362575"/>
          <p14:tracePt t="142294" x="8853488" y="5362575"/>
          <p14:tracePt t="142311" x="8847138" y="5362575"/>
          <p14:tracePt t="142344" x="8831263" y="5362575"/>
          <p14:tracePt t="142712" x="8831263" y="5348288"/>
          <p14:tracePt t="142727" x="8839200" y="5341938"/>
          <p14:tracePt t="142755" x="8847138" y="5334000"/>
          <p14:tracePt t="142761" x="8853488" y="5326063"/>
          <p14:tracePt t="142849" x="8861425" y="5319713"/>
          <p14:tracePt t="142896" x="8867775" y="5319713"/>
          <p14:tracePt t="143401" x="8861425" y="5319713"/>
          <p14:tracePt t="143411" x="8847138" y="5319713"/>
          <p14:tracePt t="143417" x="8831263" y="5319713"/>
          <p14:tracePt t="143428" x="8810625" y="5326063"/>
          <p14:tracePt t="143445" x="8796338" y="5326063"/>
          <p14:tracePt t="143461" x="8774113" y="5326063"/>
          <p14:tracePt t="143478" x="8751888" y="5326063"/>
          <p14:tracePt t="143495" x="8729663" y="5326063"/>
          <p14:tracePt t="143511" x="8709025" y="5326063"/>
          <p14:tracePt t="143528" x="8694738" y="5326063"/>
          <p14:tracePt t="143546" x="8678863" y="5326063"/>
          <p14:tracePt t="143561" x="8658225" y="5326063"/>
          <p14:tracePt t="143578" x="8636000" y="5326063"/>
          <p14:tracePt t="143587" x="8621713" y="5326063"/>
          <p14:tracePt t="143595" x="8613775" y="5326063"/>
          <p14:tracePt t="143611" x="8585200" y="5326063"/>
          <p14:tracePt t="143629" x="8548688" y="5326063"/>
          <p14:tracePt t="143645" x="8520113" y="5326063"/>
          <p14:tracePt t="143662" x="8497888" y="5326063"/>
          <p14:tracePt t="143678" x="8469313" y="5326063"/>
          <p14:tracePt t="143695" x="8432800" y="5326063"/>
          <p14:tracePt t="143711" x="8410575" y="5326063"/>
          <p14:tracePt t="143728" x="8389938" y="5326063"/>
          <p14:tracePt t="143745" x="8359775" y="5326063"/>
          <p14:tracePt t="143762" x="8339138" y="5326063"/>
          <p14:tracePt t="143778" x="8302625" y="5319713"/>
          <p14:tracePt t="143795" x="8288338" y="5311775"/>
          <p14:tracePt t="143815" x="8280400" y="5311775"/>
          <p14:tracePt t="143828" x="8272463" y="5311775"/>
          <p14:tracePt t="143865" x="8266113" y="5305425"/>
          <p14:tracePt t="143888" x="8266113" y="5297488"/>
          <p14:tracePt t="143903" x="8266113" y="5283200"/>
          <p14:tracePt t="143920" x="8266113" y="5275263"/>
          <p14:tracePt t="143928" x="8266113" y="5268913"/>
          <p14:tracePt t="143947" x="8272463" y="5260975"/>
          <p14:tracePt t="143961" x="8288338" y="5254625"/>
          <p14:tracePt t="143979" x="8294688" y="5246688"/>
          <p14:tracePt t="143995" x="8308975" y="5240338"/>
          <p14:tracePt t="144011" x="8331200" y="5240338"/>
          <p14:tracePt t="144028" x="8353425" y="5240338"/>
          <p14:tracePt t="144045" x="8404225" y="5232400"/>
          <p14:tracePt t="144061" x="8455025" y="5232400"/>
          <p14:tracePt t="144078" x="8505825" y="5232400"/>
          <p14:tracePt t="144094" x="8556625" y="5232400"/>
          <p14:tracePt t="144111" x="8585200" y="5232400"/>
          <p14:tracePt t="144128" x="8628063" y="5240338"/>
          <p14:tracePt t="144145" x="8672513" y="5254625"/>
          <p14:tracePt t="144162" x="8678863" y="5260975"/>
          <p14:tracePt t="144178" x="8709025" y="5260975"/>
          <p14:tracePt t="144195" x="8723313" y="5268913"/>
          <p14:tracePt t="144212" x="8745538" y="5275263"/>
          <p14:tracePt t="144229" x="8766175" y="5283200"/>
          <p14:tracePt t="144245" x="8788400" y="5291138"/>
          <p14:tracePt t="144261" x="8810625" y="5291138"/>
          <p14:tracePt t="144278" x="8839200" y="5311775"/>
          <p14:tracePt t="144295" x="8861425" y="5311775"/>
          <p14:tracePt t="144312" x="8867775" y="5311775"/>
          <p14:tracePt t="144328" x="8875713" y="5311775"/>
          <p14:tracePt t="144351" x="8882063" y="5311775"/>
          <p14:tracePt t="144440" x="8890000" y="5319713"/>
          <p14:tracePt t="144511" x="8897938" y="5319713"/>
          <p14:tracePt t="144542" x="8904288" y="5326063"/>
          <p14:tracePt t="144568" x="8912225" y="5326063"/>
          <p14:tracePt t="144602" x="8912225" y="5334000"/>
          <p14:tracePt t="144635" x="8912225" y="5341938"/>
          <p14:tracePt t="144655" x="8918575" y="5341938"/>
          <p14:tracePt t="147261" x="8912225" y="5348288"/>
          <p14:tracePt t="147269" x="8890000" y="5348288"/>
          <p14:tracePt t="147279" x="8853488" y="5348288"/>
          <p14:tracePt t="147296" x="8796338" y="5348288"/>
          <p14:tracePt t="147313" x="8745538" y="5348288"/>
          <p14:tracePt t="147331" x="8715375" y="5348288"/>
          <p14:tracePt t="147346" x="8686800" y="5341938"/>
          <p14:tracePt t="147362" x="8678863" y="5341938"/>
          <p14:tracePt t="147448" x="8664575" y="5341938"/>
          <p14:tracePt t="147575" x="8658225" y="5326063"/>
          <p14:tracePt t="147623" x="8643938" y="5326063"/>
          <p14:tracePt t="147641" x="8643938" y="5311775"/>
          <p14:tracePt t="147648" x="8636000" y="5311775"/>
          <p14:tracePt t="147663" x="8628063" y="5297488"/>
          <p14:tracePt t="147680" x="8621713" y="5291138"/>
          <p14:tracePt t="147696" x="8621713" y="5283200"/>
          <p14:tracePt t="147714" x="8613775" y="5283200"/>
          <p14:tracePt t="147729" x="8607425" y="5268913"/>
          <p14:tracePt t="147762" x="8607425" y="5260975"/>
          <p14:tracePt t="147782" x="8599488" y="5254625"/>
          <p14:tracePt t="147834" x="8599488" y="5240338"/>
          <p14:tracePt t="147872" x="8607425" y="5232400"/>
          <p14:tracePt t="147904" x="8613775" y="5218113"/>
          <p14:tracePt t="147919" x="8621713" y="5210175"/>
          <p14:tracePt t="147935" x="8628063" y="5210175"/>
          <p14:tracePt t="147968" x="8636000" y="5203825"/>
          <p14:tracePt t="147999" x="8643938" y="5203825"/>
          <p14:tracePt t="148039" x="8650288" y="5203825"/>
          <p14:tracePt t="148062" x="8658225" y="5203825"/>
          <p14:tracePt t="148069" x="8664575" y="5203825"/>
          <p14:tracePt t="148079" x="8672513" y="5203825"/>
          <p14:tracePt t="148095" x="8678863" y="5203825"/>
          <p14:tracePt t="148112" x="8694738" y="5203825"/>
          <p14:tracePt t="148130" x="8715375" y="5195888"/>
          <p14:tracePt t="148177" x="8729663" y="5195888"/>
          <p14:tracePt t="148226" x="8737600" y="5195888"/>
          <p14:tracePt t="148248" x="8745538" y="5195888"/>
          <p14:tracePt t="148264" x="8751888" y="5195888"/>
          <p14:tracePt t="148279" x="8759825" y="5195888"/>
          <p14:tracePt t="148296" x="8766175" y="5195888"/>
          <p14:tracePt t="148304" x="8780463" y="5195888"/>
          <p14:tracePt t="148321" x="8788400" y="5195888"/>
          <p14:tracePt t="148330" x="8796338" y="5195888"/>
          <p14:tracePt t="148347" x="8802688" y="5195888"/>
          <p14:tracePt t="148363" x="8810625" y="5195888"/>
          <p14:tracePt t="148380" x="8816975" y="5195888"/>
          <p14:tracePt t="148396" x="8824913" y="5195888"/>
          <p14:tracePt t="148413" x="8831263" y="5195888"/>
          <p14:tracePt t="148430" x="8839200" y="5195888"/>
          <p14:tracePt t="148479" x="8847138" y="5195888"/>
          <p14:tracePt t="153193" x="8853488" y="5195888"/>
          <p14:tracePt t="153201" x="8861425" y="5189538"/>
          <p14:tracePt t="153208" x="8882063" y="5130800"/>
          <p14:tracePt t="153215" x="8904288" y="5037138"/>
          <p14:tracePt t="153231" x="8977313" y="4738688"/>
          <p14:tracePt t="153248" x="9115425" y="4427538"/>
          <p14:tracePt t="153265" x="9194800" y="4252913"/>
          <p14:tracePt t="153284" x="9231313" y="4151313"/>
          <p14:tracePt t="153298" x="9245600" y="4092575"/>
          <p14:tracePt t="153302" x="9245600" y="4064000"/>
          <p14:tracePt t="153314" x="9259888" y="4027488"/>
          <p14:tracePt t="153331" x="9267825" y="3954463"/>
          <p14:tracePt t="153348" x="9267825" y="3897313"/>
          <p14:tracePt t="153365" x="9267825" y="3810000"/>
          <p14:tracePt t="153384" x="9267825" y="3657600"/>
          <p14:tracePt t="153398" x="9267825" y="3548063"/>
          <p14:tracePt t="153414" x="9259888" y="3454400"/>
          <p14:tracePt t="153431" x="9259888" y="3352800"/>
          <p14:tracePt t="153449" x="9259888" y="3214688"/>
          <p14:tracePt t="153465" x="9259888" y="3040063"/>
          <p14:tracePt t="153481" x="9245600" y="2903538"/>
          <p14:tracePt t="153497" x="9231313" y="2794000"/>
          <p14:tracePt t="153514" x="9231313" y="2735263"/>
          <p14:tracePt t="153531" x="9231313" y="2678113"/>
          <p14:tracePt t="153547" x="9231313" y="2613025"/>
          <p14:tracePt t="153567" x="9237663" y="2481263"/>
          <p14:tracePt t="153581" x="9237663" y="2387600"/>
          <p14:tracePt t="153598" x="9237663" y="2328863"/>
          <p14:tracePt t="153614" x="9253538" y="2263775"/>
          <p14:tracePt t="153634" x="9267825" y="2192338"/>
          <p14:tracePt t="153648" x="9274175" y="2097088"/>
          <p14:tracePt t="153664" x="9296400" y="1973263"/>
          <p14:tracePt t="153681" x="9304338" y="1865313"/>
          <p14:tracePt t="153698" x="9304338" y="1770063"/>
          <p14:tracePt t="153714" x="9304338" y="1704975"/>
          <p14:tracePt t="153731" x="9304338" y="1676400"/>
          <p14:tracePt t="153749" x="9304338" y="1647825"/>
          <p14:tracePt t="153764" x="9304338" y="1633538"/>
          <p14:tracePt t="153783" x="9304338" y="1617663"/>
          <p14:tracePt t="153798" x="9304338" y="1611313"/>
          <p14:tracePt t="153817" x="9304338" y="1603375"/>
          <p14:tracePt t="154056" x="9310688" y="1603375"/>
          <p14:tracePt t="154232" x="9310688" y="1611313"/>
          <p14:tracePt t="154272" x="9310688" y="1617663"/>
          <p14:tracePt t="154304" x="9310688" y="1625600"/>
          <p14:tracePt t="154323" x="9304338" y="1639888"/>
          <p14:tracePt t="154328" x="9296400" y="1639888"/>
          <p14:tracePt t="154336" x="9296400" y="1647825"/>
          <p14:tracePt t="154368" x="9288463" y="1654175"/>
          <p14:tracePt t="154401" x="9282113" y="1662113"/>
          <p14:tracePt t="154426" x="9274175" y="1668463"/>
          <p14:tracePt t="154488" x="9267825" y="1676400"/>
          <p14:tracePt t="154507" x="9259888" y="1676400"/>
          <p14:tracePt t="154520" x="9253538" y="1684338"/>
          <p14:tracePt t="154729" x="9237663" y="1684338"/>
          <p14:tracePt t="154760" x="9231313" y="1684338"/>
          <p14:tracePt t="154776" x="9231313" y="1676400"/>
          <p14:tracePt t="154840" x="9231313" y="1668463"/>
          <p14:tracePt t="154848" x="9231313" y="1662113"/>
          <p14:tracePt t="154864" x="9231313" y="1654175"/>
          <p14:tracePt t="154872" x="9231313" y="1647825"/>
          <p14:tracePt t="154887" x="9245600" y="1647825"/>
          <p14:tracePt t="154920" x="9253538" y="1647825"/>
          <p14:tracePt t="154962" x="9259888" y="1647825"/>
          <p14:tracePt t="154973" x="9274175" y="1647825"/>
          <p14:tracePt t="154981" x="9282113" y="1647825"/>
          <p14:tracePt t="154990" x="9282113" y="1654175"/>
          <p14:tracePt t="154998" x="9282113" y="1684338"/>
          <p14:tracePt t="155015" x="9304338" y="1785938"/>
          <p14:tracePt t="155031" x="9318625" y="1916113"/>
          <p14:tracePt t="155048" x="9347200" y="2082800"/>
          <p14:tracePt t="155065" x="9361488" y="2220913"/>
          <p14:tracePt t="155081" x="9383713" y="2336800"/>
          <p14:tracePt t="155088" x="9390063" y="2395538"/>
          <p14:tracePt t="155098" x="9390063" y="2446338"/>
          <p14:tracePt t="155115" x="9405938" y="2619375"/>
          <p14:tracePt t="155132" x="9405938" y="2794000"/>
          <p14:tracePt t="155149" x="9405938" y="3076575"/>
          <p14:tracePt t="155165" x="9420225" y="3228975"/>
          <p14:tracePt t="155181" x="9420225" y="3324225"/>
          <p14:tracePt t="155198" x="9420225" y="3425825"/>
          <p14:tracePt t="155215" x="9420225" y="3541713"/>
          <p14:tracePt t="155232" x="9420225" y="3694113"/>
          <p14:tracePt t="155248" x="9420225" y="3817938"/>
          <p14:tracePt t="155265" x="9420225" y="3962400"/>
          <p14:tracePt t="155282" x="9420225" y="4114800"/>
          <p14:tracePt t="155298" x="9420225" y="4224338"/>
          <p14:tracePt t="155315" x="9420225" y="4346575"/>
          <p14:tracePt t="155332" x="9420225" y="4513263"/>
          <p14:tracePt t="155348" x="9420225" y="4543425"/>
          <p14:tracePt t="155365" x="9420225" y="4608513"/>
          <p14:tracePt t="155382" x="9420225" y="4622800"/>
          <p14:tracePt t="155399" x="9420225" y="4630738"/>
          <p14:tracePt t="155415" x="9420225" y="4645025"/>
          <p14:tracePt t="155432" x="9420225" y="4681538"/>
          <p14:tracePt t="155449" x="9398000" y="4716463"/>
          <p14:tracePt t="155465" x="9390063" y="4752975"/>
          <p14:tracePt t="155482" x="9383713" y="4789488"/>
          <p14:tracePt t="155499" x="9383713" y="4811713"/>
          <p14:tracePt t="155516" x="9383713" y="4848225"/>
          <p14:tracePt t="155533" x="9361488" y="4905375"/>
          <p14:tracePt t="155551" x="9355138" y="4927600"/>
          <p14:tracePt t="155565" x="9347200" y="4941888"/>
          <p14:tracePt t="155647" x="9339263" y="4941888"/>
          <p14:tracePt t="155655" x="9339263" y="4949825"/>
          <p14:tracePt t="155665" x="9332913" y="4956175"/>
          <p14:tracePt t="155682" x="9324975" y="4964113"/>
          <p14:tracePt t="155705" x="9318625" y="4970463"/>
          <p14:tracePt t="155727" x="9318625" y="4978400"/>
          <p14:tracePt t="155817" x="9318625" y="4986338"/>
          <p14:tracePt t="155833" x="9310688" y="4986338"/>
          <p14:tracePt t="155896" x="9304338" y="4992688"/>
          <p14:tracePt t="155936" x="9296400" y="5000625"/>
          <p14:tracePt t="166462" x="9304338" y="5029200"/>
          <p14:tracePt t="166471" x="9332913" y="5072063"/>
          <p14:tracePt t="166478" x="9355138" y="5102225"/>
          <p14:tracePt t="166486" x="9383713" y="5145088"/>
          <p14:tracePt t="166501" x="9434513" y="5218113"/>
          <p14:tracePt t="166518" x="9463088" y="5260975"/>
          <p14:tracePt t="166535" x="9485313" y="5291138"/>
          <p14:tracePt t="166552" x="9491663" y="5297488"/>
          <p14:tracePt t="166568" x="9507538" y="5311775"/>
          <p14:tracePt t="166585" x="9528175" y="5348288"/>
          <p14:tracePt t="166588" x="9528175" y="5362575"/>
          <p14:tracePt t="166601" x="9542463" y="5384800"/>
          <p14:tracePt t="166618" x="9550400" y="5427663"/>
          <p14:tracePt t="166635" x="9550400" y="5478463"/>
          <p14:tracePt t="166651" x="9572625" y="5522913"/>
          <p14:tracePt t="166668" x="9578975" y="5545138"/>
          <p14:tracePt t="166686" x="9578975" y="5551488"/>
          <p14:tracePt t="166701" x="9578975" y="5559425"/>
          <p14:tracePt t="166718" x="9586913" y="5573713"/>
          <p14:tracePt t="166735" x="9586913" y="5580063"/>
          <p14:tracePt t="166752" x="9586913" y="5602288"/>
          <p14:tracePt t="166768" x="9586913" y="5610225"/>
          <p14:tracePt t="166785" x="9586913" y="5624513"/>
          <p14:tracePt t="166802" x="9586913" y="5646738"/>
          <p14:tracePt t="166818" x="9586913" y="5661025"/>
          <p14:tracePt t="166835" x="9586913" y="5703888"/>
          <p14:tracePt t="166852" x="9586913" y="5762625"/>
          <p14:tracePt t="166868" x="9586913" y="5805488"/>
          <p14:tracePt t="166885" x="9586913" y="5834063"/>
          <p14:tracePt t="166902" x="9586913" y="5856288"/>
          <p14:tracePt t="166918" x="9578975" y="5870575"/>
          <p14:tracePt t="166935" x="9572625" y="5884863"/>
          <p14:tracePt t="166968" x="9564688" y="5884863"/>
          <p14:tracePt t="171262" x="9499600" y="5884863"/>
          <p14:tracePt t="171274" x="9347200" y="5864225"/>
          <p14:tracePt t="171287" x="8577263" y="5630863"/>
          <p14:tracePt t="171303" x="7656513" y="5362575"/>
          <p14:tracePt t="171320" x="6894513" y="5145088"/>
          <p14:tracePt t="171337" x="6313488" y="5043488"/>
          <p14:tracePt t="171354" x="5799138" y="4884738"/>
          <p14:tracePt t="171370" x="5268913" y="4746625"/>
          <p14:tracePt t="171387" x="4681538" y="4557713"/>
          <p14:tracePt t="171403" x="4129088" y="4411663"/>
          <p14:tracePt t="171421" x="3519488" y="4238625"/>
          <p14:tracePt t="171440" x="3251200" y="4173538"/>
          <p14:tracePt t="171453" x="3048000" y="4143375"/>
          <p14:tracePt t="171470" x="2852738" y="4143375"/>
          <p14:tracePt t="171487" x="2641600" y="4143375"/>
          <p14:tracePt t="171504" x="2452688" y="4143375"/>
          <p14:tracePt t="171520" x="2308225" y="4143375"/>
          <p14:tracePt t="171537" x="2192338" y="4143375"/>
          <p14:tracePt t="171554" x="2024063" y="4143375"/>
          <p14:tracePt t="171570" x="1792288" y="4143375"/>
          <p14:tracePt t="171587" x="1531938" y="4143375"/>
          <p14:tracePt t="171596" x="1393825" y="4143375"/>
          <p14:tracePt t="171603" x="1284288" y="4143375"/>
          <p14:tracePt t="171620" x="1038225" y="4122738"/>
          <p14:tracePt t="171637" x="668338" y="4078288"/>
          <p14:tracePt t="171654" x="355600" y="4035425"/>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RS vs SRS - Bankruptcy Prediction Case?</a:t>
            </a:r>
            <a:endParaRPr lang="en-US" dirty="0"/>
          </a:p>
        </p:txBody>
      </p:sp>
      <p:sp>
        <p:nvSpPr>
          <p:cNvPr id="8" name="Text Placeholder 7"/>
          <p:cNvSpPr>
            <a:spLocks noGrp="1"/>
          </p:cNvSpPr>
          <p:nvPr>
            <p:ph type="body" sz="quarter" idx="32"/>
          </p:nvPr>
        </p:nvSpPr>
        <p:spPr>
          <a:xfrm>
            <a:off x="362228" y="1248536"/>
            <a:ext cx="8105498" cy="735247"/>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Autofit/>
          </a:bodyPr>
          <a:lstStyle/>
          <a:p>
            <a:r>
              <a:rPr lang="en-US" dirty="0" smtClean="0"/>
              <a:t>Random Sampling 		Stratified </a:t>
            </a:r>
            <a:r>
              <a:rPr lang="en-US" dirty="0"/>
              <a:t>Random </a:t>
            </a:r>
            <a:r>
              <a:rPr lang="en-US" dirty="0" smtClean="0"/>
              <a:t>Sampling</a:t>
            </a:r>
            <a:r>
              <a:rPr lang="en-US" dirty="0"/>
              <a:t/>
            </a:r>
            <a:br>
              <a:rPr lang="en-US" dirty="0"/>
            </a:br>
            <a:r>
              <a:rPr lang="en-US" sz="2000" dirty="0" smtClean="0"/>
              <a:t>(No Constraints)			(Apply Constraints)</a:t>
            </a:r>
          </a:p>
        </p:txBody>
      </p:sp>
      <p:sp>
        <p:nvSpPr>
          <p:cNvPr id="9" name="Content Placeholder 8"/>
          <p:cNvSpPr>
            <a:spLocks noGrp="1"/>
          </p:cNvSpPr>
          <p:nvPr>
            <p:ph idx="1"/>
          </p:nvPr>
        </p:nvSpPr>
        <p:spPr>
          <a:xfrm>
            <a:off x="362227" y="2041743"/>
            <a:ext cx="4094305" cy="3563893"/>
          </a:xfrm>
        </p:spPr>
        <p:txBody>
          <a:bodyPr>
            <a:normAutofit/>
          </a:bodyPr>
          <a:lstStyle/>
          <a:p>
            <a:r>
              <a:rPr lang="en-US" sz="2000" dirty="0" smtClean="0"/>
              <a:t>Imbalanced Data </a:t>
            </a:r>
            <a:br>
              <a:rPr lang="en-US" sz="2000" dirty="0" smtClean="0"/>
            </a:br>
            <a:r>
              <a:rPr lang="en-US" sz="2000" dirty="0" smtClean="0">
                <a:sym typeface="Wingdings" panose="05000000000000000000" pitchFamily="2" charset="2"/>
              </a:rPr>
              <a:t> Too much normal company</a:t>
            </a:r>
          </a:p>
          <a:p>
            <a:r>
              <a:rPr lang="en-US" sz="2000" dirty="0" smtClean="0"/>
              <a:t>Representative Data </a:t>
            </a:r>
            <a:br>
              <a:rPr lang="en-US" sz="2000" dirty="0" smtClean="0"/>
            </a:br>
            <a:r>
              <a:rPr lang="en-US" sz="2000" dirty="0" smtClean="0">
                <a:sym typeface="Wingdings" panose="05000000000000000000" pitchFamily="2" charset="2"/>
              </a:rPr>
              <a:t> Bankrupt and Normal company tends to have </a:t>
            </a:r>
            <a:r>
              <a:rPr lang="en-US" sz="2000" b="1" u="sng" dirty="0" smtClean="0">
                <a:sym typeface="Wingdings" panose="05000000000000000000" pitchFamily="2" charset="2"/>
              </a:rPr>
              <a:t>different characteristic </a:t>
            </a:r>
            <a:r>
              <a:rPr lang="en-US" sz="2000" dirty="0" smtClean="0">
                <a:sym typeface="Wingdings" panose="05000000000000000000" pitchFamily="2" charset="2"/>
              </a:rPr>
              <a:t>(not fair):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ym typeface="Wingdings" panose="05000000000000000000" pitchFamily="2" charset="2"/>
              </a:rPr>
              <a:t>Bad economy </a:t>
            </a:r>
            <a:r>
              <a:rPr lang="en-US" sz="2000" dirty="0" smtClean="0">
                <a:sym typeface="Wingdings" panose="05000000000000000000" pitchFamily="2" charset="2"/>
              </a:rPr>
              <a:t>in specific year;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ym typeface="Wingdings" panose="05000000000000000000" pitchFamily="2" charset="2"/>
              </a:rPr>
              <a:t>Distress </a:t>
            </a:r>
            <a:r>
              <a:rPr lang="en-US" sz="2000" dirty="0" smtClean="0">
                <a:sym typeface="Wingdings" panose="05000000000000000000" pitchFamily="2" charset="2"/>
              </a:rPr>
              <a:t>on one category of </a:t>
            </a:r>
            <a:r>
              <a:rPr lang="en-US" sz="2000" b="1" dirty="0" smtClean="0">
                <a:sym typeface="Wingdings" panose="05000000000000000000" pitchFamily="2" charset="2"/>
              </a:rPr>
              <a:t>industry type only </a:t>
            </a:r>
            <a:r>
              <a:rPr lang="en-US" sz="2000" dirty="0" smtClean="0">
                <a:sym typeface="Wingdings" panose="05000000000000000000" pitchFamily="2" charset="2"/>
              </a:rPr>
              <a:t>i.e. </a:t>
            </a:r>
            <a:r>
              <a:rPr lang="en-US" sz="2000" b="1" dirty="0" smtClean="0">
                <a:sym typeface="Wingdings" panose="05000000000000000000" pitchFamily="2" charset="2"/>
              </a:rPr>
              <a:t>agriculture</a:t>
            </a:r>
            <a:r>
              <a:rPr lang="en-US" sz="2000" dirty="0" smtClean="0">
                <a:sym typeface="Wingdings" panose="05000000000000000000" pitchFamily="2" charset="2"/>
              </a:rPr>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ym typeface="Wingdings" panose="05000000000000000000" pitchFamily="2" charset="2"/>
              </a:rPr>
              <a:t>Big/Small</a:t>
            </a:r>
            <a:r>
              <a:rPr lang="en-US" sz="2000" dirty="0" smtClean="0">
                <a:sym typeface="Wingdings" panose="05000000000000000000" pitchFamily="2" charset="2"/>
              </a:rPr>
              <a:t> company</a:t>
            </a:r>
            <a:endParaRPr lang="en-US" sz="2000" dirty="0"/>
          </a:p>
        </p:txBody>
      </p:sp>
      <p:sp>
        <p:nvSpPr>
          <p:cNvPr id="6" name="Slide Number Placeholder 5"/>
          <p:cNvSpPr>
            <a:spLocks noGrp="1"/>
          </p:cNvSpPr>
          <p:nvPr>
            <p:ph type="sldNum" sz="quarter" idx="15"/>
          </p:nvPr>
        </p:nvSpPr>
        <p:spPr/>
        <p:txBody>
          <a:bodyPr/>
          <a:lstStyle/>
          <a:p>
            <a:fld id="{19B51A1E-902D-48AF-9020-955120F399B6}" type="slidenum">
              <a:rPr lang="en-ZA" smtClean="0"/>
              <a:pPr/>
              <a:t>7</a:t>
            </a:fld>
            <a:endParaRPr lang="en-ZA" dirty="0"/>
          </a:p>
        </p:txBody>
      </p:sp>
      <p:sp>
        <p:nvSpPr>
          <p:cNvPr id="11" name="Content Placeholder 10"/>
          <p:cNvSpPr>
            <a:spLocks noGrp="1"/>
          </p:cNvSpPr>
          <p:nvPr>
            <p:ph idx="33"/>
          </p:nvPr>
        </p:nvSpPr>
        <p:spPr>
          <a:xfrm>
            <a:off x="4456533" y="2034276"/>
            <a:ext cx="4011193" cy="3563893"/>
          </a:xfrm>
        </p:spPr>
        <p:txBody>
          <a:bodyPr>
            <a:normAutofit/>
          </a:bodyPr>
          <a:lstStyle/>
          <a:p>
            <a:r>
              <a:rPr lang="en-US" sz="2000" dirty="0" smtClean="0"/>
              <a:t>Imbalanced Data </a:t>
            </a:r>
            <a:br>
              <a:rPr lang="en-US" sz="2000" dirty="0" smtClean="0"/>
            </a:br>
            <a:r>
              <a:rPr lang="en-US" sz="2000" dirty="0" smtClean="0">
                <a:sym typeface="Wingdings" panose="05000000000000000000" pitchFamily="2" charset="2"/>
              </a:rPr>
              <a:t> Balanced normal-bankrupt company</a:t>
            </a:r>
          </a:p>
          <a:p>
            <a:r>
              <a:rPr lang="en-US" sz="2000" dirty="0" smtClean="0">
                <a:sym typeface="Wingdings" panose="05000000000000000000" pitchFamily="2" charset="2"/>
              </a:rPr>
              <a:t>Representative Data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olidFill>
                  <a:schemeClr val="accent5"/>
                </a:solidFill>
                <a:sym typeface="Wingdings" panose="05000000000000000000" pitchFamily="2" charset="2"/>
              </a:rPr>
              <a:t>Strata </a:t>
            </a:r>
            <a:r>
              <a:rPr lang="en-US" sz="2000" dirty="0" smtClean="0">
                <a:sym typeface="Wingdings" panose="05000000000000000000" pitchFamily="2" charset="2"/>
              </a:rPr>
              <a:t>(constraints/Control </a:t>
            </a:r>
            <a:r>
              <a:rPr lang="en-US" sz="2000" dirty="0">
                <a:sym typeface="Wingdings" panose="05000000000000000000" pitchFamily="2" charset="2"/>
              </a:rPr>
              <a:t>variables</a:t>
            </a:r>
            <a:r>
              <a:rPr lang="en-US" sz="2000" dirty="0" smtClean="0">
                <a:sym typeface="Wingdings" panose="05000000000000000000" pitchFamily="2" charset="2"/>
              </a:rPr>
              <a:t>): Bankrupt and Normal company has the </a:t>
            </a:r>
            <a:r>
              <a:rPr lang="en-US" sz="2000" b="1" u="sng" dirty="0" smtClean="0">
                <a:sym typeface="Wingdings" panose="05000000000000000000" pitchFamily="2" charset="2"/>
              </a:rPr>
              <a:t>same characteristics</a:t>
            </a:r>
            <a:endParaRPr lang="en-US" sz="2000" dirty="0"/>
          </a:p>
        </p:txBody>
      </p:sp>
      <p:sp>
        <p:nvSpPr>
          <p:cNvPr id="12" name="TextBox 11">
            <a:extLst>
              <a:ext uri="{FF2B5EF4-FFF2-40B4-BE49-F238E27FC236}">
                <a16:creationId xmlns:a16="http://schemas.microsoft.com/office/drawing/2014/main" id="{2F270436-5322-44EF-936D-BA2BCE18C7BB}"/>
              </a:ext>
            </a:extLst>
          </p:cNvPr>
          <p:cNvSpPr txBox="1"/>
          <p:nvPr/>
        </p:nvSpPr>
        <p:spPr>
          <a:xfrm>
            <a:off x="6384577" y="4348007"/>
            <a:ext cx="2286000" cy="1446550"/>
          </a:xfrm>
          <a:prstGeom prst="rect">
            <a:avLst/>
          </a:prstGeom>
          <a:noFill/>
        </p:spPr>
        <p:txBody>
          <a:bodyPr wrap="square" lIns="108000" rIns="108000" rtlCol="0" anchor="ctr">
            <a:noAutofit/>
          </a:bodyPr>
          <a:lstStyle/>
          <a:p>
            <a:pPr algn="ctr"/>
            <a:r>
              <a:rPr lang="en-US" altLang="ko-KR" sz="8800" b="1" dirty="0" smtClean="0">
                <a:solidFill>
                  <a:schemeClr val="accent1"/>
                </a:solidFill>
                <a:latin typeface="Agency FB" panose="020B0503020202020204" pitchFamily="34" charset="0"/>
                <a:cs typeface="Arial" pitchFamily="34" charset="0"/>
              </a:rPr>
              <a:t>2013</a:t>
            </a:r>
            <a:endParaRPr lang="ko-KR" altLang="en-US" sz="8800" b="1" dirty="0">
              <a:solidFill>
                <a:schemeClr val="accent1"/>
              </a:solidFill>
              <a:latin typeface="Agency FB" panose="020B0503020202020204" pitchFamily="34" charset="0"/>
              <a:cs typeface="Arial" pitchFamily="34" charset="0"/>
            </a:endParaRPr>
          </a:p>
        </p:txBody>
      </p:sp>
      <p:sp>
        <p:nvSpPr>
          <p:cNvPr id="16" name="TextBox 15">
            <a:extLst>
              <a:ext uri="{FF2B5EF4-FFF2-40B4-BE49-F238E27FC236}">
                <a16:creationId xmlns:a16="http://schemas.microsoft.com/office/drawing/2014/main" id="{7741DADE-F4CB-46D9-8AD1-1F2DCED736D6}"/>
              </a:ext>
            </a:extLst>
          </p:cNvPr>
          <p:cNvSpPr txBox="1"/>
          <p:nvPr/>
        </p:nvSpPr>
        <p:spPr>
          <a:xfrm>
            <a:off x="6507480" y="5428892"/>
            <a:ext cx="2103120" cy="338554"/>
          </a:xfrm>
          <a:prstGeom prst="rect">
            <a:avLst/>
          </a:prstGeom>
          <a:solidFill>
            <a:schemeClr val="accent1"/>
          </a:solidFill>
        </p:spPr>
        <p:txBody>
          <a:bodyPr wrap="square" rtlCol="0" anchor="ctr">
            <a:noAutofit/>
          </a:bodyPr>
          <a:lstStyle/>
          <a:p>
            <a:pPr algn="ctr"/>
            <a:r>
              <a:rPr lang="en-US" altLang="ko-KR" sz="1600" dirty="0" smtClean="0">
                <a:solidFill>
                  <a:schemeClr val="bg1"/>
                </a:solidFill>
                <a:cs typeface="Arial" pitchFamily="34" charset="0"/>
              </a:rPr>
              <a:t>Normal</a:t>
            </a:r>
            <a:endParaRPr lang="en-US" altLang="ko-KR" sz="1600" dirty="0">
              <a:solidFill>
                <a:schemeClr val="bg1"/>
              </a:solidFill>
              <a:cs typeface="Arial" pitchFamily="34" charset="0"/>
            </a:endParaRPr>
          </a:p>
        </p:txBody>
      </p:sp>
      <p:sp>
        <p:nvSpPr>
          <p:cNvPr id="17" name="TextBox 16">
            <a:extLst>
              <a:ext uri="{FF2B5EF4-FFF2-40B4-BE49-F238E27FC236}">
                <a16:creationId xmlns:a16="http://schemas.microsoft.com/office/drawing/2014/main" id="{5846CE64-594C-4814-AD10-22BDCFC1E14F}"/>
              </a:ext>
            </a:extLst>
          </p:cNvPr>
          <p:cNvSpPr txBox="1"/>
          <p:nvPr/>
        </p:nvSpPr>
        <p:spPr>
          <a:xfrm>
            <a:off x="4313309" y="4382443"/>
            <a:ext cx="2286000" cy="1446550"/>
          </a:xfrm>
          <a:prstGeom prst="rect">
            <a:avLst/>
          </a:prstGeom>
          <a:noFill/>
        </p:spPr>
        <p:txBody>
          <a:bodyPr wrap="square" lIns="108000" rIns="108000" rtlCol="0" anchor="ctr">
            <a:noAutofit/>
          </a:bodyPr>
          <a:lstStyle/>
          <a:p>
            <a:pPr algn="ctr"/>
            <a:r>
              <a:rPr lang="en-US" altLang="ko-KR" sz="8800" b="1" spc="-300" dirty="0" smtClean="0">
                <a:solidFill>
                  <a:schemeClr val="accent2">
                    <a:lumMod val="60000"/>
                    <a:lumOff val="40000"/>
                  </a:schemeClr>
                </a:solidFill>
                <a:latin typeface="Agency FB" panose="020B0503020202020204" pitchFamily="34" charset="0"/>
                <a:cs typeface="Arial" pitchFamily="34" charset="0"/>
              </a:rPr>
              <a:t>2005</a:t>
            </a:r>
            <a:endParaRPr lang="ko-KR" altLang="en-US" sz="8800" b="1" spc="-300" dirty="0">
              <a:solidFill>
                <a:schemeClr val="accent2">
                  <a:lumMod val="60000"/>
                  <a:lumOff val="40000"/>
                </a:schemeClr>
              </a:solidFill>
              <a:latin typeface="Agency FB" panose="020B0503020202020204" pitchFamily="34" charset="0"/>
              <a:cs typeface="Arial" pitchFamily="34" charset="0"/>
            </a:endParaRPr>
          </a:p>
        </p:txBody>
      </p:sp>
      <p:sp>
        <p:nvSpPr>
          <p:cNvPr id="18" name="TextBox 17">
            <a:extLst>
              <a:ext uri="{FF2B5EF4-FFF2-40B4-BE49-F238E27FC236}">
                <a16:creationId xmlns:a16="http://schemas.microsoft.com/office/drawing/2014/main" id="{E860926D-4867-46FD-8C4B-66E00007F737}"/>
              </a:ext>
            </a:extLst>
          </p:cNvPr>
          <p:cNvSpPr txBox="1"/>
          <p:nvPr/>
        </p:nvSpPr>
        <p:spPr>
          <a:xfrm>
            <a:off x="4404749" y="5428892"/>
            <a:ext cx="2103120" cy="338554"/>
          </a:xfrm>
          <a:prstGeom prst="rect">
            <a:avLst/>
          </a:prstGeom>
          <a:solidFill>
            <a:schemeClr val="accent2">
              <a:lumMod val="60000"/>
              <a:lumOff val="40000"/>
            </a:schemeClr>
          </a:solidFill>
        </p:spPr>
        <p:txBody>
          <a:bodyPr wrap="square" rtlCol="0" anchor="ctr">
            <a:noAutofit/>
          </a:bodyPr>
          <a:lstStyle/>
          <a:p>
            <a:pPr algn="ctr"/>
            <a:r>
              <a:rPr lang="en-US" altLang="ko-KR" sz="1600" dirty="0" smtClean="0">
                <a:solidFill>
                  <a:schemeClr val="bg1"/>
                </a:solidFill>
                <a:cs typeface="Arial" pitchFamily="34" charset="0"/>
              </a:rPr>
              <a:t>Bankrupt</a:t>
            </a:r>
            <a:endParaRPr lang="en-US" altLang="ko-KR" sz="1600" dirty="0">
              <a:solidFill>
                <a:schemeClr val="bg1"/>
              </a:solidFill>
              <a:cs typeface="Arial" pitchFamily="34" charset="0"/>
            </a:endParaRPr>
          </a:p>
        </p:txBody>
      </p:sp>
      <p:grpSp>
        <p:nvGrpSpPr>
          <p:cNvPr id="20" name="Group 19">
            <a:extLst>
              <a:ext uri="{FF2B5EF4-FFF2-40B4-BE49-F238E27FC236}">
                <a16:creationId xmlns:a16="http://schemas.microsoft.com/office/drawing/2014/main" id="{21144252-3620-4CF4-906A-AE42C90E6334}"/>
              </a:ext>
            </a:extLst>
          </p:cNvPr>
          <p:cNvGrpSpPr/>
          <p:nvPr/>
        </p:nvGrpSpPr>
        <p:grpSpPr>
          <a:xfrm>
            <a:off x="4428978" y="6079642"/>
            <a:ext cx="2054662" cy="579492"/>
            <a:chOff x="1180933" y="4046685"/>
            <a:chExt cx="2832511" cy="579492"/>
          </a:xfrm>
        </p:grpSpPr>
        <p:sp>
          <p:nvSpPr>
            <p:cNvPr id="24" name="Chevron 50">
              <a:extLst>
                <a:ext uri="{FF2B5EF4-FFF2-40B4-BE49-F238E27FC236}">
                  <a16:creationId xmlns:a16="http://schemas.microsoft.com/office/drawing/2014/main" id="{F3E656EF-4098-47DC-BFB6-63C05B3E5209}"/>
                </a:ext>
              </a:extLst>
            </p:cNvPr>
            <p:cNvSpPr/>
            <p:nvPr/>
          </p:nvSpPr>
          <p:spPr>
            <a:xfrm>
              <a:off x="1180933" y="4059184"/>
              <a:ext cx="252000" cy="252000"/>
            </a:xfrm>
            <a:prstGeom prst="chevron">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accent2">
                    <a:lumMod val="60000"/>
                    <a:lumOff val="40000"/>
                  </a:schemeClr>
                </a:solidFill>
              </a:endParaRPr>
            </a:p>
          </p:txBody>
        </p:sp>
        <p:sp>
          <p:nvSpPr>
            <p:cNvPr id="25" name="TextBox 24">
              <a:extLst>
                <a:ext uri="{FF2B5EF4-FFF2-40B4-BE49-F238E27FC236}">
                  <a16:creationId xmlns:a16="http://schemas.microsoft.com/office/drawing/2014/main" id="{000AC757-810A-4581-9127-CD6BE12470F9}"/>
                </a:ext>
              </a:extLst>
            </p:cNvPr>
            <p:cNvSpPr txBox="1"/>
            <p:nvPr/>
          </p:nvSpPr>
          <p:spPr>
            <a:xfrm>
              <a:off x="1432933" y="4046685"/>
              <a:ext cx="2580511"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Bad economic</a:t>
              </a:r>
              <a:endParaRPr lang="ko-KR" altLang="en-US" sz="1200" dirty="0">
                <a:solidFill>
                  <a:schemeClr val="tx1">
                    <a:lumMod val="75000"/>
                    <a:lumOff val="25000"/>
                  </a:schemeClr>
                </a:solidFill>
                <a:cs typeface="Arial" pitchFamily="34" charset="0"/>
              </a:endParaRPr>
            </a:p>
          </p:txBody>
        </p:sp>
        <p:sp>
          <p:nvSpPr>
            <p:cNvPr id="26" name="Chevron 56">
              <a:extLst>
                <a:ext uri="{FF2B5EF4-FFF2-40B4-BE49-F238E27FC236}">
                  <a16:creationId xmlns:a16="http://schemas.microsoft.com/office/drawing/2014/main" id="{44492917-A96A-4A35-9982-0287E8007BBF}"/>
                </a:ext>
              </a:extLst>
            </p:cNvPr>
            <p:cNvSpPr/>
            <p:nvPr/>
          </p:nvSpPr>
          <p:spPr>
            <a:xfrm>
              <a:off x="1180933" y="4361677"/>
              <a:ext cx="252000" cy="252000"/>
            </a:xfrm>
            <a:prstGeom prst="chevron">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accent2">
                    <a:lumMod val="60000"/>
                    <a:lumOff val="40000"/>
                  </a:schemeClr>
                </a:solidFill>
              </a:endParaRPr>
            </a:p>
          </p:txBody>
        </p:sp>
        <p:sp>
          <p:nvSpPr>
            <p:cNvPr id="27" name="TextBox 26">
              <a:extLst>
                <a:ext uri="{FF2B5EF4-FFF2-40B4-BE49-F238E27FC236}">
                  <a16:creationId xmlns:a16="http://schemas.microsoft.com/office/drawing/2014/main" id="{070758A2-4ABC-4A31-99A2-EBDAB99084AC}"/>
                </a:ext>
              </a:extLst>
            </p:cNvPr>
            <p:cNvSpPr txBox="1"/>
            <p:nvPr/>
          </p:nvSpPr>
          <p:spPr>
            <a:xfrm>
              <a:off x="1432933" y="4349178"/>
              <a:ext cx="2580511"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Agriculture - Drought</a:t>
              </a:r>
              <a:endParaRPr lang="ko-KR" altLang="en-US" sz="1200" dirty="0">
                <a:solidFill>
                  <a:schemeClr val="tx1">
                    <a:lumMod val="75000"/>
                    <a:lumOff val="25000"/>
                  </a:schemeClr>
                </a:solidFill>
                <a:cs typeface="Arial" pitchFamily="34" charset="0"/>
              </a:endParaRPr>
            </a:p>
          </p:txBody>
        </p:sp>
      </p:grpSp>
      <p:grpSp>
        <p:nvGrpSpPr>
          <p:cNvPr id="29" name="Group 28">
            <a:extLst>
              <a:ext uri="{FF2B5EF4-FFF2-40B4-BE49-F238E27FC236}">
                <a16:creationId xmlns:a16="http://schemas.microsoft.com/office/drawing/2014/main" id="{D5FD2AD8-9898-4E43-B10C-B6DE8AA92AF3}"/>
              </a:ext>
            </a:extLst>
          </p:cNvPr>
          <p:cNvGrpSpPr/>
          <p:nvPr/>
        </p:nvGrpSpPr>
        <p:grpSpPr>
          <a:xfrm>
            <a:off x="6571908" y="6079642"/>
            <a:ext cx="2054662" cy="579492"/>
            <a:chOff x="1180933" y="4046685"/>
            <a:chExt cx="2832511" cy="579492"/>
          </a:xfrm>
        </p:grpSpPr>
        <p:sp>
          <p:nvSpPr>
            <p:cNvPr id="33" name="Chevron 50">
              <a:extLst>
                <a:ext uri="{FF2B5EF4-FFF2-40B4-BE49-F238E27FC236}">
                  <a16:creationId xmlns:a16="http://schemas.microsoft.com/office/drawing/2014/main" id="{288CFE13-F29F-45C7-BE3E-20D4E38F2529}"/>
                </a:ext>
              </a:extLst>
            </p:cNvPr>
            <p:cNvSpPr/>
            <p:nvPr/>
          </p:nvSpPr>
          <p:spPr>
            <a:xfrm>
              <a:off x="1180933" y="4059184"/>
              <a:ext cx="252000" cy="2520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accent1"/>
                </a:solidFill>
              </a:endParaRPr>
            </a:p>
          </p:txBody>
        </p:sp>
        <p:sp>
          <p:nvSpPr>
            <p:cNvPr id="34" name="TextBox 33">
              <a:extLst>
                <a:ext uri="{FF2B5EF4-FFF2-40B4-BE49-F238E27FC236}">
                  <a16:creationId xmlns:a16="http://schemas.microsoft.com/office/drawing/2014/main" id="{2C0F009C-71DF-411F-9EBD-D46128002D4E}"/>
                </a:ext>
              </a:extLst>
            </p:cNvPr>
            <p:cNvSpPr txBox="1"/>
            <p:nvPr/>
          </p:nvSpPr>
          <p:spPr>
            <a:xfrm>
              <a:off x="1432933" y="4046685"/>
              <a:ext cx="2580511"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Good and bad economic</a:t>
              </a:r>
              <a:endParaRPr lang="ko-KR" altLang="en-US" sz="1200" dirty="0">
                <a:solidFill>
                  <a:schemeClr val="tx1">
                    <a:lumMod val="75000"/>
                    <a:lumOff val="25000"/>
                  </a:schemeClr>
                </a:solidFill>
                <a:cs typeface="Arial" pitchFamily="34" charset="0"/>
              </a:endParaRPr>
            </a:p>
          </p:txBody>
        </p:sp>
        <p:sp>
          <p:nvSpPr>
            <p:cNvPr id="35" name="Chevron 56">
              <a:extLst>
                <a:ext uri="{FF2B5EF4-FFF2-40B4-BE49-F238E27FC236}">
                  <a16:creationId xmlns:a16="http://schemas.microsoft.com/office/drawing/2014/main" id="{A33470AC-75B5-4047-93AB-7A1B83F80931}"/>
                </a:ext>
              </a:extLst>
            </p:cNvPr>
            <p:cNvSpPr/>
            <p:nvPr/>
          </p:nvSpPr>
          <p:spPr>
            <a:xfrm>
              <a:off x="1180933" y="4361677"/>
              <a:ext cx="252000" cy="2520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solidFill>
                  <a:schemeClr val="accent1"/>
                </a:solidFill>
              </a:endParaRPr>
            </a:p>
          </p:txBody>
        </p:sp>
        <p:sp>
          <p:nvSpPr>
            <p:cNvPr id="36" name="TextBox 35">
              <a:extLst>
                <a:ext uri="{FF2B5EF4-FFF2-40B4-BE49-F238E27FC236}">
                  <a16:creationId xmlns:a16="http://schemas.microsoft.com/office/drawing/2014/main" id="{9D89241E-52CF-412E-A853-933E877EB61F}"/>
                </a:ext>
              </a:extLst>
            </p:cNvPr>
            <p:cNvSpPr txBox="1"/>
            <p:nvPr/>
          </p:nvSpPr>
          <p:spPr>
            <a:xfrm>
              <a:off x="1432933" y="4349178"/>
              <a:ext cx="2580511"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Weather is good and bad</a:t>
              </a:r>
              <a:endParaRPr lang="ko-KR" altLang="en-US" sz="1200" dirty="0">
                <a:solidFill>
                  <a:schemeClr val="tx1">
                    <a:lumMod val="75000"/>
                    <a:lumOff val="25000"/>
                  </a:schemeClr>
                </a:solidFill>
                <a:cs typeface="Arial" pitchFamily="34" charset="0"/>
              </a:endParaRPr>
            </a:p>
          </p:txBody>
        </p:sp>
      </p:grpSp>
    </p:spTree>
    <p:custDataLst>
      <p:tags r:id="rId1"/>
    </p:custDataLst>
    <p:extLst>
      <p:ext uri="{BB962C8B-B14F-4D97-AF65-F5344CB8AC3E}">
        <p14:creationId xmlns:p14="http://schemas.microsoft.com/office/powerpoint/2010/main" val="1111573467"/>
      </p:ext>
    </p:extLst>
  </p:cSld>
  <p:clrMapOvr>
    <a:masterClrMapping/>
  </p:clrMapOvr>
  <mc:AlternateContent xmlns:mc="http://schemas.openxmlformats.org/markup-compatibility/2006" xmlns:p14="http://schemas.microsoft.com/office/powerpoint/2010/main">
    <mc:Choice Requires="p14">
      <p:transition spd="slow" p14:dur="2000" advTm="173826">
        <p:cut/>
      </p:transition>
    </mc:Choice>
    <mc:Fallback xmlns="">
      <p:transition spd="slow" advTm="173826">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animBg="1"/>
      <p:bldP spid="17" grpId="0"/>
      <p:bldP spid="18" grpId="0" animBg="1"/>
    </p:bldLst>
  </p:timing>
  <p:extLst mod="1">
    <p:ext uri="{3A86A75C-4F4B-4683-9AE1-C65F6400EC91}">
      <p14:laserTraceLst xmlns:p14="http://schemas.microsoft.com/office/powerpoint/2010/main">
        <p14:tracePtLst>
          <p14:tracePt t="20930" x="754063" y="5362575"/>
          <p14:tracePt t="21050" x="776288" y="5348288"/>
          <p14:tracePt t="21057" x="922338" y="5305425"/>
          <p14:tracePt t="21066" x="1176338" y="5224463"/>
          <p14:tracePt t="21074" x="1546225" y="5138738"/>
          <p14:tracePt t="21087" x="1981200" y="5006975"/>
          <p14:tracePt t="21106" x="3432175" y="4702175"/>
          <p14:tracePt t="21120" x="3919538" y="4614863"/>
          <p14:tracePt t="21137" x="4840288" y="4478338"/>
          <p14:tracePt t="21154" x="5943600" y="4281488"/>
          <p14:tracePt t="21173" x="6400800" y="4151313"/>
          <p14:tracePt t="21187" x="6632575" y="4056063"/>
          <p14:tracePt t="21204" x="6697663" y="3998913"/>
          <p14:tracePt t="21220" x="6713538" y="3948113"/>
          <p14:tracePt t="21237" x="6719888" y="3868738"/>
          <p14:tracePt t="21253" x="6719888" y="3751263"/>
          <p14:tracePt t="21271" x="6697663" y="3649663"/>
          <p14:tracePt t="21287" x="6669088" y="3563938"/>
          <p14:tracePt t="21303" x="6662738" y="3476625"/>
          <p14:tracePt t="21320" x="6632575" y="3381375"/>
          <p14:tracePt t="21337" x="6632575" y="3324225"/>
          <p14:tracePt t="21354" x="6632575" y="3251200"/>
          <p14:tracePt t="21370" x="6669088" y="3178175"/>
          <p14:tracePt t="21387" x="6691313" y="3149600"/>
          <p14:tracePt t="21404" x="6691313" y="3141663"/>
          <p14:tracePt t="21563" x="6677025" y="3141663"/>
          <p14:tracePt t="21570" x="6626225" y="3149600"/>
          <p14:tracePt t="21578" x="6575425" y="3171825"/>
          <p14:tracePt t="21587" x="6516688" y="3192463"/>
          <p14:tracePt t="21604" x="6408738" y="3243263"/>
          <p14:tracePt t="21620" x="6307138" y="3287713"/>
          <p14:tracePt t="21637" x="6183313" y="3344863"/>
          <p14:tracePt t="21654" x="6053138" y="3417888"/>
          <p14:tracePt t="21670" x="5915025" y="3476625"/>
          <p14:tracePt t="21687" x="5834063" y="3497263"/>
          <p14:tracePt t="21706" x="5732463" y="3519488"/>
          <p14:tracePt t="21724" x="5667375" y="3527425"/>
          <p14:tracePt t="21744" x="5616575" y="3527425"/>
          <p14:tracePt t="21762" x="5559425" y="3527425"/>
          <p14:tracePt t="21775" x="5545138" y="3527425"/>
          <p14:tracePt t="21787" x="5508625" y="3527425"/>
          <p14:tracePt t="21804" x="5464175" y="3505200"/>
          <p14:tracePt t="21820" x="5427663" y="3482975"/>
          <p14:tracePt t="21837" x="5399088" y="3476625"/>
          <p14:tracePt t="21854" x="5384800" y="3462338"/>
          <p14:tracePt t="21870" x="5370513" y="3462338"/>
          <p14:tracePt t="21887" x="5362575" y="3462338"/>
          <p14:tracePt t="21920" x="5356225" y="3454400"/>
          <p14:tracePt t="21947" x="5348288" y="3446463"/>
          <p14:tracePt t="21962" x="5348288" y="3432175"/>
          <p14:tracePt t="21970" x="5348288" y="3425825"/>
          <p14:tracePt t="21987" x="5348288" y="3411538"/>
          <p14:tracePt t="22003" x="5348288" y="3395663"/>
          <p14:tracePt t="22020" x="5348288" y="3381375"/>
          <p14:tracePt t="22037" x="5348288" y="3367088"/>
          <p14:tracePt t="22054" x="5348288" y="3352800"/>
          <p14:tracePt t="22070" x="5356225" y="3316288"/>
          <p14:tracePt t="22087" x="5370513" y="3302000"/>
          <p14:tracePt t="22104" x="5392738" y="3279775"/>
          <p14:tracePt t="22120" x="5421313" y="3265488"/>
          <p14:tracePt t="22137" x="5443538" y="3251200"/>
          <p14:tracePt t="22154" x="5472113" y="3243263"/>
          <p14:tracePt t="22170" x="5500688" y="3243263"/>
          <p14:tracePt t="22187" x="5529263" y="3228975"/>
          <p14:tracePt t="22204" x="5565775" y="3228975"/>
          <p14:tracePt t="22220" x="5610225" y="3222625"/>
          <p14:tracePt t="22237" x="5653088" y="3222625"/>
          <p14:tracePt t="22254" x="5703888" y="3222625"/>
          <p14:tracePt t="22270" x="5768975" y="3222625"/>
          <p14:tracePt t="22288" x="5849938" y="3222625"/>
          <p14:tracePt t="22304" x="5921375" y="3236913"/>
          <p14:tracePt t="22320" x="5986463" y="3259138"/>
          <p14:tracePt t="22337" x="6037263" y="3287713"/>
          <p14:tracePt t="22354" x="6053138" y="3287713"/>
          <p14:tracePt t="22371" x="6081713" y="3316288"/>
          <p14:tracePt t="22388" x="6103938" y="3352800"/>
          <p14:tracePt t="22404" x="6132513" y="3389313"/>
          <p14:tracePt t="22422" x="6138863" y="3425825"/>
          <p14:tracePt t="22438" x="6154738" y="3440113"/>
          <p14:tracePt t="22454" x="6154738" y="3468688"/>
          <p14:tracePt t="22471" x="6154738" y="3490913"/>
          <p14:tracePt t="22487" x="6154738" y="3519488"/>
          <p14:tracePt t="22504" x="6154738" y="3541713"/>
          <p14:tracePt t="22521" x="6154738" y="3578225"/>
          <p14:tracePt t="22547" x="6146800" y="3606800"/>
          <p14:tracePt t="22561" x="6132513" y="3621088"/>
          <p14:tracePt t="22575" x="6124575" y="3621088"/>
          <p14:tracePt t="22590" x="6110288" y="3635375"/>
          <p14:tracePt t="22605" x="6096000" y="3649663"/>
          <p14:tracePt t="22621" x="6081713" y="3665538"/>
          <p14:tracePt t="22637" x="6059488" y="3671888"/>
          <p14:tracePt t="22654" x="6037263" y="3679825"/>
          <p14:tracePt t="22671" x="6016625" y="3686175"/>
          <p14:tracePt t="22715" x="6002338" y="3694113"/>
          <p14:tracePt t="22747" x="5994400" y="3694113"/>
          <p14:tracePt t="22763" x="5986463" y="3694113"/>
          <p14:tracePt t="22773" x="5972175" y="3700463"/>
          <p14:tracePt t="22795" x="5965825" y="3700463"/>
          <p14:tracePt t="22835" x="5957888" y="3700463"/>
          <p14:tracePt t="23544" x="5951538" y="3700463"/>
          <p14:tracePt t="23562" x="5915025" y="3716338"/>
          <p14:tracePt t="23580" x="5892800" y="3716338"/>
          <p14:tracePt t="23598" x="5849938" y="3716338"/>
          <p14:tracePt t="23620" x="5799138" y="3716338"/>
          <p14:tracePt t="23637" x="5762625" y="3716338"/>
          <p14:tracePt t="23655" x="5754688" y="3716338"/>
          <p14:tracePt t="23675" x="5726113" y="3716338"/>
          <p14:tracePt t="23691" x="5711825" y="3716338"/>
          <p14:tracePt t="23710" x="5697538" y="3694113"/>
          <p14:tracePt t="23722" x="5675313" y="3657600"/>
          <p14:tracePt t="23737" x="5661025" y="3629025"/>
          <p14:tracePt t="23754" x="5653088" y="3606800"/>
          <p14:tracePt t="23771" x="5653088" y="3578225"/>
          <p14:tracePt t="23788" x="5653088" y="3556000"/>
          <p14:tracePt t="23804" x="5653088" y="3527425"/>
          <p14:tracePt t="23821" x="5675313" y="3513138"/>
          <p14:tracePt t="23838" x="5703888" y="3490913"/>
          <p14:tracePt t="23854" x="5783263" y="3482975"/>
          <p14:tracePt t="23871" x="5878513" y="3482975"/>
          <p14:tracePt t="23888" x="5943600" y="3482975"/>
          <p14:tracePt t="23904" x="5980113" y="3482975"/>
          <p14:tracePt t="23921" x="6016625" y="3482975"/>
          <p14:tracePt t="23938" x="6059488" y="3497263"/>
          <p14:tracePt t="23954" x="6081713" y="3513138"/>
          <p14:tracePt t="23971" x="6103938" y="3519488"/>
          <p14:tracePt t="23988" x="6103938" y="3527425"/>
          <p14:tracePt t="24004" x="6110288" y="3533775"/>
          <p14:tracePt t="24021" x="6110288" y="3548063"/>
          <p14:tracePt t="24038" x="6118225" y="3578225"/>
          <p14:tracePt t="24054" x="6118225" y="3621088"/>
          <p14:tracePt t="24071" x="6118225" y="3665538"/>
          <p14:tracePt t="24088" x="6118225" y="3686175"/>
          <p14:tracePt t="24104" x="6110288" y="3708400"/>
          <p14:tracePt t="24121" x="6103938" y="3716338"/>
          <p14:tracePt t="24138" x="6103938" y="3722688"/>
          <p14:tracePt t="26343" x="6124575" y="3722688"/>
          <p14:tracePt t="26362" x="6175375" y="3722688"/>
          <p14:tracePt t="26376" x="6183313" y="3722688"/>
          <p14:tracePt t="26390" x="6211888" y="3722688"/>
          <p14:tracePt t="26405" x="6234113" y="3716338"/>
          <p14:tracePt t="26422" x="6248400" y="3708400"/>
          <p14:tracePt t="26438" x="6256338" y="3708400"/>
          <p14:tracePt t="26455" x="6262688" y="3708400"/>
          <p14:tracePt t="26472" x="6276975" y="3700463"/>
          <p14:tracePt t="26500" x="6284913" y="3700463"/>
          <p14:tracePt t="26507" x="6291263" y="3700463"/>
          <p14:tracePt t="26522" x="6299200" y="3694113"/>
          <p14:tracePt t="26555" x="6307138" y="3694113"/>
          <p14:tracePt t="26572" x="6321425" y="3686175"/>
          <p14:tracePt t="26611" x="6327775" y="3686175"/>
          <p14:tracePt t="26627" x="6335713" y="3686175"/>
          <p14:tracePt t="26635" x="6342063" y="3679825"/>
          <p14:tracePt t="27178" x="6350000" y="3671888"/>
          <p14:tracePt t="27218" x="6357938" y="3671888"/>
          <p14:tracePt t="27234" x="6372225" y="3665538"/>
          <p14:tracePt t="27250" x="6372225" y="3657600"/>
          <p14:tracePt t="27266" x="6392863" y="3657600"/>
          <p14:tracePt t="27290" x="6392863" y="3649663"/>
          <p14:tracePt t="27305" x="6400800" y="3643313"/>
          <p14:tracePt t="27314" x="6408738" y="3643313"/>
          <p14:tracePt t="27346" x="6408738" y="3635375"/>
          <p14:tracePt t="27370" x="6415088" y="3635375"/>
          <p14:tracePt t="27433" x="6423025" y="3629025"/>
          <p14:tracePt t="27458" x="6437313" y="3621088"/>
          <p14:tracePt t="27485" x="6443663" y="3614738"/>
          <p14:tracePt t="27501" x="6459538" y="3614738"/>
          <p14:tracePt t="27515" x="6480175" y="3598863"/>
          <p14:tracePt t="27528" x="6488113" y="3592513"/>
          <p14:tracePt t="27535" x="6494463" y="3592513"/>
          <p14:tracePt t="27552" x="6510338" y="3584575"/>
          <p14:tracePt t="27562" x="6524625" y="3570288"/>
          <p14:tracePt t="27572" x="6545263" y="3570288"/>
          <p14:tracePt t="27589" x="6561138" y="3563938"/>
          <p14:tracePt t="27605" x="6575425" y="3556000"/>
          <p14:tracePt t="27622" x="6589713" y="3556000"/>
          <p14:tracePt t="27639" x="6596063" y="3556000"/>
          <p14:tracePt t="27672" x="6604000" y="3548063"/>
          <p14:tracePt t="27775" x="6611938" y="3548063"/>
          <p14:tracePt t="27837" x="6618288" y="3548063"/>
          <p14:tracePt t="27851" x="6626225" y="3548063"/>
          <p14:tracePt t="27863" x="6632575" y="3548063"/>
          <p14:tracePt t="27885" x="6640513" y="3548063"/>
          <p14:tracePt t="27909" x="6654800" y="3548063"/>
          <p14:tracePt t="27924" x="6662738" y="3548063"/>
          <p14:tracePt t="27941" x="6677025" y="3548063"/>
          <p14:tracePt t="27963" x="6683375" y="3548063"/>
          <p14:tracePt t="28012" x="6697663" y="3548063"/>
          <p14:tracePt t="28051" x="6705600" y="3548063"/>
          <p14:tracePt t="28107" x="6713538" y="3548063"/>
          <p14:tracePt t="28291" x="6719888" y="3548063"/>
          <p14:tracePt t="33365" x="6727825" y="3548063"/>
          <p14:tracePt t="33389" x="6727825" y="3563938"/>
          <p14:tracePt t="33404" x="6727825" y="3570288"/>
          <p14:tracePt t="33420" x="6727825" y="3584575"/>
          <p14:tracePt t="33434" x="6727825" y="3592513"/>
          <p14:tracePt t="33462" x="6727825" y="3606800"/>
          <p14:tracePt t="33532" x="6727825" y="3614738"/>
          <p14:tracePt t="33565" x="6727825" y="3629025"/>
          <p14:tracePt t="33580" x="6727825" y="3635375"/>
          <p14:tracePt t="33594" x="6719888" y="3643313"/>
          <p14:tracePt t="33613" x="6705600" y="3643313"/>
          <p14:tracePt t="33627" x="6697663" y="3649663"/>
          <p14:tracePt t="33641" x="6691313" y="3657600"/>
          <p14:tracePt t="33658" x="6683375" y="3657600"/>
          <p14:tracePt t="33674" x="6669088" y="3665538"/>
          <p14:tracePt t="33691" x="6662738" y="3665538"/>
          <p14:tracePt t="33708" x="6654800" y="3665538"/>
          <p14:tracePt t="33742" x="6640513" y="3665538"/>
          <p14:tracePt t="33764" x="6632575" y="3671888"/>
          <p14:tracePt t="33791" x="6618288" y="3671888"/>
          <p14:tracePt t="33828" x="6611938" y="3671888"/>
          <p14:tracePt t="33855" x="6596063" y="3671888"/>
          <p14:tracePt t="33869" x="6575425" y="3671888"/>
          <p14:tracePt t="33880" x="6567488" y="3671888"/>
          <p14:tracePt t="33892" x="6561138" y="3671888"/>
          <p14:tracePt t="33907" x="6545263" y="3671888"/>
          <p14:tracePt t="33941" x="6530975" y="3671888"/>
          <p14:tracePt t="33974" x="6524625" y="3679825"/>
          <p14:tracePt t="33995" x="6516688" y="3679825"/>
          <p14:tracePt t="34019" x="6510338" y="3679825"/>
          <p14:tracePt t="34353" x="6510338" y="3686175"/>
          <p14:tracePt t="34653" x="6494463" y="3686175"/>
          <p14:tracePt t="34670" x="6488113" y="3686175"/>
          <p14:tracePt t="34684" x="6465888" y="3686175"/>
          <p14:tracePt t="34697" x="6459538" y="3686175"/>
          <p14:tracePt t="34708" x="6451600" y="3694113"/>
          <p14:tracePt t="34724" x="6437313" y="3694113"/>
          <p14:tracePt t="34741" x="6429375" y="3694113"/>
          <p14:tracePt t="34758" x="6423025" y="3694113"/>
          <p14:tracePt t="34774" x="6415088" y="3694113"/>
          <p14:tracePt t="34792" x="6408738" y="3694113"/>
          <p14:tracePt t="34808" x="6400800" y="3700463"/>
          <p14:tracePt t="34824" x="6392863" y="3700463"/>
          <p14:tracePt t="34841" x="6378575" y="3700463"/>
          <p14:tracePt t="34874" x="6372225" y="3700463"/>
          <p14:tracePt t="34931" x="6357938" y="3700463"/>
          <p14:tracePt t="35219" x="6350000" y="3700463"/>
          <p14:tracePt t="35229" x="6327775" y="3700463"/>
          <p14:tracePt t="35244" x="6313488" y="3700463"/>
          <p14:tracePt t="35258" x="6291263" y="3700463"/>
          <p14:tracePt t="35274" x="6284913" y="3700463"/>
          <p14:tracePt t="35291" x="6276975" y="3700463"/>
          <p14:tracePt t="35324" x="6270625" y="3700463"/>
          <p14:tracePt t="36485" x="6276975" y="3700463"/>
          <p14:tracePt t="36501" x="6299200" y="3700463"/>
          <p14:tracePt t="36514" x="6327775" y="3700463"/>
          <p14:tracePt t="36527" x="6350000" y="3694113"/>
          <p14:tracePt t="36534" x="6378575" y="3686175"/>
          <p14:tracePt t="36550" x="6415088" y="3671888"/>
          <p14:tracePt t="36564" x="6459538" y="3665538"/>
          <p14:tracePt t="36578" x="6494463" y="3665538"/>
          <p14:tracePt t="36592" x="6510338" y="3657600"/>
          <p14:tracePt t="36609" x="6538913" y="3657600"/>
          <p14:tracePt t="36625" x="6553200" y="3649663"/>
          <p14:tracePt t="36642" x="6575425" y="3649663"/>
          <p14:tracePt t="36659" x="6596063" y="3643313"/>
          <p14:tracePt t="36675" x="6604000" y="3643313"/>
          <p14:tracePt t="36694" x="6611938" y="3643313"/>
          <p14:tracePt t="36710" x="6626225" y="3643313"/>
          <p14:tracePt t="36728" x="6632575" y="3643313"/>
          <p14:tracePt t="36743" x="6646863" y="3643313"/>
          <p14:tracePt t="36759" x="6662738" y="3643313"/>
          <p14:tracePt t="36775" x="6683375" y="3643313"/>
          <p14:tracePt t="36794" x="6713538" y="3635375"/>
          <p14:tracePt t="36809" x="6719888" y="3635375"/>
          <p14:tracePt t="36825" x="6734175" y="3635375"/>
          <p14:tracePt t="36842" x="6756400" y="3635375"/>
          <p14:tracePt t="36860" x="6770688" y="3635375"/>
          <p14:tracePt t="36875" x="6792913" y="3635375"/>
          <p14:tracePt t="36892" x="6799263" y="3635375"/>
          <p14:tracePt t="36910" x="6815138" y="3635375"/>
          <p14:tracePt t="36942" x="6821488" y="3635375"/>
          <p14:tracePt t="36972" x="6829425" y="3635375"/>
          <p14:tracePt t="37782" x="6835775" y="3635375"/>
          <p14:tracePt t="37802" x="6886575" y="3649663"/>
          <p14:tracePt t="37815" x="6908800" y="3665538"/>
          <p14:tracePt t="37826" x="6945313" y="3686175"/>
          <p14:tracePt t="37842" x="6967538" y="3708400"/>
          <p14:tracePt t="37859" x="6996113" y="3716338"/>
          <p14:tracePt t="37875" x="7010400" y="3722688"/>
          <p14:tracePt t="37892" x="7024688" y="3736975"/>
          <p14:tracePt t="37909" x="7046913" y="3751263"/>
          <p14:tracePt t="37925" x="7053263" y="3759200"/>
          <p14:tracePt t="37942" x="7069138" y="3781425"/>
          <p14:tracePt t="37959" x="7075488" y="3795713"/>
          <p14:tracePt t="37975" x="7089775" y="3824288"/>
          <p14:tracePt t="37992" x="7112000" y="3860800"/>
          <p14:tracePt t="38009" x="7119938" y="3897313"/>
          <p14:tracePt t="38025" x="7119938" y="3919538"/>
          <p14:tracePt t="38042" x="7119938" y="3933825"/>
          <p14:tracePt t="38059" x="7119938" y="3954463"/>
          <p14:tracePt t="38075" x="7104063" y="3976688"/>
          <p14:tracePt t="38092" x="7083425" y="3998913"/>
          <p14:tracePt t="38109" x="7075488" y="4005263"/>
          <p14:tracePt t="38125" x="7053263" y="4021138"/>
          <p14:tracePt t="38142" x="7018338" y="4027488"/>
          <p14:tracePt t="38159" x="6959600" y="4056063"/>
          <p14:tracePt t="38175" x="6916738" y="4064000"/>
          <p14:tracePt t="38192" x="6880225" y="4064000"/>
          <p14:tracePt t="38209" x="6843713" y="4078288"/>
          <p14:tracePt t="38225" x="6807200" y="4078288"/>
          <p14:tracePt t="38242" x="6792913" y="4078288"/>
          <p14:tracePt t="38259" x="6770688" y="4078288"/>
          <p14:tracePt t="38275" x="6742113" y="4086225"/>
          <p14:tracePt t="38292" x="6719888" y="4086225"/>
          <p14:tracePt t="38309" x="6697663" y="4086225"/>
          <p14:tracePt t="38325" x="6677025" y="4086225"/>
          <p14:tracePt t="38342" x="6669088" y="4086225"/>
          <p14:tracePt t="38359" x="6654800" y="4086225"/>
          <p14:tracePt t="38392" x="6646863" y="4086225"/>
          <p14:tracePt t="38409" x="6640513" y="4086225"/>
          <p14:tracePt t="38425" x="6626225" y="4086225"/>
          <p14:tracePt t="38442" x="6618288" y="4086225"/>
          <p14:tracePt t="38459" x="6611938" y="4086225"/>
          <p14:tracePt t="38476" x="6596063" y="4086225"/>
          <p14:tracePt t="38492" x="6589713" y="4086225"/>
          <p14:tracePt t="38509" x="6575425" y="4086225"/>
          <p14:tracePt t="38525" x="6567488" y="4086225"/>
          <p14:tracePt t="38542" x="6545263" y="4086225"/>
          <p14:tracePt t="38559" x="6530975" y="4086225"/>
          <p14:tracePt t="38575" x="6510338" y="4086225"/>
          <p14:tracePt t="38592" x="6494463" y="4086225"/>
          <p14:tracePt t="38609" x="6480175" y="4086225"/>
          <p14:tracePt t="38625" x="6459538" y="4086225"/>
          <p14:tracePt t="38642" x="6443663" y="4086225"/>
          <p14:tracePt t="38659" x="6437313" y="4086225"/>
          <p14:tracePt t="38675" x="6429375" y="4086225"/>
          <p14:tracePt t="38692" x="6415088" y="4086225"/>
          <p14:tracePt t="38709" x="6408738" y="4086225"/>
          <p14:tracePt t="38725" x="6400800" y="4086225"/>
          <p14:tracePt t="38779" x="6392863" y="4086225"/>
          <p14:tracePt t="39996" x="6386513" y="4086225"/>
          <p14:tracePt t="40004" x="6386513" y="4092575"/>
          <p14:tracePt t="40019" x="6378575" y="4092575"/>
          <p14:tracePt t="40051" x="6364288" y="4100513"/>
          <p14:tracePt t="40092" x="6357938" y="4100513"/>
          <p14:tracePt t="40102" x="6350000" y="4100513"/>
          <p14:tracePt t="40109" x="6327775" y="4106863"/>
          <p14:tracePt t="40126" x="6270625" y="4106863"/>
          <p14:tracePt t="40143" x="6110288" y="4106863"/>
          <p14:tracePt t="40160" x="5878513" y="4106863"/>
          <p14:tracePt t="40180" x="5443538" y="4106863"/>
          <p14:tracePt t="40193" x="5138738" y="4106863"/>
          <p14:tracePt t="40210" x="4862513" y="4106863"/>
          <p14:tracePt t="40226" x="4614863" y="4106863"/>
          <p14:tracePt t="40243" x="4397375" y="4106863"/>
          <p14:tracePt t="40260" x="4100513" y="4086225"/>
          <p14:tracePt t="40277" x="3781425" y="4021138"/>
          <p14:tracePt t="40292" x="3482975" y="3976688"/>
          <p14:tracePt t="40310" x="3273425" y="3940175"/>
          <p14:tracePt t="40326" x="3106738" y="3897313"/>
          <p14:tracePt t="40343" x="2968625" y="3875088"/>
          <p14:tracePt t="40359" x="2881313" y="3860800"/>
          <p14:tracePt t="40376" x="2830513" y="3846513"/>
          <p14:tracePt t="40393" x="2822575" y="3846513"/>
          <p14:tracePt t="40410" x="2822575" y="3838575"/>
          <p14:tracePt t="40475" x="2822575" y="3832225"/>
          <p14:tracePt t="40483" x="2822575" y="3817938"/>
          <p14:tracePt t="40493" x="2830513" y="3787775"/>
          <p14:tracePt t="40510" x="2844800" y="3736975"/>
          <p14:tracePt t="40526" x="2844800" y="3629025"/>
          <p14:tracePt t="40530" x="2844800" y="3570288"/>
          <p14:tracePt t="40543" x="2844800" y="3476625"/>
          <p14:tracePt t="40559" x="2844800" y="3324225"/>
          <p14:tracePt t="40576" x="2867025" y="3214688"/>
          <p14:tracePt t="40593" x="2873375" y="3141663"/>
          <p14:tracePt t="40609" x="2881313" y="3040063"/>
          <p14:tracePt t="40626" x="2895600" y="3005138"/>
          <p14:tracePt t="40643" x="2895600" y="2989263"/>
          <p14:tracePt t="40727" x="2895600" y="2982913"/>
          <p14:tracePt t="40750" x="2867025" y="2982913"/>
          <p14:tracePt t="40762" x="2757488" y="3070225"/>
          <p14:tracePt t="40776" x="2663825" y="3127375"/>
          <p14:tracePt t="40794" x="2438400" y="3259138"/>
          <p14:tracePt t="40810" x="2198688" y="3395663"/>
          <p14:tracePt t="40828" x="2111375" y="3440113"/>
          <p14:tracePt t="40845" x="2032000" y="3482975"/>
          <p14:tracePt t="40863" x="1958975" y="3505200"/>
          <p14:tracePt t="40879" x="1893888" y="3541713"/>
          <p14:tracePt t="40893" x="1820863" y="3570288"/>
          <p14:tracePt t="40910" x="1770063" y="3598863"/>
          <p14:tracePt t="40926" x="1755775" y="3598863"/>
          <p14:tracePt t="41211" x="1763713" y="3598863"/>
          <p14:tracePt t="41218" x="1778000" y="3598863"/>
          <p14:tracePt t="41228" x="1785938" y="3598863"/>
          <p14:tracePt t="41243" x="1828800" y="3584575"/>
          <p14:tracePt t="41260" x="1871663" y="3563938"/>
          <p14:tracePt t="41276" x="1893888" y="3556000"/>
          <p14:tracePt t="41293" x="1916113" y="3541713"/>
          <p14:tracePt t="41310" x="1938338" y="3533775"/>
          <p14:tracePt t="41326" x="1952625" y="3527425"/>
          <p14:tracePt t="41343" x="1989138" y="3513138"/>
          <p14:tracePt t="41360" x="2009775" y="3505200"/>
          <p14:tracePt t="41378" x="2046288" y="3490913"/>
          <p14:tracePt t="41395" x="2060575" y="3482975"/>
          <p14:tracePt t="41410" x="2068513" y="3482975"/>
          <p14:tracePt t="41430" x="2082800" y="3482975"/>
          <p14:tracePt t="41447" x="2105025" y="3482975"/>
          <p14:tracePt t="41462" x="2111375" y="3482975"/>
          <p14:tracePt t="41478" x="2133600" y="3476625"/>
          <p14:tracePt t="41493" x="2141538" y="3476625"/>
          <p14:tracePt t="41526" x="2147888" y="3468688"/>
          <p14:tracePt t="42180" x="2155825" y="3468688"/>
          <p14:tracePt t="42188" x="2162175" y="3468688"/>
          <p14:tracePt t="42211" x="2176463" y="3482975"/>
          <p14:tracePt t="42220" x="2184400" y="3482975"/>
          <p14:tracePt t="42230" x="2206625" y="3505200"/>
          <p14:tracePt t="42243" x="2220913" y="3519488"/>
          <p14:tracePt t="42260" x="2243138" y="3533775"/>
          <p14:tracePt t="42277" x="2257425" y="3548063"/>
          <p14:tracePt t="42293" x="2271713" y="3556000"/>
          <p14:tracePt t="42310" x="2286000" y="3563938"/>
          <p14:tracePt t="42343" x="2293938" y="3563938"/>
          <p14:tracePt t="42360" x="2300288" y="3570288"/>
          <p14:tracePt t="42393" x="2308225" y="3578225"/>
          <p14:tracePt t="42420" x="2314575" y="3578225"/>
          <p14:tracePt t="42469" x="2322513" y="3584575"/>
          <p14:tracePt t="42488" x="2328863" y="3584575"/>
          <p14:tracePt t="42502" x="2336800" y="3584575"/>
          <p14:tracePt t="42510" x="2344738" y="3584575"/>
          <p14:tracePt t="42527" x="2351088" y="3584575"/>
          <p14:tracePt t="42543" x="2365375" y="3592513"/>
          <p14:tracePt t="42560" x="2373313" y="3592513"/>
          <p14:tracePt t="42577" x="2387600" y="3598863"/>
          <p14:tracePt t="42593" x="2395538" y="3598863"/>
          <p14:tracePt t="42610" x="2409825" y="3606800"/>
          <p14:tracePt t="42659" x="2416175" y="3606800"/>
          <p14:tracePt t="42675" x="2424113" y="3606800"/>
          <p14:tracePt t="42691" x="2430463" y="3606800"/>
          <p14:tracePt t="42757" x="2438400" y="3606800"/>
          <p14:tracePt t="42923" x="2446338" y="3606800"/>
          <p14:tracePt t="42939" x="2452688" y="3606800"/>
          <p14:tracePt t="42947" x="2452688" y="3598863"/>
          <p14:tracePt t="42960" x="2452688" y="3592513"/>
          <p14:tracePt t="42978" x="2460625" y="3578225"/>
          <p14:tracePt t="42994" x="2460625" y="3563938"/>
          <p14:tracePt t="43010" x="2460625" y="3541713"/>
          <p14:tracePt t="43044" x="2460625" y="3533775"/>
          <p14:tracePt t="43067" x="2452688" y="3527425"/>
          <p14:tracePt t="43091" x="2452688" y="3519488"/>
          <p14:tracePt t="43116" x="2446338" y="3519488"/>
          <p14:tracePt t="43476" x="2438400" y="3519488"/>
          <p14:tracePt t="43492" x="2430463" y="3527425"/>
          <p14:tracePt t="43500" x="2430463" y="3541713"/>
          <p14:tracePt t="43510" x="2430463" y="3563938"/>
          <p14:tracePt t="43527" x="2424113" y="3598863"/>
          <p14:tracePt t="43532" x="2424113" y="3629025"/>
          <p14:tracePt t="43544" x="2416175" y="3649663"/>
          <p14:tracePt t="43561" x="2409825" y="3700463"/>
          <p14:tracePt t="43578" x="2409825" y="3744913"/>
          <p14:tracePt t="43595" x="2409825" y="3759200"/>
          <p14:tracePt t="43613" x="2409825" y="3773488"/>
          <p14:tracePt t="43627" x="2409825" y="3787775"/>
          <p14:tracePt t="43644" x="2409825" y="3810000"/>
          <p14:tracePt t="43660" x="2409825" y="3832225"/>
          <p14:tracePt t="43677" x="2409825" y="3838575"/>
          <p14:tracePt t="43694" x="2409825" y="3846513"/>
          <p14:tracePt t="43802" x="2401888" y="3852863"/>
          <p14:tracePt t="44874" x="2395538" y="3852863"/>
          <p14:tracePt t="44906" x="2387600" y="3846513"/>
          <p14:tracePt t="44914" x="2387600" y="3838575"/>
          <p14:tracePt t="44932" x="2387600" y="3832225"/>
          <p14:tracePt t="44951" x="2379663" y="3832225"/>
          <p14:tracePt t="44967" x="2379663" y="3824288"/>
          <p14:tracePt t="45151" x="2379663" y="3817938"/>
          <p14:tracePt t="45172" x="2379663" y="3795713"/>
          <p14:tracePt t="45190" x="2379663" y="3787775"/>
          <p14:tracePt t="45203" x="2373313" y="3781425"/>
          <p14:tracePt t="45229" x="2373313" y="3773488"/>
          <p14:tracePt t="45315" x="2365375" y="3773488"/>
          <p14:tracePt t="45324" x="2351088" y="3773488"/>
          <p14:tracePt t="45333" x="2344738" y="3781425"/>
          <p14:tracePt t="45344" x="2328863" y="3795713"/>
          <p14:tracePt t="45361" x="2308225" y="3810000"/>
          <p14:tracePt t="45378" x="2263775" y="3832225"/>
          <p14:tracePt t="45394" x="2257425" y="3846513"/>
          <p14:tracePt t="45411" x="2243138" y="3846513"/>
          <p14:tracePt t="45428" x="2235200" y="3846513"/>
          <p14:tracePt t="45444" x="2220913" y="3852863"/>
          <p14:tracePt t="45477" x="2198688" y="3852863"/>
          <p14:tracePt t="45494" x="2176463" y="3852863"/>
          <p14:tracePt t="45511" x="2162175" y="3852863"/>
          <p14:tracePt t="45527" x="2147888" y="3852863"/>
          <p14:tracePt t="45546" x="2141538" y="3852863"/>
          <p14:tracePt t="45561" x="2133600" y="3852863"/>
          <p14:tracePt t="45578" x="2111375" y="3852863"/>
          <p14:tracePt t="45594" x="2097088" y="3852863"/>
          <p14:tracePt t="45611" x="2074863" y="3852863"/>
          <p14:tracePt t="45628" x="2054225" y="3852863"/>
          <p14:tracePt t="45644" x="2046288" y="3852863"/>
          <p14:tracePt t="45661" x="2024063" y="3838575"/>
          <p14:tracePt t="45678" x="2017713" y="3838575"/>
          <p14:tracePt t="45694" x="2009775" y="3838575"/>
          <p14:tracePt t="45711" x="1989138" y="3832225"/>
          <p14:tracePt t="45728" x="1973263" y="3824288"/>
          <p14:tracePt t="45745" x="1973263" y="3817938"/>
          <p14:tracePt t="45761" x="1952625" y="3810000"/>
          <p14:tracePt t="45778" x="1938338" y="3795713"/>
          <p14:tracePt t="45794" x="1930400" y="3787775"/>
          <p14:tracePt t="45811" x="1916113" y="3773488"/>
          <p14:tracePt t="45828" x="1908175" y="3767138"/>
          <p14:tracePt t="45844" x="1893888" y="3751263"/>
          <p14:tracePt t="45861" x="1887538" y="3751263"/>
          <p14:tracePt t="45878" x="1887538" y="3744913"/>
          <p14:tracePt t="45911" x="1879600" y="3744913"/>
          <p14:tracePt t="46002" x="1871663" y="3744913"/>
          <p14:tracePt t="46026" x="1857375" y="3744913"/>
          <p14:tracePt t="46034" x="1851025" y="3744913"/>
          <p14:tracePt t="46044" x="1843088" y="3744913"/>
          <p14:tracePt t="46061" x="1828800" y="3759200"/>
          <p14:tracePt t="46078" x="1820863" y="3767138"/>
          <p14:tracePt t="46094" x="1806575" y="3781425"/>
          <p14:tracePt t="46111" x="1806575" y="3795713"/>
          <p14:tracePt t="46128" x="1800225" y="3795713"/>
          <p14:tracePt t="46144" x="1800225" y="3802063"/>
          <p14:tracePt t="46161" x="1792288" y="3824288"/>
          <p14:tracePt t="46178" x="1785938" y="3832225"/>
          <p14:tracePt t="46195" x="1785938" y="3838575"/>
          <p14:tracePt t="46228" x="1785938" y="3852863"/>
          <p14:tracePt t="46291" x="1785938" y="3860800"/>
          <p14:tracePt t="46306" x="1785938" y="3868738"/>
          <p14:tracePt t="46322" x="1785938" y="3875088"/>
          <p14:tracePt t="46354" x="1785938" y="3883025"/>
          <p14:tracePt t="46370" x="1785938" y="3889375"/>
          <p14:tracePt t="46387" x="1785938" y="3897313"/>
          <p14:tracePt t="46419" x="1778000" y="3903663"/>
          <p14:tracePt t="46434" x="1778000" y="3911600"/>
          <p14:tracePt t="46442" x="1778000" y="3919538"/>
          <p14:tracePt t="46450" x="1763713" y="3925888"/>
          <p14:tracePt t="46461" x="1763713" y="3933825"/>
          <p14:tracePt t="46478" x="1755775" y="3940175"/>
          <p14:tracePt t="46495" x="1741488" y="3954463"/>
          <p14:tracePt t="46511" x="1727200" y="3976688"/>
          <p14:tracePt t="46528" x="1712913" y="3990975"/>
          <p14:tracePt t="46531" x="1704975" y="3998913"/>
          <p14:tracePt t="46545" x="1698625" y="4013200"/>
          <p14:tracePt t="46561" x="1698625" y="4021138"/>
          <p14:tracePt t="46578" x="1690688" y="4027488"/>
          <p14:tracePt t="46595" x="1684338" y="4027488"/>
          <p14:tracePt t="46611" x="1676400" y="4027488"/>
          <p14:tracePt t="46628" x="1668463" y="4035425"/>
          <p14:tracePt t="46644" x="1668463" y="4041775"/>
          <p14:tracePt t="46689" x="1662113" y="4049713"/>
          <p14:tracePt t="46996" x="1662113" y="4041775"/>
          <p14:tracePt t="47005" x="1654175" y="4027488"/>
          <p14:tracePt t="47020" x="1647825" y="4013200"/>
          <p14:tracePt t="47075" x="1647825" y="4005263"/>
          <p14:tracePt t="47107" x="1647825" y="3998913"/>
          <p14:tracePt t="47148" x="1647825" y="3990975"/>
          <p14:tracePt t="47508" x="1647825" y="3976688"/>
          <p14:tracePt t="47517" x="1647825" y="3970338"/>
          <p14:tracePt t="47532" x="1647825" y="3962400"/>
          <p14:tracePt t="47545" x="1647825" y="3948113"/>
          <p14:tracePt t="47562" x="1647825" y="3940175"/>
          <p14:tracePt t="47578" x="1647825" y="3933825"/>
          <p14:tracePt t="47595" x="1647825" y="3925888"/>
          <p14:tracePt t="47611" x="1647825" y="3911600"/>
          <p14:tracePt t="47628" x="1647825" y="3903663"/>
          <p14:tracePt t="47645" x="1647825" y="3889375"/>
          <p14:tracePt t="47662" x="1647825" y="3868738"/>
          <p14:tracePt t="47679" x="1654175" y="3860800"/>
          <p14:tracePt t="47695" x="1668463" y="3838575"/>
          <p14:tracePt t="47712" x="1676400" y="3832225"/>
          <p14:tracePt t="47730" x="1690688" y="3817938"/>
          <p14:tracePt t="47745" x="1690688" y="3810000"/>
          <p14:tracePt t="47762" x="1704975" y="3810000"/>
          <p14:tracePt t="47779" x="1719263" y="3795713"/>
          <p14:tracePt t="47796" x="1741488" y="3787775"/>
          <p14:tracePt t="47812" x="1755775" y="3773488"/>
          <p14:tracePt t="47829" x="1778000" y="3767138"/>
          <p14:tracePt t="47846" x="1792288" y="3767138"/>
          <p14:tracePt t="47862" x="1820863" y="3751263"/>
          <p14:tracePt t="47879" x="1828800" y="3751263"/>
          <p14:tracePt t="47895" x="1843088" y="3744913"/>
          <p14:tracePt t="47912" x="1857375" y="3744913"/>
          <p14:tracePt t="47929" x="1865313" y="3736975"/>
          <p14:tracePt t="47962" x="1871663" y="3736975"/>
          <p14:tracePt t="47978" x="1879600" y="3736975"/>
          <p14:tracePt t="48043" x="1887538" y="3730625"/>
          <p14:tracePt t="48075" x="1901825" y="3722688"/>
          <p14:tracePt t="48091" x="1901825" y="3716338"/>
          <p14:tracePt t="48115" x="1908175" y="3716338"/>
          <p14:tracePt t="48124" x="1908175" y="3708400"/>
          <p14:tracePt t="48132" x="1916113" y="3708400"/>
          <p14:tracePt t="48145" x="1922463" y="3694113"/>
          <p14:tracePt t="48162" x="1930400" y="3694113"/>
          <p14:tracePt t="48179" x="1938338" y="3679825"/>
          <p14:tracePt t="48195" x="1952625" y="3657600"/>
          <p14:tracePt t="48212" x="1958975" y="3649663"/>
          <p14:tracePt t="48229" x="1958975" y="3635375"/>
          <p14:tracePt t="48245" x="1958975" y="3629025"/>
          <p14:tracePt t="48262" x="1966913" y="3621088"/>
          <p14:tracePt t="48279" x="1966913" y="3614738"/>
          <p14:tracePt t="48295" x="1973263" y="3606800"/>
          <p14:tracePt t="48329" x="1981200" y="3592513"/>
          <p14:tracePt t="48383" x="1981200" y="3584575"/>
          <p14:tracePt t="48417" x="1981200" y="3578225"/>
          <p14:tracePt t="50554" x="1989138" y="3578225"/>
          <p14:tracePt t="50582" x="1995488" y="3578225"/>
          <p14:tracePt t="50621" x="2003425" y="3578225"/>
          <p14:tracePt t="50639" x="2017713" y="3592513"/>
          <p14:tracePt t="50654" x="2039938" y="3614738"/>
          <p14:tracePt t="50670" x="2046288" y="3614738"/>
          <p14:tracePt t="50699" x="2054225" y="3621088"/>
          <p14:tracePt t="50723" x="2054225" y="3629025"/>
          <p14:tracePt t="50734" x="2060575" y="3643313"/>
          <p14:tracePt t="50747" x="2068513" y="3657600"/>
          <p14:tracePt t="50763" x="2074863" y="3671888"/>
          <p14:tracePt t="50803" x="2074863" y="3679825"/>
          <p14:tracePt t="50820" x="2074863" y="3686175"/>
          <p14:tracePt t="50829" x="2074863" y="3694113"/>
          <p14:tracePt t="50846" x="2074863" y="3708400"/>
          <p14:tracePt t="50863" x="2074863" y="3730625"/>
          <p14:tracePt t="50896" x="2068513" y="3730625"/>
          <p14:tracePt t="50914" x="2060575" y="3751263"/>
          <p14:tracePt t="50929" x="2060575" y="3773488"/>
          <p14:tracePt t="50946" x="2060575" y="3802063"/>
          <p14:tracePt t="50963" x="2046288" y="3832225"/>
          <p14:tracePt t="50979" x="2039938" y="3860800"/>
          <p14:tracePt t="50996" x="2039938" y="3889375"/>
          <p14:tracePt t="51013" x="2032000" y="3919538"/>
          <p14:tracePt t="51029" x="2032000" y="3940175"/>
          <p14:tracePt t="51046" x="2024063" y="3962400"/>
          <p14:tracePt t="51063" x="2024063" y="3976688"/>
          <p14:tracePt t="51079" x="2017713" y="3998913"/>
          <p14:tracePt t="51113" x="2017713" y="4013200"/>
          <p14:tracePt t="51146" x="2009775" y="4021138"/>
          <p14:tracePt t="51163" x="2009775" y="4027488"/>
          <p14:tracePt t="51179" x="2009775" y="4035425"/>
          <p14:tracePt t="51198" x="2003425" y="4041775"/>
          <p14:tracePt t="51213" x="2003425" y="4049713"/>
          <p14:tracePt t="51933" x="2003425" y="4064000"/>
          <p14:tracePt t="51972" x="2009775" y="4064000"/>
          <p14:tracePt t="51997" x="2017713" y="4064000"/>
          <p14:tracePt t="52013" x="2017713" y="4071938"/>
          <p14:tracePt t="52084" x="2024063" y="4071938"/>
          <p14:tracePt t="52182" x="2032000" y="4071938"/>
          <p14:tracePt t="52404" x="2039938" y="4071938"/>
          <p14:tracePt t="52469" x="2046288" y="4078288"/>
          <p14:tracePt t="69294" x="2054225" y="4078288"/>
          <p14:tracePt t="69310" x="2119313" y="4086225"/>
          <p14:tracePt t="69325" x="2141538" y="4100513"/>
          <p14:tracePt t="69335" x="2147888" y="4100513"/>
          <p14:tracePt t="69579" x="2155825" y="4100513"/>
          <p14:tracePt t="69595" x="2155825" y="4106863"/>
          <p14:tracePt t="69611" x="2155825" y="4122738"/>
          <p14:tracePt t="69627" x="2162175" y="4137025"/>
          <p14:tracePt t="69643" x="2170113" y="4143375"/>
          <p14:tracePt t="69652" x="2176463" y="4157663"/>
          <p14:tracePt t="69668" x="2192338" y="4173538"/>
          <p14:tracePt t="69685" x="2206625" y="4187825"/>
          <p14:tracePt t="69702" x="2220913" y="4202113"/>
          <p14:tracePt t="69718" x="2243138" y="4216400"/>
          <p14:tracePt t="69735" x="2263775" y="4230688"/>
          <p14:tracePt t="69752" x="2286000" y="4230688"/>
          <p14:tracePt t="69769" x="2314575" y="4244975"/>
          <p14:tracePt t="69785" x="2351088" y="4275138"/>
          <p14:tracePt t="69802" x="2401888" y="4289425"/>
          <p14:tracePt t="69820" x="2430463" y="4310063"/>
          <p14:tracePt t="69835" x="2481263" y="4318000"/>
          <p14:tracePt t="69852" x="2517775" y="4340225"/>
          <p14:tracePt t="69869" x="2598738" y="4346575"/>
          <p14:tracePt t="69885" x="2692400" y="4383088"/>
          <p14:tracePt t="69902" x="2830513" y="4441825"/>
          <p14:tracePt t="69919" x="2989263" y="4506913"/>
          <p14:tracePt t="69935" x="3163888" y="4572000"/>
          <p14:tracePt t="69952" x="3352800" y="4645025"/>
          <p14:tracePt t="69969" x="3614738" y="4752975"/>
          <p14:tracePt t="69985" x="3787775" y="4854575"/>
          <p14:tracePt t="70002" x="4056063" y="5006975"/>
          <p14:tracePt t="70019" x="4368800" y="5210175"/>
          <p14:tracePt t="70035" x="4637088" y="5413375"/>
          <p14:tracePt t="70041" x="4710113" y="5457825"/>
          <p14:tracePt t="70052" x="4760913" y="5508625"/>
          <p14:tracePt t="70069" x="4854575" y="5573713"/>
          <p14:tracePt t="70085" x="4919663" y="5646738"/>
          <p14:tracePt t="70102" x="5043488" y="5748338"/>
          <p14:tracePt t="70119" x="5189538" y="5870575"/>
          <p14:tracePt t="70135" x="5370513" y="6037263"/>
          <p14:tracePt t="70152" x="5478463" y="6146800"/>
          <p14:tracePt t="70169" x="5551488" y="6211888"/>
          <p14:tracePt t="70185" x="5595938" y="6256338"/>
          <p14:tracePt t="70202" x="5610225" y="6262688"/>
          <p14:tracePt t="70219" x="5630863" y="6276975"/>
          <p14:tracePt t="70235" x="5646738" y="6284913"/>
          <p14:tracePt t="70252" x="5681663" y="6313488"/>
          <p14:tracePt t="70269" x="5732463" y="6357938"/>
          <p14:tracePt t="70286" x="5827713" y="6465888"/>
          <p14:tracePt t="70302" x="5864225" y="6510338"/>
          <p14:tracePt t="70320" x="5892800" y="6538913"/>
          <p14:tracePt t="70335" x="5900738" y="6545263"/>
          <p14:tracePt t="70477" x="5907088" y="6545263"/>
          <p14:tracePt t="70482" x="5907088" y="6530975"/>
          <p14:tracePt t="70491" x="5900738" y="6516688"/>
          <p14:tracePt t="70502" x="5892800" y="6494463"/>
          <p14:tracePt t="70519" x="5884863" y="6480175"/>
          <p14:tracePt t="70536" x="5878513" y="6465888"/>
          <p14:tracePt t="70552" x="5878513" y="6437313"/>
          <p14:tracePt t="70569" x="5864225" y="6378575"/>
          <p14:tracePt t="70586" x="5849938" y="6335713"/>
          <p14:tracePt t="70602" x="5849938" y="6313488"/>
          <p14:tracePt t="70619" x="5849938" y="6284913"/>
          <p14:tracePt t="70635" x="5856288" y="6262688"/>
          <p14:tracePt t="70672" x="5864225" y="6262688"/>
          <p14:tracePt t="70686" x="5870575" y="6256338"/>
          <p14:tracePt t="70703" x="5884863" y="6240463"/>
          <p14:tracePt t="70719" x="5907088" y="6240463"/>
          <p14:tracePt t="70736" x="5915025" y="6234113"/>
          <p14:tracePt t="71116" x="5921375" y="6226175"/>
          <p14:tracePt t="71122" x="5929313" y="6226175"/>
          <p14:tracePt t="71131" x="5943600" y="6219825"/>
          <p14:tracePt t="71139" x="5957888" y="6219825"/>
          <p14:tracePt t="71203" x="5957888" y="6211888"/>
          <p14:tracePt t="71212" x="5965825" y="6211888"/>
          <p14:tracePt t="71229" x="5980113" y="6197600"/>
          <p14:tracePt t="71236" x="5980113" y="6154738"/>
          <p14:tracePt t="71253" x="5980113" y="5972175"/>
          <p14:tracePt t="71269" x="5892800" y="5732463"/>
          <p14:tracePt t="71286" x="5616575" y="5435600"/>
          <p14:tracePt t="71302" x="5014913" y="5087938"/>
          <p14:tracePt t="71319" x="4441825" y="4811713"/>
          <p14:tracePt t="71336" x="3802063" y="4594225"/>
          <p14:tracePt t="71353" x="3121025" y="4411663"/>
          <p14:tracePt t="71369" x="2024063" y="4216400"/>
          <p14:tracePt t="71386" x="1277938" y="4114800"/>
          <p14:tracePt t="71402" x="601663" y="4100513"/>
          <p14:tracePt t="71419" x="152400" y="4100513"/>
          <p14:tracePt t="76577" x="79375" y="5443538"/>
          <p14:tracePt t="76589" x="333375" y="5443538"/>
          <p14:tracePt t="76597" x="471488" y="5443538"/>
          <p14:tracePt t="76607" x="587375" y="5443538"/>
          <p14:tracePt t="76621" x="827088" y="5443538"/>
          <p14:tracePt t="76638" x="1016000" y="5443538"/>
          <p14:tracePt t="76654" x="1160463" y="5443538"/>
          <p14:tracePt t="76671" x="1312863" y="5443538"/>
          <p14:tracePt t="76687" x="1473200" y="5443538"/>
          <p14:tracePt t="76704" x="1639888" y="5443538"/>
          <p14:tracePt t="76721" x="1828800" y="5443538"/>
          <p14:tracePt t="76737" x="2074863" y="5443538"/>
          <p14:tracePt t="76754" x="2227263" y="5443538"/>
          <p14:tracePt t="76771" x="2373313" y="5443538"/>
          <p14:tracePt t="76788" x="2532063" y="5443538"/>
          <p14:tracePt t="76804" x="2684463" y="5472113"/>
          <p14:tracePt t="76821" x="2881313" y="5486400"/>
          <p14:tracePt t="76838" x="3048000" y="5514975"/>
          <p14:tracePt t="76854" x="3186113" y="5537200"/>
          <p14:tracePt t="76871" x="3302000" y="5551488"/>
          <p14:tracePt t="76887" x="3381375" y="5559425"/>
          <p14:tracePt t="76904" x="3476625" y="5580063"/>
          <p14:tracePt t="76921" x="3584575" y="5602288"/>
          <p14:tracePt t="76938" x="3708400" y="5630863"/>
          <p14:tracePt t="76954" x="3773488" y="5646738"/>
          <p14:tracePt t="76971" x="3824288" y="5653088"/>
          <p14:tracePt t="76988" x="3868738" y="5661025"/>
          <p14:tracePt t="77005" x="3919538" y="5661025"/>
          <p14:tracePt t="77021" x="3984625" y="5675313"/>
          <p14:tracePt t="77025" x="4013200" y="5675313"/>
          <p14:tracePt t="77037" x="4056063" y="5681663"/>
          <p14:tracePt t="77054" x="4151313" y="5697538"/>
          <p14:tracePt t="77071" x="4244975" y="5711825"/>
          <p14:tracePt t="77087" x="4405313" y="5732463"/>
          <p14:tracePt t="77104" x="4608513" y="5768975"/>
          <p14:tracePt t="77121" x="4826000" y="5799138"/>
          <p14:tracePt t="77137" x="5108575" y="5834063"/>
          <p14:tracePt t="77154" x="5254625" y="5834063"/>
          <p14:tracePt t="77171" x="5356225" y="5834063"/>
          <p14:tracePt t="77188" x="5457825" y="5849938"/>
          <p14:tracePt t="77204" x="5565775" y="5870575"/>
          <p14:tracePt t="77221" x="5661025" y="5878513"/>
          <p14:tracePt t="77238" x="5740400" y="5892800"/>
          <p14:tracePt t="77255" x="5827713" y="5907088"/>
          <p14:tracePt t="77271" x="5900738" y="5915025"/>
          <p14:tracePt t="77289" x="6053138" y="5943600"/>
          <p14:tracePt t="77304" x="6110288" y="5951538"/>
          <p14:tracePt t="77321" x="6240463" y="5965825"/>
          <p14:tracePt t="77338" x="6372225" y="5986463"/>
          <p14:tracePt t="77354" x="6494463" y="6002338"/>
          <p14:tracePt t="77371" x="6589713" y="6016625"/>
          <p14:tracePt t="77388" x="6669088" y="6022975"/>
          <p14:tracePt t="77404" x="6727825" y="6022975"/>
          <p14:tracePt t="77421" x="6742113" y="6022975"/>
          <p14:tracePt t="77438" x="6748463" y="6022975"/>
          <p14:tracePt t="77471" x="6764338" y="6022975"/>
          <p14:tracePt t="77488" x="6770688" y="6022975"/>
          <p14:tracePt t="77505" x="6778625" y="5994400"/>
          <p14:tracePt t="77521" x="6784975" y="5980113"/>
          <p14:tracePt t="77525" x="6799263" y="5972175"/>
          <p14:tracePt t="77538" x="6807200" y="5951538"/>
          <p14:tracePt t="77555" x="6821488" y="5935663"/>
          <p14:tracePt t="77571" x="6835775" y="5921375"/>
          <p14:tracePt t="77588" x="6843713" y="5907088"/>
          <p14:tracePt t="77604" x="6843713" y="5900738"/>
          <p14:tracePt t="77638" x="6850063" y="5892800"/>
          <p14:tracePt t="77747" x="6858000" y="5884863"/>
          <p14:tracePt t="77792" x="6858000" y="5878513"/>
          <p14:tracePt t="78908" x="6850063" y="5870575"/>
          <p14:tracePt t="78920" x="6843713" y="5864225"/>
          <p14:tracePt t="78925" x="6843713" y="5849938"/>
          <p14:tracePt t="78938" x="6835775" y="5799138"/>
          <p14:tracePt t="78955" x="6821488" y="5703888"/>
          <p14:tracePt t="78972" x="6784975" y="5573713"/>
          <p14:tracePt t="78988" x="6764338" y="5449888"/>
          <p14:tracePt t="79005" x="6756400" y="5384800"/>
          <p14:tracePt t="79022" x="6756400" y="5362575"/>
          <p14:tracePt t="79041" x="6756400" y="5348288"/>
          <p14:tracePt t="79055" x="6756400" y="5341938"/>
          <p14:tracePt t="79251" x="6764338" y="5348288"/>
          <p14:tracePt t="79260" x="6784975" y="5413375"/>
          <p14:tracePt t="79266" x="6807200" y="5449888"/>
          <p14:tracePt t="79275" x="6829425" y="5508625"/>
          <p14:tracePt t="79290" x="6858000" y="5610225"/>
          <p14:tracePt t="79306" x="6908800" y="5703888"/>
          <p14:tracePt t="79321" x="6959600" y="5776913"/>
          <p14:tracePt t="79339" x="6996113" y="5819775"/>
          <p14:tracePt t="79355" x="7032625" y="5864225"/>
          <p14:tracePt t="79372" x="7075488" y="5943600"/>
          <p14:tracePt t="79388" x="7126288" y="6037263"/>
          <p14:tracePt t="79405" x="7199313" y="6118225"/>
          <p14:tracePt t="79422" x="7242175" y="6154738"/>
          <p14:tracePt t="79438" x="7264400" y="6161088"/>
          <p14:tracePt t="79455" x="7278688" y="6175375"/>
          <p14:tracePt t="79472" x="7300913" y="6183313"/>
          <p14:tracePt t="79490" x="7315200" y="6189663"/>
          <p14:tracePt t="79545" x="7329488" y="6189663"/>
          <p14:tracePt t="79556" x="7343775" y="6205538"/>
          <p14:tracePt t="79572" x="7373938" y="6226175"/>
          <p14:tracePt t="79589" x="7402513" y="6240463"/>
          <p14:tracePt t="79605" x="7445375" y="6256338"/>
          <p14:tracePt t="79622" x="7459663" y="6256338"/>
          <p14:tracePt t="79639" x="7475538" y="6262688"/>
          <p14:tracePt t="79656" x="7496175" y="6262688"/>
          <p14:tracePt t="79672" x="7504113" y="6262688"/>
          <p14:tracePt t="79690" x="7526338" y="6262688"/>
          <p14:tracePt t="79733" x="7540625" y="6262688"/>
          <p14:tracePt t="79743" x="7546975" y="6262688"/>
          <p14:tracePt t="79756" x="7577138" y="6262688"/>
          <p14:tracePt t="79772" x="7597775" y="6262688"/>
          <p14:tracePt t="79792" x="7627938" y="6262688"/>
          <p14:tracePt t="79806" x="7648575" y="6262688"/>
          <p14:tracePt t="79822" x="7670800" y="6262688"/>
          <p14:tracePt t="79839" x="7693025" y="6256338"/>
          <p14:tracePt t="79856" x="7707313" y="6248400"/>
          <p14:tracePt t="79872" x="7729538" y="6248400"/>
          <p14:tracePt t="79889" x="7743825" y="6248400"/>
          <p14:tracePt t="79909" x="7750175" y="6248400"/>
          <p14:tracePt t="79922" x="7764463" y="6248400"/>
          <p14:tracePt t="79938" x="7772400" y="6240463"/>
          <p14:tracePt t="79956" x="7780338" y="6240463"/>
          <p14:tracePt t="79972" x="7786688" y="6240463"/>
          <p14:tracePt t="79989" x="7800975" y="6240463"/>
          <p14:tracePt t="80022" x="7815263" y="6240463"/>
          <p14:tracePt t="80031" x="7823200" y="6240463"/>
          <p14:tracePt t="80046" x="7831138" y="6240463"/>
          <p14:tracePt t="80056" x="7851775" y="6234113"/>
          <p14:tracePt t="80077" x="7866063" y="6234113"/>
          <p14:tracePt t="80093" x="7874000" y="6234113"/>
          <p14:tracePt t="81299" x="7881938" y="6226175"/>
          <p14:tracePt t="81325" x="7888288" y="6211888"/>
          <p14:tracePt t="81339" x="7888288" y="6189663"/>
          <p14:tracePt t="81347" x="7888288" y="6175375"/>
          <p14:tracePt t="81356" x="7888288" y="6138863"/>
          <p14:tracePt t="81372" x="7888288" y="6059488"/>
          <p14:tracePt t="81389" x="7874000" y="5951538"/>
          <p14:tracePt t="81405" x="7794625" y="5827713"/>
          <p14:tracePt t="81422" x="7699375" y="5697538"/>
          <p14:tracePt t="81439" x="7670800" y="5661025"/>
          <p14:tracePt t="81456" x="7662863" y="5653088"/>
          <p14:tracePt t="81627" x="7662863" y="5675313"/>
          <p14:tracePt t="81635" x="7678738" y="5703888"/>
          <p14:tracePt t="81643" x="7678738" y="5718175"/>
          <p14:tracePt t="81656" x="7685088" y="5732463"/>
          <p14:tracePt t="81673" x="7699375" y="5762625"/>
          <p14:tracePt t="81689" x="7721600" y="5805488"/>
          <p14:tracePt t="81706" x="7750175" y="5849938"/>
          <p14:tracePt t="81723" x="7764463" y="5870575"/>
          <p14:tracePt t="81739" x="7780338" y="5884863"/>
          <p14:tracePt t="81758" x="7786688" y="5892800"/>
          <p14:tracePt t="81773" x="7800975" y="5921375"/>
          <p14:tracePt t="81791" x="7808913" y="5943600"/>
          <p14:tracePt t="81806" x="7831138" y="5957888"/>
          <p14:tracePt t="81823" x="7837488" y="5972175"/>
          <p14:tracePt t="81840" x="7837488" y="5980113"/>
          <p14:tracePt t="81856" x="7845425" y="5986463"/>
          <p14:tracePt t="81873" x="7851775" y="6002338"/>
          <p14:tracePt t="81889" x="7859713" y="6008688"/>
          <p14:tracePt t="81906" x="7866063" y="6022975"/>
          <p14:tracePt t="81923" x="7874000" y="6037263"/>
          <p14:tracePt t="81939" x="7881938" y="6045200"/>
          <p14:tracePt t="81956" x="7881938" y="6053138"/>
          <p14:tracePt t="81973" x="7888288" y="6059488"/>
          <p14:tracePt t="81990" x="7888288" y="6067425"/>
          <p14:tracePt t="82006" x="7896225" y="6081713"/>
          <p14:tracePt t="82267" x="7902575" y="6081713"/>
          <p14:tracePt t="82276" x="7902575" y="6088063"/>
          <p14:tracePt t="82299" x="7902575" y="6096000"/>
          <p14:tracePt t="82307" x="7910513" y="6103938"/>
          <p14:tracePt t="82316" x="7910513" y="6110288"/>
          <p14:tracePt t="82325" x="7910513" y="6118225"/>
          <p14:tracePt t="82339" x="7916863" y="6132513"/>
          <p14:tracePt t="82356" x="7916863" y="6146800"/>
          <p14:tracePt t="82373" x="7916863" y="6154738"/>
          <p14:tracePt t="82390" x="7916863" y="6161088"/>
          <p14:tracePt t="82406" x="7916863" y="6175375"/>
          <p14:tracePt t="82440" x="7916863" y="6183313"/>
          <p14:tracePt t="82456" x="7916863" y="6197600"/>
          <p14:tracePt t="82485" x="7916863" y="6205538"/>
          <p14:tracePt t="82581" x="7916863" y="6219825"/>
          <p14:tracePt t="103642" x="7902575" y="6197600"/>
          <p14:tracePt t="103650" x="7866063" y="6183313"/>
          <p14:tracePt t="103658" x="7815263" y="6161088"/>
          <p14:tracePt t="103665" x="7750175" y="6132513"/>
          <p14:tracePt t="103679" x="7699375" y="6118225"/>
          <p14:tracePt t="103696" x="7591425" y="6073775"/>
          <p14:tracePt t="103712" x="7510463" y="6037263"/>
          <p14:tracePt t="103729" x="7416800" y="6002338"/>
          <p14:tracePt t="103746" x="7337425" y="5951538"/>
          <p14:tracePt t="103762" x="7205663" y="5878513"/>
          <p14:tracePt t="103779" x="6996113" y="5748338"/>
          <p14:tracePt t="103796" x="6719888" y="5580063"/>
          <p14:tracePt t="103812" x="6589713" y="5494338"/>
          <p14:tracePt t="103829" x="6451600" y="5413375"/>
          <p14:tracePt t="103846" x="6342063" y="5356225"/>
          <p14:tracePt t="103862" x="6211888" y="5268913"/>
          <p14:tracePt t="103879" x="6073775" y="5181600"/>
          <p14:tracePt t="103896" x="5849938" y="5057775"/>
          <p14:tracePt t="103913" x="5392738" y="4826000"/>
          <p14:tracePt t="103929" x="4978400" y="4637088"/>
          <p14:tracePt t="103946" x="4572000" y="4470400"/>
          <p14:tracePt t="103962" x="4332288" y="4391025"/>
          <p14:tracePt t="103979" x="4187825" y="4360863"/>
          <p14:tracePt t="103996" x="4086225" y="4340225"/>
          <p14:tracePt t="104012" x="3998913" y="4325938"/>
          <p14:tracePt t="104029" x="3883025" y="4289425"/>
          <p14:tracePt t="104046" x="3730625" y="4252913"/>
          <p14:tracePt t="104062" x="3556000" y="4208463"/>
          <p14:tracePt t="104079" x="3375025" y="4187825"/>
          <p14:tracePt t="104096" x="3208338" y="4165600"/>
          <p14:tracePt t="104113" x="2852738" y="4106863"/>
          <p14:tracePt t="104129" x="2554288" y="4071938"/>
          <p14:tracePt t="104146" x="2344738" y="4035425"/>
          <p14:tracePt t="104162" x="2206625" y="4027488"/>
          <p14:tracePt t="104179" x="2105025" y="4027488"/>
          <p14:tracePt t="104196" x="2003425" y="4027488"/>
          <p14:tracePt t="104213" x="1879600" y="4027488"/>
          <p14:tracePt t="104229" x="1735138" y="4041775"/>
          <p14:tracePt t="104246" x="1574800" y="4056063"/>
          <p14:tracePt t="104263" x="1436688" y="4064000"/>
          <p14:tracePt t="104279" x="1363663" y="4086225"/>
          <p14:tracePt t="104296" x="1292225" y="4092575"/>
          <p14:tracePt t="104313" x="1190625" y="4100513"/>
          <p14:tracePt t="104329" x="993775" y="4129088"/>
          <p14:tracePt t="104346" x="892175" y="4151313"/>
          <p14:tracePt t="104362" x="849313" y="4157663"/>
          <p14:tracePt t="104379" x="827088" y="4165600"/>
          <p14:tracePt t="104396" x="804863" y="4173538"/>
          <p14:tracePt t="104414" x="784225" y="4187825"/>
          <p14:tracePt t="104429" x="747713" y="4194175"/>
          <p14:tracePt t="104446" x="696913" y="4224338"/>
          <p14:tracePt t="104463" x="652463" y="4252913"/>
          <p14:tracePt t="104479" x="646113" y="4252913"/>
          <p14:tracePt t="104496" x="638175" y="4252913"/>
          <p14:tracePt t="104513" x="638175" y="4259263"/>
          <p14:tracePt t="104529" x="623888" y="4275138"/>
          <p14:tracePt t="104546" x="617538" y="4281488"/>
          <p14:tracePt t="104563" x="617538" y="4295775"/>
          <p14:tracePt t="104579" x="617538" y="4303713"/>
          <p14:tracePt t="104613" x="617538" y="4310063"/>
          <p14:tracePt t="104637" x="617538" y="4325938"/>
          <p14:tracePt t="104654" x="623888" y="4332288"/>
          <p14:tracePt t="104669" x="623888" y="4340225"/>
          <p14:tracePt t="104691" x="638175" y="4340225"/>
          <p14:tracePt t="104731" x="646113" y="4346575"/>
          <p14:tracePt t="104755" x="652463" y="4346575"/>
          <p14:tracePt t="104780" x="660400" y="4346575"/>
          <p14:tracePt t="104810" x="660400" y="4354513"/>
          <p14:tracePt t="104870" x="668338" y="4354513"/>
          <p14:tracePt t="105064" x="674688" y="4354513"/>
          <p14:tracePt t="105085" x="682625" y="4354513"/>
          <p14:tracePt t="105111" x="688975" y="4354513"/>
          <p14:tracePt t="105123" x="696913" y="4354513"/>
          <p14:tracePt t="105132" x="703263" y="4354513"/>
          <p14:tracePt t="105146" x="719138" y="4354513"/>
          <p14:tracePt t="105163" x="733425" y="4354513"/>
          <p14:tracePt t="105180" x="754063" y="4354513"/>
          <p14:tracePt t="105213" x="769938" y="4354513"/>
          <p14:tracePt t="105231" x="776288" y="4354513"/>
          <p14:tracePt t="105246" x="790575" y="4354513"/>
          <p14:tracePt t="105263" x="798513" y="4354513"/>
          <p14:tracePt t="105388" x="804863" y="4354513"/>
          <p14:tracePt t="105405" x="820738" y="4354513"/>
          <p14:tracePt t="105423" x="835025" y="4354513"/>
          <p14:tracePt t="105439" x="863600" y="4354513"/>
          <p14:tracePt t="105455" x="914400" y="4354513"/>
          <p14:tracePt t="105471" x="979488" y="4354513"/>
          <p14:tracePt t="105488" x="1044575" y="4354513"/>
          <p14:tracePt t="105506" x="1176338" y="4354513"/>
          <p14:tracePt t="105527" x="1255713" y="4354513"/>
          <p14:tracePt t="105534" x="1298575" y="4354513"/>
          <p14:tracePt t="105553" x="1422400" y="4354513"/>
          <p14:tracePt t="105566" x="1450975" y="4354513"/>
          <p14:tracePt t="105580" x="1509713" y="4354513"/>
          <p14:tracePt t="105597" x="1546225" y="4354513"/>
          <p14:tracePt t="105613" x="1582738" y="4354513"/>
          <p14:tracePt t="105630" x="1617663" y="4354513"/>
          <p14:tracePt t="105647" x="1654175" y="4354513"/>
          <p14:tracePt t="105663" x="1719263" y="4354513"/>
          <p14:tracePt t="105680" x="1785938" y="4354513"/>
          <p14:tracePt t="105696" x="1843088" y="4354513"/>
          <p14:tracePt t="105713" x="1944688" y="4354513"/>
          <p14:tracePt t="105730" x="2024063" y="4354513"/>
          <p14:tracePt t="105746" x="2105025" y="4354513"/>
          <p14:tracePt t="105763" x="2198688" y="4354513"/>
          <p14:tracePt t="105780" x="2328863" y="4354513"/>
          <p14:tracePt t="105796" x="2424113" y="4354513"/>
          <p14:tracePt t="105813" x="2481263" y="4354513"/>
          <p14:tracePt t="105830" x="2511425" y="4354513"/>
          <p14:tracePt t="105847" x="2532063" y="4354513"/>
          <p14:tracePt t="105863" x="2590800" y="4360863"/>
          <p14:tracePt t="105880" x="2655888" y="4368800"/>
          <p14:tracePt t="105897" x="2728913" y="4391025"/>
          <p14:tracePt t="105915" x="2852738" y="4397375"/>
          <p14:tracePt t="105930" x="2895600" y="4411663"/>
          <p14:tracePt t="105947" x="2924175" y="4411663"/>
          <p14:tracePt t="105963" x="2960688" y="4427538"/>
          <p14:tracePt t="105980" x="2989263" y="4427538"/>
          <p14:tracePt t="105997" x="3011488" y="4427538"/>
          <p14:tracePt t="106013" x="3025775" y="4441825"/>
          <p14:tracePt t="106030" x="3040063" y="4441825"/>
          <p14:tracePt t="106046" x="3062288" y="4441825"/>
          <p14:tracePt t="106063" x="3084513" y="4448175"/>
          <p14:tracePt t="106080" x="3113088" y="4456113"/>
          <p14:tracePt t="106097" x="3186113" y="4478338"/>
          <p14:tracePt t="106113" x="3222625" y="4492625"/>
          <p14:tracePt t="106130" x="3251200" y="4498975"/>
          <p14:tracePt t="106147" x="3294063" y="4506913"/>
          <p14:tracePt t="106163" x="3302000" y="4506913"/>
          <p14:tracePt t="106180" x="3324225" y="4521200"/>
          <p14:tracePt t="106197" x="3330575" y="4521200"/>
          <p14:tracePt t="106213" x="3338513" y="4521200"/>
          <p14:tracePt t="106230" x="3352800" y="4529138"/>
          <p14:tracePt t="106247" x="3367088" y="4529138"/>
          <p14:tracePt t="106263" x="3381375" y="4543425"/>
          <p14:tracePt t="106280" x="3411538" y="4549775"/>
          <p14:tracePt t="106297" x="3417888" y="4549775"/>
          <p14:tracePt t="106313" x="3432175" y="4557713"/>
          <p14:tracePt t="106330" x="3440113" y="4564063"/>
          <p14:tracePt t="106347" x="3446463" y="4572000"/>
          <p14:tracePt t="106364" x="3454400" y="4572000"/>
          <p14:tracePt t="106380" x="3462338" y="4572000"/>
          <p14:tracePt t="106397" x="3468688" y="4579938"/>
          <p14:tracePt t="106413" x="3482975" y="4586288"/>
          <p14:tracePt t="106430" x="3490913" y="4594225"/>
          <p14:tracePt t="106447" x="3497263" y="4594225"/>
          <p14:tracePt t="106464" x="3505200" y="4600575"/>
          <p14:tracePt t="106480" x="3513138" y="4608513"/>
          <p14:tracePt t="106497" x="3527425" y="4614863"/>
          <p14:tracePt t="106722" x="3533775" y="4614863"/>
          <p14:tracePt t="106729" x="3541713" y="4614863"/>
          <p14:tracePt t="106738" x="3548063" y="4614863"/>
          <p14:tracePt t="106753" x="3556000" y="4614863"/>
          <p14:tracePt t="106763" x="3563938" y="4614863"/>
          <p14:tracePt t="106780" x="3570288" y="4614863"/>
          <p14:tracePt t="106796" x="3584575" y="4614863"/>
          <p14:tracePt t="106813" x="3592513" y="4608513"/>
          <p14:tracePt t="106830" x="3614738" y="4608513"/>
          <p14:tracePt t="106847" x="3643313" y="4586288"/>
          <p14:tracePt t="106863" x="3657600" y="4586288"/>
          <p14:tracePt t="106880" x="3671888" y="4579938"/>
          <p14:tracePt t="106897" x="3686175" y="4572000"/>
          <p14:tracePt t="106913" x="3694113" y="4564063"/>
          <p14:tracePt t="106930" x="3700463" y="4564063"/>
          <p14:tracePt t="106947" x="3708400" y="4564063"/>
          <p14:tracePt t="106963" x="3716338" y="4557713"/>
          <p14:tracePt t="106982" x="3722688" y="4557713"/>
          <p14:tracePt t="106997" x="3730625" y="4557713"/>
          <p14:tracePt t="107014" x="3736975" y="4549775"/>
          <p14:tracePt t="107043" x="3744913" y="4549775"/>
          <p14:tracePt t="107051" x="3751263" y="4549775"/>
          <p14:tracePt t="107083" x="3767138" y="4549775"/>
          <p14:tracePt t="107123" x="3773488" y="4549775"/>
          <p14:tracePt t="107508" x="3787775" y="4549775"/>
          <p14:tracePt t="107515" x="3795713" y="4549775"/>
          <p14:tracePt t="107525" x="3802063" y="4549775"/>
          <p14:tracePt t="107532" x="3817938" y="4557713"/>
          <p14:tracePt t="107547" x="3852863" y="4579938"/>
          <p14:tracePt t="107564" x="3875088" y="4594225"/>
          <p14:tracePt t="107581" x="3897313" y="4608513"/>
          <p14:tracePt t="107597" x="3903663" y="4614863"/>
          <p14:tracePt t="107614" x="3911600" y="4622800"/>
          <p14:tracePt t="107987" x="3919538" y="4622800"/>
          <p14:tracePt t="109107" x="3976688" y="4622800"/>
          <p14:tracePt t="109118" x="4056063" y="4630738"/>
          <p14:tracePt t="109131" x="4244975" y="4681538"/>
          <p14:tracePt t="109148" x="4419600" y="4746625"/>
          <p14:tracePt t="109165" x="4594225" y="4826000"/>
          <p14:tracePt t="109181" x="4775200" y="4899025"/>
          <p14:tracePt t="109198" x="5029200" y="4964113"/>
          <p14:tracePt t="109215" x="5356225" y="5087938"/>
          <p14:tracePt t="109231" x="5661025" y="5195888"/>
          <p14:tracePt t="109248" x="5827713" y="5254625"/>
          <p14:tracePt t="109265" x="5935663" y="5283200"/>
          <p14:tracePt t="109282" x="5980113" y="5297488"/>
          <p14:tracePt t="109298" x="6016625" y="5319713"/>
          <p14:tracePt t="109315" x="6110288" y="5370513"/>
          <p14:tracePt t="109331" x="6226175" y="5435600"/>
          <p14:tracePt t="109348" x="6335713" y="5500688"/>
          <p14:tracePt t="109366" x="6400800" y="5537200"/>
          <p14:tracePt t="109381" x="6443663" y="5559425"/>
          <p14:tracePt t="109398" x="6480175" y="5588000"/>
          <p14:tracePt t="109415" x="6524625" y="5624513"/>
          <p14:tracePt t="109432" x="6561138" y="5681663"/>
          <p14:tracePt t="109448" x="6567488" y="5718175"/>
          <p14:tracePt t="109466" x="6575425" y="5754688"/>
          <p14:tracePt t="109482" x="6567488" y="5783263"/>
          <p14:tracePt t="109498" x="6510338" y="5827713"/>
          <p14:tracePt t="109515" x="6473825" y="5856288"/>
          <p14:tracePt t="109532" x="6415088" y="5892800"/>
          <p14:tracePt t="109543" x="6378575" y="5921375"/>
          <p14:tracePt t="109550" x="6335713" y="5935663"/>
          <p14:tracePt t="109565" x="6211888" y="5980113"/>
          <p14:tracePt t="109582" x="6110288" y="6008688"/>
          <p14:tracePt t="109599" x="6002338" y="6022975"/>
          <p14:tracePt t="109615" x="5884863" y="6030913"/>
          <p14:tracePt t="109631" x="5776913" y="6030913"/>
          <p14:tracePt t="109648" x="5667375" y="6030913"/>
          <p14:tracePt t="109668" x="5522913" y="6030913"/>
          <p14:tracePt t="109681" x="5464175" y="6030913"/>
          <p14:tracePt t="109698" x="5319713" y="6030913"/>
          <p14:tracePt t="109715" x="5224463" y="6022975"/>
          <p14:tracePt t="109734" x="5167313" y="6016625"/>
          <p14:tracePt t="109748" x="5116513" y="6002338"/>
          <p14:tracePt t="109764" x="5072063" y="5994400"/>
          <p14:tracePt t="109781" x="5021263" y="5986463"/>
          <p14:tracePt t="109798" x="4986338" y="5965825"/>
          <p14:tracePt t="109814" x="4949825" y="5965825"/>
          <p14:tracePt t="109831" x="4913313" y="5965825"/>
          <p14:tracePt t="109851" x="4833938" y="5957888"/>
          <p14:tracePt t="109867" x="4775200" y="5935663"/>
          <p14:tracePt t="109881" x="4724400" y="5929313"/>
          <p14:tracePt t="109900" x="4622800" y="5900738"/>
          <p14:tracePt t="109918" x="4549775" y="5864225"/>
          <p14:tracePt t="109931" x="4498975" y="5834063"/>
          <p14:tracePt t="109948" x="4441825" y="5791200"/>
          <p14:tracePt t="109965" x="4376738" y="5732463"/>
          <p14:tracePt t="109981" x="4346575" y="5681663"/>
          <p14:tracePt t="109998" x="4318000" y="5616575"/>
          <p14:tracePt t="110015" x="4318000" y="5573713"/>
          <p14:tracePt t="110031" x="4318000" y="5508625"/>
          <p14:tracePt t="110042" x="4318000" y="5427663"/>
          <p14:tracePt t="110065" x="4325938" y="5334000"/>
          <p14:tracePt t="110081" x="4332288" y="5291138"/>
          <p14:tracePt t="110098" x="4354513" y="5254625"/>
          <p14:tracePt t="110115" x="4383088" y="5195888"/>
          <p14:tracePt t="110131" x="4427538" y="5122863"/>
          <p14:tracePt t="110148" x="4470400" y="5072063"/>
          <p14:tracePt t="110165" x="4513263" y="5021263"/>
          <p14:tracePt t="110181" x="4586288" y="4956175"/>
          <p14:tracePt t="110198" x="4651375" y="4919663"/>
          <p14:tracePt t="110215" x="4716463" y="4891088"/>
          <p14:tracePt t="110231" x="4811713" y="4868863"/>
          <p14:tracePt t="110248" x="4891088" y="4840288"/>
          <p14:tracePt t="110265" x="5021263" y="4811713"/>
          <p14:tracePt t="110281" x="5072063" y="4789488"/>
          <p14:tracePt t="110298" x="5116513" y="4775200"/>
          <p14:tracePt t="110315" x="5181600" y="4775200"/>
          <p14:tracePt t="110331" x="5232400" y="4775200"/>
          <p14:tracePt t="110349" x="5319713" y="4752975"/>
          <p14:tracePt t="110365" x="5399088" y="4746625"/>
          <p14:tracePt t="110381" x="5500688" y="4746625"/>
          <p14:tracePt t="110399" x="5588000" y="4746625"/>
          <p14:tracePt t="110418" x="5740400" y="4746625"/>
          <p14:tracePt t="110432" x="5783263" y="4746625"/>
          <p14:tracePt t="110448" x="5878513" y="4752975"/>
          <p14:tracePt t="110466" x="5951538" y="4783138"/>
          <p14:tracePt t="110484" x="5980113" y="4797425"/>
          <p14:tracePt t="110499" x="6016625" y="4826000"/>
          <p14:tracePt t="110515" x="6053138" y="4876800"/>
          <p14:tracePt t="110532" x="6118225" y="4941888"/>
          <p14:tracePt t="110538" x="6154738" y="4986338"/>
          <p14:tracePt t="110548" x="6183313" y="5021263"/>
          <p14:tracePt t="110565" x="6234113" y="5094288"/>
          <p14:tracePt t="110582" x="6284913" y="5181600"/>
          <p14:tracePt t="110602" x="6321425" y="5275263"/>
          <p14:tracePt t="110616" x="6335713" y="5305425"/>
          <p14:tracePt t="110632" x="6342063" y="5356225"/>
          <p14:tracePt t="110650" x="6364288" y="5449888"/>
          <p14:tracePt t="110665" x="6364288" y="5478463"/>
          <p14:tracePt t="110682" x="6364288" y="5529263"/>
          <p14:tracePt t="110699" x="6364288" y="5551488"/>
          <p14:tracePt t="110715" x="6364288" y="5565775"/>
          <p14:tracePt t="110732" x="6364288" y="5573713"/>
          <p14:tracePt t="110748" x="6364288" y="5595938"/>
          <p14:tracePt t="110765" x="6350000" y="5624513"/>
          <p14:tracePt t="110782" x="6327775" y="5646738"/>
          <p14:tracePt t="110800" x="6307138" y="5681663"/>
          <p14:tracePt t="110815" x="6284913" y="5697538"/>
          <p14:tracePt t="110832" x="6276975" y="5718175"/>
          <p14:tracePt t="110852" x="6219825" y="5748338"/>
          <p14:tracePt t="110865" x="6197600" y="5768975"/>
          <p14:tracePt t="110882" x="6088063" y="5842000"/>
          <p14:tracePt t="110899" x="6037263" y="5870575"/>
          <p14:tracePt t="110917" x="5994400" y="5892800"/>
          <p14:tracePt t="110932" x="5957888" y="5907088"/>
          <p14:tracePt t="110948" x="5900738" y="5921375"/>
          <p14:tracePt t="110965" x="5856288" y="5935663"/>
          <p14:tracePt t="110982" x="5819775" y="5943600"/>
          <p14:tracePt t="110998" x="5776913" y="5943600"/>
          <p14:tracePt t="111015" x="5726113" y="5951538"/>
          <p14:tracePt t="111032" x="5681663" y="5951538"/>
          <p14:tracePt t="111042" x="5646738" y="5951538"/>
          <p14:tracePt t="111066" x="5573713" y="5951538"/>
          <p14:tracePt t="111082" x="5529263" y="5951538"/>
          <p14:tracePt t="111102" x="5486400" y="5951538"/>
          <p14:tracePt t="111115" x="5421313" y="5935663"/>
          <p14:tracePt t="111132" x="5376863" y="5929313"/>
          <p14:tracePt t="111149" x="5326063" y="5915025"/>
          <p14:tracePt t="111166" x="5275263" y="5900738"/>
          <p14:tracePt t="111182" x="5232400" y="5884863"/>
          <p14:tracePt t="111202" x="5189538" y="5864225"/>
          <p14:tracePt t="111215" x="5159375" y="5849938"/>
          <p14:tracePt t="111232" x="5130800" y="5834063"/>
          <p14:tracePt t="111250" x="5087938" y="5819775"/>
          <p14:tracePt t="111266" x="5080000" y="5805488"/>
          <p14:tracePt t="111282" x="5051425" y="5776913"/>
          <p14:tracePt t="111299" x="5029200" y="5740400"/>
          <p14:tracePt t="111315" x="5006975" y="5726113"/>
          <p14:tracePt t="111332" x="5006975" y="5718175"/>
          <p14:tracePt t="111352" x="5000625" y="5703888"/>
          <p14:tracePt t="111365" x="5000625" y="5697538"/>
          <p14:tracePt t="111382" x="4992688" y="5681663"/>
          <p14:tracePt t="111399" x="4978400" y="5675313"/>
          <p14:tracePt t="111416" x="4978400" y="5661025"/>
          <p14:tracePt t="111432" x="4964113" y="5638800"/>
          <p14:tracePt t="111449" x="4956175" y="5616575"/>
          <p14:tracePt t="111466" x="4949825" y="5602288"/>
          <p14:tracePt t="111501" x="4949825" y="5595938"/>
          <p14:tracePt t="111515" x="4935538" y="5573713"/>
          <p14:tracePt t="111532" x="4927600" y="5537200"/>
          <p14:tracePt t="111544" x="4913313" y="5508625"/>
          <p14:tracePt t="111550" x="4905375" y="5494338"/>
          <p14:tracePt t="111565" x="4899025" y="5472113"/>
          <p14:tracePt t="111582" x="4899025" y="5457825"/>
          <p14:tracePt t="111599" x="4891088" y="5443538"/>
          <p14:tracePt t="111618" x="4884738" y="5407025"/>
          <p14:tracePt t="111632" x="4876800" y="5392738"/>
          <p14:tracePt t="111652" x="4862513" y="5348288"/>
          <p14:tracePt t="111667" x="4854575" y="5326063"/>
          <p14:tracePt t="111682" x="4854575" y="5319713"/>
          <p14:tracePt t="111700" x="4854575" y="5305425"/>
          <p14:tracePt t="111715" x="4854575" y="5297488"/>
          <p14:tracePt t="111734" x="4854575" y="5291138"/>
          <p14:tracePt t="111749" x="4854575" y="5275263"/>
          <p14:tracePt t="111766" x="4854575" y="5268913"/>
          <p14:tracePt t="111782" x="4862513" y="5260975"/>
          <p14:tracePt t="111823" x="4868863" y="5254625"/>
          <p14:tracePt t="111832" x="4876800" y="5254625"/>
          <p14:tracePt t="111861" x="4884738" y="5240338"/>
          <p14:tracePt t="111870" x="4891088" y="5240338"/>
          <p14:tracePt t="111885" x="4899025" y="5240338"/>
          <p14:tracePt t="111932" x="4905375" y="5240338"/>
          <p14:tracePt t="111940" x="4913313" y="5240338"/>
          <p14:tracePt t="111950" x="4919663" y="5240338"/>
          <p14:tracePt t="111965" x="4935538" y="5240338"/>
          <p14:tracePt t="111983" x="4949825" y="5240338"/>
          <p14:tracePt t="111999" x="4956175" y="5240338"/>
          <p14:tracePt t="112032" x="4964113" y="5240338"/>
          <p14:tracePt t="112062" x="4970463" y="5240338"/>
          <p14:tracePt t="112086" x="4986338" y="5232400"/>
          <p14:tracePt t="112266" x="4992688" y="5232400"/>
          <p14:tracePt t="112275" x="5006975" y="5240338"/>
          <p14:tracePt t="112282" x="5021263" y="5254625"/>
          <p14:tracePt t="112299" x="5072063" y="5305425"/>
          <p14:tracePt t="112315" x="5122863" y="5356225"/>
          <p14:tracePt t="112332" x="5181600" y="5399088"/>
          <p14:tracePt t="112351" x="5268913" y="5435600"/>
          <p14:tracePt t="112365" x="5334000" y="5472113"/>
          <p14:tracePt t="112382" x="5392738" y="5494338"/>
          <p14:tracePt t="112399" x="5478463" y="5537200"/>
          <p14:tracePt t="112415" x="5551488" y="5580063"/>
          <p14:tracePt t="112432" x="5580063" y="5602288"/>
          <p14:tracePt t="112449" x="5588000" y="5602288"/>
          <p14:tracePt t="112465" x="5588000" y="5616575"/>
          <p14:tracePt t="112482" x="5565775" y="5646738"/>
          <p14:tracePt t="112499" x="5500688" y="5681663"/>
          <p14:tracePt t="112515" x="5370513" y="5726113"/>
          <p14:tracePt t="112532" x="5195888" y="5783263"/>
          <p14:tracePt t="112549" x="5021263" y="5805488"/>
          <p14:tracePt t="112565" x="4884738" y="5813425"/>
          <p14:tracePt t="112582" x="4775200" y="5813425"/>
          <p14:tracePt t="112601" x="4687888" y="5813425"/>
          <p14:tracePt t="112615" x="4630738" y="5799138"/>
          <p14:tracePt t="112632" x="4594225" y="5762625"/>
          <p14:tracePt t="112650" x="4564063" y="5675313"/>
          <p14:tracePt t="112668" x="4549775" y="5580063"/>
          <p14:tracePt t="112682" x="4549775" y="5500688"/>
          <p14:tracePt t="112699" x="4549775" y="5443538"/>
          <p14:tracePt t="112716" x="4549775" y="5392738"/>
          <p14:tracePt t="112733" x="4549775" y="5356225"/>
          <p14:tracePt t="112749" x="4549775" y="5319713"/>
          <p14:tracePt t="112766" x="4549775" y="5283200"/>
          <p14:tracePt t="112783" x="4549775" y="5260975"/>
          <p14:tracePt t="112799" x="4549775" y="5240338"/>
          <p14:tracePt t="112816" x="4549775" y="5232400"/>
          <p14:tracePt t="112832" x="4549775" y="5218113"/>
          <p14:tracePt t="112853" x="4564063" y="5167313"/>
          <p14:tracePt t="112866" x="4572000" y="5145088"/>
          <p14:tracePt t="112882" x="4579938" y="5116513"/>
          <p14:tracePt t="112899" x="4586288" y="5108575"/>
          <p14:tracePt t="112918" x="4594225" y="5102225"/>
          <p14:tracePt t="112933" x="4600575" y="5102225"/>
          <p14:tracePt t="112949" x="4637088" y="5087938"/>
          <p14:tracePt t="112966" x="4673600" y="5087938"/>
          <p14:tracePt t="112982" x="4695825" y="5080000"/>
          <p14:tracePt t="112999" x="4710113" y="5072063"/>
          <p14:tracePt t="113016" x="4724400" y="5065713"/>
          <p14:tracePt t="113036" x="4732338" y="5065713"/>
          <p14:tracePt t="113870" x="4746625" y="5065713"/>
          <p14:tracePt t="113878" x="4760913" y="5065713"/>
          <p14:tracePt t="113885" x="4767263" y="5065713"/>
          <p14:tracePt t="113901" x="4789488" y="5065713"/>
          <p14:tracePt t="113919" x="4797425" y="5065713"/>
          <p14:tracePt t="113949" x="4811713" y="5065713"/>
          <p14:tracePt t="113966" x="4818063" y="5065713"/>
          <p14:tracePt t="113983" x="4840288" y="5065713"/>
          <p14:tracePt t="114000" x="4854575" y="5065713"/>
          <p14:tracePt t="114016" x="4868863" y="5065713"/>
          <p14:tracePt t="114033" x="4876800" y="5065713"/>
          <p14:tracePt t="114050" x="4884738" y="5065713"/>
          <p14:tracePt t="114606" x="4905375" y="5065713"/>
          <p14:tracePt t="114622" x="4913313" y="5065713"/>
          <p14:tracePt t="114629" x="4927600" y="5057775"/>
          <p14:tracePt t="114636" x="4935538" y="5057775"/>
          <p14:tracePt t="114650" x="4956175" y="5057775"/>
          <p14:tracePt t="114666" x="4986338" y="5057775"/>
          <p14:tracePt t="114683" x="5000625" y="5057775"/>
          <p14:tracePt t="114700" x="5014913" y="5057775"/>
          <p14:tracePt t="114716" x="5021263" y="5057775"/>
          <p14:tracePt t="114734" x="5037138" y="5057775"/>
          <p14:tracePt t="114750" x="5057775" y="5051425"/>
          <p14:tracePt t="114766" x="5080000" y="5051425"/>
          <p14:tracePt t="114783" x="5102225" y="5051425"/>
          <p14:tracePt t="114800" x="5116513" y="5043488"/>
          <p14:tracePt t="114818" x="5130800" y="5043488"/>
          <p14:tracePt t="114833" x="5138738" y="5043488"/>
          <p14:tracePt t="114854" x="5159375" y="5043488"/>
          <p14:tracePt t="114866" x="5173663" y="5043488"/>
          <p14:tracePt t="114883" x="5195888" y="5043488"/>
          <p14:tracePt t="114900" x="5210175" y="5043488"/>
          <p14:tracePt t="114950" x="5218113" y="5043488"/>
          <p14:tracePt t="115156" x="5232400" y="5043488"/>
          <p14:tracePt t="115167" x="5240338" y="5043488"/>
          <p14:tracePt t="115173" x="5254625" y="5043488"/>
          <p14:tracePt t="115183" x="5268913" y="5043488"/>
          <p14:tracePt t="115199" x="5326063" y="5043488"/>
          <p14:tracePt t="115216" x="5399088" y="5043488"/>
          <p14:tracePt t="115233" x="5464175" y="5043488"/>
          <p14:tracePt t="115250" x="5573713" y="5043488"/>
          <p14:tracePt t="115266" x="5653088" y="5043488"/>
          <p14:tracePt t="115283" x="5732463" y="5043488"/>
          <p14:tracePt t="115300" x="5791200" y="5043488"/>
          <p14:tracePt t="115316" x="5827713" y="5043488"/>
          <p14:tracePt t="115333" x="5864225" y="5043488"/>
          <p14:tracePt t="115351" x="5892800" y="5043488"/>
          <p14:tracePt t="115366" x="5915025" y="5043488"/>
          <p14:tracePt t="115383" x="5921375" y="5043488"/>
          <p14:tracePt t="115399" x="5935663" y="5043488"/>
          <p14:tracePt t="115416" x="5951538" y="5043488"/>
          <p14:tracePt t="115433" x="5957888" y="5043488"/>
          <p14:tracePt t="115449" x="5986463" y="5043488"/>
          <p14:tracePt t="115466" x="5994400" y="5043488"/>
          <p14:tracePt t="115483" x="6016625" y="5043488"/>
          <p14:tracePt t="115499" x="6030913" y="5043488"/>
          <p14:tracePt t="115516" x="6037263" y="5043488"/>
          <p14:tracePt t="115533" x="6053138" y="5043488"/>
          <p14:tracePt t="115537" x="6059488" y="5043488"/>
          <p14:tracePt t="115566" x="6067425" y="5043488"/>
          <p14:tracePt t="115583" x="6073775" y="5043488"/>
          <p14:tracePt t="115601" x="6088063" y="5043488"/>
          <p14:tracePt t="115633" x="6096000" y="5043488"/>
          <p14:tracePt t="115886" x="6103938" y="5043488"/>
          <p14:tracePt t="115921" x="6110288" y="5043488"/>
          <p14:tracePt t="115941" x="6118225" y="5043488"/>
          <p14:tracePt t="115983" x="6124575" y="5043488"/>
          <p14:tracePt t="115996" x="6132513" y="5043488"/>
          <p14:tracePt t="116004" x="6138863" y="5043488"/>
          <p14:tracePt t="116109" x="6146800" y="5043488"/>
          <p14:tracePt t="117421" x="6154738" y="5043488"/>
          <p14:tracePt t="117430" x="6161088" y="5051425"/>
          <p14:tracePt t="117436" x="6161088" y="5057775"/>
          <p14:tracePt t="117450" x="6161088" y="5072063"/>
          <p14:tracePt t="117467" x="6161088" y="5087938"/>
          <p14:tracePt t="117484" x="6161088" y="5108575"/>
          <p14:tracePt t="117500" x="6161088" y="5138738"/>
          <p14:tracePt t="117517" x="6161088" y="5173663"/>
          <p14:tracePt t="117534" x="6161088" y="5189538"/>
          <p14:tracePt t="117546" x="6161088" y="5203825"/>
          <p14:tracePt t="117567" x="6161088" y="5224463"/>
          <p14:tracePt t="117584" x="6161088" y="5232400"/>
          <p14:tracePt t="117603" x="6154738" y="5254625"/>
          <p14:tracePt t="117619" x="6138863" y="5268913"/>
          <p14:tracePt t="117634" x="6138863" y="5275263"/>
          <p14:tracePt t="117651" x="6132513" y="5291138"/>
          <p14:tracePt t="117685" x="6132513" y="5297488"/>
          <p14:tracePt t="117700" x="6118225" y="5305425"/>
          <p14:tracePt t="117717" x="6110288" y="5319713"/>
          <p14:tracePt t="117734" x="6096000" y="5326063"/>
          <p14:tracePt t="117751" x="6081713" y="5341938"/>
          <p14:tracePt t="117767" x="6067425" y="5348288"/>
          <p14:tracePt t="117784" x="6045200" y="5362575"/>
          <p14:tracePt t="117801" x="6022975" y="5376863"/>
          <p14:tracePt t="117834" x="6002338" y="5392738"/>
          <p14:tracePt t="117853" x="5980113" y="5399088"/>
          <p14:tracePt t="117867" x="5965825" y="5413375"/>
          <p14:tracePt t="117884" x="5929313" y="5427663"/>
          <p14:tracePt t="117901" x="5900738" y="5443538"/>
          <p14:tracePt t="117917" x="5870575" y="5449888"/>
          <p14:tracePt t="117934" x="5842000" y="5472113"/>
          <p14:tracePt t="117951" x="5805488" y="5478463"/>
          <p14:tracePt t="117967" x="5768975" y="5500688"/>
          <p14:tracePt t="117984" x="5740400" y="5508625"/>
          <p14:tracePt t="118002" x="5703888" y="5522913"/>
          <p14:tracePt t="118017" x="5703888" y="5529263"/>
          <p14:tracePt t="118034" x="5681663" y="5529263"/>
          <p14:tracePt t="118044" x="5667375" y="5529263"/>
          <p14:tracePt t="118050" x="5661025" y="5529263"/>
          <p14:tracePt t="118067" x="5653088" y="5545138"/>
          <p14:tracePt t="118084" x="5638800" y="5545138"/>
          <p14:tracePt t="118103" x="5624513" y="5551488"/>
          <p14:tracePt t="118118" x="5616575" y="5551488"/>
          <p14:tracePt t="118134" x="5602288" y="5565775"/>
          <p14:tracePt t="118151" x="5595938" y="5565775"/>
          <p14:tracePt t="118168" x="5580063" y="5573713"/>
          <p14:tracePt t="118184" x="5573713" y="5573713"/>
          <p14:tracePt t="118201" x="5545138" y="5595938"/>
          <p14:tracePt t="118218" x="5529263" y="5595938"/>
          <p14:tracePt t="118234" x="5522913" y="5595938"/>
          <p14:tracePt t="118251" x="5508625" y="5602288"/>
          <p14:tracePt t="118268" x="5494338" y="5610225"/>
          <p14:tracePt t="118284" x="5486400" y="5616575"/>
          <p14:tracePt t="118301" x="5478463" y="5624513"/>
          <p14:tracePt t="118317" x="5457825" y="5630863"/>
          <p14:tracePt t="118333" x="5443538" y="5638800"/>
          <p14:tracePt t="118350" x="5435600" y="5646738"/>
          <p14:tracePt t="118367" x="5421313" y="5646738"/>
          <p14:tracePt t="118384" x="5413375" y="5646738"/>
          <p14:tracePt t="118401" x="5392738" y="5661025"/>
          <p14:tracePt t="118434" x="5376863" y="5661025"/>
          <p14:tracePt t="118451" x="5370513" y="5667375"/>
          <p14:tracePt t="118484" x="5356225" y="5667375"/>
          <p14:tracePt t="118517" x="5348288" y="5667375"/>
          <p14:tracePt t="118533" x="5348288" y="5675313"/>
          <p14:tracePt t="118556" x="5341938" y="5675313"/>
          <p14:tracePt t="120436" x="5341938" y="5689600"/>
          <p14:tracePt t="120446" x="5341938" y="5703888"/>
          <p14:tracePt t="120453" x="5348288" y="5718175"/>
          <p14:tracePt t="120468" x="5376863" y="5768975"/>
          <p14:tracePt t="120485" x="5413375" y="5819775"/>
          <p14:tracePt t="120502" x="5457825" y="5856288"/>
          <p14:tracePt t="120518" x="5486400" y="5878513"/>
          <p14:tracePt t="120535" x="5522913" y="5907088"/>
          <p14:tracePt t="120546" x="5580063" y="5943600"/>
          <p14:tracePt t="120569" x="5616575" y="5965825"/>
          <p14:tracePt t="120585" x="5630863" y="6008688"/>
          <p14:tracePt t="120603" x="5646738" y="6059488"/>
          <p14:tracePt t="120618" x="5653088" y="6103938"/>
          <p14:tracePt t="120635" x="5653088" y="6138863"/>
          <p14:tracePt t="120652" x="5653088" y="6183313"/>
          <p14:tracePt t="120669" x="5653088" y="6226175"/>
          <p14:tracePt t="120685" x="5638800" y="6248400"/>
          <p14:tracePt t="120702" x="5624513" y="6276975"/>
          <p14:tracePt t="120718" x="5616575" y="6284913"/>
          <p14:tracePt t="120735" x="5602288" y="6299200"/>
          <p14:tracePt t="120752" x="5588000" y="6313488"/>
          <p14:tracePt t="120769" x="5573713" y="6327775"/>
          <p14:tracePt t="120785" x="5565775" y="6327775"/>
          <p14:tracePt t="120801" x="5565775" y="6335713"/>
          <p14:tracePt t="120820" x="5559425" y="6342063"/>
          <p14:tracePt t="121454" x="5551488" y="6335713"/>
          <p14:tracePt t="121463" x="5551488" y="6307138"/>
          <p14:tracePt t="121470" x="5551488" y="6262688"/>
          <p14:tracePt t="121485" x="5551488" y="6154738"/>
          <p14:tracePt t="121501" x="5559425" y="6059488"/>
          <p14:tracePt t="121518" x="5565775" y="6022975"/>
          <p14:tracePt t="121535" x="5565775" y="6016625"/>
          <p14:tracePt t="121555" x="5580063" y="6008688"/>
          <p14:tracePt t="121580" x="5580063" y="6002338"/>
          <p14:tracePt t="121603" x="5580063" y="5994400"/>
          <p14:tracePt t="121627" x="5580063" y="5986463"/>
          <p14:tracePt t="121659" x="5580063" y="5980113"/>
          <p14:tracePt t="125468" x="5588000" y="5972175"/>
          <p14:tracePt t="125485" x="5595938" y="5980113"/>
          <p14:tracePt t="125494" x="5610225" y="5994400"/>
          <p14:tracePt t="125503" x="5616575" y="6016625"/>
          <p14:tracePt t="125520" x="5661025" y="6073775"/>
          <p14:tracePt t="125536" x="5711825" y="6132513"/>
          <p14:tracePt t="125548" x="5748338" y="6189663"/>
          <p14:tracePt t="125557" x="5762625" y="6197600"/>
          <p14:tracePt t="125570" x="5791200" y="6234113"/>
          <p14:tracePt t="125586" x="5805488" y="6262688"/>
          <p14:tracePt t="125603" x="5827713" y="6307138"/>
          <p14:tracePt t="125621" x="5842000" y="6350000"/>
          <p14:tracePt t="125636" x="5856288" y="6392863"/>
          <p14:tracePt t="125653" x="5864225" y="6423025"/>
          <p14:tracePt t="125671" x="5878513" y="6465888"/>
          <p14:tracePt t="125686" x="5892800" y="6502400"/>
          <p14:tracePt t="125703" x="5900738" y="6530975"/>
          <p14:tracePt t="125720" x="5907088" y="6553200"/>
          <p14:tracePt t="125736" x="5907088" y="6567488"/>
          <p14:tracePt t="125753" x="5915025" y="6575425"/>
          <p14:tracePt t="125770" x="5915025" y="6581775"/>
          <p14:tracePt t="125797" x="5915025" y="6589713"/>
          <p14:tracePt t="125856" x="5915025" y="6596063"/>
          <p14:tracePt t="125870" x="5915025" y="6604000"/>
          <p14:tracePt t="125885" x="5915025" y="6611938"/>
          <p14:tracePt t="125893" x="5915025" y="6618288"/>
          <p14:tracePt t="125903" x="5907088" y="6626225"/>
          <p14:tracePt t="125919" x="5878513" y="6640513"/>
          <p14:tracePt t="125936" x="5856288" y="6646863"/>
          <p14:tracePt t="125953" x="5819775" y="6662738"/>
          <p14:tracePt t="125969" x="5762625" y="6677025"/>
          <p14:tracePt t="125986" x="5726113" y="6677025"/>
          <p14:tracePt t="126003" x="5697538" y="6677025"/>
          <p14:tracePt t="126020" x="5667375" y="6677025"/>
          <p14:tracePt t="126037" x="5638800" y="6677025"/>
          <p14:tracePt t="126041" x="5616575" y="6677025"/>
          <p14:tracePt t="126053" x="5595938" y="6677025"/>
          <p14:tracePt t="126070" x="5573713" y="6677025"/>
          <p14:tracePt t="126086" x="5559425" y="6677025"/>
          <p14:tracePt t="126103" x="5545138" y="6677025"/>
          <p14:tracePt t="126120" x="5537200" y="6677025"/>
          <p14:tracePt t="126136" x="5529263" y="6677025"/>
          <p14:tracePt t="126153" x="5514975" y="6677025"/>
          <p14:tracePt t="126170" x="5478463" y="6677025"/>
          <p14:tracePt t="126186" x="5449888" y="6662738"/>
          <p14:tracePt t="126203" x="5413375" y="6646863"/>
          <p14:tracePt t="126220" x="5399088" y="6640513"/>
          <p14:tracePt t="126236" x="5376863" y="6640513"/>
          <p14:tracePt t="126253" x="5370513" y="6640513"/>
          <p14:tracePt t="126573" x="5407025" y="6632575"/>
          <p14:tracePt t="126581" x="5435600" y="6632575"/>
          <p14:tracePt t="126588" x="5500688" y="6618288"/>
          <p14:tracePt t="126603" x="5624513" y="6604000"/>
          <p14:tracePt t="126620" x="5726113" y="6596063"/>
          <p14:tracePt t="126636" x="5783263" y="6596063"/>
          <p14:tracePt t="126653" x="5805488" y="6596063"/>
          <p14:tracePt t="126670" x="5813425" y="6596063"/>
          <p14:tracePt t="126686" x="5827713" y="6596063"/>
          <p14:tracePt t="126703" x="5849938" y="6596063"/>
          <p14:tracePt t="126720" x="5870575" y="6596063"/>
          <p14:tracePt t="126736" x="5900738" y="6596063"/>
          <p14:tracePt t="126753" x="5943600" y="6626225"/>
          <p14:tracePt t="126769" x="5980113" y="6640513"/>
          <p14:tracePt t="126786" x="5994400" y="6654800"/>
          <p14:tracePt t="126803" x="5994400" y="6662738"/>
          <p14:tracePt t="126850" x="5994400" y="6669088"/>
          <p14:tracePt t="126858" x="5994400" y="6677025"/>
          <p14:tracePt t="126874" x="5994400" y="6683375"/>
          <p14:tracePt t="126898" x="5994400" y="6691313"/>
          <p14:tracePt t="126906" x="5994400" y="6697663"/>
          <p14:tracePt t="126920" x="5986463" y="6705600"/>
          <p14:tracePt t="126936" x="5965825" y="6705600"/>
          <p14:tracePt t="126953" x="5929313" y="6719888"/>
          <p14:tracePt t="126970" x="5900738" y="6727825"/>
          <p14:tracePt t="126986" x="5870575" y="6727825"/>
          <p14:tracePt t="127003" x="5842000" y="6734175"/>
          <p14:tracePt t="127020" x="5813425" y="6734175"/>
          <p14:tracePt t="127036" x="5776913" y="6742113"/>
          <p14:tracePt t="127053" x="5754688" y="6748463"/>
          <p14:tracePt t="127070" x="5740400" y="6748463"/>
          <p14:tracePt t="127086" x="5726113" y="6748463"/>
          <p14:tracePt t="127103" x="5711825" y="6748463"/>
          <p14:tracePt t="127120" x="5703888" y="6748463"/>
          <p14:tracePt t="127136" x="5697538" y="6748463"/>
          <p14:tracePt t="127153" x="5689600" y="6748463"/>
          <p14:tracePt t="130037" x="5697538" y="6748463"/>
          <p14:tracePt t="130047" x="5740400" y="6748463"/>
          <p14:tracePt t="130056" x="5768975" y="6742113"/>
          <p14:tracePt t="130071" x="5856288" y="6742113"/>
          <p14:tracePt t="130088" x="5994400" y="6742113"/>
          <p14:tracePt t="130104" x="6146800" y="6742113"/>
          <p14:tracePt t="130121" x="6313488" y="6742113"/>
          <p14:tracePt t="130138" x="6494463" y="6742113"/>
          <p14:tracePt t="130155" x="6604000" y="6742113"/>
          <p14:tracePt t="130171" x="6697663" y="6742113"/>
          <p14:tracePt t="130188" x="6778625" y="6742113"/>
          <p14:tracePt t="130204" x="6865938" y="6742113"/>
          <p14:tracePt t="130221" x="6981825" y="6742113"/>
          <p14:tracePt t="130238" x="7089775" y="6742113"/>
          <p14:tracePt t="130255" x="7227888" y="6742113"/>
          <p14:tracePt t="130272" x="7337425" y="6742113"/>
          <p14:tracePt t="130291" x="7445375" y="6742113"/>
          <p14:tracePt t="130304" x="7475538" y="6742113"/>
          <p14:tracePt t="130321" x="7526338" y="6742113"/>
          <p14:tracePt t="130323" x="7554913" y="6742113"/>
          <p14:tracePt t="130338" x="7612063" y="6742113"/>
          <p14:tracePt t="130355" x="7670800" y="6742113"/>
          <p14:tracePt t="130372" x="7713663" y="6742113"/>
          <p14:tracePt t="130388" x="7729538" y="6742113"/>
          <p14:tracePt t="130421" x="7735888" y="6742113"/>
          <p14:tracePt t="130453" x="7743825" y="6742113"/>
          <p14:tracePt t="130517" x="7750175" y="6742113"/>
          <p14:tracePt t="130530" x="7764463" y="6742113"/>
          <p14:tracePt t="130541" x="7772400" y="6742113"/>
          <p14:tracePt t="130555" x="7786688" y="6742113"/>
          <p14:tracePt t="130571" x="7794625" y="6742113"/>
          <p14:tracePt t="130588" x="7800975" y="6742113"/>
          <p14:tracePt t="130605" x="7808913" y="6742113"/>
          <p14:tracePt t="130621" x="7815263" y="6742113"/>
          <p14:tracePt t="130638" x="7831138" y="6742113"/>
          <p14:tracePt t="130655" x="7851775" y="6742113"/>
          <p14:tracePt t="130671" x="7866063" y="6742113"/>
          <p14:tracePt t="130688" x="7881938" y="6742113"/>
          <p14:tracePt t="130704" x="7888288" y="6742113"/>
          <p14:tracePt t="130721" x="7924800" y="6727825"/>
          <p14:tracePt t="130737" x="7939088" y="6719888"/>
          <p14:tracePt t="130754" x="7975600" y="6719888"/>
          <p14:tracePt t="130772" x="7989888" y="6719888"/>
          <p14:tracePt t="130788" x="8026400" y="6697663"/>
          <p14:tracePt t="130804" x="8054975" y="6697663"/>
          <p14:tracePt t="130821" x="8085138" y="6691313"/>
          <p14:tracePt t="130838" x="8113713" y="6683375"/>
          <p14:tracePt t="130854" x="8142288" y="6677025"/>
          <p14:tracePt t="130871" x="8164513" y="6669088"/>
          <p14:tracePt t="130888" x="8178800" y="6669088"/>
          <p14:tracePt t="130904" x="8207375" y="6662738"/>
          <p14:tracePt t="130921" x="8221663" y="6654800"/>
          <p14:tracePt t="130938" x="8258175" y="6654800"/>
          <p14:tracePt t="130955" x="8288338" y="6646863"/>
          <p14:tracePt t="130971" x="8308975" y="6646863"/>
          <p14:tracePt t="130988" x="8316913" y="6640513"/>
          <p14:tracePt t="131005" x="8323263" y="6640513"/>
          <p14:tracePt t="131022" x="8339138" y="6640513"/>
          <p14:tracePt t="131040" x="8345488" y="6640513"/>
          <p14:tracePt t="131055" x="8353425" y="6632575"/>
          <p14:tracePt t="131071" x="8359775" y="6626225"/>
          <p14:tracePt t="131150" x="8367713" y="6626225"/>
          <p14:tracePt t="132107" x="8374063" y="6626225"/>
          <p14:tracePt t="132354" x="8374063" y="6618288"/>
          <p14:tracePt t="132362" x="8374063" y="6611938"/>
          <p14:tracePt t="132378" x="8374063" y="6604000"/>
          <p14:tracePt t="132388" x="8367713" y="6589713"/>
          <p14:tracePt t="132422" x="8353425" y="6575425"/>
          <p14:tracePt t="132455" x="8345488" y="6567488"/>
          <p14:tracePt t="132462" x="8339138" y="6553200"/>
          <p14:tracePt t="132485" x="8331200" y="6545263"/>
          <p14:tracePt t="132501" x="8323263" y="6538913"/>
          <p14:tracePt t="132528" x="8323263" y="6530975"/>
          <p14:tracePt t="132544" x="8316913" y="6524625"/>
          <p14:tracePt t="132575" x="8308975" y="6524625"/>
          <p14:tracePt t="132606" x="8308975" y="6516688"/>
          <p14:tracePt t="132677" x="8302625" y="6510338"/>
          <p14:tracePt t="132709" x="8294688" y="6510338"/>
          <p14:tracePt t="132742" x="8288338" y="6502400"/>
          <p14:tracePt t="132782" x="8280400" y="6502400"/>
          <p14:tracePt t="132822" x="8272463" y="6494463"/>
          <p14:tracePt t="132837" x="8266113" y="6488113"/>
          <p14:tracePt t="132886" x="8258175" y="6488113"/>
          <p14:tracePt t="132921" x="8258175" y="6480175"/>
          <p14:tracePt t="132933" x="8251825" y="6480175"/>
          <p14:tracePt t="132941" x="8243888" y="6480175"/>
          <p14:tracePt t="132955" x="8243888" y="6473825"/>
          <p14:tracePt t="132972" x="8237538" y="6473825"/>
          <p14:tracePt t="132996" x="8237538" y="6465888"/>
          <p14:tracePt t="133013" x="8229600" y="6465888"/>
          <p14:tracePt t="133045" x="8221663" y="6459538"/>
          <p14:tracePt t="133053" x="8215313" y="6459538"/>
          <p14:tracePt t="133061" x="8215313" y="6451600"/>
          <p14:tracePt t="133076" x="8207375" y="6451600"/>
          <p14:tracePt t="133090" x="8207375" y="6443663"/>
          <p14:tracePt t="133105" x="8193088" y="6437313"/>
          <p14:tracePt t="133150" x="8186738" y="6437313"/>
          <p14:tracePt t="133156" x="8178800" y="6429375"/>
          <p14:tracePt t="138972" x="8186738" y="6429375"/>
          <p14:tracePt t="138984" x="8193088" y="6429375"/>
          <p14:tracePt t="138990" x="8201025" y="6429375"/>
          <p14:tracePt t="139007" x="8207375" y="6437313"/>
          <p14:tracePt t="139024" x="8229600" y="6437313"/>
          <p14:tracePt t="139033" x="8243888" y="6437313"/>
          <p14:tracePt t="139045" x="8280400" y="6437313"/>
          <p14:tracePt t="139058" x="8323263" y="6437313"/>
          <p14:tracePt t="139074" x="8382000" y="6437313"/>
          <p14:tracePt t="139091" x="8447088" y="6437313"/>
          <p14:tracePt t="139107" x="8520113" y="6437313"/>
          <p14:tracePt t="139124" x="8562975" y="6437313"/>
          <p14:tracePt t="139141" x="8599488" y="6437313"/>
          <p14:tracePt t="139157" x="8613775" y="6437313"/>
          <p14:tracePt t="139174" x="8621713" y="6437313"/>
          <p14:tracePt t="139191" x="8643938" y="6437313"/>
          <p14:tracePt t="139207" x="8650288" y="6437313"/>
          <p14:tracePt t="139224" x="8664575" y="6437313"/>
          <p14:tracePt t="139241" x="8694738" y="6437313"/>
          <p14:tracePt t="139259" x="8709025" y="6437313"/>
          <p14:tracePt t="139275" x="8729663" y="6437313"/>
          <p14:tracePt t="139291" x="8745538" y="6437313"/>
          <p14:tracePt t="139307" x="8759825" y="6443663"/>
          <p14:tracePt t="139340" x="8766175" y="6443663"/>
          <p14:tracePt t="139371" x="8774113" y="6443663"/>
          <p14:tracePt t="141757" x="8751888" y="6443663"/>
          <p14:tracePt t="141765" x="8737600" y="6443663"/>
          <p14:tracePt t="141774" x="8729663" y="6443663"/>
          <p14:tracePt t="141812" x="8723313" y="6443663"/>
          <p14:tracePt t="141822" x="8709025" y="6443663"/>
          <p14:tracePt t="141829" x="8672513" y="6443663"/>
          <p14:tracePt t="141841" x="8585200" y="6415088"/>
          <p14:tracePt t="141858" x="7975600" y="6154738"/>
          <p14:tracePt t="141875" x="7439025" y="5884863"/>
          <p14:tracePt t="141892" x="7089775" y="5740400"/>
          <p14:tracePt t="141911" x="6967538" y="5681663"/>
          <p14:tracePt t="141925" x="6908800" y="5661025"/>
          <p14:tracePt t="141942" x="6829425" y="5610225"/>
          <p14:tracePt t="141960" x="6727825" y="5508625"/>
          <p14:tracePt t="141975" x="6640513" y="5413375"/>
          <p14:tracePt t="141991" x="6561138" y="5305425"/>
          <p14:tracePt t="142008" x="6480175" y="5203825"/>
          <p14:tracePt t="142026" x="6307138" y="5080000"/>
          <p14:tracePt t="142034" x="6248400" y="5037138"/>
          <p14:tracePt t="142042" x="6169025" y="4992688"/>
          <p14:tracePt t="142059" x="5980113" y="4891088"/>
          <p14:tracePt t="142075" x="5783263" y="4789488"/>
          <p14:tracePt t="142092" x="5616575" y="4716463"/>
          <p14:tracePt t="142109" x="5478463" y="4681538"/>
          <p14:tracePt t="142125" x="5413375" y="4651375"/>
          <p14:tracePt t="142141" x="5376863" y="4645025"/>
          <p14:tracePt t="142158" x="5334000" y="4622800"/>
          <p14:tracePt t="142175" x="5283200" y="4600575"/>
          <p14:tracePt t="142191" x="5181600" y="4543425"/>
          <p14:tracePt t="142209" x="5000625" y="4448175"/>
          <p14:tracePt t="142226" x="4702175" y="4340225"/>
          <p14:tracePt t="142243" x="4498975" y="4289425"/>
          <p14:tracePt t="142258" x="4346575" y="4252913"/>
          <p14:tracePt t="142275" x="4208463" y="4244975"/>
          <p14:tracePt t="142291" x="4092575" y="4244975"/>
          <p14:tracePt t="142308" x="3976688" y="4244975"/>
          <p14:tracePt t="142325" x="3838575" y="4244975"/>
          <p14:tracePt t="142341" x="3694113" y="4244975"/>
          <p14:tracePt t="142358" x="3563938" y="4275138"/>
          <p14:tracePt t="142375" x="3462338" y="4318000"/>
          <p14:tracePt t="142391" x="3367088" y="4383088"/>
          <p14:tracePt t="142408" x="3279775" y="4448175"/>
          <p14:tracePt t="142425" x="3157538" y="4521200"/>
          <p14:tracePt t="142441" x="2982913" y="4630738"/>
          <p14:tracePt t="142458" x="2909888" y="4716463"/>
          <p14:tracePt t="142475" x="2852738" y="4833938"/>
          <p14:tracePt t="142491" x="2808288" y="4905375"/>
          <p14:tracePt t="142510" x="2757488" y="4978400"/>
          <p14:tracePt t="142525" x="2706688" y="5029200"/>
          <p14:tracePt t="142529" x="2678113" y="5043488"/>
          <p14:tracePt t="142541" x="2633663" y="5057775"/>
          <p14:tracePt t="142558" x="2547938" y="5072063"/>
          <p14:tracePt t="142575" x="2430463" y="5094288"/>
          <p14:tracePt t="142592" x="2286000" y="5108575"/>
          <p14:tracePt t="142608" x="2119313" y="5108575"/>
          <p14:tracePt t="142625" x="1901825" y="5108575"/>
          <p14:tracePt t="142641" x="1814513" y="5108575"/>
          <p14:tracePt t="142658" x="1727200" y="5108575"/>
          <p14:tracePt t="142675" x="1654175" y="5108575"/>
          <p14:tracePt t="142692" x="1597025" y="5108575"/>
          <p14:tracePt t="142709" x="1531938" y="5108575"/>
          <p14:tracePt t="142725" x="1465263" y="5108575"/>
          <p14:tracePt t="142742" x="1408113" y="5108575"/>
          <p14:tracePt t="142759" x="1343025" y="5108575"/>
          <p14:tracePt t="142775" x="1262063" y="5102225"/>
          <p14:tracePt t="142792" x="1154113" y="5087938"/>
          <p14:tracePt t="142808" x="1023938" y="5057775"/>
          <p14:tracePt t="142825" x="914400" y="5051425"/>
          <p14:tracePt t="142842" x="827088" y="5037138"/>
          <p14:tracePt t="142859" x="804863" y="5021263"/>
          <p14:tracePt t="142875" x="790575" y="5021263"/>
          <p14:tracePt t="142891" x="762000" y="5006975"/>
          <p14:tracePt t="142908" x="725488" y="5000625"/>
          <p14:tracePt t="142925" x="660400" y="4964113"/>
          <p14:tracePt t="142942" x="601663" y="4941888"/>
          <p14:tracePt t="142958" x="544513" y="4913313"/>
          <p14:tracePt t="142975" x="500063" y="4899025"/>
          <p14:tracePt t="142991" x="471488" y="4884738"/>
          <p14:tracePt t="143008" x="457200" y="4876800"/>
          <p14:tracePt t="143025" x="442913" y="4862513"/>
          <p14:tracePt t="143028" x="428625" y="4862513"/>
          <p14:tracePt t="143041" x="420688" y="4854575"/>
          <p14:tracePt t="143058" x="420688" y="4840288"/>
          <p14:tracePt t="143075" x="406400" y="4818063"/>
          <p14:tracePt t="143091" x="406400" y="4797425"/>
          <p14:tracePt t="143108" x="406400" y="4783138"/>
          <p14:tracePt t="143125" x="406400" y="4767263"/>
          <p14:tracePt t="143141" x="406400" y="4752975"/>
          <p14:tracePt t="143158" x="406400" y="4746625"/>
          <p14:tracePt t="143175" x="414338" y="4724400"/>
          <p14:tracePt t="143191" x="420688" y="4716463"/>
          <p14:tracePt t="143208" x="449263" y="4702175"/>
          <p14:tracePt t="143225" x="465138" y="4695825"/>
          <p14:tracePt t="143241" x="493713" y="4681538"/>
          <p14:tracePt t="143258" x="522288" y="4673600"/>
          <p14:tracePt t="143275" x="558800" y="4673600"/>
          <p14:tracePt t="143291" x="631825" y="4665663"/>
          <p14:tracePt t="143308" x="719138" y="4665663"/>
          <p14:tracePt t="143325" x="769938" y="4665663"/>
          <p14:tracePt t="143341" x="804863" y="4665663"/>
          <p14:tracePt t="143358" x="849313" y="4665663"/>
          <p14:tracePt t="143375" x="906463" y="4665663"/>
          <p14:tracePt t="143391" x="987425" y="4665663"/>
          <p14:tracePt t="143408" x="1095375" y="4665663"/>
          <p14:tracePt t="143425" x="1204913" y="4665663"/>
          <p14:tracePt t="143441" x="1343025" y="4687888"/>
          <p14:tracePt t="143458" x="1422400" y="4687888"/>
          <p14:tracePt t="143475" x="1495425" y="4687888"/>
          <p14:tracePt t="143491" x="1597025" y="4710113"/>
          <p14:tracePt t="143508" x="1704975" y="4716463"/>
          <p14:tracePt t="143525" x="1828800" y="4716463"/>
          <p14:tracePt t="143541" x="1944688" y="4724400"/>
          <p14:tracePt t="143558" x="2039938" y="4732338"/>
          <p14:tracePt t="143575" x="2090738" y="4746625"/>
          <p14:tracePt t="143591" x="2119313" y="4752975"/>
          <p14:tracePt t="143608" x="2155825" y="4752975"/>
          <p14:tracePt t="143625" x="2206625" y="4760913"/>
          <p14:tracePt t="143641" x="2249488" y="4760913"/>
          <p14:tracePt t="143658" x="2293938" y="4775200"/>
          <p14:tracePt t="143675" x="2328863" y="4775200"/>
          <p14:tracePt t="143691" x="2365375" y="4783138"/>
          <p14:tracePt t="143708" x="2379663" y="4783138"/>
          <p14:tracePt t="143725" x="2409825" y="4789488"/>
          <p14:tracePt t="143758" x="2424113" y="4789488"/>
          <p14:tracePt t="143775" x="2430463" y="4789488"/>
          <p14:tracePt t="143791" x="2452688" y="4789488"/>
          <p14:tracePt t="143808" x="2497138" y="4803775"/>
          <p14:tracePt t="143825" x="2633663" y="4818063"/>
          <p14:tracePt t="143842" x="2743200" y="4826000"/>
          <p14:tracePt t="143858" x="2836863" y="4826000"/>
          <p14:tracePt t="143875" x="2895600" y="4826000"/>
          <p14:tracePt t="143891" x="2932113" y="4826000"/>
          <p14:tracePt t="143908" x="2968625" y="4833938"/>
          <p14:tracePt t="143925" x="3005138" y="4840288"/>
          <p14:tracePt t="143942" x="3025775" y="4848225"/>
          <p14:tracePt t="143958" x="3048000" y="4848225"/>
          <p14:tracePt t="143975" x="3055938" y="4862513"/>
          <p14:tracePt t="143992" x="3062288" y="4862513"/>
          <p14:tracePt t="144008" x="3070225" y="4868863"/>
          <p14:tracePt t="144025" x="3076575" y="4876800"/>
          <p14:tracePt t="144059" x="3076575" y="4884738"/>
          <p14:tracePt t="144066" x="3076575" y="4891088"/>
          <p14:tracePt t="144075" x="3076575" y="4899025"/>
          <p14:tracePt t="144092" x="3076575" y="4905375"/>
          <p14:tracePt t="144108" x="3070225" y="4927600"/>
          <p14:tracePt t="144125" x="3048000" y="4935538"/>
          <p14:tracePt t="144142" x="3033713" y="4949825"/>
          <p14:tracePt t="144159" x="3019425" y="4956175"/>
          <p14:tracePt t="144175" x="2982913" y="4978400"/>
          <p14:tracePt t="144192" x="2938463" y="4992688"/>
          <p14:tracePt t="144209" x="2867025" y="5006975"/>
          <p14:tracePt t="144226" x="2816225" y="5014913"/>
          <p14:tracePt t="144242" x="2765425" y="5014913"/>
          <p14:tracePt t="144258" x="2728913" y="5021263"/>
          <p14:tracePt t="144275" x="2684463" y="5029200"/>
          <p14:tracePt t="144292" x="2633663" y="5029200"/>
          <p14:tracePt t="144308" x="2568575" y="5029200"/>
          <p14:tracePt t="144325" x="2466975" y="5029200"/>
          <p14:tracePt t="144342" x="2387600" y="5029200"/>
          <p14:tracePt t="144358" x="2300288" y="5029200"/>
          <p14:tracePt t="144375" x="2235200" y="5029200"/>
          <p14:tracePt t="144392" x="2170113" y="5029200"/>
          <p14:tracePt t="144408" x="2111375" y="5029200"/>
          <p14:tracePt t="144425" x="2009775" y="5029200"/>
          <p14:tracePt t="144442" x="1922463" y="5029200"/>
          <p14:tracePt t="144459" x="1814513" y="5029200"/>
          <p14:tracePt t="144475" x="1712913" y="5029200"/>
          <p14:tracePt t="144492" x="1633538" y="5029200"/>
          <p14:tracePt t="144509" x="1531938" y="5029200"/>
          <p14:tracePt t="144525" x="1465263" y="5029200"/>
          <p14:tracePt t="144542" x="1422400" y="5029200"/>
          <p14:tracePt t="144558" x="1385888" y="5029200"/>
          <p14:tracePt t="144575" x="1357313" y="5029200"/>
          <p14:tracePt t="144592" x="1343025" y="5029200"/>
          <p14:tracePt t="144609" x="1312863" y="5029200"/>
          <p14:tracePt t="144625" x="1284288" y="5021263"/>
          <p14:tracePt t="144642" x="1262063" y="5021263"/>
          <p14:tracePt t="144659" x="1219200" y="5021263"/>
          <p14:tracePt t="144675" x="1190625" y="5021263"/>
          <p14:tracePt t="144692" x="1160463" y="5021263"/>
          <p14:tracePt t="144709" x="1117600" y="5021263"/>
          <p14:tracePt t="144728" x="1081088" y="5021263"/>
          <p14:tracePt t="144742" x="1038225" y="5021263"/>
          <p14:tracePt t="144759" x="993775" y="5021263"/>
          <p14:tracePt t="144775" x="965200" y="5014913"/>
          <p14:tracePt t="144792" x="950913" y="5014913"/>
          <p14:tracePt t="144809" x="942975" y="5006975"/>
          <p14:tracePt t="144842" x="936625" y="5006975"/>
          <p14:tracePt t="151442" x="965200" y="5006975"/>
          <p14:tracePt t="151450" x="987425" y="5006975"/>
          <p14:tracePt t="151461" x="1023938" y="5006975"/>
          <p14:tracePt t="151477" x="1146175" y="5014913"/>
          <p14:tracePt t="151494" x="1335088" y="5037138"/>
          <p14:tracePt t="151511" x="1574800" y="5072063"/>
          <p14:tracePt t="151528" x="1828800" y="5108575"/>
          <p14:tracePt t="151531" x="1958975" y="5122863"/>
          <p14:tracePt t="151544" x="2111375" y="5153025"/>
          <p14:tracePt t="151561" x="2336800" y="5173663"/>
          <p14:tracePt t="151577" x="2633663" y="5232400"/>
          <p14:tracePt t="151594" x="2801938" y="5254625"/>
          <p14:tracePt t="151611" x="2954338" y="5275263"/>
          <p14:tracePt t="151627" x="3090863" y="5291138"/>
          <p14:tracePt t="151644" x="3228975" y="5311775"/>
          <p14:tracePt t="151661" x="3338513" y="5319713"/>
          <p14:tracePt t="151677" x="3425825" y="5326063"/>
          <p14:tracePt t="151694" x="3482975" y="5334000"/>
          <p14:tracePt t="151711" x="3533775" y="5348288"/>
          <p14:tracePt t="151727" x="3584575" y="5356225"/>
          <p14:tracePt t="151744" x="3657600" y="5356225"/>
          <p14:tracePt t="151761" x="3781425" y="5384800"/>
          <p14:tracePt t="151777" x="3940175" y="5392738"/>
          <p14:tracePt t="151794" x="4021138" y="5392738"/>
          <p14:tracePt t="151811" x="4106863" y="5392738"/>
          <p14:tracePt t="151827" x="4216400" y="5392738"/>
          <p14:tracePt t="151844" x="4346575" y="5392738"/>
          <p14:tracePt t="151861" x="4448175" y="5392738"/>
          <p14:tracePt t="151878" x="4529138" y="5392738"/>
          <p14:tracePt t="151894" x="4572000" y="5392738"/>
          <p14:tracePt t="151911" x="4622800" y="5384800"/>
          <p14:tracePt t="151927" x="4665663" y="5370513"/>
          <p14:tracePt t="151944" x="4716463" y="5356225"/>
          <p14:tracePt t="151961" x="4746625" y="5341938"/>
          <p14:tracePt t="151978" x="4811713" y="5297488"/>
          <p14:tracePt t="151994" x="4854575" y="5240338"/>
          <p14:tracePt t="152011" x="4891088" y="5181600"/>
          <p14:tracePt t="152027" x="4913313" y="5130800"/>
          <p14:tracePt t="152044" x="4941888" y="5102225"/>
          <p14:tracePt t="152061" x="4964113" y="5051425"/>
          <p14:tracePt t="152078" x="4986338" y="5029200"/>
          <p14:tracePt t="152094" x="5006975" y="5000625"/>
          <p14:tracePt t="152111" x="5014913" y="4986338"/>
          <p14:tracePt t="152144" x="5021263" y="4970463"/>
          <p14:tracePt t="152161" x="5029200" y="4970463"/>
          <p14:tracePt t="152211" x="5037138" y="4964113"/>
          <p14:tracePt t="152234" x="5037138" y="4956175"/>
          <p14:tracePt t="152266" x="5043488" y="4956175"/>
          <p14:tracePt t="152291" x="5051425" y="4956175"/>
          <p14:tracePt t="152298" x="5065713" y="4956175"/>
          <p14:tracePt t="152314" x="5080000" y="4949825"/>
          <p14:tracePt t="152322" x="5094288" y="4949825"/>
          <p14:tracePt t="152330" x="5102225" y="4949825"/>
          <p14:tracePt t="152344" x="5116513" y="4941888"/>
          <p14:tracePt t="152361" x="5138738" y="4941888"/>
          <p14:tracePt t="152378" x="5203825" y="4935538"/>
          <p14:tracePt t="152395" x="5254625" y="4927600"/>
          <p14:tracePt t="152411" x="5291138" y="4919663"/>
          <p14:tracePt t="152428" x="5326063" y="4913313"/>
          <p14:tracePt t="152444" x="5362575" y="4905375"/>
          <p14:tracePt t="152461" x="5384800" y="4899025"/>
          <p14:tracePt t="152479" x="5407025" y="4899025"/>
          <p14:tracePt t="152494" x="5435600" y="4891088"/>
          <p14:tracePt t="152511" x="5457825" y="4876800"/>
          <p14:tracePt t="152528" x="5472113" y="4876800"/>
          <p14:tracePt t="152531" x="5486400" y="4868863"/>
          <p14:tracePt t="152546" x="5500688" y="4868863"/>
          <p14:tracePt t="152561" x="5529263" y="4862513"/>
          <p14:tracePt t="152578" x="5559425" y="4862513"/>
          <p14:tracePt t="152594" x="5580063" y="4862513"/>
          <p14:tracePt t="152611" x="5602288" y="4854575"/>
          <p14:tracePt t="152628" x="5610225" y="4854575"/>
          <p14:tracePt t="152644" x="5624513" y="4854575"/>
          <p14:tracePt t="152661" x="5630863" y="4854575"/>
          <p14:tracePt t="152694" x="5638800" y="4854575"/>
          <p14:tracePt t="152714" x="5646738" y="4854575"/>
          <p14:tracePt t="152739" x="5653088" y="4854575"/>
          <p14:tracePt t="152755" x="5653088" y="4848225"/>
          <p14:tracePt t="152803" x="5661025" y="4848225"/>
          <p14:tracePt t="152882" x="5667375" y="4848225"/>
          <p14:tracePt t="152890" x="5675313" y="4848225"/>
          <p14:tracePt t="153012" x="5681663" y="4848225"/>
          <p14:tracePt t="153237" x="5689600" y="4848225"/>
          <p14:tracePt t="153246" x="5689600" y="4840288"/>
          <p14:tracePt t="153252" x="5697538" y="4840288"/>
          <p14:tracePt t="153262" x="5703888" y="4840288"/>
          <p14:tracePt t="153279" x="5711825" y="4840288"/>
          <p14:tracePt t="153295" x="5726113" y="4833938"/>
          <p14:tracePt t="153311" x="5732463" y="4833938"/>
          <p14:tracePt t="153328" x="5748338" y="4826000"/>
          <p14:tracePt t="153345" x="5768975" y="4826000"/>
          <p14:tracePt t="153361" x="5783263" y="4818063"/>
          <p14:tracePt t="153378" x="5805488" y="4818063"/>
          <p14:tracePt t="153396" x="5813425" y="4803775"/>
          <p14:tracePt t="153412" x="5827713" y="4803775"/>
          <p14:tracePt t="153431" x="5842000" y="4803775"/>
          <p14:tracePt t="153445" x="5849938" y="4803775"/>
          <p14:tracePt t="153462" x="5870575" y="4797425"/>
          <p14:tracePt t="153482" x="5878513" y="4797425"/>
          <p14:tracePt t="153495" x="5900738" y="4797425"/>
          <p14:tracePt t="153512" x="5907088" y="4797425"/>
          <p14:tracePt t="153530" x="5929313" y="4797425"/>
          <p14:tracePt t="153546" x="5943600" y="4783138"/>
          <p14:tracePt t="153562" x="5965825" y="4783138"/>
          <p14:tracePt t="153579" x="5994400" y="4775200"/>
          <p14:tracePt t="153595" x="6016625" y="4775200"/>
          <p14:tracePt t="153612" x="6037263" y="4767263"/>
          <p14:tracePt t="153629" x="6053138" y="4760913"/>
          <p14:tracePt t="153645" x="6081713" y="4752975"/>
          <p14:tracePt t="153662" x="6096000" y="4752975"/>
          <p14:tracePt t="153681" x="6118225" y="4752975"/>
          <p14:tracePt t="153695" x="6138863" y="4746625"/>
          <p14:tracePt t="153711" x="6146800" y="4746625"/>
          <p14:tracePt t="153728" x="6161088" y="4746625"/>
          <p14:tracePt t="153745" x="6169025" y="4746625"/>
          <p14:tracePt t="153762" x="6183313" y="4746625"/>
          <p14:tracePt t="153783" x="6189663" y="4746625"/>
          <p14:tracePt t="153822" x="6205538" y="4732338"/>
          <p14:tracePt t="154034" x="6211888" y="4724400"/>
          <p14:tracePt t="154188" x="6219825" y="4724400"/>
          <p14:tracePt t="156673" x="6183313" y="4716463"/>
          <p14:tracePt t="156685" x="6169025" y="4702175"/>
          <p14:tracePt t="156696" x="6161088" y="4702175"/>
          <p14:tracePt t="156714" x="6132513" y="4687888"/>
          <p14:tracePt t="156730" x="6103938" y="4665663"/>
          <p14:tracePt t="156746" x="6073775" y="4651375"/>
          <p14:tracePt t="156763" x="6037263" y="4630738"/>
          <p14:tracePt t="156780" x="6016625" y="4614863"/>
          <p14:tracePt t="156903" x="6008688" y="4614863"/>
          <p14:tracePt t="156911" x="6008688" y="4608513"/>
          <p14:tracePt t="156923" x="6016625" y="4600575"/>
          <p14:tracePt t="156930" x="6022975" y="4594225"/>
          <p14:tracePt t="156946" x="6053138" y="4579938"/>
          <p14:tracePt t="156963" x="6073775" y="4579938"/>
          <p14:tracePt t="156983" x="6081713" y="4579938"/>
          <p14:tracePt t="157036" x="6088063" y="4572000"/>
          <p14:tracePt t="157054" x="6053138" y="4557713"/>
          <p14:tracePt t="157066" x="5892800" y="4543425"/>
          <p14:tracePt t="157079" x="5799138" y="4543425"/>
          <p14:tracePt t="157096" x="5565775" y="4543425"/>
          <p14:tracePt t="157113" x="5167313" y="4557713"/>
          <p14:tracePt t="157129" x="3970338" y="4645025"/>
          <p14:tracePt t="157146" x="3149600" y="4746625"/>
          <p14:tracePt t="157163" x="2286000" y="4876800"/>
          <p14:tracePt t="157179" x="1516063" y="5006975"/>
          <p14:tracePt t="157196" x="812800" y="5087938"/>
          <p14:tracePt t="157213" x="160338" y="5167313"/>
          <p14:tracePt t="159381" x="1408113" y="5037138"/>
          <p14:tracePt t="159386" x="1684338" y="5037138"/>
          <p14:tracePt t="159396" x="1981200" y="5037138"/>
          <p14:tracePt t="159413" x="2430463" y="5037138"/>
          <p14:tracePt t="159430" x="2771775" y="5037138"/>
          <p14:tracePt t="159447" x="3011488" y="5037138"/>
          <p14:tracePt t="159463" x="3287713" y="5037138"/>
          <p14:tracePt t="159480" x="3527425" y="5037138"/>
          <p14:tracePt t="159497" x="3846513" y="5021263"/>
          <p14:tracePt t="159513" x="4013200" y="4992688"/>
          <p14:tracePt t="159530" x="4157663" y="4970463"/>
          <p14:tracePt t="159547" x="4295775" y="4927600"/>
          <p14:tracePt t="159563" x="4419600" y="4899025"/>
          <p14:tracePt t="159580" x="4521200" y="4862513"/>
          <p14:tracePt t="159597" x="4600575" y="4840288"/>
          <p14:tracePt t="159613" x="4665663" y="4826000"/>
          <p14:tracePt t="159630" x="4760913" y="4803775"/>
          <p14:tracePt t="159647" x="4884738" y="4803775"/>
          <p14:tracePt t="159663" x="5037138" y="4803775"/>
          <p14:tracePt t="159680" x="5195888" y="4818063"/>
          <p14:tracePt t="159697" x="5341938" y="4848225"/>
          <p14:tracePt t="159713" x="5478463" y="4854575"/>
          <p14:tracePt t="159730" x="5551488" y="4854575"/>
          <p14:tracePt t="159747" x="5653088" y="4854575"/>
          <p14:tracePt t="159763" x="5748338" y="4854575"/>
          <p14:tracePt t="159780" x="5813425" y="4854575"/>
          <p14:tracePt t="159797" x="5849938" y="4854575"/>
          <p14:tracePt t="159813" x="5878513" y="4854575"/>
          <p14:tracePt t="159830" x="5915025" y="4854575"/>
          <p14:tracePt t="159847" x="5935663" y="4854575"/>
          <p14:tracePt t="159864" x="5972175" y="4854575"/>
          <p14:tracePt t="159880" x="6002338" y="4854575"/>
          <p14:tracePt t="159897" x="6037263" y="4854575"/>
          <p14:tracePt t="159914" x="6059488" y="4848225"/>
          <p14:tracePt t="159930" x="6067425" y="4848225"/>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305" y="109059"/>
            <a:ext cx="10058400" cy="1191840"/>
          </a:xfrm>
        </p:spPr>
        <p:txBody>
          <a:bodyPr>
            <a:normAutofit fontScale="90000"/>
          </a:bodyPr>
          <a:lstStyle/>
          <a:p>
            <a:r>
              <a:rPr lang="en-US" dirty="0" smtClean="0"/>
              <a:t>Random Sampling in </a:t>
            </a:r>
            <a:br>
              <a:rPr lang="en-US" dirty="0" smtClean="0"/>
            </a:br>
            <a:r>
              <a:rPr lang="en-US" dirty="0" smtClean="0"/>
              <a:t>Imbalanced Data set (Bankruptcy Prediction)</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04489335"/>
              </p:ext>
            </p:extLst>
          </p:nvPr>
        </p:nvGraphicFramePr>
        <p:xfrm>
          <a:off x="581229" y="2129591"/>
          <a:ext cx="4624791" cy="1112520"/>
        </p:xfrm>
        <a:graphic>
          <a:graphicData uri="http://schemas.openxmlformats.org/drawingml/2006/table">
            <a:tbl>
              <a:tblPr firstRow="1" bandRow="1">
                <a:tableStyleId>{7DF18680-E054-41AD-8BC1-D1AEF772440D}</a:tableStyleId>
              </a:tblPr>
              <a:tblGrid>
                <a:gridCol w="2239810">
                  <a:extLst>
                    <a:ext uri="{9D8B030D-6E8A-4147-A177-3AD203B41FA5}">
                      <a16:colId xmlns:a16="http://schemas.microsoft.com/office/drawing/2014/main" val="2509743775"/>
                    </a:ext>
                  </a:extLst>
                </a:gridCol>
                <a:gridCol w="2384981">
                  <a:extLst>
                    <a:ext uri="{9D8B030D-6E8A-4147-A177-3AD203B41FA5}">
                      <a16:colId xmlns:a16="http://schemas.microsoft.com/office/drawing/2014/main" val="2903744248"/>
                    </a:ext>
                  </a:extLst>
                </a:gridCol>
              </a:tblGrid>
              <a:tr h="370840">
                <a:tc>
                  <a:txBody>
                    <a:bodyPr/>
                    <a:lstStyle/>
                    <a:p>
                      <a:endParaRPr lang="en-US" dirty="0">
                        <a:solidFill>
                          <a:sysClr val="windowText" lastClr="000000"/>
                        </a:solidFill>
                      </a:endParaRPr>
                    </a:p>
                  </a:txBody>
                  <a:tcPr/>
                </a:tc>
                <a:tc>
                  <a:txBody>
                    <a:bodyPr/>
                    <a:lstStyle/>
                    <a:p>
                      <a:pPr algn="ctr"/>
                      <a:r>
                        <a:rPr lang="en-US" dirty="0" smtClean="0"/>
                        <a:t>Number</a:t>
                      </a:r>
                      <a:r>
                        <a:rPr lang="en-US" baseline="0" dirty="0" smtClean="0"/>
                        <a:t> of Company</a:t>
                      </a:r>
                      <a:endParaRPr lang="en-US" dirty="0">
                        <a:solidFill>
                          <a:sysClr val="windowText" lastClr="000000"/>
                        </a:solidFill>
                      </a:endParaRPr>
                    </a:p>
                  </a:txBody>
                  <a:tcPr/>
                </a:tc>
                <a:extLst>
                  <a:ext uri="{0D108BD9-81ED-4DB2-BD59-A6C34878D82A}">
                    <a16:rowId xmlns:a16="http://schemas.microsoft.com/office/drawing/2014/main" val="1604645243"/>
                  </a:ext>
                </a:extLst>
              </a:tr>
              <a:tr h="370840">
                <a:tc>
                  <a:txBody>
                    <a:bodyPr/>
                    <a:lstStyle/>
                    <a:p>
                      <a:r>
                        <a:rPr lang="en-US" dirty="0" smtClean="0"/>
                        <a:t>Normal Company (+)</a:t>
                      </a:r>
                      <a:endParaRPr lang="en-US" dirty="0"/>
                    </a:p>
                  </a:txBody>
                  <a:tcPr/>
                </a:tc>
                <a:tc>
                  <a:txBody>
                    <a:bodyPr/>
                    <a:lstStyle/>
                    <a:p>
                      <a:pPr algn="ctr"/>
                      <a:r>
                        <a:rPr lang="en-US" dirty="0" smtClean="0"/>
                        <a:t>10,000</a:t>
                      </a:r>
                      <a:endParaRPr lang="en-US" dirty="0"/>
                    </a:p>
                  </a:txBody>
                  <a:tcPr/>
                </a:tc>
                <a:extLst>
                  <a:ext uri="{0D108BD9-81ED-4DB2-BD59-A6C34878D82A}">
                    <a16:rowId xmlns:a16="http://schemas.microsoft.com/office/drawing/2014/main" val="1921322777"/>
                  </a:ext>
                </a:extLst>
              </a:tr>
              <a:tr h="370840">
                <a:tc>
                  <a:txBody>
                    <a:bodyPr/>
                    <a:lstStyle/>
                    <a:p>
                      <a:r>
                        <a:rPr lang="en-US" baseline="0" dirty="0" smtClean="0"/>
                        <a:t>Bankrupt Company (-)</a:t>
                      </a:r>
                      <a:endParaRPr lang="en-US" dirty="0"/>
                    </a:p>
                  </a:txBody>
                  <a:tcPr/>
                </a:tc>
                <a:tc>
                  <a:txBody>
                    <a:bodyPr/>
                    <a:lstStyle/>
                    <a:p>
                      <a:pPr algn="ctr"/>
                      <a:r>
                        <a:rPr lang="en-US" dirty="0" smtClean="0"/>
                        <a:t>100</a:t>
                      </a:r>
                      <a:endParaRPr lang="en-US" dirty="0"/>
                    </a:p>
                  </a:txBody>
                  <a:tcPr/>
                </a:tc>
                <a:extLst>
                  <a:ext uri="{0D108BD9-81ED-4DB2-BD59-A6C34878D82A}">
                    <a16:rowId xmlns:a16="http://schemas.microsoft.com/office/drawing/2014/main" val="1997835423"/>
                  </a:ext>
                </a:extLst>
              </a:tr>
            </a:tbl>
          </a:graphicData>
        </a:graphic>
      </p:graphicFrame>
      <p:sp>
        <p:nvSpPr>
          <p:cNvPr id="4" name="Slide Number Placeholder 3"/>
          <p:cNvSpPr>
            <a:spLocks noGrp="1"/>
          </p:cNvSpPr>
          <p:nvPr>
            <p:ph type="sldNum" sz="quarter" idx="12"/>
          </p:nvPr>
        </p:nvSpPr>
        <p:spPr/>
        <p:txBody>
          <a:bodyPr/>
          <a:lstStyle/>
          <a:p>
            <a:fld id="{1D790B7D-7CE2-423E-A609-5BC5140947F8}" type="slidenum">
              <a:rPr lang="en-US" smtClean="0"/>
              <a:pPr/>
              <a:t>8</a:t>
            </a:fld>
            <a:endParaRPr lang="en-US" dirty="0"/>
          </a:p>
        </p:txBody>
      </p:sp>
      <p:sp>
        <p:nvSpPr>
          <p:cNvPr id="6" name="Right Arrow 5"/>
          <p:cNvSpPr/>
          <p:nvPr/>
        </p:nvSpPr>
        <p:spPr>
          <a:xfrm>
            <a:off x="5497485" y="2179579"/>
            <a:ext cx="1508762" cy="1062534"/>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800" dirty="0">
              <a:solidFill>
                <a:schemeClr val="tx1"/>
              </a:solidFill>
            </a:endParaRPr>
          </a:p>
        </p:txBody>
      </p:sp>
      <p:sp>
        <p:nvSpPr>
          <p:cNvPr id="7" name="TextBox 6"/>
          <p:cNvSpPr txBox="1"/>
          <p:nvPr/>
        </p:nvSpPr>
        <p:spPr>
          <a:xfrm>
            <a:off x="7589176" y="2179579"/>
            <a:ext cx="3796360" cy="369332"/>
          </a:xfrm>
          <a:prstGeom prst="rect">
            <a:avLst/>
          </a:prstGeom>
          <a:noFill/>
        </p:spPr>
        <p:txBody>
          <a:bodyPr wrap="none" rtlCol="0">
            <a:spAutoFit/>
          </a:bodyPr>
          <a:lstStyle/>
          <a:p>
            <a:r>
              <a:rPr lang="en-US" dirty="0" smtClean="0"/>
              <a:t>Split the data for 5 round experiment !</a:t>
            </a:r>
            <a:endParaRPr lang="en-US" dirty="0"/>
          </a:p>
        </p:txBody>
      </p:sp>
      <p:sp>
        <p:nvSpPr>
          <p:cNvPr id="8" name="Flowchart: Magnetic Disk 7"/>
          <p:cNvSpPr/>
          <p:nvPr/>
        </p:nvSpPr>
        <p:spPr>
          <a:xfrm>
            <a:off x="7360576" y="2738976"/>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1</a:t>
            </a:r>
            <a:endParaRPr lang="en-US" sz="1200" dirty="0">
              <a:solidFill>
                <a:schemeClr val="tx1"/>
              </a:solidFill>
            </a:endParaRPr>
          </a:p>
        </p:txBody>
      </p:sp>
      <p:sp>
        <p:nvSpPr>
          <p:cNvPr id="9" name="Flowchart: Magnetic Disk 8"/>
          <p:cNvSpPr/>
          <p:nvPr/>
        </p:nvSpPr>
        <p:spPr>
          <a:xfrm>
            <a:off x="8324506" y="2738976"/>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2</a:t>
            </a:r>
            <a:endParaRPr lang="en-US" sz="1200" dirty="0">
              <a:solidFill>
                <a:schemeClr val="tx1"/>
              </a:solidFill>
            </a:endParaRPr>
          </a:p>
        </p:txBody>
      </p:sp>
      <p:sp>
        <p:nvSpPr>
          <p:cNvPr id="10" name="Flowchart: Magnetic Disk 9"/>
          <p:cNvSpPr/>
          <p:nvPr/>
        </p:nvSpPr>
        <p:spPr>
          <a:xfrm>
            <a:off x="9288436" y="2738976"/>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3</a:t>
            </a:r>
            <a:endParaRPr lang="en-US" sz="1200" dirty="0">
              <a:solidFill>
                <a:schemeClr val="tx1"/>
              </a:solidFill>
            </a:endParaRPr>
          </a:p>
        </p:txBody>
      </p:sp>
      <p:sp>
        <p:nvSpPr>
          <p:cNvPr id="11" name="Flowchart: Magnetic Disk 10"/>
          <p:cNvSpPr/>
          <p:nvPr/>
        </p:nvSpPr>
        <p:spPr>
          <a:xfrm>
            <a:off x="10252366" y="2738975"/>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4</a:t>
            </a:r>
            <a:endParaRPr lang="en-US" sz="1200" dirty="0">
              <a:solidFill>
                <a:schemeClr val="tx1"/>
              </a:solidFill>
            </a:endParaRPr>
          </a:p>
        </p:txBody>
      </p:sp>
      <p:sp>
        <p:nvSpPr>
          <p:cNvPr id="12" name="Flowchart: Magnetic Disk 11"/>
          <p:cNvSpPr/>
          <p:nvPr/>
        </p:nvSpPr>
        <p:spPr>
          <a:xfrm>
            <a:off x="11216296" y="2738975"/>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5</a:t>
            </a:r>
            <a:endParaRPr lang="en-US" sz="1200" dirty="0">
              <a:solidFill>
                <a:schemeClr val="tx1"/>
              </a:solidFill>
            </a:endParaRPr>
          </a:p>
        </p:txBody>
      </p:sp>
      <p:sp>
        <p:nvSpPr>
          <p:cNvPr id="13" name="Rectangle 12"/>
          <p:cNvSpPr/>
          <p:nvPr/>
        </p:nvSpPr>
        <p:spPr>
          <a:xfrm>
            <a:off x="6400456" y="4414998"/>
            <a:ext cx="1188720" cy="43609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smtClean="0">
                <a:solidFill>
                  <a:schemeClr val="tx1"/>
                </a:solidFill>
              </a:rPr>
              <a:t>Train</a:t>
            </a:r>
            <a:endParaRPr lang="en-US" dirty="0">
              <a:solidFill>
                <a:schemeClr val="tx1"/>
              </a:solidFill>
            </a:endParaRPr>
          </a:p>
        </p:txBody>
      </p:sp>
      <p:sp>
        <p:nvSpPr>
          <p:cNvPr id="14" name="Rectangle 13"/>
          <p:cNvSpPr/>
          <p:nvPr/>
        </p:nvSpPr>
        <p:spPr>
          <a:xfrm>
            <a:off x="7965532" y="4414998"/>
            <a:ext cx="1188720" cy="436096"/>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smtClean="0">
                <a:solidFill>
                  <a:schemeClr val="tx1"/>
                </a:solidFill>
              </a:rPr>
              <a:t>Test</a:t>
            </a:r>
            <a:endParaRPr lang="en-US" dirty="0">
              <a:solidFill>
                <a:schemeClr val="tx1"/>
              </a:solidFill>
            </a:endParaRPr>
          </a:p>
        </p:txBody>
      </p:sp>
      <p:cxnSp>
        <p:nvCxnSpPr>
          <p:cNvPr id="15" name="Straight Arrow Connector 14"/>
          <p:cNvCxnSpPr>
            <a:stCxn id="8" idx="3"/>
            <a:endCxn id="13" idx="0"/>
          </p:cNvCxnSpPr>
          <p:nvPr/>
        </p:nvCxnSpPr>
        <p:spPr>
          <a:xfrm flipH="1">
            <a:off x="6994816" y="3745249"/>
            <a:ext cx="731482" cy="66974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3"/>
            <a:endCxn id="14" idx="0"/>
          </p:cNvCxnSpPr>
          <p:nvPr/>
        </p:nvCxnSpPr>
        <p:spPr>
          <a:xfrm>
            <a:off x="7726298" y="3745249"/>
            <a:ext cx="833594" cy="66974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497485" y="4828159"/>
            <a:ext cx="2091691" cy="1200329"/>
          </a:xfrm>
          <a:prstGeom prst="rect">
            <a:avLst/>
          </a:prstGeom>
          <a:solidFill>
            <a:schemeClr val="accent6">
              <a:lumMod val="40000"/>
              <a:lumOff val="60000"/>
            </a:schemeClr>
          </a:solidFill>
          <a:ln>
            <a:solidFill>
              <a:schemeClr val="tx1"/>
            </a:solidFill>
          </a:ln>
        </p:spPr>
        <p:txBody>
          <a:bodyPr wrap="square">
            <a:spAutoFit/>
          </a:bodyPr>
          <a:lstStyle/>
          <a:p>
            <a:pPr algn="ctr"/>
            <a:r>
              <a:rPr lang="en-US" dirty="0" smtClean="0"/>
              <a:t>Contain Normal and Bankrupt Company whose </a:t>
            </a:r>
            <a:r>
              <a:rPr lang="en-US" b="1" dirty="0" smtClean="0"/>
              <a:t>different characteristic</a:t>
            </a:r>
            <a:endParaRPr lang="en-US" b="1" dirty="0"/>
          </a:p>
        </p:txBody>
      </p:sp>
      <p:sp>
        <p:nvSpPr>
          <p:cNvPr id="19" name="Rectangle 18"/>
          <p:cNvSpPr/>
          <p:nvPr/>
        </p:nvSpPr>
        <p:spPr>
          <a:xfrm>
            <a:off x="7965532" y="4851094"/>
            <a:ext cx="2091691" cy="1200329"/>
          </a:xfrm>
          <a:prstGeom prst="rect">
            <a:avLst/>
          </a:prstGeom>
          <a:solidFill>
            <a:schemeClr val="accent1">
              <a:lumMod val="60000"/>
              <a:lumOff val="40000"/>
            </a:schemeClr>
          </a:solidFill>
          <a:ln>
            <a:solidFill>
              <a:schemeClr val="tx1"/>
            </a:solidFill>
          </a:ln>
        </p:spPr>
        <p:txBody>
          <a:bodyPr wrap="square">
            <a:spAutoFit/>
          </a:bodyPr>
          <a:lstStyle/>
          <a:p>
            <a:pPr algn="ctr"/>
            <a:r>
              <a:rPr lang="en-US" dirty="0" smtClean="0"/>
              <a:t>Contain Normal and Bankrupt Company whose </a:t>
            </a:r>
            <a:r>
              <a:rPr lang="en-US" b="1" dirty="0" smtClean="0"/>
              <a:t>different characteristic</a:t>
            </a:r>
            <a:endParaRPr lang="en-US" b="1" dirty="0"/>
          </a:p>
        </p:txBody>
      </p:sp>
    </p:spTree>
    <p:custDataLst>
      <p:tags r:id="rId1"/>
    </p:custDataLst>
    <p:extLst>
      <p:ext uri="{BB962C8B-B14F-4D97-AF65-F5344CB8AC3E}">
        <p14:creationId xmlns:p14="http://schemas.microsoft.com/office/powerpoint/2010/main" val="1216457756"/>
      </p:ext>
    </p:extLst>
  </p:cSld>
  <p:clrMapOvr>
    <a:masterClrMapping/>
  </p:clrMapOvr>
  <mc:AlternateContent xmlns:mc="http://schemas.openxmlformats.org/markup-compatibility/2006" xmlns:p14="http://schemas.microsoft.com/office/powerpoint/2010/main">
    <mc:Choice Requires="p14">
      <p:transition spd="slow" p14:dur="2000" advTm="2084">
        <p:cut/>
      </p:transition>
    </mc:Choice>
    <mc:Fallback xmlns="">
      <p:transition spd="slow" advTm="2084">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randombar(horizontal)">
                                      <p:cBhvr>
                                        <p:cTn id="18" dur="500"/>
                                        <p:tgtEl>
                                          <p:spTgt spid="9"/>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par>
                          <p:cTn id="33" fill="hold">
                            <p:stCondLst>
                              <p:cond delay="500"/>
                            </p:stCondLst>
                            <p:childTnLst>
                              <p:par>
                                <p:cTn id="34" presetID="14" presetClass="entr" presetSubtype="1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randombar(horizontal)">
                                      <p:cBhvr>
                                        <p:cTn id="36" dur="500"/>
                                        <p:tgtEl>
                                          <p:spTgt spid="13"/>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500"/>
                                        <p:tgtEl>
                                          <p:spTgt spid="16"/>
                                        </p:tgtEl>
                                      </p:cBhvr>
                                    </p:animEffect>
                                  </p:childTnLst>
                                </p:cTn>
                              </p:par>
                            </p:childTnLst>
                          </p:cTn>
                        </p:par>
                        <p:par>
                          <p:cTn id="41" fill="hold">
                            <p:stCondLst>
                              <p:cond delay="1500"/>
                            </p:stCondLst>
                            <p:childTnLst>
                              <p:par>
                                <p:cTn id="42" presetID="14" presetClass="entr" presetSubtype="1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randombar(horizontal)">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randombar(horizontal)">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randombar(horizontal)">
                                      <p:cBhvr>
                                        <p:cTn id="5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animBg="1"/>
      <p:bldP spid="10" grpId="0" animBg="1"/>
      <p:bldP spid="11" grpId="0" animBg="1"/>
      <p:bldP spid="12" grpId="0" animBg="1"/>
      <p:bldP spid="13" grpId="0" animBg="1"/>
      <p:bldP spid="14" grpId="0" animBg="1"/>
      <p:bldP spid="18" grpId="0" animBg="1"/>
      <p:bldP spid="19" grpId="0" animBg="1"/>
    </p:bldLst>
  </p:timing>
  <p:extLst mod="1">
    <p:ext uri="{3A86A75C-4F4B-4683-9AE1-C65F6400EC91}">
      <p14:laserTraceLst xmlns:p14="http://schemas.microsoft.com/office/powerpoint/2010/main">
        <p14:tracePtLst>
          <p14:tracePt t="830" x="6059488" y="4848225"/>
          <p14:tracePt t="894" x="6045200" y="4840288"/>
          <p14:tracePt t="910" x="6030913" y="4826000"/>
          <p14:tracePt t="919" x="6030913" y="4803775"/>
          <p14:tracePt t="926" x="6016625" y="4746625"/>
          <p14:tracePt t="934" x="5986463" y="4687888"/>
          <p14:tracePt t="951" x="5856288" y="4513263"/>
          <p14:tracePt t="968" x="5457825" y="4202113"/>
          <p14:tracePt t="984" x="4579938" y="3838575"/>
          <p14:tracePt t="1001" x="3505200" y="3171825"/>
          <p14:tracePt t="1019" x="2133600" y="2068513"/>
          <p14:tracePt t="1035" x="1741488" y="1800225"/>
          <p14:tracePt t="1051" x="1589088" y="1727200"/>
          <p14:tracePt t="1068" x="1473200" y="1647825"/>
          <p14:tracePt t="1084" x="1379538" y="1566863"/>
          <p14:tracePt t="1102" x="1343025" y="1444625"/>
          <p14:tracePt t="1119" x="1320800" y="1335088"/>
          <p14:tracePt t="1134" x="1277938" y="1241425"/>
          <p14:tracePt t="1151" x="1219200" y="1109663"/>
          <p14:tracePt t="1169" x="1154113" y="993775"/>
          <p14:tracePt t="1184" x="1074738" y="849313"/>
          <p14:tracePt t="1201" x="1001713" y="703263"/>
          <p14:tracePt t="1219" x="965200" y="522288"/>
          <p14:tracePt t="1235" x="965200" y="485775"/>
          <p14:tracePt t="1251" x="973138" y="398463"/>
          <p14:tracePt t="1267" x="1008063" y="312738"/>
          <p14:tracePt t="1284" x="1008063" y="225425"/>
          <p14:tracePt t="1301" x="1008063" y="115888"/>
          <p14:tracePt t="1318" x="1008063" y="22225"/>
          <p14:tracePt t="2010" x="1566863" y="65088"/>
          <p14:tracePt t="2018" x="1625600" y="144463"/>
          <p14:tracePt t="2026" x="1712913" y="268288"/>
          <p14:tracePt t="2034" x="1785938" y="369888"/>
          <p14:tracePt t="2051" x="2003425" y="688975"/>
          <p14:tracePt t="2067" x="2243138" y="1016000"/>
          <p14:tracePt t="2084" x="2365375" y="1168400"/>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305" y="109059"/>
            <a:ext cx="10058400" cy="1191840"/>
          </a:xfrm>
        </p:spPr>
        <p:txBody>
          <a:bodyPr>
            <a:normAutofit fontScale="90000"/>
          </a:bodyPr>
          <a:lstStyle/>
          <a:p>
            <a:r>
              <a:rPr lang="en-US" dirty="0" smtClean="0"/>
              <a:t>Stratified Random Sampling </a:t>
            </a:r>
            <a:br>
              <a:rPr lang="en-US" dirty="0" smtClean="0"/>
            </a:br>
            <a:r>
              <a:rPr lang="en-US" dirty="0" smtClean="0"/>
              <a:t>(Bankruptcy Prediction)</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31351496"/>
              </p:ext>
            </p:extLst>
          </p:nvPr>
        </p:nvGraphicFramePr>
        <p:xfrm>
          <a:off x="581229" y="2129591"/>
          <a:ext cx="4624791" cy="1112520"/>
        </p:xfrm>
        <a:graphic>
          <a:graphicData uri="http://schemas.openxmlformats.org/drawingml/2006/table">
            <a:tbl>
              <a:tblPr firstRow="1" bandRow="1">
                <a:tableStyleId>{7DF18680-E054-41AD-8BC1-D1AEF772440D}</a:tableStyleId>
              </a:tblPr>
              <a:tblGrid>
                <a:gridCol w="2239810">
                  <a:extLst>
                    <a:ext uri="{9D8B030D-6E8A-4147-A177-3AD203B41FA5}">
                      <a16:colId xmlns:a16="http://schemas.microsoft.com/office/drawing/2014/main" val="2509743775"/>
                    </a:ext>
                  </a:extLst>
                </a:gridCol>
                <a:gridCol w="2384981">
                  <a:extLst>
                    <a:ext uri="{9D8B030D-6E8A-4147-A177-3AD203B41FA5}">
                      <a16:colId xmlns:a16="http://schemas.microsoft.com/office/drawing/2014/main" val="2903744248"/>
                    </a:ext>
                  </a:extLst>
                </a:gridCol>
              </a:tblGrid>
              <a:tr h="370840">
                <a:tc>
                  <a:txBody>
                    <a:bodyPr/>
                    <a:lstStyle/>
                    <a:p>
                      <a:endParaRPr lang="en-US" dirty="0">
                        <a:solidFill>
                          <a:sysClr val="windowText" lastClr="000000"/>
                        </a:solidFill>
                      </a:endParaRPr>
                    </a:p>
                  </a:txBody>
                  <a:tcPr/>
                </a:tc>
                <a:tc>
                  <a:txBody>
                    <a:bodyPr/>
                    <a:lstStyle/>
                    <a:p>
                      <a:pPr algn="ctr"/>
                      <a:r>
                        <a:rPr lang="en-US" dirty="0" smtClean="0"/>
                        <a:t>Number</a:t>
                      </a:r>
                      <a:r>
                        <a:rPr lang="en-US" baseline="0" dirty="0" smtClean="0"/>
                        <a:t> of Company</a:t>
                      </a:r>
                      <a:endParaRPr lang="en-US" dirty="0">
                        <a:solidFill>
                          <a:sysClr val="windowText" lastClr="000000"/>
                        </a:solidFill>
                      </a:endParaRPr>
                    </a:p>
                  </a:txBody>
                  <a:tcPr/>
                </a:tc>
                <a:extLst>
                  <a:ext uri="{0D108BD9-81ED-4DB2-BD59-A6C34878D82A}">
                    <a16:rowId xmlns:a16="http://schemas.microsoft.com/office/drawing/2014/main" val="1604645243"/>
                  </a:ext>
                </a:extLst>
              </a:tr>
              <a:tr h="370840">
                <a:tc>
                  <a:txBody>
                    <a:bodyPr/>
                    <a:lstStyle/>
                    <a:p>
                      <a:r>
                        <a:rPr lang="en-US" dirty="0" smtClean="0"/>
                        <a:t>Normal Company (+)</a:t>
                      </a:r>
                      <a:endParaRPr lang="en-US" dirty="0"/>
                    </a:p>
                  </a:txBody>
                  <a:tcPr/>
                </a:tc>
                <a:tc>
                  <a:txBody>
                    <a:bodyPr/>
                    <a:lstStyle/>
                    <a:p>
                      <a:pPr algn="ctr"/>
                      <a:r>
                        <a:rPr lang="en-US" dirty="0" smtClean="0"/>
                        <a:t>183</a:t>
                      </a:r>
                      <a:endParaRPr lang="en-US" dirty="0"/>
                    </a:p>
                  </a:txBody>
                  <a:tcPr/>
                </a:tc>
                <a:extLst>
                  <a:ext uri="{0D108BD9-81ED-4DB2-BD59-A6C34878D82A}">
                    <a16:rowId xmlns:a16="http://schemas.microsoft.com/office/drawing/2014/main" val="1921322777"/>
                  </a:ext>
                </a:extLst>
              </a:tr>
              <a:tr h="370840">
                <a:tc>
                  <a:txBody>
                    <a:bodyPr/>
                    <a:lstStyle/>
                    <a:p>
                      <a:r>
                        <a:rPr lang="en-US" baseline="0" dirty="0" smtClean="0"/>
                        <a:t>Bankrupt Company (-)</a:t>
                      </a:r>
                      <a:endParaRPr lang="en-US" dirty="0"/>
                    </a:p>
                  </a:txBody>
                  <a:tcPr/>
                </a:tc>
                <a:tc>
                  <a:txBody>
                    <a:bodyPr/>
                    <a:lstStyle/>
                    <a:p>
                      <a:pPr algn="ctr"/>
                      <a:r>
                        <a:rPr lang="en-US" dirty="0" smtClean="0"/>
                        <a:t>183</a:t>
                      </a:r>
                      <a:endParaRPr lang="en-US" dirty="0"/>
                    </a:p>
                  </a:txBody>
                  <a:tcPr/>
                </a:tc>
                <a:extLst>
                  <a:ext uri="{0D108BD9-81ED-4DB2-BD59-A6C34878D82A}">
                    <a16:rowId xmlns:a16="http://schemas.microsoft.com/office/drawing/2014/main" val="1997835423"/>
                  </a:ext>
                </a:extLst>
              </a:tr>
            </a:tbl>
          </a:graphicData>
        </a:graphic>
      </p:graphicFrame>
      <p:sp>
        <p:nvSpPr>
          <p:cNvPr id="4" name="Slide Number Placeholder 3"/>
          <p:cNvSpPr>
            <a:spLocks noGrp="1"/>
          </p:cNvSpPr>
          <p:nvPr>
            <p:ph type="sldNum" sz="quarter" idx="12"/>
          </p:nvPr>
        </p:nvSpPr>
        <p:spPr/>
        <p:txBody>
          <a:bodyPr/>
          <a:lstStyle/>
          <a:p>
            <a:fld id="{1D790B7D-7CE2-423E-A609-5BC5140947F8}" type="slidenum">
              <a:rPr lang="en-US" smtClean="0"/>
              <a:pPr/>
              <a:t>9</a:t>
            </a:fld>
            <a:endParaRPr lang="en-US" dirty="0"/>
          </a:p>
        </p:txBody>
      </p:sp>
      <p:sp>
        <p:nvSpPr>
          <p:cNvPr id="6" name="Right Arrow 5"/>
          <p:cNvSpPr/>
          <p:nvPr/>
        </p:nvSpPr>
        <p:spPr>
          <a:xfrm>
            <a:off x="5497485" y="2179579"/>
            <a:ext cx="1508762" cy="1062534"/>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800" dirty="0">
              <a:solidFill>
                <a:schemeClr val="tx1"/>
              </a:solidFill>
            </a:endParaRPr>
          </a:p>
        </p:txBody>
      </p:sp>
      <p:sp>
        <p:nvSpPr>
          <p:cNvPr id="7" name="TextBox 6"/>
          <p:cNvSpPr txBox="1"/>
          <p:nvPr/>
        </p:nvSpPr>
        <p:spPr>
          <a:xfrm>
            <a:off x="7589176" y="2179579"/>
            <a:ext cx="3796360" cy="369332"/>
          </a:xfrm>
          <a:prstGeom prst="rect">
            <a:avLst/>
          </a:prstGeom>
          <a:noFill/>
        </p:spPr>
        <p:txBody>
          <a:bodyPr wrap="none" rtlCol="0">
            <a:spAutoFit/>
          </a:bodyPr>
          <a:lstStyle/>
          <a:p>
            <a:r>
              <a:rPr lang="en-US" dirty="0" smtClean="0"/>
              <a:t>Split the data for 5 round experiment !</a:t>
            </a:r>
            <a:endParaRPr lang="en-US" dirty="0"/>
          </a:p>
        </p:txBody>
      </p:sp>
      <p:sp>
        <p:nvSpPr>
          <p:cNvPr id="8" name="Flowchart: Magnetic Disk 7"/>
          <p:cNvSpPr/>
          <p:nvPr/>
        </p:nvSpPr>
        <p:spPr>
          <a:xfrm>
            <a:off x="7360576" y="2738976"/>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1</a:t>
            </a:r>
            <a:endParaRPr lang="en-US" sz="1200" dirty="0">
              <a:solidFill>
                <a:schemeClr val="tx1"/>
              </a:solidFill>
            </a:endParaRPr>
          </a:p>
        </p:txBody>
      </p:sp>
      <p:sp>
        <p:nvSpPr>
          <p:cNvPr id="9" name="Flowchart: Magnetic Disk 8"/>
          <p:cNvSpPr/>
          <p:nvPr/>
        </p:nvSpPr>
        <p:spPr>
          <a:xfrm>
            <a:off x="8324506" y="2738976"/>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2</a:t>
            </a:r>
            <a:endParaRPr lang="en-US" sz="1200" dirty="0">
              <a:solidFill>
                <a:schemeClr val="tx1"/>
              </a:solidFill>
            </a:endParaRPr>
          </a:p>
        </p:txBody>
      </p:sp>
      <p:sp>
        <p:nvSpPr>
          <p:cNvPr id="10" name="Flowchart: Magnetic Disk 9"/>
          <p:cNvSpPr/>
          <p:nvPr/>
        </p:nvSpPr>
        <p:spPr>
          <a:xfrm>
            <a:off x="9288436" y="2738976"/>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3</a:t>
            </a:r>
            <a:endParaRPr lang="en-US" sz="1200" dirty="0">
              <a:solidFill>
                <a:schemeClr val="tx1"/>
              </a:solidFill>
            </a:endParaRPr>
          </a:p>
        </p:txBody>
      </p:sp>
      <p:sp>
        <p:nvSpPr>
          <p:cNvPr id="11" name="Flowchart: Magnetic Disk 10"/>
          <p:cNvSpPr/>
          <p:nvPr/>
        </p:nvSpPr>
        <p:spPr>
          <a:xfrm>
            <a:off x="10252366" y="2738975"/>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4</a:t>
            </a:r>
            <a:endParaRPr lang="en-US" sz="1200" dirty="0">
              <a:solidFill>
                <a:schemeClr val="tx1"/>
              </a:solidFill>
            </a:endParaRPr>
          </a:p>
        </p:txBody>
      </p:sp>
      <p:sp>
        <p:nvSpPr>
          <p:cNvPr id="12" name="Flowchart: Magnetic Disk 11"/>
          <p:cNvSpPr/>
          <p:nvPr/>
        </p:nvSpPr>
        <p:spPr>
          <a:xfrm>
            <a:off x="11216296" y="2738975"/>
            <a:ext cx="731444" cy="1006273"/>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smtClean="0">
                <a:solidFill>
                  <a:schemeClr val="tx1"/>
                </a:solidFill>
              </a:rPr>
              <a:t>Round 5</a:t>
            </a:r>
            <a:endParaRPr lang="en-US" sz="1200" dirty="0">
              <a:solidFill>
                <a:schemeClr val="tx1"/>
              </a:solidFill>
            </a:endParaRPr>
          </a:p>
        </p:txBody>
      </p:sp>
      <p:sp>
        <p:nvSpPr>
          <p:cNvPr id="13" name="Rectangle 12"/>
          <p:cNvSpPr/>
          <p:nvPr/>
        </p:nvSpPr>
        <p:spPr>
          <a:xfrm>
            <a:off x="6400456" y="4414998"/>
            <a:ext cx="1188720" cy="436096"/>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smtClean="0">
                <a:solidFill>
                  <a:schemeClr val="tx1"/>
                </a:solidFill>
              </a:rPr>
              <a:t>Train</a:t>
            </a:r>
            <a:endParaRPr lang="en-US" dirty="0">
              <a:solidFill>
                <a:schemeClr val="tx1"/>
              </a:solidFill>
            </a:endParaRPr>
          </a:p>
        </p:txBody>
      </p:sp>
      <p:sp>
        <p:nvSpPr>
          <p:cNvPr id="14" name="Rectangle 13"/>
          <p:cNvSpPr/>
          <p:nvPr/>
        </p:nvSpPr>
        <p:spPr>
          <a:xfrm>
            <a:off x="7965532" y="4414998"/>
            <a:ext cx="1188720" cy="436096"/>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smtClean="0">
                <a:solidFill>
                  <a:schemeClr val="tx1"/>
                </a:solidFill>
              </a:rPr>
              <a:t>Test</a:t>
            </a:r>
            <a:endParaRPr lang="en-US" dirty="0">
              <a:solidFill>
                <a:schemeClr val="tx1"/>
              </a:solidFill>
            </a:endParaRPr>
          </a:p>
        </p:txBody>
      </p:sp>
      <p:cxnSp>
        <p:nvCxnSpPr>
          <p:cNvPr id="15" name="Straight Arrow Connector 14"/>
          <p:cNvCxnSpPr>
            <a:stCxn id="8" idx="3"/>
            <a:endCxn id="13" idx="0"/>
          </p:cNvCxnSpPr>
          <p:nvPr/>
        </p:nvCxnSpPr>
        <p:spPr>
          <a:xfrm flipH="1">
            <a:off x="6994816" y="3745249"/>
            <a:ext cx="731482" cy="66974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3"/>
            <a:endCxn id="14" idx="0"/>
          </p:cNvCxnSpPr>
          <p:nvPr/>
        </p:nvCxnSpPr>
        <p:spPr>
          <a:xfrm>
            <a:off x="7726298" y="3745249"/>
            <a:ext cx="833594" cy="66974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497485" y="4828159"/>
            <a:ext cx="2091691" cy="1200329"/>
          </a:xfrm>
          <a:prstGeom prst="rect">
            <a:avLst/>
          </a:prstGeom>
          <a:solidFill>
            <a:schemeClr val="accent6">
              <a:lumMod val="40000"/>
              <a:lumOff val="60000"/>
            </a:schemeClr>
          </a:solidFill>
          <a:ln>
            <a:solidFill>
              <a:schemeClr val="tx1"/>
            </a:solidFill>
          </a:ln>
        </p:spPr>
        <p:txBody>
          <a:bodyPr wrap="square">
            <a:spAutoFit/>
          </a:bodyPr>
          <a:lstStyle/>
          <a:p>
            <a:pPr algn="ctr"/>
            <a:r>
              <a:rPr lang="en-US" dirty="0" smtClean="0"/>
              <a:t>Contain Normal and Bankrupt Company whose </a:t>
            </a:r>
            <a:r>
              <a:rPr lang="en-US" b="1" dirty="0" smtClean="0"/>
              <a:t>same characteristic</a:t>
            </a:r>
            <a:endParaRPr lang="en-US" b="1" dirty="0"/>
          </a:p>
        </p:txBody>
      </p:sp>
      <p:sp>
        <p:nvSpPr>
          <p:cNvPr id="18" name="Rectangle 17"/>
          <p:cNvSpPr/>
          <p:nvPr/>
        </p:nvSpPr>
        <p:spPr>
          <a:xfrm>
            <a:off x="7965532" y="4851094"/>
            <a:ext cx="2091691" cy="1200329"/>
          </a:xfrm>
          <a:prstGeom prst="rect">
            <a:avLst/>
          </a:prstGeom>
          <a:solidFill>
            <a:schemeClr val="accent1">
              <a:lumMod val="60000"/>
              <a:lumOff val="40000"/>
            </a:schemeClr>
          </a:solidFill>
          <a:ln>
            <a:solidFill>
              <a:schemeClr val="tx1"/>
            </a:solidFill>
          </a:ln>
        </p:spPr>
        <p:txBody>
          <a:bodyPr wrap="square">
            <a:spAutoFit/>
          </a:bodyPr>
          <a:lstStyle/>
          <a:p>
            <a:pPr algn="ctr"/>
            <a:r>
              <a:rPr lang="en-US" dirty="0" smtClean="0"/>
              <a:t>Contain Normal and Bankrupt Company whose </a:t>
            </a:r>
            <a:r>
              <a:rPr lang="en-US" b="1" dirty="0" smtClean="0"/>
              <a:t>same characteristic</a:t>
            </a:r>
            <a:endParaRPr lang="en-US" b="1" dirty="0"/>
          </a:p>
        </p:txBody>
      </p:sp>
    </p:spTree>
    <p:custDataLst>
      <p:tags r:id="rId1"/>
    </p:custDataLst>
    <p:extLst>
      <p:ext uri="{BB962C8B-B14F-4D97-AF65-F5344CB8AC3E}">
        <p14:creationId xmlns:p14="http://schemas.microsoft.com/office/powerpoint/2010/main" val="665545676"/>
      </p:ext>
    </p:extLst>
  </p:cSld>
  <p:clrMapOvr>
    <a:masterClrMapping/>
  </p:clrMapOvr>
  <mc:AlternateContent xmlns:mc="http://schemas.openxmlformats.org/markup-compatibility/2006" xmlns:p14="http://schemas.microsoft.com/office/powerpoint/2010/main">
    <mc:Choice Requires="p14">
      <p:transition spd="slow" p14:dur="2000" advTm="29189">
        <p:cut/>
      </p:transition>
    </mc:Choice>
    <mc:Fallback xmlns="">
      <p:transition spd="slow" advTm="29189">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horizontal)">
                                      <p:cBhvr>
                                        <p:cTn id="15" dur="500"/>
                                        <p:tgtEl>
                                          <p:spTgt spid="8"/>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randombar(horizontal)">
                                      <p:cBhvr>
                                        <p:cTn id="18" dur="500"/>
                                        <p:tgtEl>
                                          <p:spTgt spid="9"/>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randombar(horizontal)">
                                      <p:cBhvr>
                                        <p:cTn id="24" dur="500"/>
                                        <p:tgtEl>
                                          <p:spTgt spid="11"/>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par>
                          <p:cTn id="33" fill="hold">
                            <p:stCondLst>
                              <p:cond delay="500"/>
                            </p:stCondLst>
                            <p:childTnLst>
                              <p:par>
                                <p:cTn id="34" presetID="14" presetClass="entr" presetSubtype="1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randombar(horizontal)">
                                      <p:cBhvr>
                                        <p:cTn id="36" dur="500"/>
                                        <p:tgtEl>
                                          <p:spTgt spid="13"/>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500"/>
                                        <p:tgtEl>
                                          <p:spTgt spid="16"/>
                                        </p:tgtEl>
                                      </p:cBhvr>
                                    </p:animEffect>
                                  </p:childTnLst>
                                </p:cTn>
                              </p:par>
                            </p:childTnLst>
                          </p:cTn>
                        </p:par>
                        <p:par>
                          <p:cTn id="41" fill="hold">
                            <p:stCondLst>
                              <p:cond delay="1500"/>
                            </p:stCondLst>
                            <p:childTnLst>
                              <p:par>
                                <p:cTn id="42" presetID="14" presetClass="entr" presetSubtype="1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randombar(horizontal)">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4" presetClass="entr" presetSubtype="1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randombar(horizontal)">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randombar(horizontal)">
                                      <p:cBhvr>
                                        <p:cTn id="5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animBg="1"/>
      <p:bldP spid="10" grpId="0" animBg="1"/>
      <p:bldP spid="11" grpId="0" animBg="1"/>
      <p:bldP spid="12" grpId="0" animBg="1"/>
      <p:bldP spid="13" grpId="0" animBg="1"/>
      <p:bldP spid="14" grpId="0" animBg="1"/>
      <p:bldP spid="17" grpId="0" animBg="1"/>
      <p:bldP spid="18" grpId="0" animBg="1"/>
    </p:bldLst>
  </p:timing>
  <p:extLst mod="1">
    <p:ext uri="{3A86A75C-4F4B-4683-9AE1-C65F6400EC91}">
      <p14:laserTraceLst xmlns:p14="http://schemas.microsoft.com/office/powerpoint/2010/main">
        <p14:tracePtLst>
          <p14:tracePt t="6214" x="646113" y="5356225"/>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a:xfrm>
            <a:off x="11726863" y="6276975"/>
            <a:ext cx="465137" cy="400050"/>
          </a:xfrm>
        </p:spPr>
        <p:txBody>
          <a:bodyPr/>
          <a:lstStyle/>
          <a:p>
            <a:fld id="{19B51A1E-902D-48AF-9020-955120F399B6}" type="slidenum">
              <a:rPr lang="en-ZA" smtClean="0"/>
              <a:pPr/>
              <a:t>10</a:t>
            </a:fld>
            <a:endParaRPr lang="en-ZA" dirty="0"/>
          </a:p>
        </p:txBody>
      </p:sp>
      <p:sp>
        <p:nvSpPr>
          <p:cNvPr id="11" name="Rectangle 10"/>
          <p:cNvSpPr/>
          <p:nvPr/>
        </p:nvSpPr>
        <p:spPr>
          <a:xfrm>
            <a:off x="6998931" y="2786589"/>
            <a:ext cx="5046225" cy="2215991"/>
          </a:xfrm>
          <a:prstGeom prst="rect">
            <a:avLst/>
          </a:prstGeom>
        </p:spPr>
        <p:txBody>
          <a:bodyPr wrap="square">
            <a:spAutoFit/>
          </a:bodyPr>
          <a:lstStyle/>
          <a:p>
            <a:r>
              <a:rPr lang="en-GB" sz="2000" dirty="0">
                <a:solidFill>
                  <a:srgbClr val="555555"/>
                </a:solidFill>
              </a:rPr>
              <a:t>A </a:t>
            </a:r>
            <a:r>
              <a:rPr lang="en-GB" sz="2000" b="1" dirty="0">
                <a:solidFill>
                  <a:srgbClr val="555555"/>
                </a:solidFill>
              </a:rPr>
              <a:t>stratified random sample</a:t>
            </a:r>
            <a:r>
              <a:rPr lang="en-GB" sz="2000" dirty="0">
                <a:solidFill>
                  <a:srgbClr val="555555"/>
                </a:solidFill>
              </a:rPr>
              <a:t> is a population sample that requires the population to be </a:t>
            </a:r>
            <a:r>
              <a:rPr lang="en-GB" sz="2000" b="1" dirty="0">
                <a:solidFill>
                  <a:srgbClr val="555555"/>
                </a:solidFill>
              </a:rPr>
              <a:t>divided</a:t>
            </a:r>
            <a:r>
              <a:rPr lang="en-GB" sz="2000" dirty="0">
                <a:solidFill>
                  <a:srgbClr val="555555"/>
                </a:solidFill>
              </a:rPr>
              <a:t> into smaller groups, called </a:t>
            </a:r>
            <a:r>
              <a:rPr lang="en-GB" sz="2000" dirty="0" smtClean="0">
                <a:solidFill>
                  <a:srgbClr val="555555"/>
                </a:solidFill>
              </a:rPr>
              <a:t>'</a:t>
            </a:r>
            <a:r>
              <a:rPr lang="en-GB" sz="2000" b="1" dirty="0" smtClean="0">
                <a:solidFill>
                  <a:srgbClr val="555555"/>
                </a:solidFill>
              </a:rPr>
              <a:t>strata</a:t>
            </a:r>
            <a:r>
              <a:rPr lang="en-GB" sz="2000" dirty="0" smtClean="0">
                <a:solidFill>
                  <a:srgbClr val="555555"/>
                </a:solidFill>
              </a:rPr>
              <a:t>‘</a:t>
            </a:r>
          </a:p>
          <a:p>
            <a:endParaRPr lang="en-GB" sz="2000" dirty="0" smtClean="0">
              <a:solidFill>
                <a:srgbClr val="555555"/>
              </a:solidFill>
            </a:endParaRPr>
          </a:p>
          <a:p>
            <a:endParaRPr lang="en-GB" sz="2000" dirty="0">
              <a:solidFill>
                <a:srgbClr val="555555"/>
              </a:solidFill>
            </a:endParaRPr>
          </a:p>
          <a:p>
            <a:endParaRPr lang="en-GB" sz="2000" dirty="0"/>
          </a:p>
          <a:p>
            <a:endParaRPr lang="en-GB" dirty="0"/>
          </a:p>
        </p:txBody>
      </p:sp>
      <p:sp>
        <p:nvSpPr>
          <p:cNvPr id="12" name="Title 1">
            <a:extLst>
              <a:ext uri="{FF2B5EF4-FFF2-40B4-BE49-F238E27FC236}">
                <a16:creationId xmlns:a16="http://schemas.microsoft.com/office/drawing/2014/main" id="{AEA5083B-CC27-4F1C-AD03-E3DBEC1C9E78}"/>
              </a:ext>
            </a:extLst>
          </p:cNvPr>
          <p:cNvSpPr txBox="1">
            <a:spLocks/>
          </p:cNvSpPr>
          <p:nvPr/>
        </p:nvSpPr>
        <p:spPr>
          <a:xfrm>
            <a:off x="7132281" y="1679904"/>
            <a:ext cx="4472474" cy="432000"/>
          </a:xfrm>
          <a:prstGeom prst="roundRect">
            <a:avLst>
              <a:gd name="adj" fmla="val 10086"/>
            </a:avLst>
          </a:prstGeom>
          <a:gradFill>
            <a:gsLst>
              <a:gs pos="100000">
                <a:schemeClr val="tx1">
                  <a:lumMod val="95000"/>
                  <a:lumOff val="5000"/>
                </a:schemeClr>
              </a:gs>
              <a:gs pos="0">
                <a:schemeClr val="tx1">
                  <a:lumMod val="75000"/>
                  <a:lumOff val="25000"/>
                </a:schemeClr>
              </a:gs>
            </a:gsLst>
            <a:lin ang="10800000" scaled="0"/>
          </a:gradFill>
          <a:ln>
            <a:solidFill>
              <a:schemeClr val="bg1">
                <a:lumMod val="50000"/>
              </a:schemeClr>
            </a:solidFill>
          </a:ln>
        </p:spPr>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dirty="0" smtClean="0"/>
              <a:t>What is Stratified Random Sample ?</a:t>
            </a:r>
            <a:endParaRPr lang="en-ZA"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335" y="981076"/>
            <a:ext cx="6882596" cy="4781550"/>
          </a:xfrm>
          <a:prstGeom prst="rect">
            <a:avLst/>
          </a:prstGeom>
        </p:spPr>
      </p:pic>
    </p:spTree>
    <p:extLst>
      <p:ext uri="{BB962C8B-B14F-4D97-AF65-F5344CB8AC3E}">
        <p14:creationId xmlns:p14="http://schemas.microsoft.com/office/powerpoint/2010/main" val="245518841"/>
      </p:ext>
    </p:extLst>
  </p:cSld>
  <p:clrMapOvr>
    <a:masterClrMapping/>
  </p:clrMapOvr>
  <mc:AlternateContent xmlns:mc="http://schemas.openxmlformats.org/markup-compatibility/2006" xmlns:p14="http://schemas.microsoft.com/office/powerpoint/2010/main">
    <mc:Choice Requires="p14">
      <p:transition spd="slow" p14:dur="2000" advTm="57354">
        <p:cut/>
      </p:transition>
    </mc:Choice>
    <mc:Fallback xmlns="">
      <p:transition spd="slow" advTm="57354">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6751" x="544513" y="5370513"/>
          <p14:tracePt t="6858" x="544513" y="5356225"/>
          <p14:tracePt t="6864" x="550863" y="5326063"/>
          <p14:tracePt t="6873" x="587375" y="5291138"/>
          <p14:tracePt t="6886" x="638175" y="5246688"/>
          <p14:tracePt t="6902" x="776288" y="5138738"/>
          <p14:tracePt t="6919" x="942975" y="4919663"/>
          <p14:tracePt t="6935" x="1030288" y="4732338"/>
          <p14:tracePt t="6952" x="1125538" y="4506913"/>
          <p14:tracePt t="6969" x="1219200" y="4187825"/>
          <p14:tracePt t="6985" x="1343025" y="3897313"/>
          <p14:tracePt t="7002" x="1481138" y="3614738"/>
          <p14:tracePt t="7018" x="1633538" y="3381375"/>
          <p14:tracePt t="7035" x="1741488" y="3171825"/>
          <p14:tracePt t="7052" x="1843088" y="3005138"/>
          <p14:tracePt t="7056" x="1887538" y="2924175"/>
          <p14:tracePt t="7068" x="1930400" y="2852738"/>
          <p14:tracePt t="7085" x="2054225" y="2714625"/>
          <p14:tracePt t="7102" x="2198688" y="2576513"/>
          <p14:tracePt t="7118" x="2409825" y="2424113"/>
          <p14:tracePt t="7135" x="2460625" y="2379663"/>
          <p14:tracePt t="7152" x="2489200" y="2336800"/>
          <p14:tracePt t="7169" x="2517775" y="2271713"/>
          <p14:tracePt t="7185" x="2590800" y="2155825"/>
          <p14:tracePt t="7202" x="2663825" y="2060575"/>
          <p14:tracePt t="7219" x="2720975" y="1995488"/>
          <p14:tracePt t="7235" x="2801938" y="1944688"/>
          <p14:tracePt t="7252" x="2830513" y="1938338"/>
          <p14:tracePt t="7269" x="2867025" y="1938338"/>
          <p14:tracePt t="7285" x="2917825" y="1938338"/>
          <p14:tracePt t="7302" x="3005138" y="1958975"/>
          <p14:tracePt t="7319" x="3163888" y="2024063"/>
          <p14:tracePt t="7335" x="3279775" y="2054225"/>
          <p14:tracePt t="7352" x="3360738" y="2068513"/>
          <p14:tracePt t="7369" x="3446463" y="2082800"/>
          <p14:tracePt t="7385" x="3527425" y="2097088"/>
          <p14:tracePt t="7402" x="3570288" y="2111375"/>
          <p14:tracePt t="7419" x="3657600" y="2133600"/>
          <p14:tracePt t="7436" x="3730625" y="2155825"/>
          <p14:tracePt t="7452" x="3802063" y="2176463"/>
          <p14:tracePt t="7469" x="3897313" y="2198688"/>
          <p14:tracePt t="7485" x="3970338" y="2227263"/>
          <p14:tracePt t="7502" x="4064000" y="2257425"/>
          <p14:tracePt t="7519" x="4194175" y="2293938"/>
          <p14:tracePt t="7535" x="4259263" y="2308225"/>
          <p14:tracePt t="7552" x="4295775" y="2314575"/>
          <p14:tracePt t="7569" x="4303713" y="2314575"/>
          <p14:tracePt t="7648" x="4310063" y="2322513"/>
          <p14:tracePt t="7664" x="4318000" y="2322513"/>
          <p14:tracePt t="7688" x="4325938" y="2322513"/>
          <p14:tracePt t="7696" x="4332288" y="2328863"/>
          <p14:tracePt t="7720" x="4340225" y="2336800"/>
          <p14:tracePt t="7729" x="4340225" y="2344738"/>
          <p14:tracePt t="7744" x="4346575" y="2344738"/>
          <p14:tracePt t="7752" x="4354513" y="2351088"/>
          <p14:tracePt t="7769" x="4360863" y="2359025"/>
          <p14:tracePt t="7785" x="4368800" y="2365375"/>
          <p14:tracePt t="7802" x="4376738" y="2373313"/>
          <p14:tracePt t="7819" x="4391025" y="2379663"/>
          <p14:tracePt t="7836" x="4405313" y="2395538"/>
          <p14:tracePt t="7852" x="4419600" y="2409825"/>
          <p14:tracePt t="7869" x="4427538" y="2424113"/>
          <p14:tracePt t="7886" x="4441825" y="2438400"/>
          <p14:tracePt t="7902" x="4441825" y="2446338"/>
          <p14:tracePt t="7919" x="4456113" y="2460625"/>
          <p14:tracePt t="7935" x="4462463" y="2481263"/>
          <p14:tracePt t="7952" x="4470400" y="2489200"/>
          <p14:tracePt t="7969" x="4478338" y="2503488"/>
          <p14:tracePt t="8002" x="4484688" y="2511425"/>
          <p14:tracePt t="8019" x="4484688" y="2517775"/>
          <p14:tracePt t="8035" x="4492625" y="2525713"/>
          <p14:tracePt t="8715" x="4498975" y="2532063"/>
          <p14:tracePt t="9536" x="4492625" y="2517775"/>
          <p14:tracePt t="9545" x="4484688" y="2497138"/>
          <p14:tracePt t="9552" x="4470400" y="2466975"/>
          <p14:tracePt t="9569" x="4419600" y="2351088"/>
          <p14:tracePt t="9586" x="4376738" y="2249488"/>
          <p14:tracePt t="9603" x="4332288" y="2170113"/>
          <p14:tracePt t="9620" x="4295775" y="2125663"/>
          <p14:tracePt t="9636" x="4244975" y="2074863"/>
          <p14:tracePt t="9654" x="4165600" y="2039938"/>
          <p14:tracePt t="9671" x="4071938" y="2024063"/>
          <p14:tracePt t="9687" x="4049713" y="2024063"/>
          <p14:tracePt t="9703" x="4005263" y="2032000"/>
          <p14:tracePt t="9719" x="3970338" y="2068513"/>
          <p14:tracePt t="9736" x="3940175" y="2097088"/>
          <p14:tracePt t="9753" x="3903663" y="2133600"/>
          <p14:tracePt t="9770" x="3875088" y="2170113"/>
          <p14:tracePt t="9786" x="3860800" y="2206625"/>
          <p14:tracePt t="9803" x="3860800" y="2235200"/>
          <p14:tracePt t="9819" x="3860800" y="2257425"/>
          <p14:tracePt t="9836" x="3868738" y="2278063"/>
          <p14:tracePt t="9853" x="3889375" y="2286000"/>
          <p14:tracePt t="9870" x="3925888" y="2286000"/>
          <p14:tracePt t="9887" x="3954463" y="2286000"/>
          <p14:tracePt t="9889" x="3976688" y="2286000"/>
          <p14:tracePt t="9903" x="3998913" y="2286000"/>
          <p14:tracePt t="9920" x="4021138" y="2263775"/>
          <p14:tracePt t="9936" x="4021138" y="2257425"/>
          <p14:tracePt t="9953" x="4021138" y="2235200"/>
          <p14:tracePt t="9970" x="3990975" y="2198688"/>
          <p14:tracePt t="9986" x="3897313" y="2155825"/>
          <p14:tracePt t="10003" x="3802063" y="2141538"/>
          <p14:tracePt t="10020" x="3751263" y="2141538"/>
          <p14:tracePt t="10036" x="3744913" y="2141538"/>
          <p14:tracePt t="10069" x="3736975" y="2155825"/>
          <p14:tracePt t="10087" x="3736975" y="2170113"/>
          <p14:tracePt t="10103" x="3736975" y="2176463"/>
          <p14:tracePt t="10331" x="3736975" y="2192338"/>
          <p14:tracePt t="10341" x="3736975" y="2220913"/>
          <p14:tracePt t="10347" x="3736975" y="2257425"/>
          <p14:tracePt t="10354" x="3736975" y="2308225"/>
          <p14:tracePt t="10371" x="3736975" y="2460625"/>
          <p14:tracePt t="10387" x="3736975" y="2633663"/>
          <p14:tracePt t="10404" x="3708400" y="2771775"/>
          <p14:tracePt t="10421" x="3671888" y="2867025"/>
          <p14:tracePt t="10439" x="3621088" y="2974975"/>
          <p14:tracePt t="10453" x="3598863" y="3011488"/>
          <p14:tracePt t="10471" x="3527425" y="3127375"/>
          <p14:tracePt t="10489" x="3468688" y="3222625"/>
          <p14:tracePt t="10503" x="3411538" y="3302000"/>
          <p14:tracePt t="10519" x="3375025" y="3338513"/>
          <p14:tracePt t="10536" x="3352800" y="3360738"/>
          <p14:tracePt t="10553" x="3344863" y="3360738"/>
          <p14:tracePt t="10569" x="3338513" y="3367088"/>
          <p14:tracePt t="10608" x="3330575" y="3367088"/>
          <p14:tracePt t="10615" x="3324225" y="3367088"/>
          <p14:tracePt t="10624" x="3316288" y="3367088"/>
          <p14:tracePt t="10636" x="3302000" y="3367088"/>
          <p14:tracePt t="10653" x="3265488" y="3352800"/>
          <p14:tracePt t="10670" x="3236913" y="3344863"/>
          <p14:tracePt t="10686" x="3200400" y="3338513"/>
          <p14:tracePt t="10703" x="3135313" y="3324225"/>
          <p14:tracePt t="10720" x="3098800" y="3324225"/>
          <p14:tracePt t="10736" x="3055938" y="3324225"/>
          <p14:tracePt t="10753" x="3019425" y="3324225"/>
          <p14:tracePt t="10770" x="2982913" y="3324225"/>
          <p14:tracePt t="10786" x="2968625" y="3324225"/>
          <p14:tracePt t="10803" x="2960688" y="3330575"/>
          <p14:tracePt t="10849" x="2954338" y="3330575"/>
          <p14:tracePt t="11515" x="2946400" y="3330575"/>
          <p14:tracePt t="11524" x="2932113" y="3330575"/>
          <p14:tracePt t="11530" x="2909888" y="3338513"/>
          <p14:tracePt t="11536" x="2895600" y="3344863"/>
          <p14:tracePt t="11553" x="2852738" y="3352800"/>
          <p14:tracePt t="11570" x="2794000" y="3381375"/>
          <p14:tracePt t="11587" x="2743200" y="3395663"/>
          <p14:tracePt t="11604" x="2692400" y="3417888"/>
          <p14:tracePt t="11620" x="2627313" y="3446463"/>
          <p14:tracePt t="11638" x="2554288" y="3482975"/>
          <p14:tracePt t="11654" x="2481263" y="3527425"/>
          <p14:tracePt t="11671" x="2300288" y="3629025"/>
          <p14:tracePt t="11687" x="2192338" y="3686175"/>
          <p14:tracePt t="11703" x="2090738" y="3744913"/>
          <p14:tracePt t="11720" x="2009775" y="3795713"/>
          <p14:tracePt t="11737" x="1966913" y="3832225"/>
          <p14:tracePt t="11754" x="1922463" y="3911600"/>
          <p14:tracePt t="11771" x="1871663" y="4005263"/>
          <p14:tracePt t="11787" x="1857375" y="4086225"/>
          <p14:tracePt t="11804" x="1814513" y="4187825"/>
          <p14:tracePt t="11820" x="1792288" y="4252913"/>
          <p14:tracePt t="11837" x="1792288" y="4289425"/>
          <p14:tracePt t="11854" x="1792288" y="4318000"/>
          <p14:tracePt t="11871" x="1792288" y="4368800"/>
          <p14:tracePt t="11874" x="1806575" y="4383088"/>
          <p14:tracePt t="11889" x="1851025" y="4433888"/>
          <p14:tracePt t="11905" x="1922463" y="4462463"/>
          <p14:tracePt t="11921" x="2024063" y="4498975"/>
          <p14:tracePt t="11939" x="2068513" y="4498975"/>
          <p14:tracePt t="11954" x="2097088" y="4498975"/>
          <p14:tracePt t="11970" x="2111375" y="4498975"/>
          <p14:tracePt t="11987" x="2125663" y="4498975"/>
          <p14:tracePt t="12004" x="2141538" y="4498975"/>
          <p14:tracePt t="12020" x="2155825" y="4498975"/>
          <p14:tracePt t="12037" x="2198688" y="4498975"/>
          <p14:tracePt t="12054" x="2271713" y="4492625"/>
          <p14:tracePt t="12061" x="2322513" y="4492625"/>
          <p14:tracePt t="12071" x="2395538" y="4492625"/>
          <p14:tracePt t="12087" x="2670175" y="4492625"/>
          <p14:tracePt t="12103" x="2816225" y="4506913"/>
          <p14:tracePt t="12120" x="2881313" y="4513263"/>
          <p14:tracePt t="12137" x="2903538" y="4513263"/>
          <p14:tracePt t="12153" x="2946400" y="4498975"/>
          <p14:tracePt t="12170" x="3005138" y="4470400"/>
          <p14:tracePt t="12187" x="3076575" y="4427538"/>
          <p14:tracePt t="12204" x="3186113" y="4360863"/>
          <p14:tracePt t="12220" x="3265488" y="4310063"/>
          <p14:tracePt t="12237" x="3309938" y="4267200"/>
          <p14:tracePt t="12254" x="3316288" y="4252913"/>
          <p14:tracePt t="12271" x="3324225" y="4208463"/>
          <p14:tracePt t="12272" x="3344863" y="4173538"/>
          <p14:tracePt t="12287" x="3375025" y="4086225"/>
          <p14:tracePt t="12304" x="3381375" y="3990975"/>
          <p14:tracePt t="12320" x="3381375" y="3903663"/>
          <p14:tracePt t="12337" x="3375025" y="3860800"/>
          <p14:tracePt t="12354" x="3344863" y="3846513"/>
          <p14:tracePt t="12370" x="3302000" y="3838575"/>
          <p14:tracePt t="12387" x="3265488" y="3824288"/>
          <p14:tracePt t="12420" x="3259138" y="3824288"/>
          <p14:tracePt t="12437" x="3251200" y="3824288"/>
          <p14:tracePt t="12456" x="3251200" y="3832225"/>
          <p14:tracePt t="12470" x="3287713" y="3860800"/>
          <p14:tracePt t="12487" x="3533775" y="3925888"/>
          <p14:tracePt t="12504" x="3716338" y="3933825"/>
          <p14:tracePt t="12520" x="3846513" y="3933825"/>
          <p14:tracePt t="12537" x="3948113" y="3897313"/>
          <p14:tracePt t="12554" x="4005263" y="3846513"/>
          <p14:tracePt t="12570" x="4035425" y="3810000"/>
          <p14:tracePt t="12587" x="4049713" y="3787775"/>
          <p14:tracePt t="12605" x="4049713" y="3767138"/>
          <p14:tracePt t="12621" x="4049713" y="3759200"/>
          <p14:tracePt t="12637" x="4049713" y="3751263"/>
          <p14:tracePt t="12654" x="4049713" y="3744913"/>
          <p14:tracePt t="12671" x="4035425" y="3722688"/>
          <p14:tracePt t="12687" x="3984625" y="3722688"/>
          <p14:tracePt t="12704" x="3933825" y="3722688"/>
          <p14:tracePt t="12721" x="3889375" y="3759200"/>
          <p14:tracePt t="12737" x="3846513" y="3852863"/>
          <p14:tracePt t="12754" x="3824288" y="3954463"/>
          <p14:tracePt t="12771" x="3824288" y="4041775"/>
          <p14:tracePt t="12787" x="3883025" y="4151313"/>
          <p14:tracePt t="12804" x="3998913" y="4267200"/>
          <p14:tracePt t="12821" x="4151313" y="4354513"/>
          <p14:tracePt t="12837" x="4368800" y="4419600"/>
          <p14:tracePt t="12854" x="4521200" y="4448175"/>
          <p14:tracePt t="12871" x="4608513" y="4448175"/>
          <p14:tracePt t="12888" x="4687888" y="4368800"/>
          <p14:tracePt t="12904" x="4695825" y="4259263"/>
          <p14:tracePt t="12922" x="4695825" y="4137025"/>
          <p14:tracePt t="12937" x="4673600" y="4027488"/>
          <p14:tracePt t="12954" x="4651375" y="3998913"/>
          <p14:tracePt t="12971" x="4651375" y="3990975"/>
          <p14:tracePt t="13042" x="4687888" y="3990975"/>
          <p14:tracePt t="13052" x="4752975" y="3990975"/>
          <p14:tracePt t="13058" x="4833938" y="3990975"/>
          <p14:tracePt t="13071" x="4927600" y="3990975"/>
          <p14:tracePt t="13088" x="5407025" y="4064000"/>
          <p14:tracePt t="13104" x="5661025" y="4078288"/>
          <p14:tracePt t="13121" x="5849938" y="4078288"/>
          <p14:tracePt t="13137" x="6008688" y="4035425"/>
          <p14:tracePt t="13154" x="6088063" y="3998913"/>
          <p14:tracePt t="13171" x="6103938" y="3976688"/>
          <p14:tracePt t="13204" x="6103938" y="3970338"/>
          <p14:tracePt t="13258" x="6103938" y="3962400"/>
          <p14:tracePt t="13275" x="6073775" y="3962400"/>
          <p14:tracePt t="13283" x="6045200" y="3962400"/>
          <p14:tracePt t="13291" x="6022975" y="3962400"/>
          <p14:tracePt t="13304" x="5957888" y="3984625"/>
          <p14:tracePt t="13321" x="5915025" y="4021138"/>
          <p14:tracePt t="13337" x="5900738" y="4078288"/>
          <p14:tracePt t="13354" x="5900738" y="4143375"/>
          <p14:tracePt t="13372" x="5935663" y="4238625"/>
          <p14:tracePt t="13388" x="6030913" y="4325938"/>
          <p14:tracePt t="13405" x="6154738" y="4405313"/>
          <p14:tracePt t="13421" x="6313488" y="4456113"/>
          <p14:tracePt t="13439" x="6502400" y="4513263"/>
          <p14:tracePt t="13455" x="6662738" y="4549775"/>
          <p14:tracePt t="13471" x="6807200" y="4557713"/>
          <p14:tracePt t="13487" x="6843713" y="4549775"/>
          <p14:tracePt t="13504" x="6880225" y="4492625"/>
          <p14:tracePt t="13521" x="6923088" y="4368800"/>
          <p14:tracePt t="13537" x="6959600" y="4252913"/>
          <p14:tracePt t="13555" x="6959600" y="4165600"/>
          <p14:tracePt t="13562" x="6959600" y="4143375"/>
          <p14:tracePt t="13571" x="6959600" y="4129088"/>
          <p14:tracePt t="13588" x="6959600" y="4100513"/>
          <p14:tracePt t="13604" x="6923088" y="4056063"/>
          <p14:tracePt t="13621" x="6858000" y="4041775"/>
          <p14:tracePt t="13637" x="6742113" y="4005263"/>
          <p14:tracePt t="13654" x="6545263" y="3976688"/>
          <p14:tracePt t="13670" x="6270625" y="3962400"/>
          <p14:tracePt t="13687" x="6124575" y="3962400"/>
          <p14:tracePt t="13704" x="6022975" y="3984625"/>
          <p14:tracePt t="13720" x="5943600" y="4013200"/>
          <p14:tracePt t="13737" x="5884863" y="4049713"/>
          <p14:tracePt t="13754" x="5849938" y="4078288"/>
          <p14:tracePt t="13771" x="5827713" y="4100513"/>
          <p14:tracePt t="13787" x="5813425" y="4114800"/>
          <p14:tracePt t="14586" x="5834063" y="4106863"/>
          <p14:tracePt t="14595" x="5900738" y="4092575"/>
          <p14:tracePt t="14605" x="5980113" y="4071938"/>
          <p14:tracePt t="14621" x="6132513" y="4027488"/>
          <p14:tracePt t="14638" x="6291263" y="3984625"/>
          <p14:tracePt t="14654" x="6386513" y="3948113"/>
          <p14:tracePt t="14656" x="6415088" y="3933825"/>
          <p14:tracePt t="14671" x="6437313" y="3903663"/>
          <p14:tracePt t="14688" x="6443663" y="3860800"/>
          <p14:tracePt t="14704" x="6443663" y="3795713"/>
          <p14:tracePt t="14721" x="6423025" y="3722688"/>
          <p14:tracePt t="14738" x="6335713" y="3643313"/>
          <p14:tracePt t="14754" x="6175375" y="3548063"/>
          <p14:tracePt t="14771" x="5929313" y="3440113"/>
          <p14:tracePt t="14788" x="5718175" y="3389313"/>
          <p14:tracePt t="14804" x="5529263" y="3367088"/>
          <p14:tracePt t="14821" x="5356225" y="3360738"/>
          <p14:tracePt t="14838" x="5167313" y="3360738"/>
          <p14:tracePt t="14854" x="4956175" y="3360738"/>
          <p14:tracePt t="14871" x="4543425" y="3360738"/>
          <p14:tracePt t="14889" x="4267200" y="3324225"/>
          <p14:tracePt t="14904" x="4035425" y="3302000"/>
          <p14:tracePt t="14921" x="3860800" y="3302000"/>
          <p14:tracePt t="14938" x="3708400" y="3302000"/>
          <p14:tracePt t="14954" x="3570288" y="3302000"/>
          <p14:tracePt t="14971" x="3417888" y="3302000"/>
          <p14:tracePt t="14988" x="3236913" y="3302000"/>
          <p14:tracePt t="15004" x="3084513" y="3302000"/>
          <p14:tracePt t="15021" x="2938463" y="3302000"/>
          <p14:tracePt t="15038" x="2830513" y="3302000"/>
          <p14:tracePt t="15054" x="2720975" y="3302000"/>
          <p14:tracePt t="15057" x="2663825" y="3316288"/>
          <p14:tracePt t="15071" x="2497138" y="3330575"/>
          <p14:tracePt t="15089" x="2328863" y="3360738"/>
          <p14:tracePt t="15104" x="2198688" y="3411538"/>
          <p14:tracePt t="15122" x="2074863" y="3440113"/>
          <p14:tracePt t="15138" x="1966913" y="3482975"/>
          <p14:tracePt t="15155" x="1836738" y="3513138"/>
          <p14:tracePt t="15171" x="1741488" y="3548063"/>
          <p14:tracePt t="15188" x="1639888" y="3578225"/>
          <p14:tracePt t="15204" x="1566863" y="3598863"/>
          <p14:tracePt t="15221" x="1501775" y="3635375"/>
          <p14:tracePt t="15238" x="1444625" y="3665538"/>
          <p14:tracePt t="15254" x="1335088" y="3722688"/>
          <p14:tracePt t="15271" x="1219200" y="3787775"/>
          <p14:tracePt t="15288" x="1160463" y="3832225"/>
          <p14:tracePt t="15304" x="1131888" y="3852863"/>
          <p14:tracePt t="15321" x="1117600" y="3897313"/>
          <p14:tracePt t="15339" x="1089025" y="3954463"/>
          <p14:tracePt t="15355" x="1066800" y="4041775"/>
          <p14:tracePt t="15372" x="1052513" y="4114800"/>
          <p14:tracePt t="15388" x="1052513" y="4165600"/>
          <p14:tracePt t="15405" x="1052513" y="4202113"/>
          <p14:tracePt t="15421" x="1081088" y="4252913"/>
          <p14:tracePt t="15438" x="1131888" y="4289425"/>
          <p14:tracePt t="15454" x="1320800" y="4368800"/>
          <p14:tracePt t="15471" x="1487488" y="4427538"/>
          <p14:tracePt t="15488" x="1698625" y="4484688"/>
          <p14:tracePt t="15504" x="1981200" y="4529138"/>
          <p14:tracePt t="15521" x="2257425" y="4557713"/>
          <p14:tracePt t="15538" x="2503488" y="4608513"/>
          <p14:tracePt t="15554" x="2822575" y="4645025"/>
          <p14:tracePt t="15571" x="3135313" y="4645025"/>
          <p14:tracePt t="15588" x="3375025" y="4645025"/>
          <p14:tracePt t="15605" x="3614738" y="4645025"/>
          <p14:tracePt t="15622" x="3897313" y="4645025"/>
          <p14:tracePt t="15638" x="4173538" y="4645025"/>
          <p14:tracePt t="15655" x="4549775" y="4645025"/>
          <p14:tracePt t="15671" x="4854575" y="4659313"/>
          <p14:tracePt t="15688" x="5189538" y="4695825"/>
          <p14:tracePt t="15705" x="5508625" y="4738688"/>
          <p14:tracePt t="15722" x="5799138" y="4760913"/>
          <p14:tracePt t="15739" x="6008688" y="4775200"/>
          <p14:tracePt t="15755" x="6205538" y="4783138"/>
          <p14:tracePt t="15771" x="6386513" y="4818063"/>
          <p14:tracePt t="15788" x="6545263" y="4833938"/>
          <p14:tracePt t="15805" x="6677025" y="4862513"/>
          <p14:tracePt t="15821" x="6799263" y="4876800"/>
          <p14:tracePt t="15840" x="6945313" y="4899025"/>
          <p14:tracePt t="15855" x="7024688" y="4905375"/>
          <p14:tracePt t="15872" x="7112000" y="4905375"/>
          <p14:tracePt t="15889" x="7227888" y="4905375"/>
          <p14:tracePt t="15905" x="7343775" y="4905375"/>
          <p14:tracePt t="15922" x="7439025" y="4905375"/>
          <p14:tracePt t="15938" x="7540625" y="4876800"/>
          <p14:tracePt t="15955" x="7591425" y="4854575"/>
          <p14:tracePt t="15971" x="7648575" y="4811713"/>
          <p14:tracePt t="15988" x="7678738" y="4783138"/>
          <p14:tracePt t="16005" x="7707313" y="4732338"/>
          <p14:tracePt t="16021" x="7721600" y="4687888"/>
          <p14:tracePt t="16038" x="7729538" y="4614863"/>
          <p14:tracePt t="16055" x="7735888" y="4521200"/>
          <p14:tracePt t="16071" x="7735888" y="4462463"/>
          <p14:tracePt t="16088" x="7735888" y="4411663"/>
          <p14:tracePt t="16105" x="7735888" y="4383088"/>
          <p14:tracePt t="16122" x="7721600" y="4340225"/>
          <p14:tracePt t="16138" x="7699375" y="4303713"/>
          <p14:tracePt t="16155" x="7678738" y="4281488"/>
          <p14:tracePt t="16172" x="7656513" y="4259263"/>
          <p14:tracePt t="16188" x="7648575" y="4244975"/>
          <p14:tracePt t="16205" x="7634288" y="4244975"/>
          <p14:tracePt t="16221" x="7605713" y="4230688"/>
          <p14:tracePt t="16238" x="7561263" y="4216400"/>
          <p14:tracePt t="16255" x="7518400" y="4194175"/>
          <p14:tracePt t="16271" x="7496175" y="4187825"/>
          <p14:tracePt t="16288" x="7481888" y="4187825"/>
          <p14:tracePt t="16305" x="7459663" y="4187825"/>
          <p14:tracePt t="16321" x="7439025" y="4187825"/>
          <p14:tracePt t="16338" x="7402513" y="4187825"/>
          <p14:tracePt t="16355" x="7351713" y="4187825"/>
          <p14:tracePt t="16371" x="7315200" y="4187825"/>
          <p14:tracePt t="16389" x="7272338" y="4187825"/>
          <p14:tracePt t="16405" x="7235825" y="4187825"/>
          <p14:tracePt t="16422" x="7221538" y="4187825"/>
          <p14:tracePt t="16439" x="7191375" y="4187825"/>
          <p14:tracePt t="16455" x="7154863" y="4194175"/>
          <p14:tracePt t="16471" x="7126288" y="4202113"/>
          <p14:tracePt t="16488" x="7104063" y="4202113"/>
          <p14:tracePt t="16505" x="7069138" y="4208463"/>
          <p14:tracePt t="16521" x="7046913" y="4224338"/>
          <p14:tracePt t="16538" x="7010400" y="4230688"/>
          <p14:tracePt t="16555" x="6981825" y="4238625"/>
          <p14:tracePt t="16560" x="6967538" y="4244975"/>
          <p14:tracePt t="16571" x="6951663" y="4244975"/>
          <p14:tracePt t="16589" x="6923088" y="4259263"/>
          <p14:tracePt t="16607" x="6894513" y="4259263"/>
          <p14:tracePt t="16622" x="6865938" y="4275138"/>
          <p14:tracePt t="16640" x="6843713" y="4289425"/>
          <p14:tracePt t="16655" x="6815138" y="4295775"/>
          <p14:tracePt t="16672" x="6799263" y="4303713"/>
          <p14:tracePt t="16688" x="6784975" y="4310063"/>
          <p14:tracePt t="16705" x="6770688" y="4332288"/>
          <p14:tracePt t="16721" x="6756400" y="4332288"/>
          <p14:tracePt t="16738" x="6734175" y="4354513"/>
          <p14:tracePt t="16756" x="6713538" y="4360863"/>
          <p14:tracePt t="16772" x="6697663" y="4368800"/>
          <p14:tracePt t="16789" x="6683375" y="4376738"/>
          <p14:tracePt t="16805" x="6669088" y="4391025"/>
          <p14:tracePt t="16822" x="6662738" y="4397375"/>
          <p14:tracePt t="16840" x="6646863" y="4405313"/>
          <p14:tracePt t="16855" x="6632575" y="4419600"/>
          <p14:tracePt t="16872" x="6626225" y="4433888"/>
          <p14:tracePt t="16889" x="6618288" y="4448175"/>
          <p14:tracePt t="16905" x="6611938" y="4456113"/>
          <p14:tracePt t="16923" x="6604000" y="4470400"/>
          <p14:tracePt t="16956" x="6596063" y="4484688"/>
          <p14:tracePt t="16972" x="6589713" y="4484688"/>
          <p14:tracePt t="16993" x="6589713" y="4492625"/>
          <p14:tracePt t="17032" x="6581775" y="4492625"/>
          <p14:tracePt t="17093" x="6581775" y="4498975"/>
          <p14:tracePt t="17130" x="6575425" y="4498975"/>
          <p14:tracePt t="17211" x="6575425" y="4521200"/>
          <p14:tracePt t="17221" x="6575425" y="4529138"/>
          <p14:tracePt t="17252" x="6575425" y="4535488"/>
          <p14:tracePt t="17259" x="6575425" y="4543425"/>
          <p14:tracePt t="17266" x="6575425" y="4549775"/>
          <p14:tracePt t="17275" x="6567488" y="4549775"/>
          <p14:tracePt t="17289" x="6561138" y="4557713"/>
          <p14:tracePt t="17305" x="6553200" y="4572000"/>
          <p14:tracePt t="17322" x="6545263" y="4572000"/>
          <p14:tracePt t="17340" x="6538913" y="4572000"/>
          <p14:tracePt t="17355" x="6530975" y="4579938"/>
          <p14:tracePt t="27321" x="6524625" y="4594225"/>
          <p14:tracePt t="27329" x="6524625" y="4600575"/>
          <p14:tracePt t="27336" x="6510338" y="4637088"/>
          <p14:tracePt t="27345" x="6510338" y="4645025"/>
          <p14:tracePt t="27359" x="6510338" y="4673600"/>
          <p14:tracePt t="27375" x="6502400" y="4716463"/>
          <p14:tracePt t="27392" x="6494463" y="4752975"/>
          <p14:tracePt t="27409" x="6480175" y="4811713"/>
          <p14:tracePt t="27425" x="6465888" y="4854575"/>
          <p14:tracePt t="27442" x="6443663" y="4905375"/>
          <p14:tracePt t="27458" x="6408738" y="4941888"/>
          <p14:tracePt t="27475" x="6378575" y="4970463"/>
          <p14:tracePt t="27492" x="6313488" y="4986338"/>
          <p14:tracePt t="27509" x="6234113" y="5006975"/>
          <p14:tracePt t="27525" x="6138863" y="5029200"/>
          <p14:tracePt t="27542" x="6045200" y="5037138"/>
          <p14:tracePt t="27546" x="5980113" y="5043488"/>
          <p14:tracePt t="27559" x="5827713" y="5065713"/>
          <p14:tracePt t="27575" x="5661025" y="5072063"/>
          <p14:tracePt t="27592" x="5472113" y="5072063"/>
          <p14:tracePt t="27608" x="5326063" y="5072063"/>
          <p14:tracePt t="27625" x="5210175" y="5072063"/>
          <p14:tracePt t="27642" x="5108575" y="5072063"/>
          <p14:tracePt t="27659" x="5029200" y="5072063"/>
          <p14:tracePt t="27675" x="4970463" y="5087938"/>
          <p14:tracePt t="27692" x="4899025" y="5108575"/>
          <p14:tracePt t="27709" x="4811713" y="5138738"/>
          <p14:tracePt t="27725" x="4724400" y="5167313"/>
          <p14:tracePt t="27742" x="4665663" y="5181600"/>
          <p14:tracePt t="27759" x="4594225" y="5203825"/>
          <p14:tracePt t="27775" x="4462463" y="5218113"/>
          <p14:tracePt t="27792" x="4360863" y="5240338"/>
          <p14:tracePt t="27810" x="4259263" y="5246688"/>
          <p14:tracePt t="27825" x="4173538" y="5254625"/>
          <p14:tracePt t="27842" x="4071938" y="5254625"/>
          <p14:tracePt t="27858" x="3970338" y="5254625"/>
          <p14:tracePt t="27875" x="3852863" y="5254625"/>
          <p14:tracePt t="27892" x="3679825" y="5254625"/>
          <p14:tracePt t="27909" x="3527425" y="5254625"/>
          <p14:tracePt t="27925" x="3411538" y="5254625"/>
          <p14:tracePt t="27942" x="3338513" y="5254625"/>
          <p14:tracePt t="27959" x="3294063" y="5254625"/>
          <p14:tracePt t="27975" x="3243263" y="5254625"/>
          <p14:tracePt t="27992" x="3208338" y="5254625"/>
          <p14:tracePt t="28009" x="3186113" y="5254625"/>
          <p14:tracePt t="28026" x="3163888" y="5254625"/>
          <p14:tracePt t="28043" x="3149600" y="5254625"/>
          <p14:tracePt t="28047" x="3141663" y="5254625"/>
          <p14:tracePt t="28075" x="3113088" y="5246688"/>
          <p14:tracePt t="28092" x="3090863" y="5240338"/>
          <p14:tracePt t="28109" x="3048000" y="5218113"/>
          <p14:tracePt t="28125" x="2989263" y="5189538"/>
          <p14:tracePt t="28142" x="2946400" y="5173663"/>
          <p14:tracePt t="28159" x="2909888" y="5159375"/>
          <p14:tracePt t="28175" x="2836863" y="5138738"/>
          <p14:tracePt t="28192" x="2786063" y="5130800"/>
          <p14:tracePt t="28208" x="2735263" y="5116513"/>
          <p14:tracePt t="28225" x="2692400" y="5116513"/>
          <p14:tracePt t="28242" x="2655888" y="5116513"/>
          <p14:tracePt t="28259" x="2627313" y="5116513"/>
          <p14:tracePt t="28275" x="2576513" y="5116513"/>
          <p14:tracePt t="28293" x="2517775" y="5116513"/>
          <p14:tracePt t="28310" x="2460625" y="5130800"/>
          <p14:tracePt t="28325" x="2424113" y="5145088"/>
          <p14:tracePt t="28343" x="2365375" y="5167313"/>
          <p14:tracePt t="28360" x="2293938" y="5203825"/>
          <p14:tracePt t="28375" x="2243138" y="5224463"/>
          <p14:tracePt t="28392" x="2192338" y="5254625"/>
          <p14:tracePt t="28409" x="2162175" y="5260975"/>
          <p14:tracePt t="28425" x="2141538" y="5283200"/>
          <p14:tracePt t="28442" x="2105025" y="5311775"/>
          <p14:tracePt t="28459" x="2082800" y="5326063"/>
          <p14:tracePt t="28475" x="2054225" y="5341938"/>
          <p14:tracePt t="28492" x="2046288" y="5356225"/>
          <p14:tracePt t="28509" x="2032000" y="5376863"/>
          <p14:tracePt t="28525" x="2017713" y="5407025"/>
          <p14:tracePt t="28542" x="2003425" y="5443538"/>
          <p14:tracePt t="28558" x="1995488" y="5457825"/>
          <p14:tracePt t="28575" x="1995488" y="5508625"/>
          <p14:tracePt t="28592" x="1995488" y="5537200"/>
          <p14:tracePt t="28608" x="1995488" y="5565775"/>
          <p14:tracePt t="28625" x="1995488" y="5588000"/>
          <p14:tracePt t="28642" x="1995488" y="5602288"/>
          <p14:tracePt t="28658" x="1995488" y="5616575"/>
          <p14:tracePt t="28675" x="2003425" y="5624513"/>
          <p14:tracePt t="28692" x="2024063" y="5646738"/>
          <p14:tracePt t="28708" x="2039938" y="5661025"/>
          <p14:tracePt t="28725" x="2060575" y="5667375"/>
          <p14:tracePt t="28742" x="2090738" y="5689600"/>
          <p14:tracePt t="28758" x="2111375" y="5697538"/>
          <p14:tracePt t="28775" x="2133600" y="5711825"/>
          <p14:tracePt t="28792" x="2162175" y="5718175"/>
          <p14:tracePt t="28809" x="2192338" y="5732463"/>
          <p14:tracePt t="28825" x="2227263" y="5748338"/>
          <p14:tracePt t="28842" x="2243138" y="5754688"/>
          <p14:tracePt t="28858" x="2263775" y="5762625"/>
          <p14:tracePt t="28875" x="2286000" y="5768975"/>
          <p14:tracePt t="28892" x="2308225" y="5768975"/>
          <p14:tracePt t="28909" x="2336800" y="5783263"/>
          <p14:tracePt t="28926" x="2373313" y="5783263"/>
          <p14:tracePt t="28943" x="2395538" y="5791200"/>
          <p14:tracePt t="28959" x="2424113" y="5791200"/>
          <p14:tracePt t="28976" x="2438400" y="5791200"/>
          <p14:tracePt t="28992" x="2460625" y="5791200"/>
          <p14:tracePt t="29009" x="2474913" y="5791200"/>
          <p14:tracePt t="29026" x="2497138" y="5791200"/>
          <p14:tracePt t="29042" x="2511425" y="5791200"/>
          <p14:tracePt t="29047" x="2517775" y="5799138"/>
          <p14:tracePt t="29060" x="2532063" y="5799138"/>
          <p14:tracePt t="29076" x="2540000" y="5799138"/>
          <p14:tracePt t="29092" x="2562225" y="5799138"/>
          <p14:tracePt t="29109" x="2582863" y="5799138"/>
          <p14:tracePt t="29126" x="2613025" y="5799138"/>
          <p14:tracePt t="29142" x="2633663" y="5799138"/>
          <p14:tracePt t="29159" x="2649538" y="5799138"/>
          <p14:tracePt t="29176" x="2663825" y="5799138"/>
          <p14:tracePt t="29192" x="2670175" y="5799138"/>
          <p14:tracePt t="29209" x="2692400" y="5799138"/>
          <p14:tracePt t="29226" x="2700338" y="5799138"/>
          <p14:tracePt t="29242" x="2714625" y="5799138"/>
          <p14:tracePt t="29259" x="2720975" y="5799138"/>
          <p14:tracePt t="29277" x="2728913" y="5799138"/>
          <p14:tracePt t="29293" x="2735263" y="5799138"/>
          <p14:tracePt t="29309" x="2743200" y="5799138"/>
          <p14:tracePt t="29330" x="2757488" y="5799138"/>
          <p14:tracePt t="29342" x="2765425" y="5799138"/>
          <p14:tracePt t="29359" x="2779713" y="5791200"/>
          <p14:tracePt t="29376" x="2786063" y="5783263"/>
          <p14:tracePt t="29392" x="2794000" y="5762625"/>
          <p14:tracePt t="29409" x="2808288" y="5740400"/>
          <p14:tracePt t="29426" x="2816225" y="5711825"/>
          <p14:tracePt t="29442" x="2816225" y="5675313"/>
          <p14:tracePt t="29459" x="2822575" y="5638800"/>
          <p14:tracePt t="29476" x="2836863" y="5580063"/>
          <p14:tracePt t="29492" x="2844800" y="5537200"/>
          <p14:tracePt t="29509" x="2844800" y="5486400"/>
          <p14:tracePt t="29525" x="2852738" y="5443538"/>
          <p14:tracePt t="29542" x="2873375" y="5399088"/>
          <p14:tracePt t="29545" x="2873375" y="5384800"/>
          <p14:tracePt t="29559" x="2873375" y="5348288"/>
          <p14:tracePt t="29576" x="2873375" y="5305425"/>
          <p14:tracePt t="29592" x="2873375" y="5232400"/>
          <p14:tracePt t="29609" x="2867025" y="5153025"/>
          <p14:tracePt t="29625" x="2794000" y="5057775"/>
          <p14:tracePt t="29642" x="2786063" y="5037138"/>
          <p14:tracePt t="29659" x="2779713" y="5029200"/>
          <p14:tracePt t="29675" x="2771775" y="5021263"/>
          <p14:tracePt t="29709" x="2765425" y="5014913"/>
          <p14:tracePt t="29727" x="2757488" y="5000625"/>
          <p14:tracePt t="29742" x="2751138" y="5000625"/>
          <p14:tracePt t="29759" x="2751138" y="4992688"/>
          <p14:tracePt t="29775" x="2743200" y="4986338"/>
          <p14:tracePt t="29792" x="2743200" y="4964113"/>
          <p14:tracePt t="29809" x="2735263" y="4927600"/>
          <p14:tracePt t="29825" x="2714625" y="4884738"/>
          <p14:tracePt t="29842" x="2700338" y="4854575"/>
          <p14:tracePt t="29859" x="2700338" y="4848225"/>
          <p14:tracePt t="29892" x="2700338" y="4840288"/>
          <p14:tracePt t="29909" x="2692400" y="4833938"/>
          <p14:tracePt t="29926" x="2692400" y="4811713"/>
          <p14:tracePt t="29942" x="2678113" y="4775200"/>
          <p14:tracePt t="29959" x="2663825" y="4732338"/>
          <p14:tracePt t="29976" x="2663825" y="4716463"/>
          <p14:tracePt t="29992" x="2663825" y="4702175"/>
          <p14:tracePt t="30009" x="2663825" y="4681538"/>
          <p14:tracePt t="30026" x="2663825" y="4651375"/>
          <p14:tracePt t="30042" x="2663825" y="4630738"/>
          <p14:tracePt t="30059" x="2663825" y="4614863"/>
          <p14:tracePt t="30076" x="2663825" y="4608513"/>
          <p14:tracePt t="30095" x="2655888" y="4600575"/>
          <p14:tracePt t="30109" x="2641600" y="4594225"/>
          <p14:tracePt t="30126" x="2590800" y="4586288"/>
          <p14:tracePt t="30142" x="2314575" y="4579938"/>
          <p14:tracePt t="30159" x="2111375" y="4543425"/>
          <p14:tracePt t="30176" x="1952625" y="4513263"/>
          <p14:tracePt t="30193" x="1893888" y="4506913"/>
          <p14:tracePt t="30210" x="1843088" y="4478338"/>
          <p14:tracePt t="30226" x="1792288" y="4427538"/>
          <p14:tracePt t="30243" x="1735138" y="4360863"/>
          <p14:tracePt t="30259" x="1676400" y="4252913"/>
          <p14:tracePt t="30277" x="1639888" y="4151313"/>
          <p14:tracePt t="30294" x="1611313" y="4056063"/>
          <p14:tracePt t="30310" x="1603375" y="4013200"/>
          <p14:tracePt t="30326" x="1603375" y="3976688"/>
          <p14:tracePt t="30343" x="1603375" y="3962400"/>
          <p14:tracePt t="30360" x="1603375" y="3940175"/>
          <p14:tracePt t="30376" x="1603375" y="3919538"/>
          <p14:tracePt t="30393" x="1603375" y="3883025"/>
          <p14:tracePt t="30409" x="1633538" y="3838575"/>
          <p14:tracePt t="30426" x="1698625" y="3810000"/>
          <p14:tracePt t="30443" x="1778000" y="3773488"/>
          <p14:tracePt t="30459" x="1887538" y="3736975"/>
          <p14:tracePt t="30476" x="2003425" y="3700463"/>
          <p14:tracePt t="30492" x="2162175" y="3679825"/>
          <p14:tracePt t="30509" x="2336800" y="3679825"/>
          <p14:tracePt t="30528" x="2641600" y="3679825"/>
          <p14:tracePt t="30543" x="2836863" y="3679825"/>
          <p14:tracePt t="30551" x="2924175" y="3679825"/>
          <p14:tracePt t="30559" x="2997200" y="3679825"/>
          <p14:tracePt t="30576" x="3127375" y="3679825"/>
          <p14:tracePt t="30593" x="3214688" y="3679825"/>
          <p14:tracePt t="30611" x="3309938" y="3679825"/>
          <p14:tracePt t="30626" x="3446463" y="3679825"/>
          <p14:tracePt t="30643" x="3643313" y="3716338"/>
          <p14:tracePt t="30659" x="3919538" y="3759200"/>
          <p14:tracePt t="30676" x="4194175" y="3802063"/>
          <p14:tracePt t="30692" x="4513263" y="3838575"/>
          <p14:tracePt t="30709" x="4783138" y="3868738"/>
          <p14:tracePt t="30726" x="5043488" y="3911600"/>
          <p14:tracePt t="30743" x="5399088" y="3933825"/>
          <p14:tracePt t="30759" x="5616575" y="3940175"/>
          <p14:tracePt t="30776" x="5813425" y="3954463"/>
          <p14:tracePt t="30793" x="5986463" y="3954463"/>
          <p14:tracePt t="30809" x="6161088" y="3954463"/>
          <p14:tracePt t="30826" x="6299200" y="3954463"/>
          <p14:tracePt t="30843" x="6423025" y="3954463"/>
          <p14:tracePt t="30860" x="6530975" y="3954463"/>
          <p14:tracePt t="30876" x="6646863" y="3976688"/>
          <p14:tracePt t="30893" x="6778625" y="3990975"/>
          <p14:tracePt t="30909" x="6908800" y="4013200"/>
          <p14:tracePt t="30926" x="6996113" y="4027488"/>
          <p14:tracePt t="30943" x="7046913" y="4056063"/>
          <p14:tracePt t="30959" x="7053263" y="4071938"/>
          <p14:tracePt t="30976" x="7069138" y="4122738"/>
          <p14:tracePt t="30993" x="7069138" y="4194175"/>
          <p14:tracePt t="31009" x="7075488" y="4259263"/>
          <p14:tracePt t="31027" x="7075488" y="4318000"/>
          <p14:tracePt t="31043" x="7018338" y="4383088"/>
          <p14:tracePt t="31052" x="6967538" y="4405313"/>
          <p14:tracePt t="31061" x="6908800" y="4427538"/>
          <p14:tracePt t="31077" x="6784975" y="4470400"/>
          <p14:tracePt t="31093" x="6618288" y="4484688"/>
          <p14:tracePt t="31110" x="6392863" y="4498975"/>
          <p14:tracePt t="31127" x="6059488" y="4498975"/>
          <p14:tracePt t="31143" x="5624513" y="4498975"/>
          <p14:tracePt t="31160" x="5472113" y="4498975"/>
          <p14:tracePt t="31176" x="5348288" y="4498975"/>
          <p14:tracePt t="31193" x="5260975" y="4498975"/>
          <p14:tracePt t="31210" x="5181600" y="4484688"/>
          <p14:tracePt t="31226" x="5080000" y="4448175"/>
          <p14:tracePt t="31243" x="4956175" y="4411663"/>
          <p14:tracePt t="31259" x="4848225" y="4391025"/>
          <p14:tracePt t="31276" x="4760913" y="4383088"/>
          <p14:tracePt t="31293" x="4687888" y="4376738"/>
          <p14:tracePt t="31312" x="4543425" y="4376738"/>
          <p14:tracePt t="31327" x="4492625" y="4360863"/>
          <p14:tracePt t="31343" x="4332288" y="4354513"/>
          <p14:tracePt t="31360" x="4244975" y="4354513"/>
          <p14:tracePt t="31377" x="4187825" y="4354513"/>
          <p14:tracePt t="31394" x="4151313" y="4354513"/>
          <p14:tracePt t="31410" x="4114800" y="4354513"/>
          <p14:tracePt t="31426" x="4056063" y="4354513"/>
          <p14:tracePt t="31443" x="3970338" y="4354513"/>
          <p14:tracePt t="31460" x="3897313" y="4354513"/>
          <p14:tracePt t="31476" x="3846513" y="4360863"/>
          <p14:tracePt t="31493" x="3795713" y="4368800"/>
          <p14:tracePt t="31511" x="3767138" y="4376738"/>
          <p14:tracePt t="31528" x="3700463" y="4397375"/>
          <p14:tracePt t="31545" x="3635375" y="4411663"/>
          <p14:tracePt t="31552" x="3614738" y="4419600"/>
          <p14:tracePt t="31560" x="3570288" y="4433888"/>
          <p14:tracePt t="31577" x="3505200" y="4462463"/>
          <p14:tracePt t="31593" x="3446463" y="4484688"/>
          <p14:tracePt t="31610" x="3403600" y="4506913"/>
          <p14:tracePt t="31626" x="3381375" y="4521200"/>
          <p14:tracePt t="31643" x="3352800" y="4535488"/>
          <p14:tracePt t="31660" x="3338513" y="4543425"/>
          <p14:tracePt t="31676" x="3309938" y="4549775"/>
          <p14:tracePt t="31693" x="3294063" y="4564063"/>
          <p14:tracePt t="31710" x="3287713" y="4579938"/>
          <p14:tracePt t="31726" x="3273425" y="4586288"/>
          <p14:tracePt t="31743" x="3265488" y="4586288"/>
          <p14:tracePt t="32114" x="3279775" y="4600575"/>
          <p14:tracePt t="32123" x="3324225" y="4608513"/>
          <p14:tracePt t="32133" x="3375025" y="4608513"/>
          <p14:tracePt t="32144" x="3533775" y="4651375"/>
          <p14:tracePt t="32161" x="3686175" y="4702175"/>
          <p14:tracePt t="32176" x="3795713" y="4752975"/>
          <p14:tracePt t="32193" x="3889375" y="4811713"/>
          <p14:tracePt t="32210" x="3962400" y="4862513"/>
          <p14:tracePt t="32226" x="4021138" y="4913313"/>
          <p14:tracePt t="32243" x="4100513" y="4978400"/>
          <p14:tracePt t="32260" x="4143375" y="5021263"/>
          <p14:tracePt t="32277" x="4157663" y="5065713"/>
          <p14:tracePt t="32293" x="4173538" y="5116513"/>
          <p14:tracePt t="32311" x="4173538" y="5195888"/>
          <p14:tracePt t="32326" x="4173538" y="5218113"/>
          <p14:tracePt t="32343" x="4173538" y="5283200"/>
          <p14:tracePt t="32360" x="4173538" y="5297488"/>
          <p14:tracePt t="32377" x="4173538" y="5319713"/>
          <p14:tracePt t="32393" x="4173538" y="5334000"/>
          <p14:tracePt t="32410" x="4173538" y="5348288"/>
          <p14:tracePt t="32426" x="4165600" y="5376863"/>
          <p14:tracePt t="32443" x="4143375" y="5413375"/>
          <p14:tracePt t="32460" x="4122738" y="5435600"/>
          <p14:tracePt t="32477" x="4092575" y="5478463"/>
          <p14:tracePt t="32493" x="4041775" y="5529263"/>
          <p14:tracePt t="32510" x="3998913" y="5580063"/>
          <p14:tracePt t="32527" x="3954463" y="5646738"/>
          <p14:tracePt t="32543" x="3925888" y="5681663"/>
          <p14:tracePt t="32560" x="3897313" y="5703888"/>
          <p14:tracePt t="32577" x="3875088" y="5718175"/>
          <p14:tracePt t="32593" x="3838575" y="5740400"/>
          <p14:tracePt t="32610" x="3810000" y="5754688"/>
          <p14:tracePt t="32627" x="3802063" y="5762625"/>
          <p14:tracePt t="32644" x="3773488" y="5768975"/>
          <p14:tracePt t="32660" x="3751263" y="5776913"/>
          <p14:tracePt t="32677" x="3736975" y="5783263"/>
          <p14:tracePt t="32693" x="3716338" y="5791200"/>
          <p14:tracePt t="32710" x="3694113" y="5799138"/>
          <p14:tracePt t="32727" x="3657600" y="5805488"/>
          <p14:tracePt t="32743" x="3635375" y="5805488"/>
          <p14:tracePt t="32760" x="3621088" y="5805488"/>
          <p14:tracePt t="32777" x="3606800" y="5805488"/>
          <p14:tracePt t="32793" x="3584575" y="5813425"/>
          <p14:tracePt t="32810" x="3563938" y="5813425"/>
          <p14:tracePt t="32827" x="3548063" y="5813425"/>
          <p14:tracePt t="32843" x="3527425" y="5813425"/>
          <p14:tracePt t="32860" x="3513138" y="5813425"/>
          <p14:tracePt t="32877" x="3505200" y="5819775"/>
          <p14:tracePt t="32893" x="3482975" y="5819775"/>
          <p14:tracePt t="32910" x="3476625" y="5819775"/>
          <p14:tracePt t="32927" x="3440113" y="5827713"/>
          <p14:tracePt t="32943" x="3411538" y="5827713"/>
          <p14:tracePt t="32960" x="3381375" y="5827713"/>
          <p14:tracePt t="32977" x="3352800" y="5827713"/>
          <p14:tracePt t="32993" x="3324225" y="5827713"/>
          <p14:tracePt t="33010" x="3294063" y="5827713"/>
          <p14:tracePt t="33027" x="3265488" y="5827713"/>
          <p14:tracePt t="33044" x="3243263" y="5827713"/>
          <p14:tracePt t="33049" x="3236913" y="5827713"/>
          <p14:tracePt t="33060" x="3222625" y="5827713"/>
          <p14:tracePt t="33080" x="3214688" y="5827713"/>
          <p14:tracePt t="33093" x="3208338" y="5827713"/>
          <p14:tracePt t="33110" x="3186113" y="5813425"/>
          <p14:tracePt t="33127" x="3149600" y="5783263"/>
          <p14:tracePt t="33143" x="3149600" y="5776913"/>
          <p14:tracePt t="33160" x="3127375" y="5754688"/>
          <p14:tracePt t="33177" x="3106738" y="5718175"/>
          <p14:tracePt t="33193" x="3090863" y="5681663"/>
          <p14:tracePt t="33210" x="3062288" y="5638800"/>
          <p14:tracePt t="33227" x="3048000" y="5602288"/>
          <p14:tracePt t="33243" x="3040063" y="5588000"/>
          <p14:tracePt t="33260" x="3040063" y="5565775"/>
          <p14:tracePt t="33277" x="3033713" y="5551488"/>
          <p14:tracePt t="33293" x="3033713" y="5529263"/>
          <p14:tracePt t="33310" x="3025775" y="5508625"/>
          <p14:tracePt t="33327" x="3019425" y="5478463"/>
          <p14:tracePt t="33343" x="3019425" y="5457825"/>
          <p14:tracePt t="33360" x="3011488" y="5449888"/>
          <p14:tracePt t="33393" x="3011488" y="5435600"/>
          <p14:tracePt t="33475" x="3011488" y="5427663"/>
          <p14:tracePt t="33507" x="3005138" y="5421313"/>
          <p14:tracePt t="33523" x="2997200" y="5413375"/>
          <p14:tracePt t="33533" x="2997200" y="5407025"/>
          <p14:tracePt t="33554" x="2989263" y="5407025"/>
          <p14:tracePt t="33564" x="2982913" y="5407025"/>
          <p14:tracePt t="33586" x="2974975" y="5399088"/>
          <p14:tracePt t="33602" x="2960688" y="5392738"/>
          <p14:tracePt t="33613" x="2954338" y="5392738"/>
          <p14:tracePt t="33627" x="2924175" y="5376863"/>
          <p14:tracePt t="33644" x="2895600" y="5362575"/>
          <p14:tracePt t="33661" x="2852738" y="5334000"/>
          <p14:tracePt t="33677" x="2786063" y="5305425"/>
          <p14:tracePt t="33695" x="2765425" y="5297488"/>
          <p14:tracePt t="33711" x="2735263" y="5297488"/>
          <p14:tracePt t="33727" x="2706688" y="5291138"/>
          <p14:tracePt t="33744" x="2678113" y="5291138"/>
          <p14:tracePt t="33761" x="2619375" y="5291138"/>
          <p14:tracePt t="33778" x="2540000" y="5291138"/>
          <p14:tracePt t="33794" x="2438400" y="5297488"/>
          <p14:tracePt t="33810" x="2328863" y="5341938"/>
          <p14:tracePt t="33827" x="2198688" y="5384800"/>
          <p14:tracePt t="33844" x="2090738" y="5413375"/>
          <p14:tracePt t="33861" x="1958975" y="5443538"/>
          <p14:tracePt t="33877" x="1887538" y="5472113"/>
          <p14:tracePt t="33894" x="1792288" y="5508625"/>
          <p14:tracePt t="33911" x="1719263" y="5537200"/>
          <p14:tracePt t="33927" x="1597025" y="5588000"/>
          <p14:tracePt t="33944" x="1538288" y="5595938"/>
          <p14:tracePt t="33960" x="1473200" y="5602288"/>
          <p14:tracePt t="33977" x="1422400" y="5602288"/>
          <p14:tracePt t="33994" x="1371600" y="5602288"/>
          <p14:tracePt t="34011" x="1320800" y="5602288"/>
          <p14:tracePt t="34028" x="1292225" y="5602288"/>
          <p14:tracePt t="34045" x="1255713" y="5565775"/>
          <p14:tracePt t="34050" x="1233488" y="5545138"/>
          <p14:tracePt t="34060" x="1219200" y="5508625"/>
          <p14:tracePt t="34077" x="1190625" y="5457825"/>
          <p14:tracePt t="34094" x="1154113" y="5384800"/>
          <p14:tracePt t="34110" x="1139825" y="5348288"/>
          <p14:tracePt t="34127" x="1131888" y="5297488"/>
          <p14:tracePt t="34144" x="1154113" y="5254625"/>
          <p14:tracePt t="34160" x="1233488" y="5173663"/>
          <p14:tracePt t="34177" x="1349375" y="5102225"/>
          <p14:tracePt t="34194" x="1450975" y="5065713"/>
          <p14:tracePt t="34210" x="1531938" y="5043488"/>
          <p14:tracePt t="34227" x="1611313" y="5037138"/>
          <p14:tracePt t="34244" x="1712913" y="5014913"/>
          <p14:tracePt t="34261" x="1836738" y="4992688"/>
          <p14:tracePt t="34277" x="1989138" y="4970463"/>
          <p14:tracePt t="34294" x="2133600" y="4956175"/>
          <p14:tracePt t="34310" x="2227263" y="4949825"/>
          <p14:tracePt t="34327" x="2293938" y="4941888"/>
          <p14:tracePt t="34344" x="2336800" y="4935538"/>
          <p14:tracePt t="34361" x="2379663" y="4927600"/>
          <p14:tracePt t="34377" x="2430463" y="4919663"/>
          <p14:tracePt t="34394" x="2481263" y="4913313"/>
          <p14:tracePt t="34410" x="2517775" y="4905375"/>
          <p14:tracePt t="34427" x="2562225" y="4899025"/>
          <p14:tracePt t="34444" x="2627313" y="4899025"/>
          <p14:tracePt t="34460" x="2692400" y="4899025"/>
          <p14:tracePt t="34477" x="2757488" y="4899025"/>
          <p14:tracePt t="34494" x="2816225" y="4891088"/>
          <p14:tracePt t="34510" x="2873375" y="4891088"/>
          <p14:tracePt t="34527" x="2924175" y="4891088"/>
          <p14:tracePt t="34544" x="3019425" y="4891088"/>
          <p14:tracePt t="34560" x="3163888" y="4891088"/>
          <p14:tracePt t="34577" x="3302000" y="4891088"/>
          <p14:tracePt t="34594" x="3411538" y="4891088"/>
          <p14:tracePt t="34610" x="3497263" y="4891088"/>
          <p14:tracePt t="34627" x="3578225" y="4891088"/>
          <p14:tracePt t="34644" x="3708400" y="4891088"/>
          <p14:tracePt t="34660" x="3875088" y="4891088"/>
          <p14:tracePt t="34677" x="4086225" y="4891088"/>
          <p14:tracePt t="34694" x="4310063" y="4891088"/>
          <p14:tracePt t="34710" x="4572000" y="4891088"/>
          <p14:tracePt t="34727" x="4724400" y="4891088"/>
          <p14:tracePt t="34744" x="4891088" y="4891088"/>
          <p14:tracePt t="34761" x="5072063" y="4891088"/>
          <p14:tracePt t="34777" x="5232400" y="4891088"/>
          <p14:tracePt t="34794" x="5392738" y="4891088"/>
          <p14:tracePt t="34810" x="5545138" y="4891088"/>
          <p14:tracePt t="34827" x="5689600" y="4891088"/>
          <p14:tracePt t="34844" x="5805488" y="4891088"/>
          <p14:tracePt t="34860" x="5943600" y="4891088"/>
          <p14:tracePt t="34877" x="6059488" y="4891088"/>
          <p14:tracePt t="34894" x="6175375" y="4905375"/>
          <p14:tracePt t="34910" x="6307138" y="4919663"/>
          <p14:tracePt t="34927" x="6386513" y="4935538"/>
          <p14:tracePt t="34944" x="6451600" y="4949825"/>
          <p14:tracePt t="34961" x="6530975" y="4964113"/>
          <p14:tracePt t="34977" x="6618288" y="4992688"/>
          <p14:tracePt t="34994" x="6697663" y="5006975"/>
          <p14:tracePt t="35011" x="6778625" y="5029200"/>
          <p14:tracePt t="35028" x="6821488" y="5051425"/>
          <p14:tracePt t="35044" x="6865938" y="5057775"/>
          <p14:tracePt t="35047" x="6872288" y="5065713"/>
          <p14:tracePt t="35061" x="6880225" y="5072063"/>
          <p14:tracePt t="35077" x="6931025" y="5102225"/>
          <p14:tracePt t="35094" x="6967538" y="5138738"/>
          <p14:tracePt t="35110" x="7018338" y="5173663"/>
          <p14:tracePt t="35127" x="7038975" y="5195888"/>
          <p14:tracePt t="35144" x="7038975" y="5210175"/>
          <p14:tracePt t="35160" x="7046913" y="5232400"/>
          <p14:tracePt t="35177" x="7046913" y="5260975"/>
          <p14:tracePt t="35194" x="7046913" y="5311775"/>
          <p14:tracePt t="35210" x="7032625" y="5370513"/>
          <p14:tracePt t="35227" x="6996113" y="5443538"/>
          <p14:tracePt t="35244" x="6916738" y="5529263"/>
          <p14:tracePt t="35261" x="6835775" y="5595938"/>
          <p14:tracePt t="35277" x="6742113" y="5646738"/>
          <p14:tracePt t="35294" x="6640513" y="5703888"/>
          <p14:tracePt t="35311" x="6408738" y="5754688"/>
          <p14:tracePt t="35327" x="6240463" y="5799138"/>
          <p14:tracePt t="35344" x="6088063" y="5805488"/>
          <p14:tracePt t="35361" x="5929313" y="5834063"/>
          <p14:tracePt t="35377" x="5783263" y="5842000"/>
          <p14:tracePt t="35394" x="5624513" y="5842000"/>
          <p14:tracePt t="35411" x="5407025" y="5842000"/>
          <p14:tracePt t="35427" x="5210175" y="5842000"/>
          <p14:tracePt t="35444" x="5043488" y="5842000"/>
          <p14:tracePt t="35461" x="4862513" y="5842000"/>
          <p14:tracePt t="35477" x="4710113" y="5842000"/>
          <p14:tracePt t="35494" x="4579938" y="5842000"/>
          <p14:tracePt t="35511" x="4346575" y="5842000"/>
          <p14:tracePt t="35527" x="4216400" y="5842000"/>
          <p14:tracePt t="35544" x="4100513" y="5842000"/>
          <p14:tracePt t="35561" x="3962400" y="5842000"/>
          <p14:tracePt t="35577" x="3838575" y="5842000"/>
          <p14:tracePt t="35594" x="3700463" y="5842000"/>
          <p14:tracePt t="35611" x="3548063" y="5842000"/>
          <p14:tracePt t="35628" x="3411538" y="5842000"/>
          <p14:tracePt t="35644" x="3316288" y="5842000"/>
          <p14:tracePt t="35661" x="3214688" y="5842000"/>
          <p14:tracePt t="35679" x="3090863" y="5842000"/>
          <p14:tracePt t="35694" x="3040063" y="5842000"/>
          <p14:tracePt t="35711" x="2895600" y="5842000"/>
          <p14:tracePt t="35728" x="2794000" y="5842000"/>
          <p14:tracePt t="35744" x="2700338" y="5842000"/>
          <p14:tracePt t="35761" x="2619375" y="5842000"/>
          <p14:tracePt t="35778" x="2525713" y="5842000"/>
          <p14:tracePt t="35794" x="2424113" y="5842000"/>
          <p14:tracePt t="35811" x="2344738" y="5842000"/>
          <p14:tracePt t="35828" x="2249488" y="5842000"/>
          <p14:tracePt t="35844" x="2184400" y="5827713"/>
          <p14:tracePt t="35861" x="2111375" y="5827713"/>
          <p14:tracePt t="35878" x="2046288" y="5819775"/>
          <p14:tracePt t="35895" x="1952625" y="5805488"/>
          <p14:tracePt t="35911" x="1865313" y="5791200"/>
          <p14:tracePt t="35928" x="1814513" y="5783263"/>
          <p14:tracePt t="35944" x="1785938" y="5776913"/>
          <p14:tracePt t="35961" x="1755775" y="5768975"/>
          <p14:tracePt t="35978" x="1719263" y="5762625"/>
          <p14:tracePt t="35994" x="1662113" y="5748338"/>
          <p14:tracePt t="36011" x="1574800" y="5726113"/>
          <p14:tracePt t="36029" x="1509713" y="5703888"/>
          <p14:tracePt t="36044" x="1465263" y="5689600"/>
          <p14:tracePt t="36050" x="1450975" y="5689600"/>
          <p14:tracePt t="36061" x="1444625" y="5689600"/>
          <p14:tracePt t="36081" x="1430338" y="5675313"/>
          <p14:tracePt t="36122" x="1422400" y="5675313"/>
          <p14:tracePt t="36168" x="1414463" y="5667375"/>
          <p14:tracePt t="36184" x="1408113" y="5667375"/>
          <p14:tracePt t="36200" x="1408113" y="5661025"/>
          <p14:tracePt t="36291" x="1400175" y="5653088"/>
          <p14:tracePt t="36643" x="1400175" y="5646738"/>
          <p14:tracePt t="36651" x="1393825" y="5624513"/>
          <p14:tracePt t="36662" x="1371600" y="5595938"/>
          <p14:tracePt t="36679" x="1349375" y="5529263"/>
          <p14:tracePt t="36695" x="1349375" y="5514975"/>
          <p14:tracePt t="37676" x="1343025" y="5508625"/>
          <p14:tracePt t="37691" x="1320800" y="5514975"/>
          <p14:tracePt t="37700" x="1312863" y="5522913"/>
          <p14:tracePt t="37712" x="1277938" y="5565775"/>
          <p14:tracePt t="37729" x="1233488" y="5595938"/>
          <p14:tracePt t="37747" x="1176338" y="5616575"/>
          <p14:tracePt t="37762" x="1117600" y="5638800"/>
          <p14:tracePt t="37781" x="1038225" y="5667375"/>
          <p14:tracePt t="37795" x="957263" y="5689600"/>
          <p14:tracePt t="37812" x="863600" y="5711825"/>
          <p14:tracePt t="37830" x="769938" y="5726113"/>
          <p14:tracePt t="37845" x="696913" y="5726113"/>
          <p14:tracePt t="37864" x="508000" y="5718175"/>
          <p14:tracePt t="37879" x="442913" y="5689600"/>
          <p14:tracePt t="37896" x="239713" y="5638800"/>
          <p14:tracePt t="37912" x="138113" y="5610225"/>
          <p14:tracePt t="37930" x="65088" y="5573713"/>
          <p14:tracePt t="37945" x="7938" y="5551488"/>
          <p14:tracePt t="38245" x="36513" y="5051425"/>
          <p14:tracePt t="38253" x="79375" y="5043488"/>
          <p14:tracePt t="38263" x="123825" y="5043488"/>
          <p14:tracePt t="38281" x="217488" y="5021263"/>
          <p14:tracePt t="38297" x="261938" y="5021263"/>
          <p14:tracePt t="38312" x="327025" y="5014913"/>
          <p14:tracePt t="38329" x="392113" y="5014913"/>
          <p14:tracePt t="38345" x="508000" y="5014913"/>
          <p14:tracePt t="38362" x="703263" y="5014913"/>
          <p14:tracePt t="38379" x="957263" y="5014913"/>
          <p14:tracePt t="38396" x="1154113" y="5014913"/>
          <p14:tracePt t="38412" x="1262063" y="5014913"/>
          <p14:tracePt t="38429" x="1306513" y="5014913"/>
          <p14:tracePt t="38446" x="1349375" y="5014913"/>
          <p14:tracePt t="38463" x="1400175" y="5014913"/>
          <p14:tracePt t="38481" x="1516063" y="5043488"/>
          <p14:tracePt t="38496" x="1611313" y="5072063"/>
          <p14:tracePt t="38513" x="1676400" y="5094288"/>
          <p14:tracePt t="38530" x="1719263" y="5108575"/>
          <p14:tracePt t="38546" x="1749425" y="5138738"/>
          <p14:tracePt t="38555" x="1785938" y="5159375"/>
          <p14:tracePt t="38566" x="1806575" y="5181600"/>
          <p14:tracePt t="38579" x="1871663" y="5232400"/>
          <p14:tracePt t="38596" x="1938338" y="5283200"/>
          <p14:tracePt t="38612" x="1966913" y="5305425"/>
          <p14:tracePt t="38629" x="1966913" y="5311775"/>
          <p14:tracePt t="38646" x="1973263" y="5334000"/>
          <p14:tracePt t="38663" x="1981200" y="5356225"/>
          <p14:tracePt t="38679" x="1989138" y="5384800"/>
          <p14:tracePt t="38695" x="2003425" y="5421313"/>
          <p14:tracePt t="38712" x="2003425" y="5457825"/>
          <p14:tracePt t="38731" x="2003425" y="5478463"/>
          <p14:tracePt t="38746" x="2003425" y="5514975"/>
          <p14:tracePt t="38762" x="2003425" y="5537200"/>
          <p14:tracePt t="38779" x="2003425" y="5573713"/>
          <p14:tracePt t="38795" x="2003425" y="5616575"/>
          <p14:tracePt t="38812" x="2003425" y="5653088"/>
          <p14:tracePt t="38828" x="1989138" y="5697538"/>
          <p14:tracePt t="38845" x="1958975" y="5740400"/>
          <p14:tracePt t="38862" x="1944688" y="5768975"/>
          <p14:tracePt t="38879" x="1901825" y="5827713"/>
          <p14:tracePt t="38895" x="1879600" y="5856288"/>
          <p14:tracePt t="38912" x="1851025" y="5884863"/>
          <p14:tracePt t="38928" x="1806575" y="5900738"/>
          <p14:tracePt t="38945" x="1778000" y="5921375"/>
          <p14:tracePt t="38962" x="1755775" y="5935663"/>
          <p14:tracePt t="38979" x="1712913" y="5957888"/>
          <p14:tracePt t="38995" x="1668463" y="5980113"/>
          <p14:tracePt t="39012" x="1603375" y="6002338"/>
          <p14:tracePt t="39028" x="1538288" y="6022975"/>
          <p14:tracePt t="39045" x="1465263" y="6037263"/>
          <p14:tracePt t="39049" x="1444625" y="6045200"/>
          <p14:tracePt t="39062" x="1414463" y="6053138"/>
          <p14:tracePt t="39079" x="1349375" y="6059488"/>
          <p14:tracePt t="39095" x="1277938" y="6067425"/>
          <p14:tracePt t="39112" x="1241425" y="6073775"/>
          <p14:tracePt t="39129" x="1196975" y="6073775"/>
          <p14:tracePt t="39145" x="1154113" y="6073775"/>
          <p14:tracePt t="39162" x="1109663" y="6073775"/>
          <p14:tracePt t="39179" x="1066800" y="6073775"/>
          <p14:tracePt t="39195" x="1030288" y="6073775"/>
          <p14:tracePt t="39229" x="1023938" y="6073775"/>
          <p14:tracePt t="40369" x="1030288" y="6081713"/>
          <p14:tracePt t="40376" x="1052513" y="6081713"/>
          <p14:tracePt t="40385" x="1058863" y="6088063"/>
          <p14:tracePt t="40396" x="1095375" y="6088063"/>
          <p14:tracePt t="40412" x="1109663" y="6088063"/>
          <p14:tracePt t="40429" x="1117600" y="6096000"/>
          <p14:tracePt t="40473" x="1125538" y="6103938"/>
          <p14:tracePt t="40482" x="1131888" y="6103938"/>
          <p14:tracePt t="40489" x="1139825" y="6110288"/>
          <p14:tracePt t="40497" x="1154113" y="6110288"/>
          <p14:tracePt t="40513" x="1182688" y="6132513"/>
          <p14:tracePt t="40529" x="1196975" y="6138863"/>
          <p14:tracePt t="40546" x="1227138" y="6161088"/>
          <p14:tracePt t="40562" x="1255713" y="6183313"/>
          <p14:tracePt t="40579" x="1298575" y="6205538"/>
          <p14:tracePt t="40596" x="1320800" y="6219825"/>
          <p14:tracePt t="40612" x="1335088" y="6226175"/>
          <p14:tracePt t="40629" x="1343025" y="6234113"/>
          <p14:tracePt t="40646" x="1357313" y="6234113"/>
          <p14:tracePt t="40662" x="1371600" y="6256338"/>
          <p14:tracePt t="40679" x="1385888" y="6262688"/>
          <p14:tracePt t="40696" x="1400175" y="6262688"/>
          <p14:tracePt t="40729" x="1408113" y="6262688"/>
          <p14:tracePt t="47119" x="1422400" y="6262688"/>
          <p14:tracePt t="47127" x="1465263" y="6262688"/>
          <p14:tracePt t="47135" x="1495425" y="6262688"/>
          <p14:tracePt t="47147" x="1538288" y="6262688"/>
          <p14:tracePt t="47164" x="1611313" y="6248400"/>
          <p14:tracePt t="47181" x="1684338" y="6219825"/>
          <p14:tracePt t="47198" x="1792288" y="6154738"/>
          <p14:tracePt t="47214" x="1930400" y="6008688"/>
          <p14:tracePt t="47231" x="1966913" y="5929313"/>
          <p14:tracePt t="47248" x="2046288" y="5813425"/>
          <p14:tracePt t="47265" x="2111375" y="5681663"/>
          <p14:tracePt t="47281" x="2155825" y="5573713"/>
          <p14:tracePt t="47298" x="2192338" y="5494338"/>
          <p14:tracePt t="47314" x="2220913" y="5413375"/>
          <p14:tracePt t="47331" x="2227263" y="5370513"/>
          <p14:tracePt t="47348" x="2235200" y="5341938"/>
          <p14:tracePt t="47364" x="2249488" y="5291138"/>
          <p14:tracePt t="47381" x="2300288" y="5210175"/>
          <p14:tracePt t="47398" x="2351088" y="5094288"/>
          <p14:tracePt t="47414" x="2395538" y="4964113"/>
          <p14:tracePt t="47431" x="2409825" y="4868863"/>
          <p14:tracePt t="47448" x="2424113" y="4833938"/>
          <p14:tracePt t="47465" x="2430463" y="4797425"/>
          <p14:tracePt t="47481" x="2438400" y="4775200"/>
          <p14:tracePt t="47498" x="2446338" y="4760913"/>
          <p14:tracePt t="52480" x="2401888" y="4760913"/>
          <p14:tracePt t="52487" x="2379663" y="4760913"/>
          <p14:tracePt t="52495" x="2373313" y="4760913"/>
          <p14:tracePt t="52675" x="2395538" y="4760913"/>
          <p14:tracePt t="52682" x="2452688" y="4752975"/>
          <p14:tracePt t="52691" x="2532063" y="4752975"/>
          <p14:tracePt t="52700" x="2627313" y="4752975"/>
          <p14:tracePt t="52717" x="2917825" y="4752975"/>
          <p14:tracePt t="52737" x="3454400" y="4752975"/>
          <p14:tracePt t="52750" x="3592513" y="4752975"/>
          <p14:tracePt t="52767" x="3832225" y="4752975"/>
          <p14:tracePt t="52783" x="4092575" y="4752975"/>
          <p14:tracePt t="52800" x="4275138" y="4752975"/>
          <p14:tracePt t="52816" x="4470400" y="4752975"/>
          <p14:tracePt t="52833" x="4622800" y="4767263"/>
          <p14:tracePt t="52849" x="4681538" y="4775200"/>
          <p14:tracePt t="52964" x="4687888" y="4775200"/>
          <p14:tracePt t="53033" x="4673600" y="4775200"/>
          <p14:tracePt t="53041" x="4637088" y="4775200"/>
          <p14:tracePt t="53050" x="4586288" y="4775200"/>
          <p14:tracePt t="53066" x="4456113" y="4775200"/>
          <p14:tracePt t="53083" x="4259263" y="4775200"/>
          <p14:tracePt t="53100" x="4078288" y="4775200"/>
          <p14:tracePt t="53116" x="3940175" y="4775200"/>
          <p14:tracePt t="53133" x="3846513" y="4775200"/>
          <p14:tracePt t="53150" x="3759200" y="4775200"/>
          <p14:tracePt t="53166" x="3686175" y="4775200"/>
          <p14:tracePt t="53183" x="3606800" y="4775200"/>
          <p14:tracePt t="53200" x="3527425" y="4775200"/>
          <p14:tracePt t="53217" x="3446463" y="4775200"/>
          <p14:tracePt t="53233" x="3381375" y="4775200"/>
          <p14:tracePt t="53250" x="3344863" y="4783138"/>
          <p14:tracePt t="53266" x="3330575" y="4783138"/>
          <p14:tracePt t="53283" x="3302000" y="4789488"/>
          <p14:tracePt t="53300" x="3273425" y="4797425"/>
          <p14:tracePt t="53316" x="3243263" y="4797425"/>
          <p14:tracePt t="53333" x="3192463" y="4811713"/>
          <p14:tracePt t="53350" x="3149600" y="4818063"/>
          <p14:tracePt t="53367" x="3106738" y="4826000"/>
          <p14:tracePt t="53383" x="3048000" y="4826000"/>
          <p14:tracePt t="53400" x="2989263" y="4833938"/>
          <p14:tracePt t="53416" x="2960688" y="4840288"/>
          <p14:tracePt t="53433" x="2938463" y="4848225"/>
          <p14:tracePt t="53450" x="2909888" y="4848225"/>
          <p14:tracePt t="53466" x="2867025" y="4848225"/>
          <p14:tracePt t="53483" x="2836863" y="4854575"/>
          <p14:tracePt t="53500" x="2801938" y="4868863"/>
          <p14:tracePt t="53517" x="2751138" y="4868863"/>
          <p14:tracePt t="53533" x="2714625" y="4876800"/>
          <p14:tracePt t="53550" x="2670175" y="4876800"/>
          <p14:tracePt t="53555" x="2663825" y="4884738"/>
          <p14:tracePt t="53566" x="2649538" y="4884738"/>
          <p14:tracePt t="53583" x="2619375" y="4884738"/>
          <p14:tracePt t="53600" x="2619375" y="4891088"/>
          <p14:tracePt t="53633" x="2605088" y="4891088"/>
          <p14:tracePt t="55267" x="2582863" y="4891088"/>
          <p14:tracePt t="55275" x="2554288" y="4891088"/>
          <p14:tracePt t="55284" x="2540000" y="4891088"/>
          <p14:tracePt t="55301" x="2503488" y="4891088"/>
          <p14:tracePt t="55317" x="2466975" y="4891088"/>
          <p14:tracePt t="55335" x="2387600" y="4891088"/>
          <p14:tracePt t="55351" x="2293938" y="4891088"/>
          <p14:tracePt t="55353" x="2220913" y="4891088"/>
          <p14:tracePt t="55368" x="2119313" y="4891088"/>
          <p14:tracePt t="55384" x="2017713" y="4891088"/>
          <p14:tracePt t="55401" x="1981200" y="4891088"/>
          <p14:tracePt t="55418" x="1922463" y="4891088"/>
          <p14:tracePt t="55435" x="1871663" y="4891088"/>
          <p14:tracePt t="55451" x="1814513" y="4891088"/>
          <p14:tracePt t="55467" x="1741488" y="4891088"/>
          <p14:tracePt t="55484" x="1633538" y="4891088"/>
          <p14:tracePt t="55501" x="1487488" y="4884738"/>
          <p14:tracePt t="55517" x="1312863" y="4854575"/>
          <p14:tracePt t="55535" x="1058863" y="4826000"/>
          <p14:tracePt t="55551" x="820738" y="4789488"/>
          <p14:tracePt t="55556" x="711200" y="4767263"/>
          <p14:tracePt t="55567" x="508000" y="4746625"/>
          <p14:tracePt t="55584" x="355600" y="4724400"/>
          <p14:tracePt t="55600" x="231775" y="4710113"/>
          <p14:tracePt t="55617" x="130175" y="4687888"/>
          <p14:tracePt t="55634" x="58738" y="4659313"/>
          <p14:tracePt t="56091" x="0" y="3883025"/>
          <p14:tracePt t="56096" x="7938" y="3868738"/>
          <p14:tracePt t="56107" x="14288" y="3860800"/>
          <p14:tracePt t="56117" x="28575" y="3852863"/>
          <p14:tracePt t="56135" x="65088" y="3832225"/>
          <p14:tracePt t="56151" x="101600" y="3802063"/>
          <p14:tracePt t="56169" x="130175" y="3781425"/>
          <p14:tracePt t="56184" x="152400" y="3773488"/>
          <p14:tracePt t="56201" x="174625" y="3767138"/>
          <p14:tracePt t="56217" x="188913" y="3767138"/>
          <p14:tracePt t="56234" x="231775" y="3759200"/>
          <p14:tracePt t="56251" x="268288" y="3759200"/>
          <p14:tracePt t="56268" x="327025" y="3759200"/>
          <p14:tracePt t="56284" x="369888" y="3759200"/>
          <p14:tracePt t="56300" x="398463" y="3759200"/>
          <p14:tracePt t="56317" x="420688" y="3759200"/>
          <p14:tracePt t="56334" x="449263" y="3759200"/>
          <p14:tracePt t="56351" x="457200" y="3759200"/>
          <p14:tracePt t="56367" x="471488" y="375920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p:cNvPicPr>
            <a:picLocks noChangeAspect="1"/>
          </p:cNvPicPr>
          <p:nvPr/>
        </p:nvPicPr>
        <p:blipFill>
          <a:blip r:embed="rId4"/>
          <a:stretch>
            <a:fillRect/>
          </a:stretch>
        </p:blipFill>
        <p:spPr>
          <a:xfrm>
            <a:off x="8443695" y="1302898"/>
            <a:ext cx="419100" cy="1085850"/>
          </a:xfrm>
          <a:prstGeom prst="rect">
            <a:avLst/>
          </a:prstGeom>
        </p:spPr>
      </p:pic>
      <p:pic>
        <p:nvPicPr>
          <p:cNvPr id="9" name="Picture 8"/>
          <p:cNvPicPr>
            <a:picLocks noChangeAspect="1"/>
          </p:cNvPicPr>
          <p:nvPr/>
        </p:nvPicPr>
        <p:blipFill>
          <a:blip r:embed="rId5"/>
          <a:stretch>
            <a:fillRect/>
          </a:stretch>
        </p:blipFill>
        <p:spPr>
          <a:xfrm>
            <a:off x="4336374" y="1821088"/>
            <a:ext cx="1400175" cy="1619250"/>
          </a:xfrm>
          <a:prstGeom prst="rect">
            <a:avLst/>
          </a:prstGeom>
        </p:spPr>
      </p:pic>
      <p:pic>
        <p:nvPicPr>
          <p:cNvPr id="49" name="Picture 48"/>
          <p:cNvPicPr>
            <a:picLocks noChangeAspect="1"/>
          </p:cNvPicPr>
          <p:nvPr/>
        </p:nvPicPr>
        <p:blipFill>
          <a:blip r:embed="rId4"/>
          <a:stretch>
            <a:fillRect/>
          </a:stretch>
        </p:blipFill>
        <p:spPr>
          <a:xfrm>
            <a:off x="4059894" y="2139794"/>
            <a:ext cx="419100" cy="1085850"/>
          </a:xfrm>
          <a:prstGeom prst="rect">
            <a:avLst/>
          </a:prstGeom>
        </p:spPr>
      </p:pic>
      <p:pic>
        <p:nvPicPr>
          <p:cNvPr id="45" name="Picture 44"/>
          <p:cNvPicPr>
            <a:picLocks noChangeAspect="1"/>
          </p:cNvPicPr>
          <p:nvPr/>
        </p:nvPicPr>
        <p:blipFill>
          <a:blip r:embed="rId6"/>
          <a:stretch>
            <a:fillRect/>
          </a:stretch>
        </p:blipFill>
        <p:spPr>
          <a:xfrm>
            <a:off x="7505648" y="4719253"/>
            <a:ext cx="1447800" cy="1657350"/>
          </a:xfrm>
          <a:prstGeom prst="rect">
            <a:avLst/>
          </a:prstGeom>
        </p:spPr>
      </p:pic>
      <p:sp>
        <p:nvSpPr>
          <p:cNvPr id="8" name="Slide Number Placeholder 7">
            <a:extLst>
              <a:ext uri="{FF2B5EF4-FFF2-40B4-BE49-F238E27FC236}">
                <a16:creationId xmlns:a16="http://schemas.microsoft.com/office/drawing/2014/main" id="{E6AC9832-FB01-464A-9824-61887B77997E}"/>
              </a:ext>
            </a:extLst>
          </p:cNvPr>
          <p:cNvSpPr>
            <a:spLocks noGrp="1"/>
          </p:cNvSpPr>
          <p:nvPr>
            <p:ph type="sldNum" sz="quarter" idx="15"/>
          </p:nvPr>
        </p:nvSpPr>
        <p:spPr>
          <a:xfrm>
            <a:off x="11726863" y="6276975"/>
            <a:ext cx="465137" cy="400050"/>
          </a:xfrm>
        </p:spPr>
        <p:txBody>
          <a:bodyPr/>
          <a:lstStyle/>
          <a:p>
            <a:fld id="{19B51A1E-902D-48AF-9020-955120F399B6}" type="slidenum">
              <a:rPr lang="en-ZA" smtClean="0"/>
              <a:pPr/>
              <a:t>11</a:t>
            </a:fld>
            <a:endParaRPr lang="en-ZA" dirty="0"/>
          </a:p>
        </p:txBody>
      </p:sp>
      <p:pic>
        <p:nvPicPr>
          <p:cNvPr id="3" name="Picture 2"/>
          <p:cNvPicPr>
            <a:picLocks noChangeAspect="1"/>
          </p:cNvPicPr>
          <p:nvPr/>
        </p:nvPicPr>
        <p:blipFill>
          <a:blip r:embed="rId7"/>
          <a:stretch>
            <a:fillRect/>
          </a:stretch>
        </p:blipFill>
        <p:spPr>
          <a:xfrm>
            <a:off x="54011" y="2901871"/>
            <a:ext cx="2406629" cy="1435501"/>
          </a:xfrm>
          <a:prstGeom prst="rect">
            <a:avLst/>
          </a:prstGeom>
        </p:spPr>
      </p:pic>
      <p:sp>
        <p:nvSpPr>
          <p:cNvPr id="15" name="Title 1">
            <a:extLst>
              <a:ext uri="{FF2B5EF4-FFF2-40B4-BE49-F238E27FC236}">
                <a16:creationId xmlns:a16="http://schemas.microsoft.com/office/drawing/2014/main" id="{AEA5083B-CC27-4F1C-AD03-E3DBEC1C9E78}"/>
              </a:ext>
            </a:extLst>
          </p:cNvPr>
          <p:cNvSpPr txBox="1">
            <a:spLocks/>
          </p:cNvSpPr>
          <p:nvPr/>
        </p:nvSpPr>
        <p:spPr>
          <a:xfrm>
            <a:off x="3062519" y="-365"/>
            <a:ext cx="6244571" cy="813311"/>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800" dirty="0" smtClean="0">
                <a:solidFill>
                  <a:schemeClr val="tx1"/>
                </a:solidFill>
              </a:rPr>
              <a:t>Example Stratified Random Sampling</a:t>
            </a:r>
            <a:endParaRPr lang="en-ZA" sz="2800" dirty="0">
              <a:solidFill>
                <a:schemeClr val="tx1"/>
              </a:solidFill>
            </a:endParaRPr>
          </a:p>
        </p:txBody>
      </p:sp>
      <p:sp>
        <p:nvSpPr>
          <p:cNvPr id="17" name="Title 1">
            <a:extLst>
              <a:ext uri="{FF2B5EF4-FFF2-40B4-BE49-F238E27FC236}">
                <a16:creationId xmlns:a16="http://schemas.microsoft.com/office/drawing/2014/main" id="{AEA5083B-CC27-4F1C-AD03-E3DBEC1C9E78}"/>
              </a:ext>
            </a:extLst>
          </p:cNvPr>
          <p:cNvSpPr txBox="1">
            <a:spLocks/>
          </p:cNvSpPr>
          <p:nvPr/>
        </p:nvSpPr>
        <p:spPr>
          <a:xfrm>
            <a:off x="336837" y="4350940"/>
            <a:ext cx="1840975" cy="354177"/>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POPULATION</a:t>
            </a:r>
            <a:endParaRPr lang="en-ZA" sz="2000" dirty="0">
              <a:solidFill>
                <a:schemeClr val="tx1"/>
              </a:solidFill>
            </a:endParaRPr>
          </a:p>
        </p:txBody>
      </p:sp>
      <p:pic>
        <p:nvPicPr>
          <p:cNvPr id="10" name="Picture 9"/>
          <p:cNvPicPr>
            <a:picLocks noChangeAspect="1"/>
          </p:cNvPicPr>
          <p:nvPr/>
        </p:nvPicPr>
        <p:blipFill>
          <a:blip r:embed="rId6"/>
          <a:stretch>
            <a:fillRect/>
          </a:stretch>
        </p:blipFill>
        <p:spPr>
          <a:xfrm>
            <a:off x="4443189" y="3890578"/>
            <a:ext cx="1447800" cy="1657350"/>
          </a:xfrm>
          <a:prstGeom prst="rect">
            <a:avLst/>
          </a:prstGeom>
        </p:spPr>
      </p:pic>
      <p:sp>
        <p:nvSpPr>
          <p:cNvPr id="23" name="Title 1">
            <a:extLst>
              <a:ext uri="{FF2B5EF4-FFF2-40B4-BE49-F238E27FC236}">
                <a16:creationId xmlns:a16="http://schemas.microsoft.com/office/drawing/2014/main" id="{AEA5083B-CC27-4F1C-AD03-E3DBEC1C9E78}"/>
              </a:ext>
            </a:extLst>
          </p:cNvPr>
          <p:cNvSpPr txBox="1">
            <a:spLocks/>
          </p:cNvSpPr>
          <p:nvPr/>
        </p:nvSpPr>
        <p:spPr>
          <a:xfrm>
            <a:off x="2669477" y="3822305"/>
            <a:ext cx="1781430" cy="432000"/>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1400" dirty="0" smtClean="0">
                <a:solidFill>
                  <a:schemeClr val="tx1"/>
                </a:solidFill>
              </a:rPr>
              <a:t>Strata constraint : gender</a:t>
            </a:r>
            <a:endParaRPr lang="en-ZA" sz="1400" dirty="0">
              <a:solidFill>
                <a:schemeClr val="tx1"/>
              </a:solidFill>
            </a:endParaRPr>
          </a:p>
        </p:txBody>
      </p:sp>
      <p:sp>
        <p:nvSpPr>
          <p:cNvPr id="14" name="Oval 13"/>
          <p:cNvSpPr/>
          <p:nvPr/>
        </p:nvSpPr>
        <p:spPr>
          <a:xfrm>
            <a:off x="3875319" y="1545715"/>
            <a:ext cx="2193716" cy="2041291"/>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26" name="Oval 25"/>
          <p:cNvSpPr/>
          <p:nvPr/>
        </p:nvSpPr>
        <p:spPr>
          <a:xfrm>
            <a:off x="4078519" y="3771971"/>
            <a:ext cx="2032000" cy="1803246"/>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
        <p:nvSpPr>
          <p:cNvPr id="18" name="Right Arrow 17"/>
          <p:cNvSpPr/>
          <p:nvPr/>
        </p:nvSpPr>
        <p:spPr>
          <a:xfrm>
            <a:off x="2772232" y="3440338"/>
            <a:ext cx="769257" cy="3631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p:cNvSpPr/>
          <p:nvPr/>
        </p:nvSpPr>
        <p:spPr>
          <a:xfrm>
            <a:off x="1626401" y="1486028"/>
            <a:ext cx="1668477" cy="805599"/>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GB" dirty="0" smtClean="0"/>
              <a:t>STRATA</a:t>
            </a:r>
            <a:endParaRPr lang="en-GB" dirty="0"/>
          </a:p>
        </p:txBody>
      </p:sp>
      <p:cxnSp>
        <p:nvCxnSpPr>
          <p:cNvPr id="25" name="Straight Connector 24"/>
          <p:cNvCxnSpPr>
            <a:stCxn id="14" idx="2"/>
          </p:cNvCxnSpPr>
          <p:nvPr/>
        </p:nvCxnSpPr>
        <p:spPr>
          <a:xfrm flipH="1" flipV="1">
            <a:off x="3062519" y="1948515"/>
            <a:ext cx="812800" cy="617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6" idx="2"/>
          </p:cNvCxnSpPr>
          <p:nvPr/>
        </p:nvCxnSpPr>
        <p:spPr>
          <a:xfrm flipH="1" flipV="1">
            <a:off x="3062519" y="1948515"/>
            <a:ext cx="1016000" cy="2725079"/>
          </a:xfrm>
          <a:prstGeom prst="line">
            <a:avLst/>
          </a:prstGeom>
        </p:spPr>
        <p:style>
          <a:lnRef idx="1">
            <a:schemeClr val="accent1"/>
          </a:lnRef>
          <a:fillRef idx="0">
            <a:schemeClr val="accent1"/>
          </a:fillRef>
          <a:effectRef idx="0">
            <a:schemeClr val="accent1"/>
          </a:effectRef>
          <a:fontRef idx="minor">
            <a:schemeClr val="tx1"/>
          </a:fontRef>
        </p:style>
      </p:cxnSp>
      <p:pic>
        <p:nvPicPr>
          <p:cNvPr id="30" name="Picture 29"/>
          <p:cNvPicPr>
            <a:picLocks noChangeAspect="1"/>
          </p:cNvPicPr>
          <p:nvPr/>
        </p:nvPicPr>
        <p:blipFill>
          <a:blip r:embed="rId8"/>
          <a:stretch>
            <a:fillRect/>
          </a:stretch>
        </p:blipFill>
        <p:spPr>
          <a:xfrm>
            <a:off x="7692605" y="1350664"/>
            <a:ext cx="419100" cy="1076325"/>
          </a:xfrm>
          <a:prstGeom prst="rect">
            <a:avLst/>
          </a:prstGeom>
        </p:spPr>
      </p:pic>
      <p:pic>
        <p:nvPicPr>
          <p:cNvPr id="34" name="Picture 33"/>
          <p:cNvPicPr>
            <a:picLocks noChangeAspect="1"/>
          </p:cNvPicPr>
          <p:nvPr/>
        </p:nvPicPr>
        <p:blipFill>
          <a:blip r:embed="rId9"/>
          <a:stretch>
            <a:fillRect/>
          </a:stretch>
        </p:blipFill>
        <p:spPr>
          <a:xfrm>
            <a:off x="8074131" y="1350664"/>
            <a:ext cx="419100" cy="1085850"/>
          </a:xfrm>
          <a:prstGeom prst="rect">
            <a:avLst/>
          </a:prstGeom>
        </p:spPr>
      </p:pic>
      <p:sp>
        <p:nvSpPr>
          <p:cNvPr id="41" name="Title 1">
            <a:extLst>
              <a:ext uri="{FF2B5EF4-FFF2-40B4-BE49-F238E27FC236}">
                <a16:creationId xmlns:a16="http://schemas.microsoft.com/office/drawing/2014/main" id="{AEA5083B-CC27-4F1C-AD03-E3DBEC1C9E78}"/>
              </a:ext>
            </a:extLst>
          </p:cNvPr>
          <p:cNvSpPr txBox="1">
            <a:spLocks/>
          </p:cNvSpPr>
          <p:nvPr/>
        </p:nvSpPr>
        <p:spPr>
          <a:xfrm rot="20005965">
            <a:off x="5840138" y="1117272"/>
            <a:ext cx="1859203" cy="432000"/>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1400" dirty="0" smtClean="0">
                <a:solidFill>
                  <a:schemeClr val="tx1"/>
                </a:solidFill>
              </a:rPr>
              <a:t>Stratum constraint : Age &lt;50</a:t>
            </a:r>
            <a:endParaRPr lang="en-ZA" sz="1400" dirty="0">
              <a:solidFill>
                <a:schemeClr val="tx1"/>
              </a:solidFill>
            </a:endParaRPr>
          </a:p>
        </p:txBody>
      </p:sp>
      <p:sp>
        <p:nvSpPr>
          <p:cNvPr id="43" name="Right Arrow 42"/>
          <p:cNvSpPr/>
          <p:nvPr/>
        </p:nvSpPr>
        <p:spPr>
          <a:xfrm rot="20079878">
            <a:off x="6367469" y="1950786"/>
            <a:ext cx="769257" cy="3631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ight Arrow 45"/>
          <p:cNvSpPr/>
          <p:nvPr/>
        </p:nvSpPr>
        <p:spPr>
          <a:xfrm rot="1821934">
            <a:off x="6341935" y="4957558"/>
            <a:ext cx="769257" cy="3631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itle 1">
            <a:extLst>
              <a:ext uri="{FF2B5EF4-FFF2-40B4-BE49-F238E27FC236}">
                <a16:creationId xmlns:a16="http://schemas.microsoft.com/office/drawing/2014/main" id="{AEA5083B-CC27-4F1C-AD03-E3DBEC1C9E78}"/>
              </a:ext>
            </a:extLst>
          </p:cNvPr>
          <p:cNvSpPr txBox="1">
            <a:spLocks/>
          </p:cNvSpPr>
          <p:nvPr/>
        </p:nvSpPr>
        <p:spPr>
          <a:xfrm rot="2108749">
            <a:off x="5841146" y="5423111"/>
            <a:ext cx="2003417" cy="432000"/>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1400" dirty="0" smtClean="0">
                <a:solidFill>
                  <a:schemeClr val="tx1"/>
                </a:solidFill>
              </a:rPr>
              <a:t>Stratum constraint : Age &lt;50</a:t>
            </a:r>
            <a:endParaRPr lang="en-ZA" sz="1400" dirty="0">
              <a:solidFill>
                <a:schemeClr val="tx1"/>
              </a:solidFill>
            </a:endParaRPr>
          </a:p>
        </p:txBody>
      </p:sp>
      <p:pic>
        <p:nvPicPr>
          <p:cNvPr id="48" name="Picture 47"/>
          <p:cNvPicPr>
            <a:picLocks noChangeAspect="1"/>
          </p:cNvPicPr>
          <p:nvPr/>
        </p:nvPicPr>
        <p:blipFill>
          <a:blip r:embed="rId10"/>
          <a:stretch>
            <a:fillRect/>
          </a:stretch>
        </p:blipFill>
        <p:spPr>
          <a:xfrm>
            <a:off x="10102406" y="3431776"/>
            <a:ext cx="1247775" cy="1476375"/>
          </a:xfrm>
          <a:prstGeom prst="rect">
            <a:avLst/>
          </a:prstGeom>
        </p:spPr>
      </p:pic>
      <p:sp>
        <p:nvSpPr>
          <p:cNvPr id="53" name="Right Arrow 52"/>
          <p:cNvSpPr/>
          <p:nvPr/>
        </p:nvSpPr>
        <p:spPr>
          <a:xfrm rot="1556617">
            <a:off x="9053616" y="2702901"/>
            <a:ext cx="769257" cy="3631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ight Arrow 53"/>
          <p:cNvSpPr/>
          <p:nvPr/>
        </p:nvSpPr>
        <p:spPr>
          <a:xfrm rot="18479381">
            <a:off x="9231869" y="5093900"/>
            <a:ext cx="769257" cy="36315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Title 1">
            <a:extLst>
              <a:ext uri="{FF2B5EF4-FFF2-40B4-BE49-F238E27FC236}">
                <a16:creationId xmlns:a16="http://schemas.microsoft.com/office/drawing/2014/main" id="{AEA5083B-CC27-4F1C-AD03-E3DBEC1C9E78}"/>
              </a:ext>
            </a:extLst>
          </p:cNvPr>
          <p:cNvSpPr txBox="1">
            <a:spLocks/>
          </p:cNvSpPr>
          <p:nvPr/>
        </p:nvSpPr>
        <p:spPr>
          <a:xfrm>
            <a:off x="9334593" y="2037965"/>
            <a:ext cx="2305688" cy="578891"/>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1400" dirty="0" smtClean="0">
                <a:solidFill>
                  <a:schemeClr val="tx1"/>
                </a:solidFill>
              </a:rPr>
              <a:t>Stratum constraint: </a:t>
            </a:r>
          </a:p>
          <a:p>
            <a:r>
              <a:rPr lang="en-ZA" sz="1400" dirty="0" smtClean="0">
                <a:solidFill>
                  <a:schemeClr val="tx1"/>
                </a:solidFill>
              </a:rPr>
              <a:t>work experience &lt; 5 years</a:t>
            </a:r>
            <a:endParaRPr lang="en-ZA" sz="1400" dirty="0">
              <a:solidFill>
                <a:schemeClr val="tx1"/>
              </a:solidFill>
            </a:endParaRPr>
          </a:p>
        </p:txBody>
      </p:sp>
      <p:sp>
        <p:nvSpPr>
          <p:cNvPr id="56" name="Title 1">
            <a:extLst>
              <a:ext uri="{FF2B5EF4-FFF2-40B4-BE49-F238E27FC236}">
                <a16:creationId xmlns:a16="http://schemas.microsoft.com/office/drawing/2014/main" id="{AEA5083B-CC27-4F1C-AD03-E3DBEC1C9E78}"/>
              </a:ext>
            </a:extLst>
          </p:cNvPr>
          <p:cNvSpPr txBox="1">
            <a:spLocks/>
          </p:cNvSpPr>
          <p:nvPr/>
        </p:nvSpPr>
        <p:spPr>
          <a:xfrm>
            <a:off x="9616497" y="5200795"/>
            <a:ext cx="2305688" cy="578891"/>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1400" dirty="0" smtClean="0">
                <a:solidFill>
                  <a:schemeClr val="tx1"/>
                </a:solidFill>
              </a:rPr>
              <a:t>Stratum constraint: </a:t>
            </a:r>
          </a:p>
          <a:p>
            <a:r>
              <a:rPr lang="en-ZA" sz="1400" dirty="0" smtClean="0">
                <a:solidFill>
                  <a:schemeClr val="tx1"/>
                </a:solidFill>
              </a:rPr>
              <a:t>work experience &lt; 5 years</a:t>
            </a:r>
            <a:endParaRPr lang="en-ZA" sz="1400" dirty="0">
              <a:solidFill>
                <a:schemeClr val="tx1"/>
              </a:solidFill>
            </a:endParaRPr>
          </a:p>
        </p:txBody>
      </p:sp>
      <p:sp>
        <p:nvSpPr>
          <p:cNvPr id="57" name="Title 1">
            <a:extLst>
              <a:ext uri="{FF2B5EF4-FFF2-40B4-BE49-F238E27FC236}">
                <a16:creationId xmlns:a16="http://schemas.microsoft.com/office/drawing/2014/main" id="{AEA5083B-CC27-4F1C-AD03-E3DBEC1C9E78}"/>
              </a:ext>
            </a:extLst>
          </p:cNvPr>
          <p:cNvSpPr txBox="1">
            <a:spLocks/>
          </p:cNvSpPr>
          <p:nvPr/>
        </p:nvSpPr>
        <p:spPr>
          <a:xfrm>
            <a:off x="10078130" y="2977816"/>
            <a:ext cx="1230316" cy="354177"/>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SAMPLE</a:t>
            </a:r>
            <a:endParaRPr lang="en-ZA" sz="2000" dirty="0">
              <a:solidFill>
                <a:schemeClr val="tx1"/>
              </a:solidFill>
            </a:endParaRPr>
          </a:p>
        </p:txBody>
      </p:sp>
      <p:sp>
        <p:nvSpPr>
          <p:cNvPr id="32" name="Action Button: Beginning 31">
            <a:hlinkClick r:id="rId11" action="ppaction://hlinksldjump" highlightClick="1"/>
          </p:cNvPr>
          <p:cNvSpPr/>
          <p:nvPr/>
        </p:nvSpPr>
        <p:spPr>
          <a:xfrm>
            <a:off x="390525" y="6172200"/>
            <a:ext cx="227755" cy="180975"/>
          </a:xfrm>
          <a:prstGeom prst="actionButtonBeginning">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p:nvPicPr>
        <p:blipFill>
          <a:blip r:embed="rId12"/>
          <a:stretch>
            <a:fillRect/>
          </a:stretch>
        </p:blipFill>
        <p:spPr>
          <a:xfrm>
            <a:off x="8802031" y="4931724"/>
            <a:ext cx="466725" cy="1314450"/>
          </a:xfrm>
          <a:prstGeom prst="rect">
            <a:avLst/>
          </a:prstGeom>
        </p:spPr>
      </p:pic>
      <p:sp>
        <p:nvSpPr>
          <p:cNvPr id="44" name="Oval 43"/>
          <p:cNvSpPr/>
          <p:nvPr/>
        </p:nvSpPr>
        <p:spPr>
          <a:xfrm>
            <a:off x="7406244" y="4459441"/>
            <a:ext cx="2032000" cy="1803246"/>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4" name="Picture 3"/>
          <p:cNvPicPr>
            <a:picLocks noChangeAspect="1"/>
          </p:cNvPicPr>
          <p:nvPr/>
        </p:nvPicPr>
        <p:blipFill>
          <a:blip r:embed="rId13"/>
          <a:stretch>
            <a:fillRect/>
          </a:stretch>
        </p:blipFill>
        <p:spPr>
          <a:xfrm>
            <a:off x="8804932" y="1308161"/>
            <a:ext cx="428315" cy="1126309"/>
          </a:xfrm>
          <a:prstGeom prst="rect">
            <a:avLst/>
          </a:prstGeom>
        </p:spPr>
      </p:pic>
      <p:sp>
        <p:nvSpPr>
          <p:cNvPr id="42" name="Oval 41"/>
          <p:cNvSpPr/>
          <p:nvPr/>
        </p:nvSpPr>
        <p:spPr>
          <a:xfrm>
            <a:off x="7521238" y="810660"/>
            <a:ext cx="1841485" cy="1947048"/>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194831373"/>
      </p:ext>
    </p:extLst>
  </p:cSld>
  <p:clrMapOvr>
    <a:masterClrMapping/>
  </p:clrMapOvr>
  <mc:AlternateContent xmlns:mc="http://schemas.openxmlformats.org/markup-compatibility/2006" xmlns:p14="http://schemas.microsoft.com/office/powerpoint/2010/main">
    <mc:Choice Requires="p14">
      <p:transition spd="slow" p14:dur="2000" advTm="74790">
        <p:cut/>
      </p:transition>
    </mc:Choice>
    <mc:Fallback xmlns="">
      <p:transition spd="slow" advTm="7479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1000" fill="hold"/>
                                        <p:tgtEl>
                                          <p:spTgt spid="18"/>
                                        </p:tgtEl>
                                        <p:attrNameLst>
                                          <p:attrName>ppt_w</p:attrName>
                                        </p:attrNameLst>
                                      </p:cBhvr>
                                      <p:tavLst>
                                        <p:tav tm="0">
                                          <p:val>
                                            <p:fltVal val="0"/>
                                          </p:val>
                                        </p:tav>
                                        <p:tav tm="100000">
                                          <p:val>
                                            <p:strVal val="#ppt_w"/>
                                          </p:val>
                                        </p:tav>
                                      </p:tavLst>
                                    </p:anim>
                                    <p:anim calcmode="lin" valueType="num">
                                      <p:cBhvr>
                                        <p:cTn id="22" dur="1000" fill="hold"/>
                                        <p:tgtEl>
                                          <p:spTgt spid="18"/>
                                        </p:tgtEl>
                                        <p:attrNameLst>
                                          <p:attrName>ppt_h</p:attrName>
                                        </p:attrNameLst>
                                      </p:cBhvr>
                                      <p:tavLst>
                                        <p:tav tm="0">
                                          <p:val>
                                            <p:fltVal val="0"/>
                                          </p:val>
                                        </p:tav>
                                        <p:tav tm="100000">
                                          <p:val>
                                            <p:strVal val="#ppt_h"/>
                                          </p:val>
                                        </p:tav>
                                      </p:tavLst>
                                    </p:anim>
                                    <p:anim calcmode="lin" valueType="num">
                                      <p:cBhvr>
                                        <p:cTn id="23" dur="1000" fill="hold"/>
                                        <p:tgtEl>
                                          <p:spTgt spid="18"/>
                                        </p:tgtEl>
                                        <p:attrNameLst>
                                          <p:attrName>style.rotation</p:attrName>
                                        </p:attrNameLst>
                                      </p:cBhvr>
                                      <p:tavLst>
                                        <p:tav tm="0">
                                          <p:val>
                                            <p:fltVal val="90"/>
                                          </p:val>
                                        </p:tav>
                                        <p:tav tm="100000">
                                          <p:val>
                                            <p:fltVal val="0"/>
                                          </p:val>
                                        </p:tav>
                                      </p:tavLst>
                                    </p:anim>
                                    <p:animEffect transition="in" filter="fade">
                                      <p:cBhvr>
                                        <p:cTn id="24" dur="10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par>
                                <p:cTn id="39" presetID="53" presetClass="entr" presetSubtype="16" fill="hold" nodeType="with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p:cTn id="41" dur="500" fill="hold"/>
                                        <p:tgtEl>
                                          <p:spTgt spid="49"/>
                                        </p:tgtEl>
                                        <p:attrNameLst>
                                          <p:attrName>ppt_w</p:attrName>
                                        </p:attrNameLst>
                                      </p:cBhvr>
                                      <p:tavLst>
                                        <p:tav tm="0">
                                          <p:val>
                                            <p:fltVal val="0"/>
                                          </p:val>
                                        </p:tav>
                                        <p:tav tm="100000">
                                          <p:val>
                                            <p:strVal val="#ppt_w"/>
                                          </p:val>
                                        </p:tav>
                                      </p:tavLst>
                                    </p:anim>
                                    <p:anim calcmode="lin" valueType="num">
                                      <p:cBhvr>
                                        <p:cTn id="42" dur="500" fill="hold"/>
                                        <p:tgtEl>
                                          <p:spTgt spid="49"/>
                                        </p:tgtEl>
                                        <p:attrNameLst>
                                          <p:attrName>ppt_h</p:attrName>
                                        </p:attrNameLst>
                                      </p:cBhvr>
                                      <p:tavLst>
                                        <p:tav tm="0">
                                          <p:val>
                                            <p:fltVal val="0"/>
                                          </p:val>
                                        </p:tav>
                                        <p:tav tm="100000">
                                          <p:val>
                                            <p:strVal val="#ppt_h"/>
                                          </p:val>
                                        </p:tav>
                                      </p:tavLst>
                                    </p:anim>
                                    <p:animEffect transition="in" filter="fade">
                                      <p:cBhvr>
                                        <p:cTn id="43" dur="500"/>
                                        <p:tgtEl>
                                          <p:spTgt spid="49"/>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fltVal val="0"/>
                                          </p:val>
                                        </p:tav>
                                        <p:tav tm="100000">
                                          <p:val>
                                            <p:strVal val="#ppt_w"/>
                                          </p:val>
                                        </p:tav>
                                      </p:tavLst>
                                    </p:anim>
                                    <p:anim calcmode="lin" valueType="num">
                                      <p:cBhvr>
                                        <p:cTn id="47" dur="500" fill="hold"/>
                                        <p:tgtEl>
                                          <p:spTgt spid="14"/>
                                        </p:tgtEl>
                                        <p:attrNameLst>
                                          <p:attrName>ppt_h</p:attrName>
                                        </p:attrNameLst>
                                      </p:cBhvr>
                                      <p:tavLst>
                                        <p:tav tm="0">
                                          <p:val>
                                            <p:fltVal val="0"/>
                                          </p:val>
                                        </p:tav>
                                        <p:tav tm="100000">
                                          <p:val>
                                            <p:strVal val="#ppt_h"/>
                                          </p:val>
                                        </p:tav>
                                      </p:tavLst>
                                    </p:anim>
                                    <p:animEffect transition="in" filter="fade">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p:cTn id="58" dur="500" fill="hold"/>
                                        <p:tgtEl>
                                          <p:spTgt spid="26"/>
                                        </p:tgtEl>
                                        <p:attrNameLst>
                                          <p:attrName>ppt_w</p:attrName>
                                        </p:attrNameLst>
                                      </p:cBhvr>
                                      <p:tavLst>
                                        <p:tav tm="0">
                                          <p:val>
                                            <p:fltVal val="0"/>
                                          </p:val>
                                        </p:tav>
                                        <p:tav tm="100000">
                                          <p:val>
                                            <p:strVal val="#ppt_w"/>
                                          </p:val>
                                        </p:tav>
                                      </p:tavLst>
                                    </p:anim>
                                    <p:anim calcmode="lin" valueType="num">
                                      <p:cBhvr>
                                        <p:cTn id="59" dur="500" fill="hold"/>
                                        <p:tgtEl>
                                          <p:spTgt spid="26"/>
                                        </p:tgtEl>
                                        <p:attrNameLst>
                                          <p:attrName>ppt_h</p:attrName>
                                        </p:attrNameLst>
                                      </p:cBhvr>
                                      <p:tavLst>
                                        <p:tav tm="0">
                                          <p:val>
                                            <p:fltVal val="0"/>
                                          </p:val>
                                        </p:tav>
                                        <p:tav tm="100000">
                                          <p:val>
                                            <p:strVal val="#ppt_h"/>
                                          </p:val>
                                        </p:tav>
                                      </p:tavLst>
                                    </p:anim>
                                    <p:animEffect transition="in" filter="fade">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1000"/>
                                        <p:tgtEl>
                                          <p:spTgt spid="25"/>
                                        </p:tgtEl>
                                      </p:cBhvr>
                                    </p:animEffect>
                                    <p:anim calcmode="lin" valueType="num">
                                      <p:cBhvr>
                                        <p:cTn id="66" dur="1000" fill="hold"/>
                                        <p:tgtEl>
                                          <p:spTgt spid="25"/>
                                        </p:tgtEl>
                                        <p:attrNameLst>
                                          <p:attrName>ppt_x</p:attrName>
                                        </p:attrNameLst>
                                      </p:cBhvr>
                                      <p:tavLst>
                                        <p:tav tm="0">
                                          <p:val>
                                            <p:strVal val="#ppt_x"/>
                                          </p:val>
                                        </p:tav>
                                        <p:tav tm="100000">
                                          <p:val>
                                            <p:strVal val="#ppt_x"/>
                                          </p:val>
                                        </p:tav>
                                      </p:tavLst>
                                    </p:anim>
                                    <p:anim calcmode="lin" valueType="num">
                                      <p:cBhvr>
                                        <p:cTn id="67" dur="1000" fill="hold"/>
                                        <p:tgtEl>
                                          <p:spTgt spid="25"/>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1000"/>
                                        <p:tgtEl>
                                          <p:spTgt spid="29"/>
                                        </p:tgtEl>
                                      </p:cBhvr>
                                    </p:animEffect>
                                    <p:anim calcmode="lin" valueType="num">
                                      <p:cBhvr>
                                        <p:cTn id="71" dur="1000" fill="hold"/>
                                        <p:tgtEl>
                                          <p:spTgt spid="29"/>
                                        </p:tgtEl>
                                        <p:attrNameLst>
                                          <p:attrName>ppt_x</p:attrName>
                                        </p:attrNameLst>
                                      </p:cBhvr>
                                      <p:tavLst>
                                        <p:tav tm="0">
                                          <p:val>
                                            <p:strVal val="#ppt_x"/>
                                          </p:val>
                                        </p:tav>
                                        <p:tav tm="100000">
                                          <p:val>
                                            <p:strVal val="#ppt_x"/>
                                          </p:val>
                                        </p:tav>
                                      </p:tavLst>
                                    </p:anim>
                                    <p:anim calcmode="lin" valueType="num">
                                      <p:cBhvr>
                                        <p:cTn id="7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circle(in)">
                                      <p:cBhvr>
                                        <p:cTn id="77" dur="20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1000"/>
                                        <p:tgtEl>
                                          <p:spTgt spid="43"/>
                                        </p:tgtEl>
                                      </p:cBhvr>
                                    </p:animEffect>
                                    <p:anim calcmode="lin" valueType="num">
                                      <p:cBhvr>
                                        <p:cTn id="83" dur="1000" fill="hold"/>
                                        <p:tgtEl>
                                          <p:spTgt spid="43"/>
                                        </p:tgtEl>
                                        <p:attrNameLst>
                                          <p:attrName>ppt_x</p:attrName>
                                        </p:attrNameLst>
                                      </p:cBhvr>
                                      <p:tavLst>
                                        <p:tav tm="0">
                                          <p:val>
                                            <p:strVal val="#ppt_x"/>
                                          </p:val>
                                        </p:tav>
                                        <p:tav tm="100000">
                                          <p:val>
                                            <p:strVal val="#ppt_x"/>
                                          </p:val>
                                        </p:tav>
                                      </p:tavLst>
                                    </p:anim>
                                    <p:anim calcmode="lin" valueType="num">
                                      <p:cBhvr>
                                        <p:cTn id="8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1000"/>
                                        <p:tgtEl>
                                          <p:spTgt spid="46"/>
                                        </p:tgtEl>
                                      </p:cBhvr>
                                    </p:animEffect>
                                    <p:anim calcmode="lin" valueType="num">
                                      <p:cBhvr>
                                        <p:cTn id="90" dur="1000" fill="hold"/>
                                        <p:tgtEl>
                                          <p:spTgt spid="46"/>
                                        </p:tgtEl>
                                        <p:attrNameLst>
                                          <p:attrName>ppt_x</p:attrName>
                                        </p:attrNameLst>
                                      </p:cBhvr>
                                      <p:tavLst>
                                        <p:tav tm="0">
                                          <p:val>
                                            <p:strVal val="#ppt_x"/>
                                          </p:val>
                                        </p:tav>
                                        <p:tav tm="100000">
                                          <p:val>
                                            <p:strVal val="#ppt_x"/>
                                          </p:val>
                                        </p:tav>
                                      </p:tavLst>
                                    </p:anim>
                                    <p:anim calcmode="lin" valueType="num">
                                      <p:cBhvr>
                                        <p:cTn id="91"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wipe(down)">
                                      <p:cBhvr>
                                        <p:cTn id="96" dur="500"/>
                                        <p:tgtEl>
                                          <p:spTgt spid="47"/>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wipe(down)">
                                      <p:cBhvr>
                                        <p:cTn id="99" dur="500"/>
                                        <p:tgtEl>
                                          <p:spTgt spid="41"/>
                                        </p:tgtEl>
                                      </p:cBhvr>
                                    </p:animEffect>
                                  </p:childTnLst>
                                </p:cTn>
                              </p:par>
                            </p:childTnLst>
                          </p:cTn>
                        </p:par>
                      </p:childTnLst>
                    </p:cTn>
                  </p:par>
                  <p:par>
                    <p:cTn id="100" fill="hold">
                      <p:stCondLst>
                        <p:cond delay="indefinite"/>
                      </p:stCondLst>
                      <p:childTnLst>
                        <p:par>
                          <p:cTn id="101" fill="hold">
                            <p:stCondLst>
                              <p:cond delay="0"/>
                            </p:stCondLst>
                            <p:childTnLst>
                              <p:par>
                                <p:cTn id="102" presetID="31" presetClass="entr" presetSubtype="0" fill="hold" nodeType="clickEffect">
                                  <p:stCondLst>
                                    <p:cond delay="0"/>
                                  </p:stCondLst>
                                  <p:childTnLst>
                                    <p:set>
                                      <p:cBhvr>
                                        <p:cTn id="103" dur="1" fill="hold">
                                          <p:stCondLst>
                                            <p:cond delay="0"/>
                                          </p:stCondLst>
                                        </p:cTn>
                                        <p:tgtEl>
                                          <p:spTgt spid="52"/>
                                        </p:tgtEl>
                                        <p:attrNameLst>
                                          <p:attrName>style.visibility</p:attrName>
                                        </p:attrNameLst>
                                      </p:cBhvr>
                                      <p:to>
                                        <p:strVal val="visible"/>
                                      </p:to>
                                    </p:set>
                                    <p:anim calcmode="lin" valueType="num">
                                      <p:cBhvr>
                                        <p:cTn id="104" dur="1000" fill="hold"/>
                                        <p:tgtEl>
                                          <p:spTgt spid="52"/>
                                        </p:tgtEl>
                                        <p:attrNameLst>
                                          <p:attrName>ppt_w</p:attrName>
                                        </p:attrNameLst>
                                      </p:cBhvr>
                                      <p:tavLst>
                                        <p:tav tm="0">
                                          <p:val>
                                            <p:fltVal val="0"/>
                                          </p:val>
                                        </p:tav>
                                        <p:tav tm="100000">
                                          <p:val>
                                            <p:strVal val="#ppt_w"/>
                                          </p:val>
                                        </p:tav>
                                      </p:tavLst>
                                    </p:anim>
                                    <p:anim calcmode="lin" valueType="num">
                                      <p:cBhvr>
                                        <p:cTn id="105" dur="1000" fill="hold"/>
                                        <p:tgtEl>
                                          <p:spTgt spid="52"/>
                                        </p:tgtEl>
                                        <p:attrNameLst>
                                          <p:attrName>ppt_h</p:attrName>
                                        </p:attrNameLst>
                                      </p:cBhvr>
                                      <p:tavLst>
                                        <p:tav tm="0">
                                          <p:val>
                                            <p:fltVal val="0"/>
                                          </p:val>
                                        </p:tav>
                                        <p:tav tm="100000">
                                          <p:val>
                                            <p:strVal val="#ppt_h"/>
                                          </p:val>
                                        </p:tav>
                                      </p:tavLst>
                                    </p:anim>
                                    <p:anim calcmode="lin" valueType="num">
                                      <p:cBhvr>
                                        <p:cTn id="106" dur="1000" fill="hold"/>
                                        <p:tgtEl>
                                          <p:spTgt spid="52"/>
                                        </p:tgtEl>
                                        <p:attrNameLst>
                                          <p:attrName>style.rotation</p:attrName>
                                        </p:attrNameLst>
                                      </p:cBhvr>
                                      <p:tavLst>
                                        <p:tav tm="0">
                                          <p:val>
                                            <p:fltVal val="90"/>
                                          </p:val>
                                        </p:tav>
                                        <p:tav tm="100000">
                                          <p:val>
                                            <p:fltVal val="0"/>
                                          </p:val>
                                        </p:tav>
                                      </p:tavLst>
                                    </p:anim>
                                    <p:animEffect transition="in" filter="fade">
                                      <p:cBhvr>
                                        <p:cTn id="107" dur="1000"/>
                                        <p:tgtEl>
                                          <p:spTgt spid="52"/>
                                        </p:tgtEl>
                                      </p:cBhvr>
                                    </p:animEffect>
                                  </p:childTnLst>
                                </p:cTn>
                              </p:par>
                              <p:par>
                                <p:cTn id="108" presetID="31" presetClass="entr" presetSubtype="0" fill="hold" nodeType="withEffect">
                                  <p:stCondLst>
                                    <p:cond delay="0"/>
                                  </p:stCondLst>
                                  <p:childTnLst>
                                    <p:set>
                                      <p:cBhvr>
                                        <p:cTn id="109" dur="1" fill="hold">
                                          <p:stCondLst>
                                            <p:cond delay="0"/>
                                          </p:stCondLst>
                                        </p:cTn>
                                        <p:tgtEl>
                                          <p:spTgt spid="30"/>
                                        </p:tgtEl>
                                        <p:attrNameLst>
                                          <p:attrName>style.visibility</p:attrName>
                                        </p:attrNameLst>
                                      </p:cBhvr>
                                      <p:to>
                                        <p:strVal val="visible"/>
                                      </p:to>
                                    </p:set>
                                    <p:anim calcmode="lin" valueType="num">
                                      <p:cBhvr>
                                        <p:cTn id="110" dur="1000" fill="hold"/>
                                        <p:tgtEl>
                                          <p:spTgt spid="30"/>
                                        </p:tgtEl>
                                        <p:attrNameLst>
                                          <p:attrName>ppt_w</p:attrName>
                                        </p:attrNameLst>
                                      </p:cBhvr>
                                      <p:tavLst>
                                        <p:tav tm="0">
                                          <p:val>
                                            <p:fltVal val="0"/>
                                          </p:val>
                                        </p:tav>
                                        <p:tav tm="100000">
                                          <p:val>
                                            <p:strVal val="#ppt_w"/>
                                          </p:val>
                                        </p:tav>
                                      </p:tavLst>
                                    </p:anim>
                                    <p:anim calcmode="lin" valueType="num">
                                      <p:cBhvr>
                                        <p:cTn id="111" dur="1000" fill="hold"/>
                                        <p:tgtEl>
                                          <p:spTgt spid="30"/>
                                        </p:tgtEl>
                                        <p:attrNameLst>
                                          <p:attrName>ppt_h</p:attrName>
                                        </p:attrNameLst>
                                      </p:cBhvr>
                                      <p:tavLst>
                                        <p:tav tm="0">
                                          <p:val>
                                            <p:fltVal val="0"/>
                                          </p:val>
                                        </p:tav>
                                        <p:tav tm="100000">
                                          <p:val>
                                            <p:strVal val="#ppt_h"/>
                                          </p:val>
                                        </p:tav>
                                      </p:tavLst>
                                    </p:anim>
                                    <p:anim calcmode="lin" valueType="num">
                                      <p:cBhvr>
                                        <p:cTn id="112" dur="1000" fill="hold"/>
                                        <p:tgtEl>
                                          <p:spTgt spid="30"/>
                                        </p:tgtEl>
                                        <p:attrNameLst>
                                          <p:attrName>style.rotation</p:attrName>
                                        </p:attrNameLst>
                                      </p:cBhvr>
                                      <p:tavLst>
                                        <p:tav tm="0">
                                          <p:val>
                                            <p:fltVal val="90"/>
                                          </p:val>
                                        </p:tav>
                                        <p:tav tm="100000">
                                          <p:val>
                                            <p:fltVal val="0"/>
                                          </p:val>
                                        </p:tav>
                                      </p:tavLst>
                                    </p:anim>
                                    <p:animEffect transition="in" filter="fade">
                                      <p:cBhvr>
                                        <p:cTn id="113" dur="1000"/>
                                        <p:tgtEl>
                                          <p:spTgt spid="30"/>
                                        </p:tgtEl>
                                      </p:cBhvr>
                                    </p:animEffect>
                                  </p:childTnLst>
                                </p:cTn>
                              </p:par>
                              <p:par>
                                <p:cTn id="114" presetID="31" presetClass="entr" presetSubtype="0" fill="hold" nodeType="withEffect">
                                  <p:stCondLst>
                                    <p:cond delay="0"/>
                                  </p:stCondLst>
                                  <p:childTnLst>
                                    <p:set>
                                      <p:cBhvr>
                                        <p:cTn id="115" dur="1" fill="hold">
                                          <p:stCondLst>
                                            <p:cond delay="0"/>
                                          </p:stCondLst>
                                        </p:cTn>
                                        <p:tgtEl>
                                          <p:spTgt spid="34"/>
                                        </p:tgtEl>
                                        <p:attrNameLst>
                                          <p:attrName>style.visibility</p:attrName>
                                        </p:attrNameLst>
                                      </p:cBhvr>
                                      <p:to>
                                        <p:strVal val="visible"/>
                                      </p:to>
                                    </p:set>
                                    <p:anim calcmode="lin" valueType="num">
                                      <p:cBhvr>
                                        <p:cTn id="116" dur="1000" fill="hold"/>
                                        <p:tgtEl>
                                          <p:spTgt spid="34"/>
                                        </p:tgtEl>
                                        <p:attrNameLst>
                                          <p:attrName>ppt_w</p:attrName>
                                        </p:attrNameLst>
                                      </p:cBhvr>
                                      <p:tavLst>
                                        <p:tav tm="0">
                                          <p:val>
                                            <p:fltVal val="0"/>
                                          </p:val>
                                        </p:tav>
                                        <p:tav tm="100000">
                                          <p:val>
                                            <p:strVal val="#ppt_w"/>
                                          </p:val>
                                        </p:tav>
                                      </p:tavLst>
                                    </p:anim>
                                    <p:anim calcmode="lin" valueType="num">
                                      <p:cBhvr>
                                        <p:cTn id="117" dur="1000" fill="hold"/>
                                        <p:tgtEl>
                                          <p:spTgt spid="34"/>
                                        </p:tgtEl>
                                        <p:attrNameLst>
                                          <p:attrName>ppt_h</p:attrName>
                                        </p:attrNameLst>
                                      </p:cBhvr>
                                      <p:tavLst>
                                        <p:tav tm="0">
                                          <p:val>
                                            <p:fltVal val="0"/>
                                          </p:val>
                                        </p:tav>
                                        <p:tav tm="100000">
                                          <p:val>
                                            <p:strVal val="#ppt_h"/>
                                          </p:val>
                                        </p:tav>
                                      </p:tavLst>
                                    </p:anim>
                                    <p:anim calcmode="lin" valueType="num">
                                      <p:cBhvr>
                                        <p:cTn id="118" dur="1000" fill="hold"/>
                                        <p:tgtEl>
                                          <p:spTgt spid="34"/>
                                        </p:tgtEl>
                                        <p:attrNameLst>
                                          <p:attrName>style.rotation</p:attrName>
                                        </p:attrNameLst>
                                      </p:cBhvr>
                                      <p:tavLst>
                                        <p:tav tm="0">
                                          <p:val>
                                            <p:fltVal val="90"/>
                                          </p:val>
                                        </p:tav>
                                        <p:tav tm="100000">
                                          <p:val>
                                            <p:fltVal val="0"/>
                                          </p:val>
                                        </p:tav>
                                      </p:tavLst>
                                    </p:anim>
                                    <p:animEffect transition="in" filter="fade">
                                      <p:cBhvr>
                                        <p:cTn id="119" dur="1000"/>
                                        <p:tgtEl>
                                          <p:spTgt spid="34"/>
                                        </p:tgtEl>
                                      </p:cBhvr>
                                    </p:animEffect>
                                  </p:childTnLst>
                                </p:cTn>
                              </p:par>
                              <p:par>
                                <p:cTn id="120" presetID="31"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 calcmode="lin" valueType="num">
                                      <p:cBhvr>
                                        <p:cTn id="122" dur="1000" fill="hold"/>
                                        <p:tgtEl>
                                          <p:spTgt spid="42"/>
                                        </p:tgtEl>
                                        <p:attrNameLst>
                                          <p:attrName>ppt_w</p:attrName>
                                        </p:attrNameLst>
                                      </p:cBhvr>
                                      <p:tavLst>
                                        <p:tav tm="0">
                                          <p:val>
                                            <p:fltVal val="0"/>
                                          </p:val>
                                        </p:tav>
                                        <p:tav tm="100000">
                                          <p:val>
                                            <p:strVal val="#ppt_w"/>
                                          </p:val>
                                        </p:tav>
                                      </p:tavLst>
                                    </p:anim>
                                    <p:anim calcmode="lin" valueType="num">
                                      <p:cBhvr>
                                        <p:cTn id="123" dur="1000" fill="hold"/>
                                        <p:tgtEl>
                                          <p:spTgt spid="42"/>
                                        </p:tgtEl>
                                        <p:attrNameLst>
                                          <p:attrName>ppt_h</p:attrName>
                                        </p:attrNameLst>
                                      </p:cBhvr>
                                      <p:tavLst>
                                        <p:tav tm="0">
                                          <p:val>
                                            <p:fltVal val="0"/>
                                          </p:val>
                                        </p:tav>
                                        <p:tav tm="100000">
                                          <p:val>
                                            <p:strVal val="#ppt_h"/>
                                          </p:val>
                                        </p:tav>
                                      </p:tavLst>
                                    </p:anim>
                                    <p:anim calcmode="lin" valueType="num">
                                      <p:cBhvr>
                                        <p:cTn id="124" dur="1000" fill="hold"/>
                                        <p:tgtEl>
                                          <p:spTgt spid="42"/>
                                        </p:tgtEl>
                                        <p:attrNameLst>
                                          <p:attrName>style.rotation</p:attrName>
                                        </p:attrNameLst>
                                      </p:cBhvr>
                                      <p:tavLst>
                                        <p:tav tm="0">
                                          <p:val>
                                            <p:fltVal val="90"/>
                                          </p:val>
                                        </p:tav>
                                        <p:tav tm="100000">
                                          <p:val>
                                            <p:fltVal val="0"/>
                                          </p:val>
                                        </p:tav>
                                      </p:tavLst>
                                    </p:anim>
                                    <p:animEffect transition="in" filter="fade">
                                      <p:cBhvr>
                                        <p:cTn id="125" dur="1000"/>
                                        <p:tgtEl>
                                          <p:spTgt spid="42"/>
                                        </p:tgtEl>
                                      </p:cBhvr>
                                    </p:animEffect>
                                  </p:childTnLst>
                                </p:cTn>
                              </p:par>
                            </p:childTnLst>
                          </p:cTn>
                        </p:par>
                      </p:childTnLst>
                    </p:cTn>
                  </p:par>
                  <p:par>
                    <p:cTn id="126" fill="hold">
                      <p:stCondLst>
                        <p:cond delay="indefinite"/>
                      </p:stCondLst>
                      <p:childTnLst>
                        <p:par>
                          <p:cTn id="127" fill="hold">
                            <p:stCondLst>
                              <p:cond delay="0"/>
                            </p:stCondLst>
                            <p:childTnLst>
                              <p:par>
                                <p:cTn id="128" presetID="31" presetClass="entr" presetSubtype="0" fill="hold" nodeType="clickEffect">
                                  <p:stCondLst>
                                    <p:cond delay="0"/>
                                  </p:stCondLst>
                                  <p:childTnLst>
                                    <p:set>
                                      <p:cBhvr>
                                        <p:cTn id="129" dur="1" fill="hold">
                                          <p:stCondLst>
                                            <p:cond delay="0"/>
                                          </p:stCondLst>
                                        </p:cTn>
                                        <p:tgtEl>
                                          <p:spTgt spid="45"/>
                                        </p:tgtEl>
                                        <p:attrNameLst>
                                          <p:attrName>style.visibility</p:attrName>
                                        </p:attrNameLst>
                                      </p:cBhvr>
                                      <p:to>
                                        <p:strVal val="visible"/>
                                      </p:to>
                                    </p:set>
                                    <p:anim calcmode="lin" valueType="num">
                                      <p:cBhvr>
                                        <p:cTn id="130" dur="1000" fill="hold"/>
                                        <p:tgtEl>
                                          <p:spTgt spid="45"/>
                                        </p:tgtEl>
                                        <p:attrNameLst>
                                          <p:attrName>ppt_w</p:attrName>
                                        </p:attrNameLst>
                                      </p:cBhvr>
                                      <p:tavLst>
                                        <p:tav tm="0">
                                          <p:val>
                                            <p:fltVal val="0"/>
                                          </p:val>
                                        </p:tav>
                                        <p:tav tm="100000">
                                          <p:val>
                                            <p:strVal val="#ppt_w"/>
                                          </p:val>
                                        </p:tav>
                                      </p:tavLst>
                                    </p:anim>
                                    <p:anim calcmode="lin" valueType="num">
                                      <p:cBhvr>
                                        <p:cTn id="131" dur="1000" fill="hold"/>
                                        <p:tgtEl>
                                          <p:spTgt spid="45"/>
                                        </p:tgtEl>
                                        <p:attrNameLst>
                                          <p:attrName>ppt_h</p:attrName>
                                        </p:attrNameLst>
                                      </p:cBhvr>
                                      <p:tavLst>
                                        <p:tav tm="0">
                                          <p:val>
                                            <p:fltVal val="0"/>
                                          </p:val>
                                        </p:tav>
                                        <p:tav tm="100000">
                                          <p:val>
                                            <p:strVal val="#ppt_h"/>
                                          </p:val>
                                        </p:tav>
                                      </p:tavLst>
                                    </p:anim>
                                    <p:anim calcmode="lin" valueType="num">
                                      <p:cBhvr>
                                        <p:cTn id="132" dur="1000" fill="hold"/>
                                        <p:tgtEl>
                                          <p:spTgt spid="45"/>
                                        </p:tgtEl>
                                        <p:attrNameLst>
                                          <p:attrName>style.rotation</p:attrName>
                                        </p:attrNameLst>
                                      </p:cBhvr>
                                      <p:tavLst>
                                        <p:tav tm="0">
                                          <p:val>
                                            <p:fltVal val="90"/>
                                          </p:val>
                                        </p:tav>
                                        <p:tav tm="100000">
                                          <p:val>
                                            <p:fltVal val="0"/>
                                          </p:val>
                                        </p:tav>
                                      </p:tavLst>
                                    </p:anim>
                                    <p:animEffect transition="in" filter="fade">
                                      <p:cBhvr>
                                        <p:cTn id="133" dur="1000"/>
                                        <p:tgtEl>
                                          <p:spTgt spid="45"/>
                                        </p:tgtEl>
                                      </p:cBhvr>
                                    </p:animEffect>
                                  </p:childTnLst>
                                </p:cTn>
                              </p:par>
                              <p:par>
                                <p:cTn id="134" presetID="31" presetClass="entr" presetSubtype="0" fill="hold" grpId="0" nodeType="withEffect">
                                  <p:stCondLst>
                                    <p:cond delay="0"/>
                                  </p:stCondLst>
                                  <p:childTnLst>
                                    <p:set>
                                      <p:cBhvr>
                                        <p:cTn id="135" dur="1" fill="hold">
                                          <p:stCondLst>
                                            <p:cond delay="0"/>
                                          </p:stCondLst>
                                        </p:cTn>
                                        <p:tgtEl>
                                          <p:spTgt spid="44"/>
                                        </p:tgtEl>
                                        <p:attrNameLst>
                                          <p:attrName>style.visibility</p:attrName>
                                        </p:attrNameLst>
                                      </p:cBhvr>
                                      <p:to>
                                        <p:strVal val="visible"/>
                                      </p:to>
                                    </p:set>
                                    <p:anim calcmode="lin" valueType="num">
                                      <p:cBhvr>
                                        <p:cTn id="136" dur="1000" fill="hold"/>
                                        <p:tgtEl>
                                          <p:spTgt spid="44"/>
                                        </p:tgtEl>
                                        <p:attrNameLst>
                                          <p:attrName>ppt_w</p:attrName>
                                        </p:attrNameLst>
                                      </p:cBhvr>
                                      <p:tavLst>
                                        <p:tav tm="0">
                                          <p:val>
                                            <p:fltVal val="0"/>
                                          </p:val>
                                        </p:tav>
                                        <p:tav tm="100000">
                                          <p:val>
                                            <p:strVal val="#ppt_w"/>
                                          </p:val>
                                        </p:tav>
                                      </p:tavLst>
                                    </p:anim>
                                    <p:anim calcmode="lin" valueType="num">
                                      <p:cBhvr>
                                        <p:cTn id="137" dur="1000" fill="hold"/>
                                        <p:tgtEl>
                                          <p:spTgt spid="44"/>
                                        </p:tgtEl>
                                        <p:attrNameLst>
                                          <p:attrName>ppt_h</p:attrName>
                                        </p:attrNameLst>
                                      </p:cBhvr>
                                      <p:tavLst>
                                        <p:tav tm="0">
                                          <p:val>
                                            <p:fltVal val="0"/>
                                          </p:val>
                                        </p:tav>
                                        <p:tav tm="100000">
                                          <p:val>
                                            <p:strVal val="#ppt_h"/>
                                          </p:val>
                                        </p:tav>
                                      </p:tavLst>
                                    </p:anim>
                                    <p:anim calcmode="lin" valueType="num">
                                      <p:cBhvr>
                                        <p:cTn id="138" dur="1000" fill="hold"/>
                                        <p:tgtEl>
                                          <p:spTgt spid="44"/>
                                        </p:tgtEl>
                                        <p:attrNameLst>
                                          <p:attrName>style.rotation</p:attrName>
                                        </p:attrNameLst>
                                      </p:cBhvr>
                                      <p:tavLst>
                                        <p:tav tm="0">
                                          <p:val>
                                            <p:fltVal val="90"/>
                                          </p:val>
                                        </p:tav>
                                        <p:tav tm="100000">
                                          <p:val>
                                            <p:fltVal val="0"/>
                                          </p:val>
                                        </p:tav>
                                      </p:tavLst>
                                    </p:anim>
                                    <p:animEffect transition="in" filter="fade">
                                      <p:cBhvr>
                                        <p:cTn id="139" dur="1000"/>
                                        <p:tgtEl>
                                          <p:spTgt spid="44"/>
                                        </p:tgtEl>
                                      </p:cBhvr>
                                    </p:animEffect>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53"/>
                                        </p:tgtEl>
                                        <p:attrNameLst>
                                          <p:attrName>style.visibility</p:attrName>
                                        </p:attrNameLst>
                                      </p:cBhvr>
                                      <p:to>
                                        <p:strVal val="visible"/>
                                      </p:to>
                                    </p:set>
                                    <p:animEffect transition="in" filter="fade">
                                      <p:cBhvr>
                                        <p:cTn id="144" dur="1000"/>
                                        <p:tgtEl>
                                          <p:spTgt spid="53"/>
                                        </p:tgtEl>
                                      </p:cBhvr>
                                    </p:animEffect>
                                    <p:anim calcmode="lin" valueType="num">
                                      <p:cBhvr>
                                        <p:cTn id="145" dur="1000" fill="hold"/>
                                        <p:tgtEl>
                                          <p:spTgt spid="53"/>
                                        </p:tgtEl>
                                        <p:attrNameLst>
                                          <p:attrName>ppt_x</p:attrName>
                                        </p:attrNameLst>
                                      </p:cBhvr>
                                      <p:tavLst>
                                        <p:tav tm="0">
                                          <p:val>
                                            <p:strVal val="#ppt_x"/>
                                          </p:val>
                                        </p:tav>
                                        <p:tav tm="100000">
                                          <p:val>
                                            <p:strVal val="#ppt_x"/>
                                          </p:val>
                                        </p:tav>
                                      </p:tavLst>
                                    </p:anim>
                                    <p:anim calcmode="lin" valueType="num">
                                      <p:cBhvr>
                                        <p:cTn id="146" dur="1000" fill="hold"/>
                                        <p:tgtEl>
                                          <p:spTgt spid="53"/>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1000"/>
                                        <p:tgtEl>
                                          <p:spTgt spid="54"/>
                                        </p:tgtEl>
                                      </p:cBhvr>
                                    </p:animEffect>
                                    <p:anim calcmode="lin" valueType="num">
                                      <p:cBhvr>
                                        <p:cTn id="150" dur="1000" fill="hold"/>
                                        <p:tgtEl>
                                          <p:spTgt spid="54"/>
                                        </p:tgtEl>
                                        <p:attrNameLst>
                                          <p:attrName>ppt_x</p:attrName>
                                        </p:attrNameLst>
                                      </p:cBhvr>
                                      <p:tavLst>
                                        <p:tav tm="0">
                                          <p:val>
                                            <p:strVal val="#ppt_x"/>
                                          </p:val>
                                        </p:tav>
                                        <p:tav tm="100000">
                                          <p:val>
                                            <p:strVal val="#ppt_x"/>
                                          </p:val>
                                        </p:tav>
                                      </p:tavLst>
                                    </p:anim>
                                    <p:anim calcmode="lin" valueType="num">
                                      <p:cBhvr>
                                        <p:cTn id="15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grpId="0" nodeType="clickEffect">
                                  <p:stCondLst>
                                    <p:cond delay="0"/>
                                  </p:stCondLst>
                                  <p:childTnLst>
                                    <p:set>
                                      <p:cBhvr>
                                        <p:cTn id="155" dur="1" fill="hold">
                                          <p:stCondLst>
                                            <p:cond delay="0"/>
                                          </p:stCondLst>
                                        </p:cTn>
                                        <p:tgtEl>
                                          <p:spTgt spid="56"/>
                                        </p:tgtEl>
                                        <p:attrNameLst>
                                          <p:attrName>style.visibility</p:attrName>
                                        </p:attrNameLst>
                                      </p:cBhvr>
                                      <p:to>
                                        <p:strVal val="visible"/>
                                      </p:to>
                                    </p:set>
                                    <p:animEffect transition="in" filter="fade">
                                      <p:cBhvr>
                                        <p:cTn id="156" dur="1000"/>
                                        <p:tgtEl>
                                          <p:spTgt spid="56"/>
                                        </p:tgtEl>
                                      </p:cBhvr>
                                    </p:animEffect>
                                    <p:anim calcmode="lin" valueType="num">
                                      <p:cBhvr>
                                        <p:cTn id="157" dur="1000" fill="hold"/>
                                        <p:tgtEl>
                                          <p:spTgt spid="56"/>
                                        </p:tgtEl>
                                        <p:attrNameLst>
                                          <p:attrName>ppt_x</p:attrName>
                                        </p:attrNameLst>
                                      </p:cBhvr>
                                      <p:tavLst>
                                        <p:tav tm="0">
                                          <p:val>
                                            <p:strVal val="#ppt_x"/>
                                          </p:val>
                                        </p:tav>
                                        <p:tav tm="100000">
                                          <p:val>
                                            <p:strVal val="#ppt_x"/>
                                          </p:val>
                                        </p:tav>
                                      </p:tavLst>
                                    </p:anim>
                                    <p:anim calcmode="lin" valueType="num">
                                      <p:cBhvr>
                                        <p:cTn id="158" dur="1000" fill="hold"/>
                                        <p:tgtEl>
                                          <p:spTgt spid="56"/>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55"/>
                                        </p:tgtEl>
                                        <p:attrNameLst>
                                          <p:attrName>style.visibility</p:attrName>
                                        </p:attrNameLst>
                                      </p:cBhvr>
                                      <p:to>
                                        <p:strVal val="visible"/>
                                      </p:to>
                                    </p:set>
                                    <p:animEffect transition="in" filter="fade">
                                      <p:cBhvr>
                                        <p:cTn id="161" dur="1000"/>
                                        <p:tgtEl>
                                          <p:spTgt spid="55"/>
                                        </p:tgtEl>
                                      </p:cBhvr>
                                    </p:animEffect>
                                    <p:anim calcmode="lin" valueType="num">
                                      <p:cBhvr>
                                        <p:cTn id="162" dur="1000" fill="hold"/>
                                        <p:tgtEl>
                                          <p:spTgt spid="55"/>
                                        </p:tgtEl>
                                        <p:attrNameLst>
                                          <p:attrName>ppt_x</p:attrName>
                                        </p:attrNameLst>
                                      </p:cBhvr>
                                      <p:tavLst>
                                        <p:tav tm="0">
                                          <p:val>
                                            <p:strVal val="#ppt_x"/>
                                          </p:val>
                                        </p:tav>
                                        <p:tav tm="100000">
                                          <p:val>
                                            <p:strVal val="#ppt_x"/>
                                          </p:val>
                                        </p:tav>
                                      </p:tavLst>
                                    </p:anim>
                                    <p:anim calcmode="lin" valueType="num">
                                      <p:cBhvr>
                                        <p:cTn id="163"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31" presetClass="entr" presetSubtype="0" fill="hold" nodeType="clickEffect">
                                  <p:stCondLst>
                                    <p:cond delay="0"/>
                                  </p:stCondLst>
                                  <p:childTnLst>
                                    <p:set>
                                      <p:cBhvr>
                                        <p:cTn id="167" dur="1" fill="hold">
                                          <p:stCondLst>
                                            <p:cond delay="0"/>
                                          </p:stCondLst>
                                        </p:cTn>
                                        <p:tgtEl>
                                          <p:spTgt spid="48"/>
                                        </p:tgtEl>
                                        <p:attrNameLst>
                                          <p:attrName>style.visibility</p:attrName>
                                        </p:attrNameLst>
                                      </p:cBhvr>
                                      <p:to>
                                        <p:strVal val="visible"/>
                                      </p:to>
                                    </p:set>
                                    <p:anim calcmode="lin" valueType="num">
                                      <p:cBhvr>
                                        <p:cTn id="168" dur="1000" fill="hold"/>
                                        <p:tgtEl>
                                          <p:spTgt spid="48"/>
                                        </p:tgtEl>
                                        <p:attrNameLst>
                                          <p:attrName>ppt_w</p:attrName>
                                        </p:attrNameLst>
                                      </p:cBhvr>
                                      <p:tavLst>
                                        <p:tav tm="0">
                                          <p:val>
                                            <p:fltVal val="0"/>
                                          </p:val>
                                        </p:tav>
                                        <p:tav tm="100000">
                                          <p:val>
                                            <p:strVal val="#ppt_w"/>
                                          </p:val>
                                        </p:tav>
                                      </p:tavLst>
                                    </p:anim>
                                    <p:anim calcmode="lin" valueType="num">
                                      <p:cBhvr>
                                        <p:cTn id="169" dur="1000" fill="hold"/>
                                        <p:tgtEl>
                                          <p:spTgt spid="48"/>
                                        </p:tgtEl>
                                        <p:attrNameLst>
                                          <p:attrName>ppt_h</p:attrName>
                                        </p:attrNameLst>
                                      </p:cBhvr>
                                      <p:tavLst>
                                        <p:tav tm="0">
                                          <p:val>
                                            <p:fltVal val="0"/>
                                          </p:val>
                                        </p:tav>
                                        <p:tav tm="100000">
                                          <p:val>
                                            <p:strVal val="#ppt_h"/>
                                          </p:val>
                                        </p:tav>
                                      </p:tavLst>
                                    </p:anim>
                                    <p:anim calcmode="lin" valueType="num">
                                      <p:cBhvr>
                                        <p:cTn id="170" dur="1000" fill="hold"/>
                                        <p:tgtEl>
                                          <p:spTgt spid="48"/>
                                        </p:tgtEl>
                                        <p:attrNameLst>
                                          <p:attrName>style.rotation</p:attrName>
                                        </p:attrNameLst>
                                      </p:cBhvr>
                                      <p:tavLst>
                                        <p:tav tm="0">
                                          <p:val>
                                            <p:fltVal val="90"/>
                                          </p:val>
                                        </p:tav>
                                        <p:tav tm="100000">
                                          <p:val>
                                            <p:fltVal val="0"/>
                                          </p:val>
                                        </p:tav>
                                      </p:tavLst>
                                    </p:anim>
                                    <p:animEffect transition="in" filter="fade">
                                      <p:cBhvr>
                                        <p:cTn id="171" dur="1000"/>
                                        <p:tgtEl>
                                          <p:spTgt spid="48"/>
                                        </p:tgtEl>
                                      </p:cBhvr>
                                    </p:animEffect>
                                  </p:childTnLst>
                                </p:cTn>
                              </p:par>
                            </p:childTnLst>
                          </p:cTn>
                        </p:par>
                      </p:childTnLst>
                    </p:cTn>
                  </p:par>
                  <p:par>
                    <p:cTn id="172" fill="hold">
                      <p:stCondLst>
                        <p:cond delay="indefinite"/>
                      </p:stCondLst>
                      <p:childTnLst>
                        <p:par>
                          <p:cTn id="173" fill="hold">
                            <p:stCondLst>
                              <p:cond delay="0"/>
                            </p:stCondLst>
                            <p:childTnLst>
                              <p:par>
                                <p:cTn id="174" presetID="31" presetClass="entr" presetSubtype="0" fill="hold" grpId="0" nodeType="clickEffect">
                                  <p:stCondLst>
                                    <p:cond delay="0"/>
                                  </p:stCondLst>
                                  <p:childTnLst>
                                    <p:set>
                                      <p:cBhvr>
                                        <p:cTn id="175" dur="1" fill="hold">
                                          <p:stCondLst>
                                            <p:cond delay="0"/>
                                          </p:stCondLst>
                                        </p:cTn>
                                        <p:tgtEl>
                                          <p:spTgt spid="57"/>
                                        </p:tgtEl>
                                        <p:attrNameLst>
                                          <p:attrName>style.visibility</p:attrName>
                                        </p:attrNameLst>
                                      </p:cBhvr>
                                      <p:to>
                                        <p:strVal val="visible"/>
                                      </p:to>
                                    </p:set>
                                    <p:anim calcmode="lin" valueType="num">
                                      <p:cBhvr>
                                        <p:cTn id="176" dur="1000" fill="hold"/>
                                        <p:tgtEl>
                                          <p:spTgt spid="57"/>
                                        </p:tgtEl>
                                        <p:attrNameLst>
                                          <p:attrName>ppt_w</p:attrName>
                                        </p:attrNameLst>
                                      </p:cBhvr>
                                      <p:tavLst>
                                        <p:tav tm="0">
                                          <p:val>
                                            <p:fltVal val="0"/>
                                          </p:val>
                                        </p:tav>
                                        <p:tav tm="100000">
                                          <p:val>
                                            <p:strVal val="#ppt_w"/>
                                          </p:val>
                                        </p:tav>
                                      </p:tavLst>
                                    </p:anim>
                                    <p:anim calcmode="lin" valueType="num">
                                      <p:cBhvr>
                                        <p:cTn id="177" dur="1000" fill="hold"/>
                                        <p:tgtEl>
                                          <p:spTgt spid="57"/>
                                        </p:tgtEl>
                                        <p:attrNameLst>
                                          <p:attrName>ppt_h</p:attrName>
                                        </p:attrNameLst>
                                      </p:cBhvr>
                                      <p:tavLst>
                                        <p:tav tm="0">
                                          <p:val>
                                            <p:fltVal val="0"/>
                                          </p:val>
                                        </p:tav>
                                        <p:tav tm="100000">
                                          <p:val>
                                            <p:strVal val="#ppt_h"/>
                                          </p:val>
                                        </p:tav>
                                      </p:tavLst>
                                    </p:anim>
                                    <p:anim calcmode="lin" valueType="num">
                                      <p:cBhvr>
                                        <p:cTn id="178" dur="1000" fill="hold"/>
                                        <p:tgtEl>
                                          <p:spTgt spid="57"/>
                                        </p:tgtEl>
                                        <p:attrNameLst>
                                          <p:attrName>style.rotation</p:attrName>
                                        </p:attrNameLst>
                                      </p:cBhvr>
                                      <p:tavLst>
                                        <p:tav tm="0">
                                          <p:val>
                                            <p:fltVal val="90"/>
                                          </p:val>
                                        </p:tav>
                                        <p:tav tm="100000">
                                          <p:val>
                                            <p:fltVal val="0"/>
                                          </p:val>
                                        </p:tav>
                                      </p:tavLst>
                                    </p:anim>
                                    <p:animEffect transition="in" filter="fade">
                                      <p:cBhvr>
                                        <p:cTn id="179" dur="1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14" grpId="0" animBg="1"/>
      <p:bldP spid="26" grpId="0" animBg="1"/>
      <p:bldP spid="18" grpId="0" animBg="1"/>
      <p:bldP spid="20" grpId="0" animBg="1"/>
      <p:bldP spid="41" grpId="0"/>
      <p:bldP spid="43" grpId="0" animBg="1"/>
      <p:bldP spid="46" grpId="0" animBg="1"/>
      <p:bldP spid="47" grpId="0"/>
      <p:bldP spid="53" grpId="0" animBg="1"/>
      <p:bldP spid="54" grpId="0" animBg="1"/>
      <p:bldP spid="55" grpId="0"/>
      <p:bldP spid="56" grpId="0"/>
      <p:bldP spid="57" grpId="0"/>
      <p:bldP spid="44" grpId="0" animBg="1"/>
      <p:bldP spid="42" grpId="0" animBg="1"/>
    </p:bldLst>
  </p:timing>
  <p:extLst mod="1">
    <p:ext uri="{3A86A75C-4F4B-4683-9AE1-C65F6400EC91}">
      <p14:laserTraceLst xmlns:p14="http://schemas.microsoft.com/office/powerpoint/2010/main">
        <p14:tracePtLst>
          <p14:tracePt t="5146" x="631825" y="5311775"/>
          <p14:tracePt t="5371" x="631825" y="5305425"/>
          <p14:tracePt t="5378" x="638175" y="5305425"/>
          <p14:tracePt t="5387" x="652463" y="5305425"/>
          <p14:tracePt t="5400" x="674688" y="5297488"/>
          <p14:tracePt t="5417" x="754063" y="5297488"/>
          <p14:tracePt t="5433" x="877888" y="5297488"/>
          <p14:tracePt t="5450" x="1139825" y="5297488"/>
          <p14:tracePt t="5466" x="1349375" y="5297488"/>
          <p14:tracePt t="5483" x="1603375" y="5297488"/>
          <p14:tracePt t="5500" x="1944688" y="5297488"/>
          <p14:tracePt t="5517" x="2554288" y="5297488"/>
          <p14:tracePt t="5533" x="3259138" y="5297488"/>
          <p14:tracePt t="5550" x="3970338" y="5297488"/>
          <p14:tracePt t="5567" x="4543425" y="5297488"/>
          <p14:tracePt t="5583" x="5029200" y="5297488"/>
          <p14:tracePt t="5600" x="5427663" y="5297488"/>
          <p14:tracePt t="5617" x="5805488" y="5297488"/>
          <p14:tracePt t="5634" x="6205538" y="5254625"/>
          <p14:tracePt t="5650" x="6378575" y="5203825"/>
          <p14:tracePt t="5667" x="6510338" y="5159375"/>
          <p14:tracePt t="5683" x="6611938" y="5130800"/>
          <p14:tracePt t="5700" x="6719888" y="5087938"/>
          <p14:tracePt t="5717" x="6778625" y="5065713"/>
          <p14:tracePt t="5733" x="6835775" y="5037138"/>
          <p14:tracePt t="5750" x="6858000" y="5029200"/>
          <p14:tracePt t="5767" x="6894513" y="5014913"/>
          <p14:tracePt t="5783" x="6894513" y="5006975"/>
          <p14:tracePt t="5800" x="6916738" y="5006975"/>
          <p14:tracePt t="5817" x="6931025" y="4992688"/>
          <p14:tracePt t="5833" x="6959600" y="4978400"/>
          <p14:tracePt t="5850" x="6988175" y="4964113"/>
          <p14:tracePt t="5867" x="7010400" y="4949825"/>
          <p14:tracePt t="5883" x="7032625" y="4941888"/>
          <p14:tracePt t="5900" x="7061200" y="4935538"/>
          <p14:tracePt t="5917" x="7089775" y="4913313"/>
          <p14:tracePt t="5933" x="7112000" y="4905375"/>
          <p14:tracePt t="5950" x="7119938" y="4891088"/>
          <p14:tracePt t="5967" x="7126288" y="4891088"/>
          <p14:tracePt t="6578" x="7205663" y="4868863"/>
          <p14:tracePt t="6592" x="7272338" y="4854575"/>
          <p14:tracePt t="6601" x="7307263" y="4848225"/>
          <p14:tracePt t="6618" x="7496175" y="4789488"/>
          <p14:tracePt t="6634" x="7721600" y="4724400"/>
          <p14:tracePt t="6651" x="8128000" y="4586288"/>
          <p14:tracePt t="6669" x="8440738" y="4462463"/>
          <p14:tracePt t="6685" x="8658225" y="4360863"/>
          <p14:tracePt t="6704" x="8839200" y="4275138"/>
          <p14:tracePt t="6717" x="9005888" y="4202113"/>
          <p14:tracePt t="6735" x="9151938" y="4143375"/>
          <p14:tracePt t="6751" x="9274175" y="4086225"/>
          <p14:tracePt t="6768" x="9355138" y="4049713"/>
          <p14:tracePt t="6785" x="9390063" y="4035425"/>
          <p14:tracePt t="6801" x="9405938" y="4027488"/>
          <p14:tracePt t="6819" x="9491663" y="4005263"/>
          <p14:tracePt t="6834" x="9564688" y="3990975"/>
          <p14:tracePt t="6851" x="9796463" y="3919538"/>
          <p14:tracePt t="6867" x="9913938" y="3883025"/>
          <p14:tracePt t="6884" x="9993313" y="3846513"/>
          <p14:tracePt t="6901" x="10015538" y="3832225"/>
          <p14:tracePt t="6918" x="10050463" y="3817938"/>
          <p14:tracePt t="6934" x="10086975" y="3787775"/>
          <p14:tracePt t="6951" x="10123488" y="3759200"/>
          <p14:tracePt t="6968" x="10152063" y="3736975"/>
          <p14:tracePt t="6986" x="10174288" y="3722688"/>
          <p14:tracePt t="7064" x="10174288" y="3716338"/>
          <p14:tracePt t="7071" x="10182225" y="3700463"/>
          <p14:tracePt t="7086" x="10182225" y="3694113"/>
          <p14:tracePt t="7102" x="10182225" y="3686175"/>
          <p14:tracePt t="7118" x="10182225" y="3679825"/>
          <p14:tracePt t="7134" x="10182225" y="3671888"/>
          <p14:tracePt t="7159" x="10182225" y="3665538"/>
          <p14:tracePt t="7204" x="10182225" y="3657600"/>
          <p14:tracePt t="7221" x="10182225" y="3649663"/>
          <p14:tracePt t="7254" x="10174288" y="3649663"/>
          <p14:tracePt t="7280" x="10174288" y="3643313"/>
          <p14:tracePt t="7288" x="10174288" y="3635375"/>
          <p14:tracePt t="7301" x="10160000" y="3621088"/>
          <p14:tracePt t="7318" x="10152063" y="3606800"/>
          <p14:tracePt t="7334" x="10123488" y="3570288"/>
          <p14:tracePt t="7351" x="10123488" y="3563938"/>
          <p14:tracePt t="7368" x="10109200" y="3533775"/>
          <p14:tracePt t="7384" x="10101263" y="3527425"/>
          <p14:tracePt t="7401" x="10101263" y="3513138"/>
          <p14:tracePt t="7418" x="10094913" y="3505200"/>
          <p14:tracePt t="7434" x="10080625" y="3476625"/>
          <p14:tracePt t="7451" x="10072688" y="3462338"/>
          <p14:tracePt t="7494" x="10066338" y="3454400"/>
          <p14:tracePt t="7526" x="10066338" y="3446463"/>
          <p14:tracePt t="7657" x="10066338" y="3440113"/>
          <p14:tracePt t="7664" x="10058400" y="3440113"/>
          <p14:tracePt t="7672" x="10029825" y="3446463"/>
          <p14:tracePt t="7685" x="9964738" y="3490913"/>
          <p14:tracePt t="7704" x="9891713" y="3519488"/>
          <p14:tracePt t="7719" x="9796463" y="3533775"/>
          <p14:tracePt t="7735" x="9731375" y="3533775"/>
          <p14:tracePt t="7751" x="9702800" y="3533775"/>
          <p14:tracePt t="7768" x="9680575" y="3533775"/>
          <p14:tracePt t="7785" x="9615488" y="3497263"/>
          <p14:tracePt t="7801" x="9499600" y="3440113"/>
          <p14:tracePt t="7819" x="9217025" y="3236913"/>
          <p14:tracePt t="7835" x="9078913" y="3098800"/>
          <p14:tracePt t="7851" x="8999538" y="2989263"/>
          <p14:tracePt t="7868" x="8918575" y="2873375"/>
          <p14:tracePt t="7885" x="8867775" y="2779713"/>
          <p14:tracePt t="7901" x="8824913" y="2670175"/>
          <p14:tracePt t="7918" x="8788400" y="2568575"/>
          <p14:tracePt t="7935" x="8774113" y="2466975"/>
          <p14:tracePt t="7953" x="8774113" y="2351088"/>
          <p14:tracePt t="7968" x="8824913" y="2227263"/>
          <p14:tracePt t="7985" x="8867775" y="2119313"/>
          <p14:tracePt t="8001" x="8932863" y="2017713"/>
          <p14:tracePt t="8018" x="8991600" y="1930400"/>
          <p14:tracePt t="8034" x="9078913" y="1820863"/>
          <p14:tracePt t="8051" x="9194800" y="1755775"/>
          <p14:tracePt t="8068" x="9324975" y="1684338"/>
          <p14:tracePt t="8084" x="9463088" y="1639888"/>
          <p14:tracePt t="8101" x="9542463" y="1625600"/>
          <p14:tracePt t="8118" x="9659938" y="1597025"/>
          <p14:tracePt t="8134" x="9790113" y="1589088"/>
          <p14:tracePt t="8151" x="9920288" y="1566863"/>
          <p14:tracePt t="8169" x="10044113" y="1566863"/>
          <p14:tracePt t="8185" x="10182225" y="1566863"/>
          <p14:tracePt t="8201" x="10269538" y="1566863"/>
          <p14:tracePt t="8218" x="10312400" y="1566863"/>
          <p14:tracePt t="8220" x="10334625" y="1566863"/>
          <p14:tracePt t="8238" x="10340975" y="1566863"/>
          <p14:tracePt t="8251" x="10355263" y="1566863"/>
          <p14:tracePt t="8285" x="10377488" y="1566863"/>
          <p14:tracePt t="8301" x="10399713" y="1566863"/>
          <p14:tracePt t="8319" x="10414000" y="1574800"/>
          <p14:tracePt t="8335" x="10450513" y="1597025"/>
          <p14:tracePt t="8351" x="10464800" y="1617663"/>
          <p14:tracePt t="8369" x="10487025" y="1676400"/>
          <p14:tracePt t="8385" x="10507663" y="1735138"/>
          <p14:tracePt t="8403" x="10574338" y="1922463"/>
          <p14:tracePt t="8420" x="10653713" y="2054225"/>
          <p14:tracePt t="8436" x="10733088" y="2192338"/>
          <p14:tracePt t="8451" x="10806113" y="2336800"/>
          <p14:tracePt t="8468" x="10842625" y="2481263"/>
          <p14:tracePt t="8485" x="10879138" y="2598738"/>
          <p14:tracePt t="8502" x="10907713" y="2720975"/>
          <p14:tracePt t="8518" x="10944225" y="2830513"/>
          <p14:tracePt t="8535" x="10972800" y="2968625"/>
          <p14:tracePt t="8552" x="10995025" y="3106738"/>
          <p14:tracePt t="8559" x="10995025" y="3163888"/>
          <p14:tracePt t="8571" x="11001375" y="3287713"/>
          <p14:tracePt t="8585" x="11001375" y="3344863"/>
          <p14:tracePt t="8603" x="11001375" y="3432175"/>
          <p14:tracePt t="8618" x="11001375" y="3454400"/>
          <p14:tracePt t="8635" x="11001375" y="3527425"/>
          <p14:tracePt t="8654" x="11001375" y="3614738"/>
          <p14:tracePt t="8669" x="11001375" y="3708400"/>
          <p14:tracePt t="8685" x="11001375" y="3824288"/>
          <p14:tracePt t="8701" x="11001375" y="3911600"/>
          <p14:tracePt t="8718" x="10995025" y="3998913"/>
          <p14:tracePt t="8734" x="10995025" y="4064000"/>
          <p14:tracePt t="8751" x="10987088" y="4100513"/>
          <p14:tracePt t="8768" x="10980738" y="4151313"/>
          <p14:tracePt t="8784" x="10964863" y="4194175"/>
          <p14:tracePt t="8801" x="10944225" y="4267200"/>
          <p14:tracePt t="8818" x="10914063" y="4360863"/>
          <p14:tracePt t="8834" x="10871200" y="4478338"/>
          <p14:tracePt t="8851" x="10842625" y="4529138"/>
          <p14:tracePt t="8868" x="10828338" y="4564063"/>
          <p14:tracePt t="8884" x="10806113" y="4586288"/>
          <p14:tracePt t="8901" x="10783888" y="4622800"/>
          <p14:tracePt t="8919" x="10755313" y="4637088"/>
          <p14:tracePt t="8934" x="10718800" y="4665663"/>
          <p14:tracePt t="8952" x="10660063" y="4702175"/>
          <p14:tracePt t="8969" x="10594975" y="4738688"/>
          <p14:tracePt t="8985" x="10523538" y="4767263"/>
          <p14:tracePt t="9004" x="10421938" y="4797425"/>
          <p14:tracePt t="9018" x="10377488" y="4818063"/>
          <p14:tracePt t="9035" x="10188575" y="4868863"/>
          <p14:tracePt t="9052" x="10036175" y="4913313"/>
          <p14:tracePt t="9068" x="9891713" y="4949825"/>
          <p14:tracePt t="9085" x="9761538" y="4978400"/>
          <p14:tracePt t="9102" x="9652000" y="5014913"/>
          <p14:tracePt t="9118" x="9536113" y="5043488"/>
          <p14:tracePt t="9135" x="9390063" y="5043488"/>
          <p14:tracePt t="9152" x="9180513" y="5043488"/>
          <p14:tracePt t="9168" x="9005888" y="5043488"/>
          <p14:tracePt t="9185" x="8897938" y="5043488"/>
          <p14:tracePt t="9202" x="8816975" y="5043488"/>
          <p14:tracePt t="9218" x="8796338" y="5037138"/>
          <p14:tracePt t="9235" x="8766175" y="5021263"/>
          <p14:tracePt t="9251" x="8694738" y="4956175"/>
          <p14:tracePt t="9268" x="8613775" y="4803775"/>
          <p14:tracePt t="9285" x="8542338" y="4659313"/>
          <p14:tracePt t="9301" x="8505825" y="4529138"/>
          <p14:tracePt t="9318" x="8475663" y="4411663"/>
          <p14:tracePt t="9335" x="8440738" y="4295775"/>
          <p14:tracePt t="9352" x="8424863" y="4173538"/>
          <p14:tracePt t="9368" x="8404225" y="3984625"/>
          <p14:tracePt t="9386" x="8404225" y="3810000"/>
          <p14:tracePt t="9405" x="8404225" y="3606800"/>
          <p14:tracePt t="9418" x="8418513" y="3533775"/>
          <p14:tracePt t="9435" x="8447088" y="3482975"/>
          <p14:tracePt t="9455" x="8469313" y="3432175"/>
          <p14:tracePt t="9468" x="8512175" y="3338513"/>
          <p14:tracePt t="9486" x="8570913" y="3228975"/>
          <p14:tracePt t="9502" x="8613775" y="3127375"/>
          <p14:tracePt t="9518" x="8658225" y="3055938"/>
          <p14:tracePt t="9536" x="8678863" y="3011488"/>
          <p14:tracePt t="9553" x="8709025" y="2974975"/>
          <p14:tracePt t="9566" x="8729663" y="2946400"/>
          <p14:tracePt t="9579" x="8751888" y="2903538"/>
          <p14:tracePt t="9593" x="8766175" y="2895600"/>
          <p14:tracePt t="9603" x="8788400" y="2867025"/>
          <p14:tracePt t="9618" x="8810625" y="2844800"/>
          <p14:tracePt t="9635" x="8816975" y="2836863"/>
          <p14:tracePt t="9655" x="8839200" y="2830513"/>
          <p14:tracePt t="9669" x="8847138" y="2822575"/>
          <p14:tracePt t="9685" x="8853488" y="2822575"/>
          <p14:tracePt t="9703" x="8867775" y="2822575"/>
          <p14:tracePt t="9719" x="8882063" y="2822575"/>
          <p14:tracePt t="9735" x="8904288" y="2816225"/>
          <p14:tracePt t="9752" x="8912225" y="2816225"/>
          <p14:tracePt t="9769" x="8918575" y="2808288"/>
          <p14:tracePt t="9785" x="8926513" y="2808288"/>
          <p14:tracePt t="9803" x="8940800" y="2808288"/>
          <p14:tracePt t="9820" x="8948738" y="2808288"/>
          <p14:tracePt t="9835" x="8963025" y="2801938"/>
          <p14:tracePt t="9852" x="8983663" y="2801938"/>
          <p14:tracePt t="9869" x="8999538" y="2801938"/>
          <p14:tracePt t="9885" x="9020175" y="2801938"/>
          <p14:tracePt t="9902" x="9050338" y="2794000"/>
          <p14:tracePt t="9919" x="9070975" y="2794000"/>
          <p14:tracePt t="9935" x="9101138" y="2786063"/>
          <p14:tracePt t="9951" x="9121775" y="2786063"/>
          <p14:tracePt t="9968" x="9166225" y="2786063"/>
          <p14:tracePt t="9986" x="9194800" y="2779713"/>
          <p14:tracePt t="10002" x="9209088" y="2779713"/>
          <p14:tracePt t="10018" x="9223375" y="2771775"/>
          <p14:tracePt t="10035" x="9237663" y="2771775"/>
          <p14:tracePt t="10068" x="9245600" y="2771775"/>
          <p14:tracePt t="10118" x="9253538" y="2771775"/>
          <p14:tracePt t="13095" x="9259888" y="2771775"/>
          <p14:tracePt t="13101" x="9267825" y="2771775"/>
          <p14:tracePt t="13127" x="9282113" y="2771775"/>
          <p14:tracePt t="13134" x="9288463" y="2779713"/>
          <p14:tracePt t="13146" x="9310688" y="2822575"/>
          <p14:tracePt t="13155" x="9318625" y="2836863"/>
          <p14:tracePt t="13170" x="9339263" y="2859088"/>
          <p14:tracePt t="13188" x="9347200" y="2881313"/>
          <p14:tracePt t="13203" x="9355138" y="2909888"/>
          <p14:tracePt t="13220" x="9361488" y="2909888"/>
          <p14:tracePt t="13953" x="9361488" y="2917825"/>
          <p14:tracePt t="13960" x="9361488" y="2932113"/>
          <p14:tracePt t="13970" x="9361488" y="2960688"/>
          <p14:tracePt t="13986" x="9361488" y="3025775"/>
          <p14:tracePt t="14003" x="9361488" y="3121025"/>
          <p14:tracePt t="14020" x="9361488" y="3214688"/>
          <p14:tracePt t="14037" x="9361488" y="3259138"/>
          <p14:tracePt t="14053" x="9361488" y="3302000"/>
          <p14:tracePt t="14060" x="9361488" y="3316288"/>
          <p14:tracePt t="14070" x="9361488" y="3330575"/>
          <p14:tracePt t="14087" x="9369425" y="3360738"/>
          <p14:tracePt t="14104" x="9390063" y="3411538"/>
          <p14:tracePt t="14123" x="9448800" y="3476625"/>
          <p14:tracePt t="14139" x="9477375" y="3505200"/>
          <p14:tracePt t="14171" x="9499600" y="3519488"/>
          <p14:tracePt t="14187" x="9528175" y="3527425"/>
          <p14:tracePt t="14206" x="9550400" y="3533775"/>
          <p14:tracePt t="14220" x="9564688" y="3533775"/>
          <p14:tracePt t="14237" x="9572625" y="3541713"/>
          <p14:tracePt t="14253" x="9593263" y="3541713"/>
          <p14:tracePt t="14270" x="9609138" y="3541713"/>
          <p14:tracePt t="14287" x="9623425" y="3541713"/>
          <p14:tracePt t="14303" x="9629775" y="3541713"/>
          <p14:tracePt t="14320" x="9637713" y="3541713"/>
          <p14:tracePt t="14336" x="9644063" y="3541713"/>
          <p14:tracePt t="17081" x="9637713" y="3541713"/>
          <p14:tracePt t="17086" x="9601200" y="3541713"/>
          <p14:tracePt t="17096" x="9550400" y="3527425"/>
          <p14:tracePt t="17104" x="9507538" y="3519488"/>
          <p14:tracePt t="17121" x="9390063" y="3505200"/>
          <p14:tracePt t="17142" x="9158288" y="3462338"/>
          <p14:tracePt t="17147" x="9070975" y="3440113"/>
          <p14:tracePt t="17156" x="8955088" y="3403600"/>
          <p14:tracePt t="17171" x="8664575" y="3330575"/>
          <p14:tracePt t="17188" x="8266113" y="3214688"/>
          <p14:tracePt t="17204" x="7758113" y="3076575"/>
          <p14:tracePt t="17221" x="7126288" y="2903538"/>
          <p14:tracePt t="17237" x="6415088" y="2684463"/>
          <p14:tracePt t="17254" x="5849938" y="2525713"/>
          <p14:tracePt t="17270" x="5443538" y="2446338"/>
          <p14:tracePt t="17287" x="5240338" y="2424113"/>
          <p14:tracePt t="17305" x="5057775" y="2401888"/>
          <p14:tracePt t="17321" x="4891088" y="2373313"/>
          <p14:tracePt t="17338" x="4775200" y="2359025"/>
          <p14:tracePt t="17354" x="4687888" y="2359025"/>
          <p14:tracePt t="17373" x="4600575" y="2359025"/>
          <p14:tracePt t="17390" x="4549775" y="2373313"/>
          <p14:tracePt t="17404" x="4470400" y="2379663"/>
          <p14:tracePt t="17421" x="4360863" y="2401888"/>
          <p14:tracePt t="17438" x="4289425" y="2409825"/>
          <p14:tracePt t="17457" x="4259263" y="2409825"/>
          <p14:tracePt t="17471" x="4230688" y="2424113"/>
          <p14:tracePt t="17487" x="4208463" y="2424113"/>
          <p14:tracePt t="17504" x="4157663" y="2438400"/>
          <p14:tracePt t="17521" x="4086225" y="2466975"/>
          <p14:tracePt t="17538" x="3962400" y="2497138"/>
          <p14:tracePt t="17554" x="3832225" y="2532063"/>
          <p14:tracePt t="17560" x="3751263" y="2540000"/>
          <p14:tracePt t="17571" x="3592513" y="2568575"/>
          <p14:tracePt t="17587" x="3432175" y="2582863"/>
          <p14:tracePt t="17604" x="3287713" y="2598738"/>
          <p14:tracePt t="17621" x="3157538" y="2627313"/>
          <p14:tracePt t="17638" x="3070225" y="2678113"/>
          <p14:tracePt t="17654" x="2982913" y="2720975"/>
          <p14:tracePt t="17671" x="2909888" y="2771775"/>
          <p14:tracePt t="17688" x="2808288" y="2836863"/>
          <p14:tracePt t="17707" x="2627313" y="2946400"/>
          <p14:tracePt t="17721" x="2547938" y="2968625"/>
          <p14:tracePt t="17738" x="2438400" y="3011488"/>
          <p14:tracePt t="17754" x="2365375" y="3048000"/>
          <p14:tracePt t="17772" x="2328863" y="3055938"/>
          <p14:tracePt t="17788" x="2322513" y="3055938"/>
          <p14:tracePt t="17813" x="2322513" y="3062288"/>
          <p14:tracePt t="17863" x="2314575" y="3062288"/>
          <p14:tracePt t="17870" x="2300288" y="3062288"/>
          <p14:tracePt t="17886" x="2293938" y="3062288"/>
          <p14:tracePt t="17894" x="2278063" y="3070225"/>
          <p14:tracePt t="17904" x="2249488" y="3076575"/>
          <p14:tracePt t="17922" x="2192338" y="3084513"/>
          <p14:tracePt t="17939" x="2082800" y="3106738"/>
          <p14:tracePt t="17955" x="2039938" y="3106738"/>
          <p14:tracePt t="17971" x="2009775" y="3113088"/>
          <p14:tracePt t="17989" x="1966913" y="3127375"/>
          <p14:tracePt t="26187" x="1966913" y="3135313"/>
          <p14:tracePt t="26212" x="1981200" y="3135313"/>
          <p14:tracePt t="26219" x="1989138" y="3127375"/>
          <p14:tracePt t="26227" x="2003425" y="3113088"/>
          <p14:tracePt t="26240" x="2024063" y="3106738"/>
          <p14:tracePt t="26256" x="2039938" y="3098800"/>
          <p14:tracePt t="26273" x="2054225" y="3084513"/>
          <p14:tracePt t="26290" x="2082800" y="3062288"/>
          <p14:tracePt t="26306" x="2105025" y="3048000"/>
          <p14:tracePt t="26323" x="2133600" y="3019425"/>
          <p14:tracePt t="26340" x="2184400" y="2960688"/>
          <p14:tracePt t="26357" x="2212975" y="2903538"/>
          <p14:tracePt t="26373" x="2243138" y="2867025"/>
          <p14:tracePt t="26390" x="2286000" y="2808288"/>
          <p14:tracePt t="26407" x="2314575" y="2757488"/>
          <p14:tracePt t="26424" x="2336800" y="2714625"/>
          <p14:tracePt t="26440" x="2351088" y="2684463"/>
          <p14:tracePt t="26457" x="2373313" y="2649538"/>
          <p14:tracePt t="26473" x="2373313" y="2633663"/>
          <p14:tracePt t="26490" x="2379663" y="2605088"/>
          <p14:tracePt t="26507" x="2379663" y="2598738"/>
          <p14:tracePt t="26620" x="2379663" y="2619375"/>
          <p14:tracePt t="26627" x="2379663" y="2641600"/>
          <p14:tracePt t="26635" x="2379663" y="2670175"/>
          <p14:tracePt t="26643" x="2379663" y="2714625"/>
          <p14:tracePt t="26656" x="2379663" y="2771775"/>
          <p14:tracePt t="26674" x="2395538" y="2946400"/>
          <p14:tracePt t="26690" x="2401888" y="3171825"/>
          <p14:tracePt t="26707" x="2401888" y="3236913"/>
          <p14:tracePt t="26723" x="2401888" y="3287713"/>
          <p14:tracePt t="26740" x="2409825" y="3324225"/>
          <p14:tracePt t="26757" x="2409825" y="3330575"/>
          <p14:tracePt t="26773" x="2409825" y="3338513"/>
          <p14:tracePt t="26790" x="2416175" y="3352800"/>
          <p14:tracePt t="26807" x="2416175" y="3403600"/>
          <p14:tracePt t="26823" x="2416175" y="3462338"/>
          <p14:tracePt t="26840" x="2416175" y="3541713"/>
          <p14:tracePt t="26857" x="2416175" y="3584575"/>
          <p14:tracePt t="26874" x="2424113" y="3598863"/>
          <p14:tracePt t="26890" x="2430463" y="3606800"/>
          <p14:tracePt t="26907" x="2446338" y="3635375"/>
          <p14:tracePt t="26923" x="2481263" y="3694113"/>
          <p14:tracePt t="26940" x="2497138" y="3730625"/>
          <p14:tracePt t="26957" x="2497138" y="3736975"/>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5"/>
          </p:nvPr>
        </p:nvSpPr>
        <p:spPr/>
        <p:txBody>
          <a:bodyPr/>
          <a:lstStyle/>
          <a:p>
            <a:fld id="{19B51A1E-902D-48AF-9020-955120F399B6}" type="slidenum">
              <a:rPr lang="en-ZA" smtClean="0"/>
              <a:pPr/>
              <a:t>12</a:t>
            </a:fld>
            <a:endParaRPr lang="en-ZA" dirty="0"/>
          </a:p>
        </p:txBody>
      </p:sp>
      <p:sp>
        <p:nvSpPr>
          <p:cNvPr id="10" name="Title 9"/>
          <p:cNvSpPr>
            <a:spLocks noGrp="1"/>
          </p:cNvSpPr>
          <p:nvPr>
            <p:ph type="ctrTitle"/>
          </p:nvPr>
        </p:nvSpPr>
        <p:spPr>
          <a:xfrm>
            <a:off x="2041869" y="75145"/>
            <a:ext cx="8310999" cy="539345"/>
          </a:xfrm>
          <a:noFill/>
          <a:ln>
            <a:noFill/>
          </a:ln>
        </p:spPr>
        <p:style>
          <a:lnRef idx="0">
            <a:scrgbClr r="0" g="0" b="0"/>
          </a:lnRef>
          <a:fillRef idx="0">
            <a:scrgbClr r="0" g="0" b="0"/>
          </a:fillRef>
          <a:effectRef idx="0">
            <a:scrgbClr r="0" g="0" b="0"/>
          </a:effectRef>
          <a:fontRef idx="minor">
            <a:schemeClr val="dk1"/>
          </a:fontRef>
        </p:style>
        <p:txBody>
          <a:bodyPr>
            <a:normAutofit fontScale="90000"/>
          </a:bodyPr>
          <a:lstStyle/>
          <a:p>
            <a:r>
              <a:rPr lang="en-GB" sz="2800" dirty="0" smtClean="0">
                <a:solidFill>
                  <a:schemeClr val="tx1"/>
                </a:solidFill>
              </a:rPr>
              <a:t>Stratified Random Sampling for Matching Pairs Data</a:t>
            </a:r>
            <a:endParaRPr lang="en-GB" sz="2800" dirty="0">
              <a:solidFill>
                <a:schemeClr val="tx1"/>
              </a:solidFill>
            </a:endParaRPr>
          </a:p>
        </p:txBody>
      </p:sp>
      <p:sp>
        <p:nvSpPr>
          <p:cNvPr id="5" name="Content Placeholder 4"/>
          <p:cNvSpPr>
            <a:spLocks noGrp="1"/>
          </p:cNvSpPr>
          <p:nvPr>
            <p:ph sz="half" idx="4294967295"/>
          </p:nvPr>
        </p:nvSpPr>
        <p:spPr>
          <a:xfrm>
            <a:off x="472611" y="1260881"/>
            <a:ext cx="11149929" cy="1908538"/>
          </a:xfrm>
        </p:spPr>
        <p:txBody>
          <a:bodyPr/>
          <a:lstStyle/>
          <a:p>
            <a:r>
              <a:rPr lang="en-GB" sz="2000" dirty="0" smtClean="0"/>
              <a:t>Stratified </a:t>
            </a:r>
            <a:r>
              <a:rPr lang="en-GB" sz="2000" dirty="0"/>
              <a:t>random sampling can be used to do matching pairs in order to get the </a:t>
            </a:r>
            <a:r>
              <a:rPr lang="en-GB" sz="2000" b="1" dirty="0"/>
              <a:t>suitable </a:t>
            </a:r>
            <a:r>
              <a:rPr lang="en-GB" sz="2000" b="1" dirty="0" smtClean="0"/>
              <a:t>pairs</a:t>
            </a:r>
            <a:r>
              <a:rPr lang="en-GB" sz="2000" dirty="0" smtClean="0"/>
              <a:t>.</a:t>
            </a:r>
            <a:endParaRPr lang="en-GB" sz="2000" dirty="0"/>
          </a:p>
          <a:p>
            <a:pPr lvl="1"/>
            <a:r>
              <a:rPr lang="en-GB" sz="2000" dirty="0" smtClean="0"/>
              <a:t>Example: A pair of bankrupt </a:t>
            </a:r>
            <a:r>
              <a:rPr lang="en-GB" sz="2000" dirty="0"/>
              <a:t>and normal </a:t>
            </a:r>
            <a:r>
              <a:rPr lang="en-GB" sz="2000" dirty="0" smtClean="0"/>
              <a:t>company</a:t>
            </a:r>
          </a:p>
          <a:p>
            <a:pPr lvl="1"/>
            <a:r>
              <a:rPr lang="en-GB" sz="2000" dirty="0"/>
              <a:t>The sample dataset contains pairs of companies : Bankrupt and normal. </a:t>
            </a:r>
            <a:endParaRPr lang="en-GB" sz="2000" dirty="0" smtClean="0"/>
          </a:p>
          <a:p>
            <a:r>
              <a:rPr lang="en-GB" sz="2000" dirty="0" smtClean="0"/>
              <a:t>To find the matched pairs, we need to applied certain </a:t>
            </a:r>
            <a:r>
              <a:rPr lang="en-GB" sz="2000" u="sng" dirty="0" smtClean="0"/>
              <a:t>constraints</a:t>
            </a:r>
            <a:r>
              <a:rPr lang="en-GB" sz="2000" dirty="0" smtClean="0"/>
              <a:t> : </a:t>
            </a:r>
            <a:r>
              <a:rPr lang="en-GB" sz="2000" b="1" dirty="0" err="1" smtClean="0"/>
              <a:t>Datadate</a:t>
            </a:r>
            <a:r>
              <a:rPr lang="en-GB" sz="2000" b="1" dirty="0" smtClean="0"/>
              <a:t> (Year of annual report), SIC (Industry Classification), and Total Assets.</a:t>
            </a:r>
            <a:endParaRPr lang="en-GB" sz="2000" b="1" dirty="0"/>
          </a:p>
        </p:txBody>
      </p:sp>
      <p:pic>
        <p:nvPicPr>
          <p:cNvPr id="3" name="Picture 2"/>
          <p:cNvPicPr>
            <a:picLocks noChangeAspect="1"/>
          </p:cNvPicPr>
          <p:nvPr/>
        </p:nvPicPr>
        <p:blipFill>
          <a:blip r:embed="rId4"/>
          <a:stretch>
            <a:fillRect/>
          </a:stretch>
        </p:blipFill>
        <p:spPr>
          <a:xfrm>
            <a:off x="381914" y="3875587"/>
            <a:ext cx="1286250" cy="1339044"/>
          </a:xfrm>
          <a:prstGeom prst="rect">
            <a:avLst/>
          </a:prstGeom>
        </p:spPr>
      </p:pic>
      <p:sp>
        <p:nvSpPr>
          <p:cNvPr id="4" name="Right Arrow 3"/>
          <p:cNvSpPr/>
          <p:nvPr/>
        </p:nvSpPr>
        <p:spPr>
          <a:xfrm>
            <a:off x="1809809" y="4552410"/>
            <a:ext cx="1731249" cy="2815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AEA5083B-CC27-4F1C-AD03-E3DBEC1C9E78}"/>
              </a:ext>
            </a:extLst>
          </p:cNvPr>
          <p:cNvSpPr txBox="1">
            <a:spLocks/>
          </p:cNvSpPr>
          <p:nvPr/>
        </p:nvSpPr>
        <p:spPr>
          <a:xfrm>
            <a:off x="353154" y="5238386"/>
            <a:ext cx="2630019" cy="471573"/>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A Bankrupt Company</a:t>
            </a:r>
          </a:p>
          <a:p>
            <a:r>
              <a:rPr lang="en-ZA" sz="2000" dirty="0" smtClean="0">
                <a:solidFill>
                  <a:schemeClr val="tx1"/>
                </a:solidFill>
              </a:rPr>
              <a:t>(1027)</a:t>
            </a:r>
            <a:endParaRPr lang="en-ZA" sz="2000" dirty="0">
              <a:solidFill>
                <a:schemeClr val="tx1"/>
              </a:solidFill>
            </a:endParaRPr>
          </a:p>
        </p:txBody>
      </p:sp>
      <p:sp>
        <p:nvSpPr>
          <p:cNvPr id="11" name="Title 1">
            <a:extLst>
              <a:ext uri="{FF2B5EF4-FFF2-40B4-BE49-F238E27FC236}">
                <a16:creationId xmlns:a16="http://schemas.microsoft.com/office/drawing/2014/main" id="{AEA5083B-CC27-4F1C-AD03-E3DBEC1C9E78}"/>
              </a:ext>
            </a:extLst>
          </p:cNvPr>
          <p:cNvSpPr txBox="1">
            <a:spLocks/>
          </p:cNvSpPr>
          <p:nvPr/>
        </p:nvSpPr>
        <p:spPr>
          <a:xfrm>
            <a:off x="1809809" y="4115921"/>
            <a:ext cx="2630019" cy="560576"/>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Find Match Pair</a:t>
            </a:r>
            <a:endParaRPr lang="en-ZA" sz="2000" dirty="0">
              <a:solidFill>
                <a:schemeClr val="tx1"/>
              </a:solidFill>
            </a:endParaRPr>
          </a:p>
        </p:txBody>
      </p:sp>
      <p:pic>
        <p:nvPicPr>
          <p:cNvPr id="6" name="Picture 5"/>
          <p:cNvPicPr>
            <a:picLocks noChangeAspect="1"/>
          </p:cNvPicPr>
          <p:nvPr/>
        </p:nvPicPr>
        <p:blipFill>
          <a:blip r:embed="rId5"/>
          <a:stretch>
            <a:fillRect/>
          </a:stretch>
        </p:blipFill>
        <p:spPr>
          <a:xfrm>
            <a:off x="3682703" y="3664571"/>
            <a:ext cx="4667998" cy="2338695"/>
          </a:xfrm>
          <a:prstGeom prst="rect">
            <a:avLst/>
          </a:prstGeom>
        </p:spPr>
      </p:pic>
      <p:sp>
        <p:nvSpPr>
          <p:cNvPr id="12" name="Title 1">
            <a:extLst>
              <a:ext uri="{FF2B5EF4-FFF2-40B4-BE49-F238E27FC236}">
                <a16:creationId xmlns:a16="http://schemas.microsoft.com/office/drawing/2014/main" id="{AEA5083B-CC27-4F1C-AD03-E3DBEC1C9E78}"/>
              </a:ext>
            </a:extLst>
          </p:cNvPr>
          <p:cNvSpPr txBox="1">
            <a:spLocks/>
          </p:cNvSpPr>
          <p:nvPr/>
        </p:nvSpPr>
        <p:spPr>
          <a:xfrm>
            <a:off x="4701692" y="5938436"/>
            <a:ext cx="2630019" cy="129659"/>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Normal Companies</a:t>
            </a:r>
          </a:p>
          <a:p>
            <a:r>
              <a:rPr lang="en-ZA" sz="2000" dirty="0" smtClean="0">
                <a:solidFill>
                  <a:schemeClr val="tx1"/>
                </a:solidFill>
              </a:rPr>
              <a:t>(255876)</a:t>
            </a:r>
            <a:endParaRPr lang="en-ZA" sz="2000" dirty="0">
              <a:solidFill>
                <a:schemeClr val="tx1"/>
              </a:solidFill>
            </a:endParaRPr>
          </a:p>
        </p:txBody>
      </p:sp>
      <p:pic>
        <p:nvPicPr>
          <p:cNvPr id="13" name="Picture 12"/>
          <p:cNvPicPr>
            <a:picLocks noChangeAspect="1"/>
          </p:cNvPicPr>
          <p:nvPr/>
        </p:nvPicPr>
        <p:blipFill>
          <a:blip r:embed="rId6"/>
          <a:stretch>
            <a:fillRect/>
          </a:stretch>
        </p:blipFill>
        <p:spPr>
          <a:xfrm>
            <a:off x="10365240" y="3643034"/>
            <a:ext cx="1257300" cy="2066925"/>
          </a:xfrm>
          <a:prstGeom prst="rect">
            <a:avLst/>
          </a:prstGeom>
        </p:spPr>
      </p:pic>
      <p:sp>
        <p:nvSpPr>
          <p:cNvPr id="14" name="Right Arrow 13"/>
          <p:cNvSpPr/>
          <p:nvPr/>
        </p:nvSpPr>
        <p:spPr>
          <a:xfrm>
            <a:off x="8492346" y="4676497"/>
            <a:ext cx="1731249" cy="2815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itle 1">
            <a:extLst>
              <a:ext uri="{FF2B5EF4-FFF2-40B4-BE49-F238E27FC236}">
                <a16:creationId xmlns:a16="http://schemas.microsoft.com/office/drawing/2014/main" id="{AEA5083B-CC27-4F1C-AD03-E3DBEC1C9E78}"/>
              </a:ext>
            </a:extLst>
          </p:cNvPr>
          <p:cNvSpPr txBox="1">
            <a:spLocks/>
          </p:cNvSpPr>
          <p:nvPr/>
        </p:nvSpPr>
        <p:spPr>
          <a:xfrm>
            <a:off x="4670425" y="3053412"/>
            <a:ext cx="2942282" cy="518336"/>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pPr algn="ctr"/>
            <a:r>
              <a:rPr lang="en-ZA" sz="1400" dirty="0" smtClean="0">
                <a:solidFill>
                  <a:schemeClr val="tx1"/>
                </a:solidFill>
              </a:rPr>
              <a:t>Stratified Random Sampling</a:t>
            </a:r>
          </a:p>
          <a:p>
            <a:pPr algn="ctr"/>
            <a:r>
              <a:rPr lang="en-US" sz="1400" b="1" dirty="0" err="1">
                <a:solidFill>
                  <a:schemeClr val="tx1"/>
                </a:solidFill>
              </a:rPr>
              <a:t>Datadate</a:t>
            </a:r>
            <a:r>
              <a:rPr lang="en-US" sz="1400" b="1" dirty="0">
                <a:solidFill>
                  <a:schemeClr val="tx1"/>
                </a:solidFill>
              </a:rPr>
              <a:t>, SIC, and Total Assets.</a:t>
            </a:r>
            <a:endParaRPr lang="en-ZA" sz="1400" b="1" dirty="0">
              <a:solidFill>
                <a:schemeClr val="tx1"/>
              </a:solidFill>
            </a:endParaRPr>
          </a:p>
        </p:txBody>
      </p:sp>
      <p:sp>
        <p:nvSpPr>
          <p:cNvPr id="15" name="Title 1">
            <a:extLst>
              <a:ext uri="{FF2B5EF4-FFF2-40B4-BE49-F238E27FC236}">
                <a16:creationId xmlns:a16="http://schemas.microsoft.com/office/drawing/2014/main" id="{AEA5083B-CC27-4F1C-AD03-E3DBEC1C9E78}"/>
              </a:ext>
            </a:extLst>
          </p:cNvPr>
          <p:cNvSpPr txBox="1">
            <a:spLocks/>
          </p:cNvSpPr>
          <p:nvPr/>
        </p:nvSpPr>
        <p:spPr>
          <a:xfrm>
            <a:off x="9050232" y="5588631"/>
            <a:ext cx="3032178" cy="1088800"/>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Paired Company</a:t>
            </a:r>
          </a:p>
          <a:p>
            <a:r>
              <a:rPr lang="en-ZA" sz="2000" dirty="0" smtClean="0">
                <a:solidFill>
                  <a:schemeClr val="tx1"/>
                </a:solidFill>
              </a:rPr>
              <a:t>(183 Bankrupt Company; </a:t>
            </a:r>
            <a:r>
              <a:rPr lang="en-ZA" sz="2000" dirty="0">
                <a:solidFill>
                  <a:schemeClr val="tx1"/>
                </a:solidFill>
              </a:rPr>
              <a:t>183 Normal Company)</a:t>
            </a:r>
          </a:p>
        </p:txBody>
      </p:sp>
      <p:sp>
        <p:nvSpPr>
          <p:cNvPr id="18" name="Title 1">
            <a:extLst>
              <a:ext uri="{FF2B5EF4-FFF2-40B4-BE49-F238E27FC236}">
                <a16:creationId xmlns:a16="http://schemas.microsoft.com/office/drawing/2014/main" id="{AEA5083B-CC27-4F1C-AD03-E3DBEC1C9E78}"/>
              </a:ext>
            </a:extLst>
          </p:cNvPr>
          <p:cNvSpPr txBox="1">
            <a:spLocks/>
          </p:cNvSpPr>
          <p:nvPr/>
        </p:nvSpPr>
        <p:spPr>
          <a:xfrm>
            <a:off x="8249101" y="4115921"/>
            <a:ext cx="2630019" cy="560576"/>
          </a:xfrm>
          <a:prstGeom prst="roundRect">
            <a:avLst>
              <a:gd name="adj" fmla="val 10086"/>
            </a:avLst>
          </a:prstGeom>
          <a:noFill/>
          <a:ln>
            <a:noFill/>
          </a:ln>
        </p:spPr>
        <p:style>
          <a:lnRef idx="0">
            <a:scrgbClr r="0" g="0" b="0"/>
          </a:lnRef>
          <a:fillRef idx="0">
            <a:scrgbClr r="0" g="0" b="0"/>
          </a:fillRef>
          <a:effectRef idx="0">
            <a:scrgbClr r="0" g="0" b="0"/>
          </a:effectRef>
          <a:fontRef idx="minor">
            <a:schemeClr val="dk1"/>
          </a:fontRef>
        </p:style>
        <p:txBody>
          <a:bodyPr vert="horz" lIns="180000" tIns="108000" rIns="180000" bIns="0" rtlCol="0" anchor="t">
            <a:noAutofit/>
          </a:bodyPr>
          <a:lstStyle>
            <a:lvl1pPr algn="l" defTabSz="914400" rtl="0" eaLnBrk="1" latinLnBrk="0" hangingPunct="1">
              <a:lnSpc>
                <a:spcPct val="100000"/>
              </a:lnSpc>
              <a:spcBef>
                <a:spcPct val="0"/>
              </a:spcBef>
              <a:buNone/>
              <a:defRPr sz="1800" b="0" kern="1200" spc="0">
                <a:solidFill>
                  <a:schemeClr val="bg1">
                    <a:lumMod val="95000"/>
                  </a:schemeClr>
                </a:solidFill>
                <a:latin typeface="+mn-lt"/>
                <a:ea typeface="+mj-ea"/>
                <a:cs typeface="+mj-cs"/>
              </a:defRPr>
            </a:lvl1pPr>
          </a:lstStyle>
          <a:p>
            <a:r>
              <a:rPr lang="en-ZA" sz="2000" dirty="0" smtClean="0">
                <a:solidFill>
                  <a:schemeClr val="tx1"/>
                </a:solidFill>
              </a:rPr>
              <a:t>Result</a:t>
            </a:r>
          </a:p>
          <a:p>
            <a:r>
              <a:rPr lang="en-ZA" sz="1200" dirty="0" smtClean="0">
                <a:solidFill>
                  <a:schemeClr val="tx1"/>
                </a:solidFill>
              </a:rPr>
              <a:t>(stratified random sampling)</a:t>
            </a:r>
            <a:endParaRPr lang="en-ZA" sz="1200" dirty="0">
              <a:solidFill>
                <a:schemeClr val="tx1"/>
              </a:solidFill>
            </a:endParaRPr>
          </a:p>
        </p:txBody>
      </p:sp>
    </p:spTree>
    <p:custDataLst>
      <p:tags r:id="rId1"/>
    </p:custDataLst>
    <p:extLst>
      <p:ext uri="{BB962C8B-B14F-4D97-AF65-F5344CB8AC3E}">
        <p14:creationId xmlns:p14="http://schemas.microsoft.com/office/powerpoint/2010/main" val="2009580270"/>
      </p:ext>
    </p:extLst>
  </p:cSld>
  <p:clrMapOvr>
    <a:masterClrMapping/>
  </p:clrMapOvr>
  <mc:AlternateContent xmlns:mc="http://schemas.openxmlformats.org/markup-compatibility/2006" xmlns:p14="http://schemas.microsoft.com/office/powerpoint/2010/main">
    <mc:Choice Requires="p14">
      <p:transition spd="slow" p14:dur="2000" advTm="90521">
        <p:cut/>
      </p:transition>
    </mc:Choice>
    <mc:Fallback xmlns="">
      <p:transition spd="slow" advTm="90521">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barn(inVertical)">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1000"/>
                                        <p:tgtEl>
                                          <p:spTgt spid="18"/>
                                        </p:tgtEl>
                                      </p:cBhvr>
                                    </p:animEffect>
                                    <p:anim calcmode="lin" valueType="num">
                                      <p:cBhvr>
                                        <p:cTn id="65" dur="1000" fill="hold"/>
                                        <p:tgtEl>
                                          <p:spTgt spid="18"/>
                                        </p:tgtEl>
                                        <p:attrNameLst>
                                          <p:attrName>ppt_x</p:attrName>
                                        </p:attrNameLst>
                                      </p:cBhvr>
                                      <p:tavLst>
                                        <p:tav tm="0">
                                          <p:val>
                                            <p:strVal val="#ppt_x"/>
                                          </p:val>
                                        </p:tav>
                                        <p:tav tm="100000">
                                          <p:val>
                                            <p:strVal val="#ppt_x"/>
                                          </p:val>
                                        </p:tav>
                                      </p:tavLst>
                                    </p:anim>
                                    <p:anim calcmode="lin" valueType="num">
                                      <p:cBhvr>
                                        <p:cTn id="6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11" grpId="0"/>
      <p:bldP spid="12" grpId="0"/>
      <p:bldP spid="14" grpId="0" animBg="1"/>
      <p:bldP spid="16" grpId="0"/>
      <p:bldP spid="15" grpId="0"/>
      <p:bldP spid="18" grpId="0"/>
    </p:bldLst>
  </p:timing>
  <p:extLst mod="1">
    <p:ext uri="{3A86A75C-4F4B-4683-9AE1-C65F6400EC91}">
      <p14:laserTraceLst xmlns:p14="http://schemas.microsoft.com/office/powerpoint/2010/main">
        <p14:tracePtLst>
          <p14:tracePt t="14935" x="703263" y="5370513"/>
          <p14:tracePt t="15326" x="719138" y="5370513"/>
          <p14:tracePt t="15334" x="762000" y="5370513"/>
          <p14:tracePt t="15348" x="900113" y="5392738"/>
          <p14:tracePt t="15365" x="1066800" y="5392738"/>
          <p14:tracePt t="15382" x="1211263" y="5392738"/>
          <p14:tracePt t="15400" x="1422400" y="5334000"/>
          <p14:tracePt t="15416" x="1552575" y="5254625"/>
          <p14:tracePt t="15432" x="1704975" y="5167313"/>
          <p14:tracePt t="15451" x="1843088" y="5087938"/>
          <p14:tracePt t="15465" x="1966913" y="5014913"/>
          <p14:tracePt t="15482" x="2097088" y="4941888"/>
          <p14:tracePt t="15499" x="2212975" y="4862513"/>
          <p14:tracePt t="15518" x="2293938" y="4803775"/>
          <p14:tracePt t="15532" x="2373313" y="4724400"/>
          <p14:tracePt t="15548" x="2438400" y="4630738"/>
          <p14:tracePt t="15557" x="2497138" y="4549775"/>
          <p14:tracePt t="15565" x="2568575" y="4448175"/>
          <p14:tracePt t="15582" x="2714625" y="4216400"/>
          <p14:tracePt t="15599" x="2816225" y="3990975"/>
          <p14:tracePt t="15615" x="2836863" y="3919538"/>
          <p14:tracePt t="15632" x="2881313" y="3767138"/>
          <p14:tracePt t="15648" x="2917825" y="3671888"/>
          <p14:tracePt t="15665" x="2960688" y="3570288"/>
          <p14:tracePt t="15682" x="2989263" y="3454400"/>
          <p14:tracePt t="15699" x="3019425" y="3352800"/>
          <p14:tracePt t="15714" x="3048000" y="3273425"/>
          <p14:tracePt t="15731" x="3055938" y="3236913"/>
          <p14:tracePt t="15748" x="3062288" y="3192463"/>
          <p14:tracePt t="15765" x="3062288" y="3178175"/>
          <p14:tracePt t="15782" x="3070225" y="3157538"/>
          <p14:tracePt t="15815" x="3076575" y="3157538"/>
          <p14:tracePt t="17594" x="3048000" y="3149600"/>
          <p14:tracePt t="17621" x="3048000" y="3141663"/>
          <p14:tracePt t="17630" x="3048000" y="3127375"/>
          <p14:tracePt t="17641" x="3048000" y="3055938"/>
          <p14:tracePt t="17649" x="3048000" y="3011488"/>
          <p14:tracePt t="17666" x="3048000" y="2917825"/>
          <p14:tracePt t="17683" x="3070225" y="2844800"/>
          <p14:tracePt t="17702" x="3098800" y="2771775"/>
          <p14:tracePt t="17716" x="3141663" y="2692400"/>
          <p14:tracePt t="17732" x="3163888" y="2633663"/>
          <p14:tracePt t="17749" x="3192463" y="2582863"/>
          <p14:tracePt t="17768" x="3228975" y="2503488"/>
          <p14:tracePt t="17783" x="3251200" y="2474913"/>
          <p14:tracePt t="17799" x="3279775" y="2430463"/>
          <p14:tracePt t="17801" x="3302000" y="2395538"/>
          <p14:tracePt t="17816" x="3344863" y="2336800"/>
          <p14:tracePt t="17832" x="3375025" y="2293938"/>
          <p14:tracePt t="17849" x="3389313" y="2271713"/>
          <p14:tracePt t="17866" x="3395663" y="2249488"/>
          <p14:tracePt t="17883" x="3403600" y="2235200"/>
          <p14:tracePt t="17930" x="3403600" y="2227263"/>
          <p14:tracePt t="17942" x="3411538" y="2227263"/>
          <p14:tracePt t="17952" x="3411538" y="2212975"/>
          <p14:tracePt t="17969" x="3417888" y="2206625"/>
          <p14:tracePt t="17985" x="3417888" y="2198688"/>
          <p14:tracePt t="17999" x="3425825" y="2192338"/>
          <p14:tracePt t="18017" x="3425825" y="2184400"/>
          <p14:tracePt t="18033" x="3425825" y="2176463"/>
          <p14:tracePt t="18049" x="3425825" y="2170113"/>
          <p14:tracePt t="18066" x="3432175" y="2170113"/>
          <p14:tracePt t="18082" x="3432175" y="2162175"/>
          <p14:tracePt t="18112" x="3432175" y="2155825"/>
          <p14:tracePt t="18121" x="3440113" y="2155825"/>
          <p14:tracePt t="18938" x="3440113" y="2162175"/>
          <p14:tracePt t="19066" x="3440113" y="2170113"/>
          <p14:tracePt t="19163" x="3432175" y="2170113"/>
          <p14:tracePt t="19320" x="3425825" y="2176463"/>
          <p14:tracePt t="19474" x="3425825" y="2184400"/>
          <p14:tracePt t="20946" x="3432175" y="2184400"/>
          <p14:tracePt t="20962" x="3432175" y="2192338"/>
          <p14:tracePt t="20987" x="3425825" y="2192338"/>
          <p14:tracePt t="21020" x="3425825" y="2198688"/>
          <p14:tracePt t="21035" x="3417888" y="2198688"/>
          <p14:tracePt t="21060" x="3411538" y="2206625"/>
          <p14:tracePt t="21082" x="3411538" y="2212975"/>
          <p14:tracePt t="21106" x="3403600" y="2212975"/>
          <p14:tracePt t="21193" x="3395663" y="2220913"/>
          <p14:tracePt t="21505" x="3389313" y="2227263"/>
          <p14:tracePt t="21520" x="3367088" y="2227263"/>
          <p14:tracePt t="21534" x="3344863" y="2235200"/>
          <p14:tracePt t="21551" x="3309938" y="2249488"/>
          <p14:tracePt t="21557" x="3294063" y="2249488"/>
          <p14:tracePt t="21569" x="3273425" y="2249488"/>
          <p14:tracePt t="21583" x="3259138" y="2249488"/>
          <p14:tracePt t="21600" x="3251200" y="2249488"/>
          <p14:tracePt t="21617" x="3236913" y="2249488"/>
          <p14:tracePt t="21659" x="3228975" y="2249488"/>
          <p14:tracePt t="21691" x="3222625" y="2249488"/>
          <p14:tracePt t="21722" x="3214688" y="2249488"/>
          <p14:tracePt t="21760" x="3208338" y="2249488"/>
          <p14:tracePt t="21832" x="3200400" y="2249488"/>
          <p14:tracePt t="21848" x="3192463" y="2249488"/>
          <p14:tracePt t="21864" x="3178175" y="2257425"/>
          <p14:tracePt t="21880" x="3171825" y="2257425"/>
          <p14:tracePt t="21889" x="3171825" y="2263775"/>
          <p14:tracePt t="21900" x="3163888" y="2263775"/>
          <p14:tracePt t="21916" x="3141663" y="2271713"/>
          <p14:tracePt t="21933" x="3127375" y="2278063"/>
          <p14:tracePt t="21950" x="3106738" y="2278063"/>
          <p14:tracePt t="21983" x="3098800" y="2278063"/>
          <p14:tracePt t="22000" x="3090863" y="2286000"/>
          <p14:tracePt t="22040" x="3084513" y="2286000"/>
          <p14:tracePt t="23194" x="3076575" y="2286000"/>
          <p14:tracePt t="23208" x="3076575" y="2293938"/>
          <p14:tracePt t="23220" x="3076575" y="2300288"/>
          <p14:tracePt t="23234" x="3090863" y="2314575"/>
          <p14:tracePt t="23251" x="3113088" y="2328863"/>
          <p14:tracePt t="23269" x="3135313" y="2336800"/>
          <p14:tracePt t="23284" x="3163888" y="2351088"/>
          <p14:tracePt t="23300" x="3208338" y="2365375"/>
          <p14:tracePt t="23317" x="3243263" y="2379663"/>
          <p14:tracePt t="23335" x="3352800" y="2401888"/>
          <p14:tracePt t="23351" x="3497263" y="2416175"/>
          <p14:tracePt t="23367" x="3751263" y="2446338"/>
          <p14:tracePt t="23384" x="3883025" y="2460625"/>
          <p14:tracePt t="23404" x="3990975" y="2481263"/>
          <p14:tracePt t="23417" x="4056063" y="2489200"/>
          <p14:tracePt t="23434" x="4100513" y="2489200"/>
          <p14:tracePt t="23450" x="4143375" y="2489200"/>
          <p14:tracePt t="23467" x="4194175" y="2489200"/>
          <p14:tracePt t="23484" x="4252913" y="2481263"/>
          <p14:tracePt t="23500" x="4325938" y="2481263"/>
          <p14:tracePt t="23517" x="4383088" y="2474913"/>
          <p14:tracePt t="23534" x="4462463" y="2466975"/>
          <p14:tracePt t="23551" x="4535488" y="2452688"/>
          <p14:tracePt t="23554" x="4579938" y="2446338"/>
          <p14:tracePt t="23567" x="4630738" y="2446338"/>
          <p14:tracePt t="23584" x="4687888" y="2438400"/>
          <p14:tracePt t="23600" x="4724400" y="2430463"/>
          <p14:tracePt t="23617" x="4746625" y="2424113"/>
          <p14:tracePt t="23634" x="4767263" y="2416175"/>
          <p14:tracePt t="23651" x="4783138" y="2409825"/>
          <p14:tracePt t="23667" x="4818063" y="2395538"/>
          <p14:tracePt t="23684" x="4854575" y="2379663"/>
          <p14:tracePt t="23701" x="4876800" y="2365375"/>
          <p14:tracePt t="23718" x="4913313" y="2359025"/>
          <p14:tracePt t="23734" x="4919663" y="2359025"/>
          <p14:tracePt t="23785" x="4935538" y="2351088"/>
          <p14:tracePt t="23810" x="4949825" y="2344738"/>
          <p14:tracePt t="23832" x="4956175" y="2336800"/>
          <p14:tracePt t="23937" x="4964113" y="2336800"/>
          <p14:tracePt t="25467" x="4970463" y="2336800"/>
          <p14:tracePt t="25477" x="5006975" y="2336800"/>
          <p14:tracePt t="25490" x="5210175" y="2336800"/>
          <p14:tracePt t="25501" x="5464175" y="2336800"/>
          <p14:tracePt t="25518" x="6175375" y="2336800"/>
          <p14:tracePt t="25535" x="6916738" y="2430463"/>
          <p14:tracePt t="25537" x="7264400" y="2474913"/>
          <p14:tracePt t="25551" x="7859713" y="2576513"/>
          <p14:tracePt t="25568" x="8215313" y="2627313"/>
          <p14:tracePt t="25585" x="8359775" y="2641600"/>
          <p14:tracePt t="25601" x="8382000" y="2641600"/>
          <p14:tracePt t="25842" x="8389938" y="2641600"/>
          <p14:tracePt t="25859" x="8389938" y="2633663"/>
          <p14:tracePt t="25871" x="8389938" y="2627313"/>
          <p14:tracePt t="25880" x="8389938" y="2619375"/>
          <p14:tracePt t="25888" x="8382000" y="2619375"/>
          <p14:tracePt t="25901" x="8382000" y="2613025"/>
          <p14:tracePt t="25918" x="8374063" y="2605088"/>
          <p14:tracePt t="25935" x="8353425" y="2582863"/>
          <p14:tracePt t="25951" x="8316913" y="2554288"/>
          <p14:tracePt t="25969" x="8288338" y="2540000"/>
          <p14:tracePt t="25985" x="8266113" y="2532063"/>
          <p14:tracePt t="26001" x="8237538" y="2517775"/>
          <p14:tracePt t="26021" x="8215313" y="2511425"/>
          <p14:tracePt t="26051" x="8207375" y="2511425"/>
          <p14:tracePt t="26068" x="8193088" y="2503488"/>
          <p14:tracePt t="26089" x="8186738" y="2503488"/>
          <p14:tracePt t="26112" x="8178800" y="2503488"/>
          <p14:tracePt t="26144" x="8170863" y="2503488"/>
          <p14:tracePt t="26185" x="8164513" y="2503488"/>
          <p14:tracePt t="26192" x="8156575" y="2503488"/>
          <p14:tracePt t="26208" x="8150225" y="2503488"/>
          <p14:tracePt t="26266" x="8142288" y="2503488"/>
          <p14:tracePt t="26280" x="8135938" y="2503488"/>
          <p14:tracePt t="26289" x="8135938" y="2497138"/>
          <p14:tracePt t="26320" x="8128000" y="2497138"/>
          <p14:tracePt t="26361" x="8120063" y="2497138"/>
          <p14:tracePt t="26540" x="8113713" y="2497138"/>
          <p14:tracePt t="27098" x="8105775" y="2497138"/>
          <p14:tracePt t="28378" x="8091488" y="2497138"/>
          <p14:tracePt t="28385" x="8069263" y="2497138"/>
          <p14:tracePt t="28391" x="8054975" y="2497138"/>
          <p14:tracePt t="28402" x="8040688" y="2497138"/>
          <p14:tracePt t="28419" x="8012113" y="2481263"/>
          <p14:tracePt t="28436" x="7947025" y="2460625"/>
          <p14:tracePt t="28456" x="7866063" y="2446338"/>
          <p14:tracePt t="28470" x="7859713" y="2446338"/>
          <p14:tracePt t="28485" x="7831138" y="2438400"/>
          <p14:tracePt t="28487" x="7823200" y="2438400"/>
          <p14:tracePt t="28503" x="7808913" y="2438400"/>
          <p14:tracePt t="28519" x="7800975" y="2438400"/>
          <p14:tracePt t="28535" x="7786688" y="2438400"/>
          <p14:tracePt t="28552" x="7780338" y="2430463"/>
          <p14:tracePt t="28569" x="7764463" y="2430463"/>
          <p14:tracePt t="28585" x="7743825" y="2430463"/>
          <p14:tracePt t="28602" x="7721600" y="2430463"/>
          <p14:tracePt t="28619" x="7699375" y="2430463"/>
          <p14:tracePt t="28638" x="7678738" y="2430463"/>
          <p14:tracePt t="28652" x="7662863" y="2430463"/>
          <p14:tracePt t="28669" x="7648575" y="2430463"/>
          <p14:tracePt t="28702" x="7642225" y="2430463"/>
          <p14:tracePt t="28719" x="7627938" y="2430463"/>
          <p14:tracePt t="28735" x="7612063" y="2430463"/>
          <p14:tracePt t="28752" x="7605713" y="2430463"/>
          <p14:tracePt t="28770" x="7591425" y="2430463"/>
          <p14:tracePt t="28785" x="7583488" y="2430463"/>
          <p14:tracePt t="28802" x="7569200" y="2430463"/>
          <p14:tracePt t="28819" x="7561263" y="2430463"/>
          <p14:tracePt t="28835" x="7554913" y="2430463"/>
          <p14:tracePt t="28852" x="7546975" y="2430463"/>
          <p14:tracePt t="28869" x="7540625" y="2430463"/>
          <p14:tracePt t="28886" x="7532688" y="2430463"/>
          <p14:tracePt t="28904" x="7518400" y="2430463"/>
          <p14:tracePt t="28919" x="7510463" y="2430463"/>
          <p14:tracePt t="28936" x="7496175" y="2430463"/>
          <p14:tracePt t="28952" x="7481888" y="2430463"/>
          <p14:tracePt t="28969" x="7467600" y="2438400"/>
          <p14:tracePt t="28985" x="7459663" y="2438400"/>
          <p14:tracePt t="29002" x="7453313" y="2438400"/>
          <p14:tracePt t="29019" x="7439025" y="2438400"/>
          <p14:tracePt t="29036" x="7431088" y="2438400"/>
          <p14:tracePt t="29052" x="7416800" y="2438400"/>
          <p14:tracePt t="29056" x="7408863" y="2438400"/>
          <p14:tracePt t="29069" x="7402513" y="2438400"/>
          <p14:tracePt t="29085" x="7388225" y="2452688"/>
          <p14:tracePt t="29104" x="7373938" y="2452688"/>
          <p14:tracePt t="29119" x="7358063" y="2460625"/>
          <p14:tracePt t="29137" x="7337425" y="2460625"/>
          <p14:tracePt t="29153" x="7300913" y="2460625"/>
          <p14:tracePt t="29169" x="7272338" y="2460625"/>
          <p14:tracePt t="29186" x="7242175" y="2460625"/>
          <p14:tracePt t="29202" x="7213600" y="2460625"/>
          <p14:tracePt t="29219" x="7199313" y="2460625"/>
          <p14:tracePt t="29236" x="7170738" y="2460625"/>
          <p14:tracePt t="29252" x="7148513" y="2460625"/>
          <p14:tracePt t="29269" x="7119938" y="2460625"/>
          <p14:tracePt t="29286" x="7083425" y="2460625"/>
          <p14:tracePt t="29303" x="7010400" y="2460625"/>
          <p14:tracePt t="29319" x="6959600" y="2460625"/>
          <p14:tracePt t="29336" x="6923088" y="2460625"/>
          <p14:tracePt t="29352" x="6880225" y="2460625"/>
          <p14:tracePt t="29369" x="6821488" y="2460625"/>
          <p14:tracePt t="29387" x="6713538" y="2460625"/>
          <p14:tracePt t="29404" x="6545263" y="2460625"/>
          <p14:tracePt t="29419" x="6392863" y="2460625"/>
          <p14:tracePt t="29436" x="6240463" y="2460625"/>
          <p14:tracePt t="29452" x="6110288" y="2474913"/>
          <p14:tracePt t="29469" x="5980113" y="2497138"/>
          <p14:tracePt t="29486" x="5856288" y="2511425"/>
          <p14:tracePt t="29503" x="5630863" y="2532063"/>
          <p14:tracePt t="29519" x="5472113" y="2540000"/>
          <p14:tracePt t="29536" x="5311775" y="2576513"/>
          <p14:tracePt t="29552" x="5153025" y="2590800"/>
          <p14:tracePt t="29569" x="5006975" y="2619375"/>
          <p14:tracePt t="29586" x="4876800" y="2627313"/>
          <p14:tracePt t="29603" x="4760913" y="2649538"/>
          <p14:tracePt t="29619" x="4622800" y="2663825"/>
          <p14:tracePt t="29636" x="4506913" y="2678113"/>
          <p14:tracePt t="29652" x="4391025" y="2692400"/>
          <p14:tracePt t="29670" x="4295775" y="2700338"/>
          <p14:tracePt t="29686" x="4194175" y="2714625"/>
          <p14:tracePt t="29703" x="4041775" y="2720975"/>
          <p14:tracePt t="29719" x="3933825" y="2728913"/>
          <p14:tracePt t="29736" x="3817938" y="2751138"/>
          <p14:tracePt t="29753" x="3730625" y="2757488"/>
          <p14:tracePt t="29769" x="3649663" y="2771775"/>
          <p14:tracePt t="29786" x="3570288" y="2786063"/>
          <p14:tracePt t="29803" x="3513138" y="2801938"/>
          <p14:tracePt t="29819" x="3468688" y="2801938"/>
          <p14:tracePt t="29836" x="3417888" y="2808288"/>
          <p14:tracePt t="29852" x="3395663" y="2816225"/>
          <p14:tracePt t="29869" x="3367088" y="2816225"/>
          <p14:tracePt t="29886" x="3352800" y="2822575"/>
          <p14:tracePt t="29903" x="3316288" y="2822575"/>
          <p14:tracePt t="29919" x="3265488" y="2830513"/>
          <p14:tracePt t="29936" x="3228975" y="2852738"/>
          <p14:tracePt t="29952" x="3178175" y="2852738"/>
          <p14:tracePt t="29969" x="3163888" y="2852738"/>
          <p14:tracePt t="29986" x="3149600" y="2852738"/>
          <p14:tracePt t="30002" x="3141663" y="2852738"/>
          <p14:tracePt t="30047" x="3135313" y="2852738"/>
          <p14:tracePt t="31470" x="3163888" y="2852738"/>
          <p14:tracePt t="31481" x="3316288" y="2852738"/>
          <p14:tracePt t="31491" x="3440113" y="2852738"/>
          <p14:tracePt t="31503" x="3817938" y="2867025"/>
          <p14:tracePt t="31520" x="4259263" y="2903538"/>
          <p14:tracePt t="31537" x="4746625" y="2924175"/>
          <p14:tracePt t="31553" x="5189538" y="2946400"/>
          <p14:tracePt t="31561" x="5407025" y="2960688"/>
          <p14:tracePt t="31570" x="5602288" y="2960688"/>
          <p14:tracePt t="31587" x="5856288" y="2968625"/>
          <p14:tracePt t="31603" x="6037263" y="2968625"/>
          <p14:tracePt t="31621" x="6138863" y="2968625"/>
          <p14:tracePt t="31637" x="6169025" y="2968625"/>
          <p14:tracePt t="31653" x="6189663" y="2968625"/>
          <p14:tracePt t="31671" x="6205538" y="2968625"/>
          <p14:tracePt t="31704" x="6226175" y="2960688"/>
          <p14:tracePt t="31720" x="6240463" y="2960688"/>
          <p14:tracePt t="31736" x="6262688" y="2960688"/>
          <p14:tracePt t="31753" x="6335713" y="2946400"/>
          <p14:tracePt t="31770" x="6443663" y="2932113"/>
          <p14:tracePt t="31787" x="6596063" y="2909888"/>
          <p14:tracePt t="31804" x="6683375" y="2887663"/>
          <p14:tracePt t="31820" x="6719888" y="2867025"/>
          <p14:tracePt t="31837" x="6727825" y="2859088"/>
          <p14:tracePt t="31898" x="6734175" y="2852738"/>
          <p14:tracePt t="31914" x="6742113" y="2852738"/>
          <p14:tracePt t="31923" x="6748463" y="2844800"/>
          <p14:tracePt t="31940" x="6748463" y="2830513"/>
          <p14:tracePt t="31953" x="6748463" y="2801938"/>
          <p14:tracePt t="31970" x="6756400" y="2794000"/>
          <p14:tracePt t="31987" x="6756400" y="2771775"/>
          <p14:tracePt t="32004" x="6756400" y="2757488"/>
          <p14:tracePt t="32021" x="6756400" y="2751138"/>
          <p14:tracePt t="32078" x="6756400" y="2743200"/>
          <p14:tracePt t="32084" x="6756400" y="2735263"/>
          <p14:tracePt t="32094" x="6756400" y="2728913"/>
          <p14:tracePt t="32104" x="6764338" y="2714625"/>
          <p14:tracePt t="32123" x="6764338" y="2706688"/>
          <p14:tracePt t="32189" x="6764338" y="2700338"/>
          <p14:tracePt t="32197" x="6764338" y="2692400"/>
          <p14:tracePt t="32211" x="6764338" y="2684463"/>
          <p14:tracePt t="32225" x="6770688" y="2678113"/>
          <p14:tracePt t="32555" x="6784975" y="2678113"/>
          <p14:tracePt t="32564" x="6807200" y="2678113"/>
          <p14:tracePt t="32574" x="6843713" y="2663825"/>
          <p14:tracePt t="32588" x="6931025" y="2655888"/>
          <p14:tracePt t="32604" x="7038975" y="2649538"/>
          <p14:tracePt t="32621" x="7170738" y="2649538"/>
          <p14:tracePt t="32637" x="7286625" y="2649538"/>
          <p14:tracePt t="32654" x="7394575" y="2655888"/>
          <p14:tracePt t="32658" x="7439025" y="2663825"/>
          <p14:tracePt t="32671" x="7546975" y="2670175"/>
          <p14:tracePt t="32687" x="7612063" y="2678113"/>
          <p14:tracePt t="32704" x="7758113" y="2700338"/>
          <p14:tracePt t="32721" x="7896225" y="2714625"/>
          <p14:tracePt t="32737" x="7983538" y="2735263"/>
          <p14:tracePt t="32754" x="8034338" y="2743200"/>
          <p14:tracePt t="32770" x="8040688" y="2743200"/>
          <p14:tracePt t="32818" x="8048625" y="2743200"/>
          <p14:tracePt t="32834" x="8054975" y="2743200"/>
          <p14:tracePt t="32851" x="8062913" y="2751138"/>
          <p14:tracePt t="32882" x="8069263" y="2751138"/>
          <p14:tracePt t="33001" x="8069263" y="2757488"/>
          <p14:tracePt t="33018" x="8062913" y="2757488"/>
          <p14:tracePt t="33028" x="8062913" y="2765425"/>
          <p14:tracePt t="33037" x="8048625" y="2771775"/>
          <p14:tracePt t="33054" x="8034338" y="2779713"/>
          <p14:tracePt t="33071" x="8012113" y="2786063"/>
          <p14:tracePt t="33087" x="7947025" y="2816225"/>
          <p14:tracePt t="33103" x="7932738" y="2830513"/>
          <p14:tracePt t="33242" x="7953375" y="2830513"/>
          <p14:tracePt t="33258" x="7961313" y="2830513"/>
          <p14:tracePt t="33282" x="7910513" y="2816225"/>
          <p14:tracePt t="33586" x="7902575" y="2808288"/>
          <p14:tracePt t="33599" x="7888288" y="2771775"/>
          <p14:tracePt t="33620" x="7874000" y="2735263"/>
          <p14:tracePt t="33639" x="7859713" y="2692400"/>
          <p14:tracePt t="33655" x="7859713" y="2684463"/>
          <p14:tracePt t="33671" x="7851775" y="2684463"/>
          <p14:tracePt t="33739" x="7845425" y="2684463"/>
          <p14:tracePt t="33764" x="7837488" y="2684463"/>
          <p14:tracePt t="33786" x="7823200" y="2684463"/>
          <p14:tracePt t="33811" x="7815263" y="2684463"/>
          <p14:tracePt t="33828" x="7794625" y="2684463"/>
          <p14:tracePt t="33840" x="7743825" y="2700338"/>
          <p14:tracePt t="33855" x="7693025" y="2714625"/>
          <p14:tracePt t="33871" x="7678738" y="2714625"/>
          <p14:tracePt t="33889" x="7648575" y="2728913"/>
          <p14:tracePt t="33920" x="7642225" y="2728913"/>
          <p14:tracePt t="33937" x="7620000" y="2728913"/>
          <p14:tracePt t="33954" x="7597775" y="2735263"/>
          <p14:tracePt t="33970" x="7577138" y="2743200"/>
          <p14:tracePt t="33987" x="7561263" y="2743200"/>
          <p14:tracePt t="34004" x="7554913" y="2751138"/>
          <p14:tracePt t="34020" x="7540625" y="2751138"/>
          <p14:tracePt t="34037" x="7532688" y="2751138"/>
          <p14:tracePt t="34054" x="7510463" y="2751138"/>
          <p14:tracePt t="34057" x="7496175" y="2751138"/>
          <p14:tracePt t="34074" x="7481888" y="2751138"/>
          <p14:tracePt t="34087" x="7459663" y="2728913"/>
          <p14:tracePt t="34104" x="7439025" y="2670175"/>
          <p14:tracePt t="34120" x="7431088" y="2627313"/>
          <p14:tracePt t="34138" x="7431088" y="2576513"/>
          <p14:tracePt t="34154" x="7431088" y="2532063"/>
          <p14:tracePt t="34171" x="7431088" y="2503488"/>
          <p14:tracePt t="34187" x="7439025" y="2489200"/>
          <p14:tracePt t="34204" x="7453313" y="2466975"/>
          <p14:tracePt t="34221" x="7467600" y="2446338"/>
          <p14:tracePt t="34237" x="7496175" y="2424113"/>
          <p14:tracePt t="34254" x="7518400" y="2409825"/>
          <p14:tracePt t="34271" x="7569200" y="2387600"/>
          <p14:tracePt t="34287" x="7605713" y="2373313"/>
          <p14:tracePt t="34304" x="7634288" y="2359025"/>
          <p14:tracePt t="34320" x="7648575" y="2359025"/>
          <p14:tracePt t="34337" x="7678738" y="2344738"/>
          <p14:tracePt t="34354" x="7721600" y="2336800"/>
          <p14:tracePt t="34371" x="7786688" y="2328863"/>
          <p14:tracePt t="34390" x="7851775" y="2314575"/>
          <p14:tracePt t="34407" x="7975600" y="2308225"/>
          <p14:tracePt t="34421" x="8012113" y="2308225"/>
          <p14:tracePt t="34438" x="8077200" y="2308225"/>
          <p14:tracePt t="34454" x="8135938" y="2308225"/>
          <p14:tracePt t="34471" x="8178800" y="2308225"/>
          <p14:tracePt t="34472" x="8207375" y="2308225"/>
          <p14:tracePt t="34487" x="8243888" y="2308225"/>
          <p14:tracePt t="34504" x="8288338" y="2308225"/>
          <p14:tracePt t="34521" x="8331200" y="2308225"/>
          <p14:tracePt t="34537" x="8382000" y="2308225"/>
          <p14:tracePt t="34554" x="8424863" y="2314575"/>
          <p14:tracePt t="34559" x="8455025" y="2322513"/>
          <p14:tracePt t="34571" x="8469313" y="2322513"/>
          <p14:tracePt t="34589" x="8512175" y="2336800"/>
          <p14:tracePt t="34604" x="8526463" y="2344738"/>
          <p14:tracePt t="34621" x="8556625" y="2344738"/>
          <p14:tracePt t="34637" x="8577263" y="2359025"/>
          <p14:tracePt t="34654" x="8593138" y="2373313"/>
          <p14:tracePt t="34670" x="8613775" y="2387600"/>
          <p14:tracePt t="34687" x="8643938" y="2401888"/>
          <p14:tracePt t="34704" x="8664575" y="2424113"/>
          <p14:tracePt t="34721" x="8686800" y="2438400"/>
          <p14:tracePt t="34737" x="8709025" y="2474913"/>
          <p14:tracePt t="34754" x="8745538" y="2517775"/>
          <p14:tracePt t="34771" x="8759825" y="2540000"/>
          <p14:tracePt t="34788" x="8780463" y="2562225"/>
          <p14:tracePt t="34804" x="8796338" y="2576513"/>
          <p14:tracePt t="34821" x="8802688" y="2598738"/>
          <p14:tracePt t="34838" x="8810625" y="2619375"/>
          <p14:tracePt t="34854" x="8816975" y="2627313"/>
          <p14:tracePt t="34871" x="8824913" y="2655888"/>
          <p14:tracePt t="34889" x="8831263" y="2655888"/>
          <p14:tracePt t="34904" x="8831263" y="2663825"/>
          <p14:tracePt t="34930" x="8831263" y="2670175"/>
          <p14:tracePt t="34937" x="8831263" y="2684463"/>
          <p14:tracePt t="34954" x="8831263" y="2700338"/>
          <p14:tracePt t="34971" x="8831263" y="2720975"/>
          <p14:tracePt t="34988" x="8831263" y="2735263"/>
          <p14:tracePt t="35021" x="8831263" y="2757488"/>
          <p14:tracePt t="35038" x="8824913" y="2757488"/>
          <p14:tracePt t="35055" x="8810625" y="2779713"/>
          <p14:tracePt t="35072" x="8796338" y="2794000"/>
          <p14:tracePt t="35088" x="8780463" y="2801938"/>
          <p14:tracePt t="35104" x="8759825" y="2822575"/>
          <p14:tracePt t="35121" x="8745538" y="2830513"/>
          <p14:tracePt t="35138" x="8709025" y="2852738"/>
          <p14:tracePt t="35154" x="8672513" y="2867025"/>
          <p14:tracePt t="35171" x="8613775" y="2881313"/>
          <p14:tracePt t="35188" x="8548688" y="2895600"/>
          <p14:tracePt t="35204" x="8455025" y="2924175"/>
          <p14:tracePt t="35221" x="8367713" y="2938463"/>
          <p14:tracePt t="35239" x="8186738" y="2960688"/>
          <p14:tracePt t="35254" x="8120063" y="2960688"/>
          <p14:tracePt t="35271" x="7975600" y="2960688"/>
          <p14:tracePt t="35289" x="7837488" y="2960688"/>
          <p14:tracePt t="35305" x="7780338" y="2960688"/>
          <p14:tracePt t="35323" x="7729538" y="2960688"/>
          <p14:tracePt t="35338" x="7670800" y="2960688"/>
          <p14:tracePt t="35355" x="7591425" y="2960688"/>
          <p14:tracePt t="35371" x="7481888" y="2960688"/>
          <p14:tracePt t="35389" x="7394575" y="2960688"/>
          <p14:tracePt t="35405" x="7323138" y="2960688"/>
          <p14:tracePt t="35407" x="7292975" y="2960688"/>
          <p14:tracePt t="35421" x="7272338" y="2960688"/>
          <p14:tracePt t="35440" x="7148513" y="2960688"/>
          <p14:tracePt t="35455" x="7053263" y="2960688"/>
          <p14:tracePt t="35471" x="6967538" y="2960688"/>
          <p14:tracePt t="35489" x="6894513" y="2960688"/>
          <p14:tracePt t="35505" x="6821488" y="2960688"/>
          <p14:tracePt t="35521" x="6764338" y="2960688"/>
          <p14:tracePt t="35540" x="6677025" y="2960688"/>
          <p14:tracePt t="35548" x="6646863" y="2960688"/>
          <p14:tracePt t="35555" x="6596063" y="2960688"/>
          <p14:tracePt t="35571" x="6510338" y="2960688"/>
          <p14:tracePt t="35589" x="6459538" y="2960688"/>
          <p14:tracePt t="35605" x="6415088" y="2960688"/>
          <p14:tracePt t="35621" x="6364288" y="2960688"/>
          <p14:tracePt t="35639" x="6262688" y="2960688"/>
          <p14:tracePt t="35656" x="6175375" y="2960688"/>
          <p14:tracePt t="35671" x="6073775" y="2954338"/>
          <p14:tracePt t="35689" x="6008688" y="2946400"/>
          <p14:tracePt t="35705" x="5935663" y="2932113"/>
          <p14:tracePt t="35721" x="5827713" y="2909888"/>
          <p14:tracePt t="35738" x="5768975" y="2903538"/>
          <p14:tracePt t="35755" x="5740400" y="2903538"/>
          <p14:tracePt t="35772" x="5718175" y="2903538"/>
          <p14:tracePt t="35788" x="5681663" y="2887663"/>
          <p14:tracePt t="35804" x="5661025" y="2887663"/>
          <p14:tracePt t="35822" x="5624513" y="2881313"/>
          <p14:tracePt t="35840" x="5565775" y="2881313"/>
          <p14:tracePt t="35856" x="5545138" y="2881313"/>
          <p14:tracePt t="35871" x="5522913" y="2881313"/>
          <p14:tracePt t="35887" x="5514975" y="2881313"/>
          <p14:tracePt t="36082" x="5522913" y="2873375"/>
          <p14:tracePt t="36093" x="5573713" y="2852738"/>
          <p14:tracePt t="36105" x="5732463" y="2836863"/>
          <p14:tracePt t="36121" x="5951538" y="2816225"/>
          <p14:tracePt t="36139" x="6307138" y="2816225"/>
          <p14:tracePt t="36155" x="6662738" y="2816225"/>
          <p14:tracePt t="36171" x="7024688" y="2816225"/>
          <p14:tracePt t="36189" x="7264400" y="2816225"/>
          <p14:tracePt t="36205" x="7445375" y="2816225"/>
          <p14:tracePt t="36222" x="7526338" y="2816225"/>
          <p14:tracePt t="36240" x="7583488" y="2808288"/>
          <p14:tracePt t="36256" x="7612063" y="2801938"/>
          <p14:tracePt t="36271" x="7662863" y="2786063"/>
          <p14:tracePt t="36288" x="7693025" y="2779713"/>
          <p14:tracePt t="36305" x="7743825" y="2765425"/>
          <p14:tracePt t="36324" x="7772400" y="2757488"/>
          <p14:tracePt t="36339" x="7794625" y="2751138"/>
          <p14:tracePt t="36355" x="7815263" y="2751138"/>
          <p14:tracePt t="36372" x="7851775" y="2728913"/>
          <p14:tracePt t="36388" x="7924800" y="2714625"/>
          <p14:tracePt t="36405" x="8018463" y="2692400"/>
          <p14:tracePt t="36421" x="8091488" y="2670175"/>
          <p14:tracePt t="36440" x="8150225" y="2655888"/>
          <p14:tracePt t="36472" x="8156575" y="2655888"/>
          <p14:tracePt t="36765" x="8164513" y="2655888"/>
          <p14:tracePt t="36786" x="8170863" y="2649538"/>
          <p14:tracePt t="36818" x="8178800" y="2641600"/>
          <p14:tracePt t="38131" x="8186738" y="2641600"/>
          <p14:tracePt t="38145" x="8221663" y="2641600"/>
          <p14:tracePt t="38157" x="8243888" y="2641600"/>
          <p14:tracePt t="38172" x="8294688" y="2641600"/>
          <p14:tracePt t="38190" x="8367713" y="2641600"/>
          <p14:tracePt t="38205" x="8483600" y="2641600"/>
          <p14:tracePt t="38222" x="8658225" y="2641600"/>
          <p14:tracePt t="38239" x="8926513" y="2684463"/>
          <p14:tracePt t="38255" x="9085263" y="2706688"/>
          <p14:tracePt t="38272" x="9186863" y="2728913"/>
          <p14:tracePt t="38288" x="9245600" y="2735263"/>
          <p14:tracePt t="38305" x="9288463" y="2735263"/>
          <p14:tracePt t="38322" x="9324975" y="2751138"/>
          <p14:tracePt t="38338" x="9355138" y="2751138"/>
          <p14:tracePt t="38355" x="9375775" y="2751138"/>
          <p14:tracePt t="39000" x="9375775" y="2743200"/>
          <p14:tracePt t="39016" x="9369425" y="2743200"/>
          <p14:tracePt t="39024" x="9361488" y="2743200"/>
          <p14:tracePt t="39032" x="9355138" y="2735263"/>
          <p14:tracePt t="39041" x="9339263" y="2728913"/>
          <p14:tracePt t="39056" x="9332913" y="2720975"/>
          <p14:tracePt t="39072" x="9318625" y="2706688"/>
          <p14:tracePt t="39089" x="9304338" y="2706688"/>
          <p14:tracePt t="39106" x="9288463" y="2700338"/>
          <p14:tracePt t="39122" x="9282113" y="2692400"/>
          <p14:tracePt t="39139" x="9267825" y="2684463"/>
          <p14:tracePt t="39155" x="9253538" y="2678113"/>
          <p14:tracePt t="39172" x="9245600" y="2678113"/>
          <p14:tracePt t="39205" x="9231313" y="2678113"/>
          <p14:tracePt t="39240" x="9223375" y="2678113"/>
          <p14:tracePt t="39314" x="9217025" y="2670175"/>
          <p14:tracePt t="40142" x="9231313" y="2670175"/>
          <p14:tracePt t="40149" x="9237663" y="2670175"/>
          <p14:tracePt t="40160" x="9259888" y="2670175"/>
          <p14:tracePt t="40189" x="9274175" y="2670175"/>
          <p14:tracePt t="40206" x="9282113" y="2670175"/>
          <p14:tracePt t="40223" x="9304338" y="2670175"/>
          <p14:tracePt t="40239" x="9318625" y="2670175"/>
          <p14:tracePt t="40256" x="9332913" y="2670175"/>
          <p14:tracePt t="40273" x="9347200" y="2670175"/>
          <p14:tracePt t="40290" x="9369425" y="2670175"/>
          <p14:tracePt t="40306" x="9375775" y="2670175"/>
          <p14:tracePt t="40323" x="9383713" y="2670175"/>
          <p14:tracePt t="40340" x="9398000" y="2670175"/>
          <p14:tracePt t="40356" x="9405938" y="2670175"/>
          <p14:tracePt t="40372" x="9412288" y="2670175"/>
          <p14:tracePt t="40389" x="9420225" y="2670175"/>
          <p14:tracePt t="40406" x="9434513" y="2670175"/>
          <p14:tracePt t="40439" x="9440863" y="2670175"/>
          <p14:tracePt t="40489" x="9448800" y="2670175"/>
          <p14:tracePt t="40617" x="9456738" y="2670175"/>
          <p14:tracePt t="40633" x="9463088" y="2670175"/>
          <p14:tracePt t="40640" x="9485313" y="2670175"/>
          <p14:tracePt t="40656" x="9507538" y="2670175"/>
          <p14:tracePt t="40664" x="9536113" y="2684463"/>
          <p14:tracePt t="40672" x="9550400" y="2684463"/>
          <p14:tracePt t="40689" x="9609138" y="2684463"/>
          <p14:tracePt t="40706" x="9674225" y="2692400"/>
          <p14:tracePt t="40723" x="9745663" y="2692400"/>
          <p14:tracePt t="40739" x="9812338" y="2692400"/>
          <p14:tracePt t="40756" x="9906000" y="2692400"/>
          <p14:tracePt t="40772" x="9971088" y="2678113"/>
          <p14:tracePt t="40789" x="10036175" y="2649538"/>
          <p14:tracePt t="40806" x="10080625" y="2627313"/>
          <p14:tracePt t="40822" x="10109200" y="2613025"/>
          <p14:tracePt t="40839" x="10131425" y="2598738"/>
          <p14:tracePt t="40856" x="10137775" y="2590800"/>
          <p14:tracePt t="40872" x="10145713" y="2590800"/>
          <p14:tracePt t="40889" x="10152063" y="2576513"/>
          <p14:tracePt t="40906" x="10160000" y="2576513"/>
          <p14:tracePt t="40922" x="10167938" y="2568575"/>
          <p14:tracePt t="40939" x="10182225" y="2568575"/>
          <p14:tracePt t="40956" x="10188575" y="2568575"/>
          <p14:tracePt t="40972" x="10196513" y="2562225"/>
          <p14:tracePt t="40989" x="10196513" y="2554288"/>
          <p14:tracePt t="41006" x="10202863" y="2554288"/>
          <p14:tracePt t="41022" x="10210800" y="2554288"/>
          <p14:tracePt t="41039" x="10233025" y="2554288"/>
          <p14:tracePt t="41056" x="10253663" y="2554288"/>
          <p14:tracePt t="41073" x="10275888" y="2554288"/>
          <p14:tracePt t="41089" x="10312400" y="2554288"/>
          <p14:tracePt t="41106" x="10355263" y="2554288"/>
          <p14:tracePt t="41122" x="10399713" y="2568575"/>
          <p14:tracePt t="41139" x="10456863" y="2590800"/>
          <p14:tracePt t="41156" x="10493375" y="2605088"/>
          <p14:tracePt t="41172" x="10537825" y="2613025"/>
          <p14:tracePt t="41189" x="10594975" y="2627313"/>
          <p14:tracePt t="41206" x="10645775" y="2641600"/>
          <p14:tracePt t="41222" x="10704513" y="2649538"/>
          <p14:tracePt t="41239" x="10726738" y="2649538"/>
          <p14:tracePt t="41256" x="10733088" y="2649538"/>
          <p14:tracePt t="41272" x="10741025" y="2649538"/>
          <p14:tracePt t="41289" x="10755313" y="2649538"/>
          <p14:tracePt t="41306" x="10761663" y="2649538"/>
          <p14:tracePt t="41322" x="10769600" y="2655888"/>
          <p14:tracePt t="41339" x="10777538" y="2655888"/>
          <p14:tracePt t="41356" x="10798175" y="2663825"/>
          <p14:tracePt t="41389" x="10806113" y="2663825"/>
          <p14:tracePt t="41407" x="10812463" y="2663825"/>
          <p14:tracePt t="41422" x="10828338" y="2663825"/>
          <p14:tracePt t="41439" x="10848975" y="2670175"/>
          <p14:tracePt t="41456" x="10885488" y="2670175"/>
          <p14:tracePt t="41472" x="10922000" y="2678113"/>
          <p14:tracePt t="41489" x="10944225" y="2678113"/>
          <p14:tracePt t="41506" x="10964863" y="2678113"/>
          <p14:tracePt t="41523" x="10980738" y="2678113"/>
          <p14:tracePt t="41539" x="10995025" y="2678113"/>
          <p14:tracePt t="41556" x="11009313" y="2678113"/>
          <p14:tracePt t="41573" x="11015663" y="2678113"/>
          <p14:tracePt t="41589" x="11031538" y="2678113"/>
          <p14:tracePt t="41606" x="11037888" y="2678113"/>
          <p14:tracePt t="41622" x="11052175" y="2678113"/>
          <p14:tracePt t="41639" x="11060113" y="2670175"/>
          <p14:tracePt t="41656" x="11074400" y="2670175"/>
          <p14:tracePt t="41689" x="11088688" y="2663825"/>
          <p14:tracePt t="41706" x="11096625" y="2663825"/>
          <p14:tracePt t="41723" x="11102975" y="2663825"/>
          <p14:tracePt t="41739" x="11117263" y="2663825"/>
          <p14:tracePt t="41756" x="11133138" y="2649538"/>
          <p14:tracePt t="41773" x="11147425" y="2649538"/>
          <p14:tracePt t="41789" x="11153775" y="2649538"/>
          <p14:tracePt t="41806" x="11168063" y="2641600"/>
          <p14:tracePt t="41823" x="11198225" y="2633663"/>
          <p14:tracePt t="41839" x="11218863" y="2633663"/>
          <p14:tracePt t="41873" x="11226800" y="2633663"/>
          <p14:tracePt t="41896" x="11234738" y="2633663"/>
          <p14:tracePt t="41928" x="11241088" y="2627313"/>
          <p14:tracePt t="42532" x="11249025" y="2627313"/>
          <p14:tracePt t="42541" x="11255375" y="2627313"/>
          <p14:tracePt t="42554" x="11263313" y="2627313"/>
          <p14:tracePt t="42573" x="11269663" y="2627313"/>
          <p14:tracePt t="42581" x="11277600" y="2627313"/>
          <p14:tracePt t="42590" x="11285538" y="2619375"/>
          <p14:tracePt t="42608" x="11299825" y="2619375"/>
          <p14:tracePt t="42690" x="11306175" y="2619375"/>
          <p14:tracePt t="42732" x="11314113" y="2619375"/>
          <p14:tracePt t="42781" x="11320463" y="2619375"/>
          <p14:tracePt t="42831" x="11328400" y="2619375"/>
          <p14:tracePt t="42843" x="11336338" y="2619375"/>
          <p14:tracePt t="42861" x="11342688" y="2619375"/>
          <p14:tracePt t="42899" x="11350625" y="2619375"/>
          <p14:tracePt t="42981" x="11356975" y="2619375"/>
          <p14:tracePt t="42994" x="11364913" y="2619375"/>
          <p14:tracePt t="43019" x="11371263" y="2619375"/>
          <p14:tracePt t="43029" x="11379200" y="2619375"/>
          <p14:tracePt t="43061" x="11387138" y="2619375"/>
          <p14:tracePt t="43229" x="11393488" y="2619375"/>
          <p14:tracePt t="43242" x="11407775" y="2619375"/>
          <p14:tracePt t="43277" x="11415713" y="2619375"/>
          <p14:tracePt t="43285" x="11422063" y="2619375"/>
          <p14:tracePt t="43314" x="11430000" y="2619375"/>
          <p14:tracePt t="43812" x="11437938" y="2627313"/>
          <p14:tracePt t="44322" x="11422063" y="2627313"/>
          <p14:tracePt t="44333" x="11401425" y="2627313"/>
          <p14:tracePt t="44343" x="11306175" y="2627313"/>
          <p14:tracePt t="44357" x="11212513" y="2627313"/>
          <p14:tracePt t="44375" x="10588625" y="2627313"/>
          <p14:tracePt t="44392" x="10058400" y="2627313"/>
          <p14:tracePt t="44408" x="9586913" y="2627313"/>
          <p14:tracePt t="44424" x="9186863" y="2627313"/>
          <p14:tracePt t="44441" x="8816975" y="2627313"/>
          <p14:tracePt t="44458" x="8359775" y="2627313"/>
          <p14:tracePt t="44474" x="7983538" y="2627313"/>
          <p14:tracePt t="44491" x="7707313" y="2627313"/>
          <p14:tracePt t="44507" x="7540625" y="2627313"/>
          <p14:tracePt t="44524" x="7453313" y="2627313"/>
          <p14:tracePt t="44541" x="7373938" y="2627313"/>
          <p14:tracePt t="44548" x="7343775" y="2627313"/>
          <p14:tracePt t="44557" x="7315200" y="2627313"/>
          <p14:tracePt t="44574" x="7221538" y="2627313"/>
          <p14:tracePt t="44591" x="7126288" y="2627313"/>
          <p14:tracePt t="44607" x="7018338" y="2627313"/>
          <p14:tracePt t="44624" x="6951663" y="2627313"/>
          <p14:tracePt t="44640" x="6865938" y="2627313"/>
          <p14:tracePt t="44657" x="6705600" y="2627313"/>
          <p14:tracePt t="44674" x="6553200" y="2627313"/>
          <p14:tracePt t="44690" x="6400800" y="2627313"/>
          <p14:tracePt t="44707" x="6284913" y="2627313"/>
          <p14:tracePt t="44724" x="6197600" y="2627313"/>
          <p14:tracePt t="44741" x="6088063" y="2627313"/>
          <p14:tracePt t="44757" x="5980113" y="2627313"/>
          <p14:tracePt t="44774" x="5864225" y="2627313"/>
          <p14:tracePt t="44791" x="5711825" y="2627313"/>
          <p14:tracePt t="44808" x="5624513" y="2627313"/>
          <p14:tracePt t="44824" x="5551488" y="2627313"/>
          <p14:tracePt t="44841" x="5486400" y="2627313"/>
          <p14:tracePt t="44858" x="5421313" y="2627313"/>
          <p14:tracePt t="44874" x="5291138" y="2627313"/>
          <p14:tracePt t="44890" x="5138738" y="2627313"/>
          <p14:tracePt t="44907" x="4978400" y="2627313"/>
          <p14:tracePt t="44924" x="4854575" y="2627313"/>
          <p14:tracePt t="44941" x="4746625" y="2627313"/>
          <p14:tracePt t="44957" x="4659313" y="2627313"/>
          <p14:tracePt t="44974" x="4543425" y="2627313"/>
          <p14:tracePt t="44990" x="4405313" y="2627313"/>
          <p14:tracePt t="45007" x="4244975" y="2627313"/>
          <p14:tracePt t="45024" x="4165600" y="2627313"/>
          <p14:tracePt t="45040" x="4137025" y="2627313"/>
          <p14:tracePt t="45057" x="4129088" y="2627313"/>
          <p14:tracePt t="45073" x="4114800" y="2627313"/>
          <p14:tracePt t="45090" x="4106863" y="2627313"/>
          <p14:tracePt t="45107" x="4092575" y="2627313"/>
          <p14:tracePt t="45124" x="4086225" y="2627313"/>
          <p14:tracePt t="45151" x="4078288" y="2627313"/>
          <p14:tracePt t="45176" x="4071938" y="2627313"/>
          <p14:tracePt t="45183" x="4064000" y="2627313"/>
          <p14:tracePt t="45191" x="4056063" y="2633663"/>
          <p14:tracePt t="45208" x="4041775" y="2633663"/>
          <p14:tracePt t="45224" x="4021138" y="2641600"/>
          <p14:tracePt t="45240" x="4005263" y="2649538"/>
          <p14:tracePt t="45262" x="3990975" y="2655888"/>
          <p14:tracePt t="45276" x="3984625" y="2655888"/>
          <p14:tracePt t="45291" x="3962400" y="2670175"/>
          <p14:tracePt t="45308" x="3925888" y="2692400"/>
          <p14:tracePt t="45326" x="3860800" y="2743200"/>
          <p14:tracePt t="45341" x="3810000" y="2771775"/>
          <p14:tracePt t="45357" x="3767138" y="2808288"/>
          <p14:tracePt t="45374" x="3736975" y="2830513"/>
          <p14:tracePt t="45391" x="3722688" y="2830513"/>
          <p14:tracePt t="45408" x="3694113" y="2852738"/>
          <p14:tracePt t="45424" x="3665538" y="2859088"/>
          <p14:tracePt t="45441" x="3643313" y="2873375"/>
          <p14:tracePt t="45458" x="3635375" y="2873375"/>
          <p14:tracePt t="45474" x="3614738" y="2873375"/>
          <p14:tracePt t="45491" x="3598863" y="2881313"/>
          <p14:tracePt t="45508" x="3592513" y="2887663"/>
          <p14:tracePt t="45524" x="3563938" y="2903538"/>
          <p14:tracePt t="45542" x="3541713" y="2909888"/>
          <p14:tracePt t="45548" x="3533775" y="2909888"/>
          <p14:tracePt t="45563" x="3527425" y="2909888"/>
          <p14:tracePt t="45754" x="3541713" y="2924175"/>
          <p14:tracePt t="45768" x="3578225" y="2924175"/>
          <p14:tracePt t="45779" x="3606800" y="2932113"/>
          <p14:tracePt t="45791" x="3629025" y="2938463"/>
          <p14:tracePt t="45810" x="3679825" y="2946400"/>
          <p14:tracePt t="45825" x="3708400" y="2954338"/>
          <p14:tracePt t="45841" x="3736975" y="2960688"/>
          <p14:tracePt t="45860" x="3773488" y="2968625"/>
          <p14:tracePt t="45874" x="3802063" y="2968625"/>
          <p14:tracePt t="45891" x="3832225" y="2968625"/>
          <p14:tracePt t="45908" x="3852863" y="2968625"/>
          <p14:tracePt t="45924" x="3883025" y="2968625"/>
          <p14:tracePt t="45942" x="3911600" y="2968625"/>
          <p14:tracePt t="45959" x="3948113" y="2968625"/>
          <p14:tracePt t="45975" x="3976688" y="2968625"/>
          <p14:tracePt t="45992" x="4005263" y="2968625"/>
          <p14:tracePt t="46008" x="4027488" y="2968625"/>
          <p14:tracePt t="46027" x="4041775" y="2968625"/>
          <p14:tracePt t="46042" x="4078288" y="2968625"/>
          <p14:tracePt t="46047" x="4086225" y="2968625"/>
          <p14:tracePt t="46058" x="4106863" y="2968625"/>
          <p14:tracePt t="46075" x="4129088" y="2968625"/>
          <p14:tracePt t="46091" x="4137025" y="2968625"/>
          <p14:tracePt t="46107" x="4151313" y="2968625"/>
          <p14:tracePt t="46124" x="4157663" y="2968625"/>
          <p14:tracePt t="46141" x="4173538" y="2968625"/>
          <p14:tracePt t="46157" x="4179888" y="2968625"/>
          <p14:tracePt t="46174" x="4187825" y="2960688"/>
          <p14:tracePt t="46191" x="4194175" y="2960688"/>
          <p14:tracePt t="46460" x="4202113" y="2960688"/>
          <p14:tracePt t="46475" x="4208463" y="2960688"/>
          <p14:tracePt t="46486" x="4216400" y="2960688"/>
          <p14:tracePt t="46506" x="4224338" y="2960688"/>
          <p14:tracePt t="46531" x="4238625" y="2960688"/>
          <p14:tracePt t="46549" x="4252913" y="2960688"/>
          <p14:tracePt t="46556" x="4259263" y="2960688"/>
          <p14:tracePt t="46565" x="4267200" y="2960688"/>
          <p14:tracePt t="46578" x="4289425" y="2960688"/>
          <p14:tracePt t="46591" x="4303713" y="2960688"/>
          <p14:tracePt t="46608" x="4318000" y="2960688"/>
          <p14:tracePt t="46625" x="4340225" y="2960688"/>
          <p14:tracePt t="46641" x="4354513" y="2960688"/>
          <p14:tracePt t="46660" x="4383088" y="2960688"/>
          <p14:tracePt t="46675" x="4397375" y="2960688"/>
          <p14:tracePt t="46691" x="4427538" y="2960688"/>
          <p14:tracePt t="46709" x="4462463" y="2960688"/>
          <p14:tracePt t="46725" x="4492625" y="2960688"/>
          <p14:tracePt t="46742" x="4543425" y="2960688"/>
          <p14:tracePt t="46760" x="4622800" y="2954338"/>
          <p14:tracePt t="46777" x="4673600" y="2954338"/>
          <p14:tracePt t="46791" x="4738688" y="2954338"/>
          <p14:tracePt t="46811" x="4811713" y="2954338"/>
          <p14:tracePt t="46827" x="4905375" y="2954338"/>
          <p14:tracePt t="46841" x="4978400" y="2954338"/>
          <p14:tracePt t="46859" x="5072063" y="2954338"/>
          <p14:tracePt t="46875" x="5138738" y="2954338"/>
          <p14:tracePt t="46892" x="5195888" y="2954338"/>
          <p14:tracePt t="46908" x="5260975" y="2954338"/>
          <p14:tracePt t="46925" x="5305425" y="2954338"/>
          <p14:tracePt t="46941" x="5370513" y="2946400"/>
          <p14:tracePt t="46958" x="5413375" y="2938463"/>
          <p14:tracePt t="46975" x="5478463" y="2924175"/>
          <p14:tracePt t="46977" x="5508625" y="2924175"/>
          <p14:tracePt t="46991" x="5559425" y="2917825"/>
          <p14:tracePt t="47009" x="5610225" y="2909888"/>
          <p14:tracePt t="47025" x="5646738" y="2903538"/>
          <p14:tracePt t="47042" x="5667375" y="2895600"/>
          <p14:tracePt t="47048" x="5681663" y="2895600"/>
          <p14:tracePt t="47060" x="5697538" y="2887663"/>
          <p14:tracePt t="47075" x="5711825" y="2887663"/>
          <p14:tracePt t="47092" x="5718175" y="2887663"/>
          <p14:tracePt t="47275" x="5732463" y="2887663"/>
          <p14:tracePt t="47315" x="5732463" y="2881313"/>
          <p14:tracePt t="47354" x="5740400" y="2873375"/>
          <p14:tracePt t="79930" x="5754688" y="2867025"/>
          <p14:tracePt t="79947" x="5762625" y="2859088"/>
          <p14:tracePt t="79960" x="5776913" y="2822575"/>
          <p14:tracePt t="79969" x="5776913" y="2794000"/>
          <p14:tracePt t="79985" x="5776913" y="2714625"/>
          <p14:tracePt t="80002" x="5776913" y="2678113"/>
          <p14:tracePt t="80018" x="5768975" y="2670175"/>
          <p14:tracePt t="80061" x="5762625" y="2670175"/>
          <p14:tracePt t="80069" x="5740400" y="2670175"/>
          <p14:tracePt t="80085" x="5718175" y="2663825"/>
          <p14:tracePt t="80102" x="5689600" y="2655888"/>
          <p14:tracePt t="80121" x="5624513" y="2641600"/>
          <p14:tracePt t="80139" x="5588000" y="2641600"/>
          <p14:tracePt t="80155" x="5559425" y="2641600"/>
          <p14:tracePt t="80170" x="5522913" y="2655888"/>
          <p14:tracePt t="80185" x="5494338" y="2678113"/>
          <p14:tracePt t="80202" x="5457825" y="2720975"/>
          <p14:tracePt t="80219" x="5421313" y="2801938"/>
          <p14:tracePt t="80236" x="5399088" y="2909888"/>
          <p14:tracePt t="80252" x="5399088" y="3005138"/>
          <p14:tracePt t="80269" x="5399088" y="3076575"/>
          <p14:tracePt t="80285" x="5399088" y="3106738"/>
          <p14:tracePt t="80302" x="5399088" y="3135313"/>
          <p14:tracePt t="80319" x="5376863" y="3186113"/>
          <p14:tracePt t="80336" x="5356225" y="3236913"/>
          <p14:tracePt t="80352" x="5341938" y="3273425"/>
          <p14:tracePt t="80368" x="5319713" y="3302000"/>
          <p14:tracePt t="80385" x="5305425" y="3324225"/>
          <p14:tracePt t="80401" x="5305425" y="3344863"/>
          <p14:tracePt t="80418" x="5291138" y="3395663"/>
          <p14:tracePt t="80435" x="5297488" y="3468688"/>
          <p14:tracePt t="80452" x="5334000" y="3570288"/>
          <p14:tracePt t="80469" x="5392738" y="3657600"/>
          <p14:tracePt t="80485" x="5443538" y="3708400"/>
          <p14:tracePt t="80502" x="5486400" y="3722688"/>
          <p14:tracePt t="80518" x="5565775" y="3736975"/>
          <p14:tracePt t="80535" x="5638800" y="3736975"/>
          <p14:tracePt t="80552" x="5748338" y="3744913"/>
          <p14:tracePt t="80569" x="5915025" y="3781425"/>
          <p14:tracePt t="80585" x="6088063" y="3810000"/>
          <p14:tracePt t="80602" x="6284913" y="3860800"/>
          <p14:tracePt t="80618" x="6480175" y="3875088"/>
          <p14:tracePt t="80635" x="6640513" y="3903663"/>
          <p14:tracePt t="80653" x="6770688" y="3903663"/>
          <p14:tracePt t="80668" x="6900863" y="3903663"/>
          <p14:tracePt t="80685" x="7018338" y="3903663"/>
          <p14:tracePt t="80702" x="7104063" y="3883025"/>
          <p14:tracePt t="80719" x="7177088" y="3846513"/>
          <p14:tracePt t="80735" x="7213600" y="3824288"/>
          <p14:tracePt t="80752" x="7235825" y="3810000"/>
          <p14:tracePt t="80768" x="7256463" y="3802063"/>
          <p14:tracePt t="80785" x="7272338" y="3787775"/>
          <p14:tracePt t="80802" x="7292975" y="3767138"/>
          <p14:tracePt t="80818" x="7307263" y="3751263"/>
          <p14:tracePt t="80835" x="7323138" y="3716338"/>
          <p14:tracePt t="80852" x="7329488" y="3686175"/>
          <p14:tracePt t="80869" x="7337425" y="3657600"/>
          <p14:tracePt t="80885" x="7337425" y="3643313"/>
          <p14:tracePt t="80902" x="7337425" y="3635375"/>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One to one matching </a:t>
            </a:r>
            <a:r>
              <a:rPr lang="en-US" altLang="zh-TW" b="1" dirty="0" smtClean="0">
                <a:solidFill>
                  <a:schemeClr val="accent5"/>
                </a:solidFill>
              </a:rPr>
              <a:t>constraints </a:t>
            </a:r>
            <a:r>
              <a:rPr lang="en-US" altLang="zh-TW" dirty="0"/>
              <a:t>:</a:t>
            </a:r>
          </a:p>
        </p:txBody>
      </p:sp>
      <p:sp>
        <p:nvSpPr>
          <p:cNvPr id="18" name="內容版面配置區 17"/>
          <p:cNvSpPr>
            <a:spLocks noGrp="1"/>
          </p:cNvSpPr>
          <p:nvPr>
            <p:ph sz="half" idx="2"/>
          </p:nvPr>
        </p:nvSpPr>
        <p:spPr>
          <a:xfrm>
            <a:off x="839788" y="1814943"/>
            <a:ext cx="6269929" cy="4462299"/>
          </a:xfrm>
        </p:spPr>
        <p:txBody>
          <a:bodyPr>
            <a:normAutofit/>
          </a:bodyPr>
          <a:lstStyle/>
          <a:p>
            <a:pPr marL="0" indent="0">
              <a:buNone/>
            </a:pPr>
            <a:r>
              <a:rPr lang="en-US" altLang="zh-TW" sz="2400" b="1" dirty="0" smtClean="0"/>
              <a:t>1. DATADATE: Same Year </a:t>
            </a:r>
            <a:r>
              <a:rPr lang="en-GB" sz="2400" dirty="0" smtClean="0"/>
              <a:t>of </a:t>
            </a:r>
            <a:r>
              <a:rPr lang="en-GB" sz="2400" dirty="0"/>
              <a:t>annual report</a:t>
            </a:r>
            <a:endParaRPr lang="en-US" altLang="zh-TW" sz="2400" dirty="0" smtClean="0"/>
          </a:p>
          <a:p>
            <a:pPr marL="0" indent="0">
              <a:buNone/>
            </a:pPr>
            <a:r>
              <a:rPr lang="en-US" altLang="zh-TW" sz="2400" b="1" dirty="0" smtClean="0"/>
              <a:t>2. SIC</a:t>
            </a:r>
            <a:r>
              <a:rPr lang="en-US" altLang="zh-TW" sz="2400" dirty="0" smtClean="0"/>
              <a:t>(Standard</a:t>
            </a:r>
            <a:r>
              <a:rPr lang="en-US" altLang="zh-TW" sz="2400" b="1" dirty="0" smtClean="0"/>
              <a:t> </a:t>
            </a:r>
            <a:r>
              <a:rPr lang="en-US" altLang="zh-TW" sz="2400" dirty="0" smtClean="0"/>
              <a:t>Industrial</a:t>
            </a:r>
            <a:r>
              <a:rPr lang="en-US" altLang="zh-TW" sz="2400" b="1" dirty="0" smtClean="0"/>
              <a:t> </a:t>
            </a:r>
            <a:r>
              <a:rPr lang="en-US" altLang="zh-TW" sz="2400" dirty="0" smtClean="0"/>
              <a:t>Classification)</a:t>
            </a:r>
            <a:r>
              <a:rPr lang="en-US" altLang="zh-TW" sz="2400" b="1" dirty="0" smtClean="0"/>
              <a:t>: Same</a:t>
            </a:r>
            <a:r>
              <a:rPr lang="zh-TW" altLang="en-US" sz="2400" b="1" dirty="0" smtClean="0"/>
              <a:t> </a:t>
            </a:r>
            <a:r>
              <a:rPr lang="en-US" altLang="zh-TW" sz="2400" b="1" dirty="0" smtClean="0"/>
              <a:t>Industry Type first </a:t>
            </a:r>
            <a:r>
              <a:rPr lang="en-US" altLang="zh-TW" sz="2400" b="1" dirty="0" smtClean="0">
                <a:solidFill>
                  <a:srgbClr val="FF0000"/>
                </a:solidFill>
              </a:rPr>
              <a:t>3</a:t>
            </a:r>
            <a:r>
              <a:rPr lang="en-US" altLang="zh-TW" sz="2400" b="1" dirty="0" smtClean="0"/>
              <a:t> digits</a:t>
            </a:r>
          </a:p>
          <a:p>
            <a:pPr marL="0" indent="0">
              <a:buNone/>
            </a:pPr>
            <a:endParaRPr lang="en-US" altLang="zh-TW" sz="2800" dirty="0" smtClean="0"/>
          </a:p>
          <a:p>
            <a:pPr marL="0" indent="0">
              <a:buNone/>
            </a:pPr>
            <a:r>
              <a:rPr lang="en-US" altLang="zh-TW" sz="2800" dirty="0"/>
              <a:t>	</a:t>
            </a:r>
            <a:endParaRPr lang="en-US" altLang="zh-TW" sz="2800" dirty="0" smtClean="0"/>
          </a:p>
          <a:p>
            <a:pPr marL="0" indent="0">
              <a:buNone/>
            </a:pPr>
            <a:endParaRPr lang="en-US" altLang="zh-TW" sz="2800" dirty="0"/>
          </a:p>
          <a:p>
            <a:pPr marL="0" indent="0">
              <a:buNone/>
            </a:pPr>
            <a:r>
              <a:rPr lang="en-GB" sz="1800" dirty="0"/>
              <a:t>The difference of industries makes the comparison between different industries become impossible</a:t>
            </a:r>
            <a:endParaRPr lang="en-US" altLang="zh-TW" sz="1800" dirty="0" smtClean="0"/>
          </a:p>
          <a:p>
            <a:pPr marL="0" indent="0">
              <a:buNone/>
            </a:pPr>
            <a:r>
              <a:rPr lang="en-US" altLang="zh-TW" sz="2400" b="1" dirty="0" smtClean="0"/>
              <a:t>3. AT (Asset Total) is the closest</a:t>
            </a:r>
          </a:p>
          <a:p>
            <a:pPr marL="0" indent="0">
              <a:buNone/>
            </a:pPr>
            <a:r>
              <a:rPr lang="en-US" altLang="zh-TW" sz="1800" dirty="0" smtClean="0"/>
              <a:t>Total Asset represents monetary condition of the company</a:t>
            </a:r>
          </a:p>
        </p:txBody>
      </p:sp>
      <p:sp>
        <p:nvSpPr>
          <p:cNvPr id="4" name="投影片編號版面配置區 3"/>
          <p:cNvSpPr>
            <a:spLocks noGrp="1"/>
          </p:cNvSpPr>
          <p:nvPr>
            <p:ph type="sldNum" sz="quarter" idx="12"/>
          </p:nvPr>
        </p:nvSpPr>
        <p:spPr/>
        <p:txBody>
          <a:bodyPr/>
          <a:lstStyle/>
          <a:p>
            <a:fld id="{874166C3-07EC-4F58-928E-010ACB1DC06D}" type="slidenum">
              <a:rPr lang="zh-TW" altLang="en-US" smtClean="0"/>
              <a:t>13</a:t>
            </a:fld>
            <a:endParaRPr lang="zh-TW" altLang="en-US"/>
          </a:p>
        </p:txBody>
      </p:sp>
      <p:grpSp>
        <p:nvGrpSpPr>
          <p:cNvPr id="6" name="Group 5"/>
          <p:cNvGrpSpPr/>
          <p:nvPr/>
        </p:nvGrpSpPr>
        <p:grpSpPr>
          <a:xfrm>
            <a:off x="1731681" y="3023687"/>
            <a:ext cx="5133071" cy="1573379"/>
            <a:chOff x="1023510" y="3166211"/>
            <a:chExt cx="5133071" cy="1573379"/>
          </a:xfrm>
        </p:grpSpPr>
        <p:pic>
          <p:nvPicPr>
            <p:cNvPr id="3" name="Picture 2"/>
            <p:cNvPicPr>
              <a:picLocks noChangeAspect="1"/>
            </p:cNvPicPr>
            <p:nvPr/>
          </p:nvPicPr>
          <p:blipFill>
            <a:blip r:embed="rId3"/>
            <a:stretch>
              <a:fillRect/>
            </a:stretch>
          </p:blipFill>
          <p:spPr>
            <a:xfrm>
              <a:off x="1023510" y="3352594"/>
              <a:ext cx="5133071" cy="1386996"/>
            </a:xfrm>
            <a:prstGeom prst="rect">
              <a:avLst/>
            </a:prstGeom>
          </p:spPr>
        </p:pic>
        <p:sp>
          <p:nvSpPr>
            <p:cNvPr id="5" name="Rectangle 4"/>
            <p:cNvSpPr/>
            <p:nvPr/>
          </p:nvSpPr>
          <p:spPr>
            <a:xfrm>
              <a:off x="1067052" y="3352594"/>
              <a:ext cx="290286" cy="127725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cxnSp>
          <p:nvCxnSpPr>
            <p:cNvPr id="7" name="Straight Arrow Connector 6"/>
            <p:cNvCxnSpPr/>
            <p:nvPr/>
          </p:nvCxnSpPr>
          <p:spPr>
            <a:xfrm flipH="1">
              <a:off x="1357338" y="3166211"/>
              <a:ext cx="1211691" cy="1863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9" name="Picture 2" descr="What Is a SIC Business Code?">
            <a:extLst>
              <a:ext uri="{FF2B5EF4-FFF2-40B4-BE49-F238E27FC236}">
                <a16:creationId xmlns:a16="http://schemas.microsoft.com/office/drawing/2014/main" id="{B72EDDB2-4D0B-4C83-A46A-3862F4EDBF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085"/>
          <a:stretch/>
        </p:blipFill>
        <p:spPr bwMode="auto">
          <a:xfrm>
            <a:off x="8521187" y="814124"/>
            <a:ext cx="2678294" cy="141278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19EF8488-7C7F-410F-B799-A91F5B31EE93}"/>
              </a:ext>
            </a:extLst>
          </p:cNvPr>
          <p:cNvGrpSpPr/>
          <p:nvPr/>
        </p:nvGrpSpPr>
        <p:grpSpPr>
          <a:xfrm>
            <a:off x="7889087" y="2534361"/>
            <a:ext cx="3043679" cy="2773530"/>
            <a:chOff x="4590513" y="1441980"/>
            <a:chExt cx="1973675" cy="2522997"/>
          </a:xfrm>
        </p:grpSpPr>
        <p:pic>
          <p:nvPicPr>
            <p:cNvPr id="24" name="Picture 23">
              <a:extLst>
                <a:ext uri="{FF2B5EF4-FFF2-40B4-BE49-F238E27FC236}">
                  <a16:creationId xmlns:a16="http://schemas.microsoft.com/office/drawing/2014/main" id="{DD7A5FCB-E44B-463C-B7F6-9B230890405F}"/>
                </a:ext>
              </a:extLst>
            </p:cNvPr>
            <p:cNvPicPr>
              <a:picLocks noChangeAspect="1"/>
            </p:cNvPicPr>
            <p:nvPr/>
          </p:nvPicPr>
          <p:blipFill rotWithShape="1">
            <a:blip r:embed="rId5"/>
            <a:srcRect r="55074"/>
            <a:stretch/>
          </p:blipFill>
          <p:spPr>
            <a:xfrm>
              <a:off x="4590513" y="1719067"/>
              <a:ext cx="1973675" cy="2245910"/>
            </a:xfrm>
            <a:prstGeom prst="rect">
              <a:avLst/>
            </a:prstGeom>
          </p:spPr>
        </p:pic>
        <p:grpSp>
          <p:nvGrpSpPr>
            <p:cNvPr id="25" name="Group 24">
              <a:extLst>
                <a:ext uri="{FF2B5EF4-FFF2-40B4-BE49-F238E27FC236}">
                  <a16:creationId xmlns:a16="http://schemas.microsoft.com/office/drawing/2014/main" id="{635B0533-8606-4344-89B2-2D74314829FA}"/>
                </a:ext>
              </a:extLst>
            </p:cNvPr>
            <p:cNvGrpSpPr/>
            <p:nvPr/>
          </p:nvGrpSpPr>
          <p:grpSpPr>
            <a:xfrm>
              <a:off x="4595682" y="1441980"/>
              <a:ext cx="1921728" cy="270600"/>
              <a:chOff x="4340352" y="2343703"/>
              <a:chExt cx="1921728" cy="270600"/>
            </a:xfrm>
          </p:grpSpPr>
          <p:grpSp>
            <p:nvGrpSpPr>
              <p:cNvPr id="26" name="Group 25">
                <a:extLst>
                  <a:ext uri="{FF2B5EF4-FFF2-40B4-BE49-F238E27FC236}">
                    <a16:creationId xmlns:a16="http://schemas.microsoft.com/office/drawing/2014/main" id="{29EEF74C-7D28-468B-BF06-E4FA19D67FD1}"/>
                  </a:ext>
                </a:extLst>
              </p:cNvPr>
              <p:cNvGrpSpPr/>
              <p:nvPr/>
            </p:nvGrpSpPr>
            <p:grpSpPr>
              <a:xfrm>
                <a:off x="4340352" y="2343703"/>
                <a:ext cx="1921728" cy="270600"/>
                <a:chOff x="6442865" y="1393637"/>
                <a:chExt cx="1950827" cy="348154"/>
              </a:xfrm>
            </p:grpSpPr>
            <p:sp>
              <p:nvSpPr>
                <p:cNvPr id="29" name="Left Brace 28">
                  <a:extLst>
                    <a:ext uri="{FF2B5EF4-FFF2-40B4-BE49-F238E27FC236}">
                      <a16:creationId xmlns:a16="http://schemas.microsoft.com/office/drawing/2014/main" id="{ED50E643-08E7-4499-AA5F-0115292E5CA4}"/>
                    </a:ext>
                  </a:extLst>
                </p:cNvPr>
                <p:cNvSpPr/>
                <p:nvPr/>
              </p:nvSpPr>
              <p:spPr>
                <a:xfrm rot="5400000">
                  <a:off x="7108131" y="1451937"/>
                  <a:ext cx="110215" cy="452871"/>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p:sp>
              <p:nvSpPr>
                <p:cNvPr id="30" name="Left Brace 29">
                  <a:extLst>
                    <a:ext uri="{FF2B5EF4-FFF2-40B4-BE49-F238E27FC236}">
                      <a16:creationId xmlns:a16="http://schemas.microsoft.com/office/drawing/2014/main" id="{E19518A9-0620-40B0-95D1-BB10089BEA28}"/>
                    </a:ext>
                  </a:extLst>
                </p:cNvPr>
                <p:cNvSpPr/>
                <p:nvPr/>
              </p:nvSpPr>
              <p:spPr>
                <a:xfrm rot="5400000">
                  <a:off x="7608488" y="1451965"/>
                  <a:ext cx="110215" cy="452871"/>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p:sp>
              <p:nvSpPr>
                <p:cNvPr id="31" name="Left Brace 30">
                  <a:extLst>
                    <a:ext uri="{FF2B5EF4-FFF2-40B4-BE49-F238E27FC236}">
                      <a16:creationId xmlns:a16="http://schemas.microsoft.com/office/drawing/2014/main" id="{A0CA01A2-354A-46B5-9148-41DAE57A05E0}"/>
                    </a:ext>
                  </a:extLst>
                </p:cNvPr>
                <p:cNvSpPr/>
                <p:nvPr/>
              </p:nvSpPr>
              <p:spPr>
                <a:xfrm rot="5400000">
                  <a:off x="8112149" y="1460248"/>
                  <a:ext cx="110215" cy="452871"/>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p:sp>
              <p:nvSpPr>
                <p:cNvPr id="32" name="TextBox 31">
                  <a:extLst>
                    <a:ext uri="{FF2B5EF4-FFF2-40B4-BE49-F238E27FC236}">
                      <a16:creationId xmlns:a16="http://schemas.microsoft.com/office/drawing/2014/main" id="{6B06BB7F-B61B-4ADD-931C-369FF812AA57}"/>
                    </a:ext>
                  </a:extLst>
                </p:cNvPr>
                <p:cNvSpPr txBox="1"/>
                <p:nvPr/>
              </p:nvSpPr>
              <p:spPr>
                <a:xfrm>
                  <a:off x="6442865" y="1393637"/>
                  <a:ext cx="683763" cy="289514"/>
                </a:xfrm>
                <a:prstGeom prst="rect">
                  <a:avLst/>
                </a:prstGeom>
                <a:noFill/>
              </p:spPr>
              <p:txBody>
                <a:bodyPr wrap="square" rtlCol="0">
                  <a:spAutoFit/>
                </a:bodyPr>
                <a:lstStyle/>
                <a:p>
                  <a:r>
                    <a:rPr lang="en-US" sz="1100" b="1" dirty="0" err="1"/>
                    <a:t>Datadate</a:t>
                  </a:r>
                  <a:endParaRPr lang="en-US" sz="1100" b="1" dirty="0"/>
                </a:p>
              </p:txBody>
            </p:sp>
            <p:sp>
              <p:nvSpPr>
                <p:cNvPr id="33" name="TextBox 32">
                  <a:extLst>
                    <a:ext uri="{FF2B5EF4-FFF2-40B4-BE49-F238E27FC236}">
                      <a16:creationId xmlns:a16="http://schemas.microsoft.com/office/drawing/2014/main" id="{76107B29-6AC4-4BD9-A521-4CE11EC8A1CA}"/>
                    </a:ext>
                  </a:extLst>
                </p:cNvPr>
                <p:cNvSpPr txBox="1"/>
                <p:nvPr/>
              </p:nvSpPr>
              <p:spPr>
                <a:xfrm>
                  <a:off x="7031273" y="1403092"/>
                  <a:ext cx="385590" cy="289514"/>
                </a:xfrm>
                <a:prstGeom prst="rect">
                  <a:avLst/>
                </a:prstGeom>
                <a:noFill/>
              </p:spPr>
              <p:txBody>
                <a:bodyPr wrap="square" rtlCol="0">
                  <a:spAutoFit/>
                </a:bodyPr>
                <a:lstStyle/>
                <a:p>
                  <a:r>
                    <a:rPr lang="en-US" sz="1100" b="1" dirty="0"/>
                    <a:t>SIC</a:t>
                  </a:r>
                </a:p>
              </p:txBody>
            </p:sp>
            <p:sp>
              <p:nvSpPr>
                <p:cNvPr id="34" name="TextBox 33">
                  <a:extLst>
                    <a:ext uri="{FF2B5EF4-FFF2-40B4-BE49-F238E27FC236}">
                      <a16:creationId xmlns:a16="http://schemas.microsoft.com/office/drawing/2014/main" id="{AFCEFB05-2013-497B-B660-2DDE7789CF29}"/>
                    </a:ext>
                  </a:extLst>
                </p:cNvPr>
                <p:cNvSpPr txBox="1"/>
                <p:nvPr/>
              </p:nvSpPr>
              <p:spPr>
                <a:xfrm>
                  <a:off x="8053595" y="1403092"/>
                  <a:ext cx="325053" cy="289514"/>
                </a:xfrm>
                <a:prstGeom prst="rect">
                  <a:avLst/>
                </a:prstGeom>
                <a:noFill/>
              </p:spPr>
              <p:txBody>
                <a:bodyPr wrap="square" rtlCol="0">
                  <a:spAutoFit/>
                </a:bodyPr>
                <a:lstStyle/>
                <a:p>
                  <a:r>
                    <a:rPr lang="en-US" sz="1100" b="1" dirty="0"/>
                    <a:t>TA</a:t>
                  </a:r>
                </a:p>
              </p:txBody>
            </p:sp>
          </p:grpSp>
          <p:sp>
            <p:nvSpPr>
              <p:cNvPr id="27" name="Left Brace 26">
                <a:extLst>
                  <a:ext uri="{FF2B5EF4-FFF2-40B4-BE49-F238E27FC236}">
                    <a16:creationId xmlns:a16="http://schemas.microsoft.com/office/drawing/2014/main" id="{7CA2212D-E4C7-4BE0-907B-2464F72251E9}"/>
                  </a:ext>
                </a:extLst>
              </p:cNvPr>
              <p:cNvSpPr/>
              <p:nvPr/>
            </p:nvSpPr>
            <p:spPr>
              <a:xfrm rot="5400000">
                <a:off x="4525949" y="2341954"/>
                <a:ext cx="85664" cy="446116"/>
              </a:xfrm>
              <a:prstGeom prst="lef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sz="1100"/>
              </a:p>
            </p:txBody>
          </p:sp>
          <p:sp>
            <p:nvSpPr>
              <p:cNvPr id="28" name="TextBox 27">
                <a:extLst>
                  <a:ext uri="{FF2B5EF4-FFF2-40B4-BE49-F238E27FC236}">
                    <a16:creationId xmlns:a16="http://schemas.microsoft.com/office/drawing/2014/main" id="{D66A434C-9042-43C3-BE01-75C822BB2AC2}"/>
                  </a:ext>
                </a:extLst>
              </p:cNvPr>
              <p:cNvSpPr txBox="1"/>
              <p:nvPr/>
            </p:nvSpPr>
            <p:spPr>
              <a:xfrm>
                <a:off x="5423520" y="2351052"/>
                <a:ext cx="379838" cy="225023"/>
              </a:xfrm>
              <a:prstGeom prst="rect">
                <a:avLst/>
              </a:prstGeom>
              <a:noFill/>
            </p:spPr>
            <p:txBody>
              <a:bodyPr wrap="square" rtlCol="0">
                <a:spAutoFit/>
              </a:bodyPr>
              <a:lstStyle/>
              <a:p>
                <a:r>
                  <a:rPr lang="en-US" sz="1100" b="1" dirty="0"/>
                  <a:t>CIK</a:t>
                </a:r>
              </a:p>
            </p:txBody>
          </p:sp>
        </p:grpSp>
      </p:grpSp>
      <p:sp>
        <p:nvSpPr>
          <p:cNvPr id="35" name="Rectangle 34">
            <a:extLst>
              <a:ext uri="{FF2B5EF4-FFF2-40B4-BE49-F238E27FC236}">
                <a16:creationId xmlns:a16="http://schemas.microsoft.com/office/drawing/2014/main" id="{6C78D910-9052-453E-9253-2B33D20B24E8}"/>
              </a:ext>
            </a:extLst>
          </p:cNvPr>
          <p:cNvSpPr/>
          <p:nvPr/>
        </p:nvSpPr>
        <p:spPr>
          <a:xfrm>
            <a:off x="7777787" y="2825606"/>
            <a:ext cx="526246" cy="2517206"/>
          </a:xfrm>
          <a:prstGeom prst="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F4C8099-BB9B-45BE-98DE-CEA3DE65B66D}"/>
              </a:ext>
            </a:extLst>
          </p:cNvPr>
          <p:cNvSpPr/>
          <p:nvPr/>
        </p:nvSpPr>
        <p:spPr>
          <a:xfrm>
            <a:off x="8935786" y="2847042"/>
            <a:ext cx="340107" cy="2501996"/>
          </a:xfrm>
          <a:prstGeom prst="rect">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3647455"/>
      </p:ext>
    </p:extLst>
  </p:cSld>
  <p:clrMapOvr>
    <a:masterClrMapping/>
  </p:clrMapOvr>
  <mc:AlternateContent xmlns:mc="http://schemas.openxmlformats.org/markup-compatibility/2006" xmlns:p14="http://schemas.microsoft.com/office/powerpoint/2010/main">
    <mc:Choice Requires="p14">
      <p:transition spd="slow" p14:dur="2000" advTm="140927">
        <p:cut/>
      </p:transition>
    </mc:Choice>
    <mc:Fallback xmlns="">
      <p:transition spd="slow" advTm="140927">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10250" x="1117600" y="5291138"/>
          <p14:tracePt t="10306" x="1109663" y="5268913"/>
          <p14:tracePt t="10314" x="1089025" y="5195888"/>
          <p14:tracePt t="10323" x="1074738" y="5102225"/>
          <p14:tracePt t="10336" x="1052513" y="5006975"/>
          <p14:tracePt t="10353" x="1052513" y="4811713"/>
          <p14:tracePt t="10369" x="1052513" y="4484688"/>
          <p14:tracePt t="10387" x="1052513" y="4187825"/>
          <p14:tracePt t="10403" x="1052513" y="3948113"/>
          <p14:tracePt t="10419" x="1066800" y="3730625"/>
          <p14:tracePt t="10436" x="1089025" y="3578225"/>
          <p14:tracePt t="10453" x="1125538" y="3476625"/>
          <p14:tracePt t="10470" x="1131888" y="3360738"/>
          <p14:tracePt t="10486" x="1176338" y="3222625"/>
          <p14:tracePt t="10503" x="1211263" y="3098800"/>
          <p14:tracePt t="10519" x="1241425" y="3033713"/>
          <p14:tracePt t="10536" x="1241425" y="3011488"/>
          <p14:tracePt t="10553" x="1247775" y="2974975"/>
          <p14:tracePt t="10569" x="1262063" y="2822575"/>
          <p14:tracePt t="10586" x="1262063" y="2706688"/>
          <p14:tracePt t="10603" x="1262063" y="2598738"/>
          <p14:tracePt t="10620" x="1262063" y="2532063"/>
          <p14:tracePt t="10637" x="1262063" y="2497138"/>
          <p14:tracePt t="10653" x="1262063" y="2474913"/>
          <p14:tracePt t="10670" x="1262063" y="2416175"/>
          <p14:tracePt t="10686" x="1262063" y="2308225"/>
          <p14:tracePt t="10703" x="1262063" y="2212975"/>
          <p14:tracePt t="10720" x="1262063" y="2147888"/>
          <p14:tracePt t="10736" x="1270000" y="2125663"/>
          <p14:tracePt t="10753" x="1270000" y="2111375"/>
          <p14:tracePt t="10770" x="1270000" y="2068513"/>
          <p14:tracePt t="10786" x="1270000" y="2032000"/>
          <p14:tracePt t="10803" x="1270000" y="2024063"/>
          <p14:tracePt t="11050" x="1262063" y="2032000"/>
          <p14:tracePt t="11059" x="1262063" y="2039938"/>
          <p14:tracePt t="11074" x="1262063" y="2046288"/>
          <p14:tracePt t="11099" x="1255713" y="2054225"/>
          <p14:tracePt t="11114" x="1255713" y="2060575"/>
          <p14:tracePt t="11123" x="1255713" y="2068513"/>
          <p14:tracePt t="11138" x="1247775" y="2074863"/>
          <p14:tracePt t="11147" x="1247775" y="2082800"/>
          <p14:tracePt t="11154" x="1233488" y="2090738"/>
          <p14:tracePt t="11170" x="1219200" y="2111375"/>
          <p14:tracePt t="11186" x="1204913" y="2125663"/>
          <p14:tracePt t="11204" x="1190625" y="2147888"/>
          <p14:tracePt t="11220" x="1182688" y="2155825"/>
          <p14:tracePt t="11237" x="1182688" y="2162175"/>
          <p14:tracePt t="11253" x="1168400" y="2170113"/>
          <p14:tracePt t="11270" x="1160463" y="2170113"/>
          <p14:tracePt t="11286" x="1146175" y="2176463"/>
          <p14:tracePt t="11303" x="1139825" y="2184400"/>
          <p14:tracePt t="11320" x="1117600" y="2192338"/>
          <p14:tracePt t="11336" x="1095375" y="2206625"/>
          <p14:tracePt t="11353" x="1058863" y="2212975"/>
          <p14:tracePt t="11370" x="987425" y="2235200"/>
          <p14:tracePt t="11387" x="942975" y="2235200"/>
          <p14:tracePt t="11403" x="906463" y="2243138"/>
          <p14:tracePt t="11420" x="863600" y="2243138"/>
          <p14:tracePt t="11436" x="841375" y="2243138"/>
          <p14:tracePt t="11453" x="827088" y="2243138"/>
          <p14:tracePt t="11470" x="812800" y="2243138"/>
          <p14:tracePt t="11486" x="798513" y="2243138"/>
          <p14:tracePt t="11503" x="790575" y="2235200"/>
          <p14:tracePt t="11520" x="776288" y="2235200"/>
          <p14:tracePt t="11536" x="754063" y="2212975"/>
          <p14:tracePt t="11553" x="703263" y="2184400"/>
          <p14:tracePt t="11570" x="674688" y="2170113"/>
          <p14:tracePt t="11586" x="646113" y="2147888"/>
          <p14:tracePt t="11603" x="631825" y="2141538"/>
          <p14:tracePt t="11620" x="617538" y="2119313"/>
          <p14:tracePt t="11637" x="609600" y="2105025"/>
          <p14:tracePt t="11653" x="595313" y="2082800"/>
          <p14:tracePt t="11670" x="581025" y="2046288"/>
          <p14:tracePt t="11686" x="581025" y="2032000"/>
          <p14:tracePt t="11703" x="573088" y="2024063"/>
          <p14:tracePt t="11770" x="573088" y="2017713"/>
          <p14:tracePt t="11778" x="573088" y="2009775"/>
          <p14:tracePt t="11818" x="573088" y="2003425"/>
          <p14:tracePt t="11826" x="573088" y="1995488"/>
          <p14:tracePt t="11842" x="573088" y="1989138"/>
          <p14:tracePt t="11930" x="573088" y="1981200"/>
          <p14:tracePt t="11947" x="581025" y="1973263"/>
          <p14:tracePt t="11970" x="587375" y="1973263"/>
          <p14:tracePt t="11978" x="587375" y="1966913"/>
          <p14:tracePt t="11995" x="601663" y="1966913"/>
          <p14:tracePt t="12003" x="617538" y="1966913"/>
          <p14:tracePt t="12020" x="660400" y="1966913"/>
          <p14:tracePt t="12037" x="739775" y="1966913"/>
          <p14:tracePt t="12053" x="827088" y="1981200"/>
          <p14:tracePt t="12070" x="942975" y="2017713"/>
          <p14:tracePt t="12087" x="1023938" y="2039938"/>
          <p14:tracePt t="12103" x="1089025" y="2054225"/>
          <p14:tracePt t="12120" x="1125538" y="2074863"/>
          <p14:tracePt t="12137" x="1139825" y="2074863"/>
          <p14:tracePt t="12154" x="1154113" y="2082800"/>
          <p14:tracePt t="12170" x="1168400" y="2082800"/>
          <p14:tracePt t="12203" x="1176338" y="2090738"/>
          <p14:tracePt t="12220" x="1182688" y="2090738"/>
          <p14:tracePt t="12237" x="1190625" y="2090738"/>
          <p14:tracePt t="12253" x="1196975" y="2097088"/>
          <p14:tracePt t="12275" x="1204913" y="2097088"/>
          <p14:tracePt t="12298" x="1211263" y="2097088"/>
          <p14:tracePt t="12306" x="1219200" y="2097088"/>
          <p14:tracePt t="12355" x="1233488" y="2105025"/>
          <p14:tracePt t="12419" x="1241425" y="2105025"/>
          <p14:tracePt t="12483" x="1247775" y="2111375"/>
          <p14:tracePt t="12515" x="1255713" y="2111375"/>
          <p14:tracePt t="12563" x="1262063" y="2111375"/>
          <p14:tracePt t="12570" x="1277938" y="2119313"/>
          <p14:tracePt t="12578" x="1306513" y="2119313"/>
          <p14:tracePt t="12587" x="1343025" y="2119313"/>
          <p14:tracePt t="12603" x="1436688" y="2125663"/>
          <p14:tracePt t="12621" x="1509713" y="2147888"/>
          <p14:tracePt t="12637" x="1611313" y="2155825"/>
          <p14:tracePt t="12653" x="1719263" y="2170113"/>
          <p14:tracePt t="12670" x="1806575" y="2184400"/>
          <p14:tracePt t="12687" x="1893888" y="2198688"/>
          <p14:tracePt t="12703" x="1938338" y="2198688"/>
          <p14:tracePt t="12720" x="1958975" y="2198688"/>
          <p14:tracePt t="12737" x="2003425" y="2212975"/>
          <p14:tracePt t="12753" x="2054225" y="2220913"/>
          <p14:tracePt t="12770" x="2074863" y="2220913"/>
          <p14:tracePt t="12787" x="2090738" y="2220913"/>
          <p14:tracePt t="12804" x="2105025" y="2220913"/>
          <p14:tracePt t="12820" x="2125663" y="2220913"/>
          <p14:tracePt t="12837" x="2155825" y="2220913"/>
          <p14:tracePt t="12853" x="2192338" y="2220913"/>
          <p14:tracePt t="12871" x="2212975" y="2220913"/>
          <p14:tracePt t="12887" x="2227263" y="2220913"/>
          <p14:tracePt t="13067" x="2235200" y="2220913"/>
          <p14:tracePt t="13075" x="2249488" y="2220913"/>
          <p14:tracePt t="13090" x="2257425" y="2220913"/>
          <p14:tracePt t="13098" x="2278063" y="2220913"/>
          <p14:tracePt t="13106" x="2308225" y="2212975"/>
          <p14:tracePt t="13121" x="2322513" y="2206625"/>
          <p14:tracePt t="13137" x="2351088" y="2206625"/>
          <p14:tracePt t="13154" x="2379663" y="2192338"/>
          <p14:tracePt t="13170" x="2387600" y="2192338"/>
          <p14:tracePt t="13459" x="2401888" y="2192338"/>
          <p14:tracePt t="13611" x="2409825" y="2192338"/>
          <p14:tracePt t="13738" x="2416175" y="2192338"/>
          <p14:tracePt t="28692" x="2416175" y="2212975"/>
          <p14:tracePt t="28707" x="2416175" y="2243138"/>
          <p14:tracePt t="28715" x="2416175" y="2257425"/>
          <p14:tracePt t="28725" x="2416175" y="2271713"/>
          <p14:tracePt t="28742" x="2409825" y="2314575"/>
          <p14:tracePt t="28759" x="2387600" y="2344738"/>
          <p14:tracePt t="28775" x="2365375" y="2373313"/>
          <p14:tracePt t="28792" x="2351088" y="2395538"/>
          <p14:tracePt t="28809" x="2314575" y="2416175"/>
          <p14:tracePt t="28825" x="2293938" y="2438400"/>
          <p14:tracePt t="28842" x="2227263" y="2532063"/>
          <p14:tracePt t="28859" x="2192338" y="2590800"/>
          <p14:tracePt t="28875" x="2147888" y="2649538"/>
          <p14:tracePt t="28892" x="2097088" y="2692400"/>
          <p14:tracePt t="28909" x="2060575" y="2714625"/>
          <p14:tracePt t="28925" x="2017713" y="2728913"/>
          <p14:tracePt t="28942" x="1981200" y="2743200"/>
          <p14:tracePt t="28959" x="1922463" y="2751138"/>
          <p14:tracePt t="28975" x="1828800" y="2786063"/>
          <p14:tracePt t="28992" x="1741488" y="2808288"/>
          <p14:tracePt t="29009" x="1684338" y="2822575"/>
          <p14:tracePt t="29026" x="1597025" y="2844800"/>
          <p14:tracePt t="29042" x="1516063" y="2859088"/>
          <p14:tracePt t="29059" x="1436688" y="2867025"/>
          <p14:tracePt t="29076" x="1343025" y="2881313"/>
          <p14:tracePt t="29092" x="1255713" y="2887663"/>
          <p14:tracePt t="29109" x="1219200" y="2895600"/>
          <p14:tracePt t="29125" x="1190625" y="2895600"/>
          <p14:tracePt t="29142" x="1168400" y="2895600"/>
          <p14:tracePt t="29160" x="1146175" y="2895600"/>
          <p14:tracePt t="29175" x="1109663" y="2895600"/>
          <p14:tracePt t="29192" x="1066800" y="2895600"/>
          <p14:tracePt t="29209" x="1038225" y="2895600"/>
          <p14:tracePt t="29226" x="993775" y="2895600"/>
          <p14:tracePt t="29242" x="928688" y="2895600"/>
          <p14:tracePt t="29259" x="871538" y="2895600"/>
          <p14:tracePt t="29275" x="849313" y="2895600"/>
          <p14:tracePt t="29293" x="820738" y="2895600"/>
          <p14:tracePt t="29309" x="784225" y="2887663"/>
          <p14:tracePt t="29326" x="739775" y="2859088"/>
          <p14:tracePt t="29342" x="719138" y="2844800"/>
          <p14:tracePt t="29359" x="703263" y="2830513"/>
          <p14:tracePt t="29376" x="682625" y="2801938"/>
          <p14:tracePt t="29392" x="668338" y="2765425"/>
          <p14:tracePt t="29409" x="652463" y="2720975"/>
          <p14:tracePt t="29426" x="638175" y="2678113"/>
          <p14:tracePt t="29429" x="631825" y="2663825"/>
          <p14:tracePt t="29442" x="631825" y="2641600"/>
          <p14:tracePt t="29459" x="631825" y="2605088"/>
          <p14:tracePt t="29475" x="631825" y="2582863"/>
          <p14:tracePt t="29492" x="631825" y="2547938"/>
          <p14:tracePt t="29509" x="646113" y="2511425"/>
          <p14:tracePt t="29526" x="674688" y="2466975"/>
          <p14:tracePt t="29543" x="703263" y="2416175"/>
          <p14:tracePt t="29559" x="733425" y="2379663"/>
          <p14:tracePt t="29576" x="739775" y="2365375"/>
          <p14:tracePt t="29592" x="747713" y="2359025"/>
          <p14:tracePt t="29609" x="754063" y="2351088"/>
          <p14:tracePt t="29652" x="762000" y="2344738"/>
          <p14:tracePt t="29724" x="769938" y="2344738"/>
          <p14:tracePt t="29731" x="776288" y="2336800"/>
          <p14:tracePt t="29742" x="790575" y="2336800"/>
          <p14:tracePt t="29759" x="798513" y="2328863"/>
          <p14:tracePt t="29775" x="820738" y="2328863"/>
          <p14:tracePt t="29793" x="827088" y="2328863"/>
          <p14:tracePt t="29809" x="841375" y="2328863"/>
          <p14:tracePt t="29826" x="871538" y="2314575"/>
          <p14:tracePt t="29843" x="892175" y="2314575"/>
          <p14:tracePt t="29859" x="942975" y="2314575"/>
          <p14:tracePt t="29876" x="987425" y="2308225"/>
          <p14:tracePt t="29892" x="1038225" y="2300288"/>
          <p14:tracePt t="29910" x="1089025" y="2286000"/>
          <p14:tracePt t="29926" x="1125538" y="2271713"/>
          <p14:tracePt t="29929" x="1139825" y="2271713"/>
          <p14:tracePt t="29943" x="1146175" y="2263775"/>
          <p14:tracePt t="29959" x="1160463" y="2263775"/>
          <p14:tracePt t="29976" x="1182688" y="2263775"/>
          <p14:tracePt t="29992" x="1204913" y="2263775"/>
          <p14:tracePt t="30009" x="1233488" y="2263775"/>
          <p14:tracePt t="30026" x="1284288" y="2263775"/>
          <p14:tracePt t="30043" x="1312863" y="2263775"/>
          <p14:tracePt t="30059" x="1343025" y="2263775"/>
          <p14:tracePt t="30077" x="1379538" y="2263775"/>
          <p14:tracePt t="30092" x="1400175" y="2263775"/>
          <p14:tracePt t="30109" x="1430338" y="2263775"/>
          <p14:tracePt t="30126" x="1444625" y="2263775"/>
          <p14:tracePt t="30143" x="1458913" y="2263775"/>
          <p14:tracePt t="30159" x="1465263" y="2271713"/>
          <p14:tracePt t="30176" x="1487488" y="2271713"/>
          <p14:tracePt t="30192" x="1495425" y="2286000"/>
          <p14:tracePt t="30209" x="1501775" y="2286000"/>
          <p14:tracePt t="30226" x="1516063" y="2293938"/>
          <p14:tracePt t="30259" x="1531938" y="2293938"/>
          <p14:tracePt t="30276" x="1531938" y="2300288"/>
          <p14:tracePt t="30293" x="1538288" y="2308225"/>
          <p14:tracePt t="30356" x="1546225" y="2308225"/>
          <p14:tracePt t="30684" x="1552575" y="2308225"/>
          <p14:tracePt t="30692" x="1574800" y="2314575"/>
          <p14:tracePt t="30700" x="1589088" y="2322513"/>
          <p14:tracePt t="30709" x="1597025" y="2328863"/>
          <p14:tracePt t="30726" x="1617663" y="2328863"/>
          <p14:tracePt t="30743" x="1633538" y="2336800"/>
          <p14:tracePt t="30759" x="1662113" y="2351088"/>
          <p14:tracePt t="30776" x="1676400" y="2359025"/>
          <p14:tracePt t="30793" x="1684338" y="2365375"/>
          <p14:tracePt t="30810" x="1690688" y="2365375"/>
          <p14:tracePt t="30826" x="1698625" y="2365375"/>
          <p14:tracePt t="30859" x="1704975" y="2373313"/>
          <p14:tracePt t="30876" x="1712913" y="2379663"/>
          <p14:tracePt t="30892" x="1719263" y="2387600"/>
          <p14:tracePt t="30909" x="1727200" y="2387600"/>
          <p14:tracePt t="30926" x="1727200" y="2395538"/>
          <p14:tracePt t="30955" x="1735138" y="2401888"/>
          <p14:tracePt t="30963" x="1735138" y="2409825"/>
          <p14:tracePt t="30976" x="1741488" y="2416175"/>
          <p14:tracePt t="30995" x="1741488" y="2424113"/>
          <p14:tracePt t="31009" x="1749425" y="2438400"/>
          <p14:tracePt t="31035" x="1749425" y="2452688"/>
          <p14:tracePt t="31051" x="1755775" y="2460625"/>
          <p14:tracePt t="31059" x="1755775" y="2474913"/>
          <p14:tracePt t="31076" x="1770063" y="2489200"/>
          <p14:tracePt t="31093" x="1770063" y="2497138"/>
          <p14:tracePt t="31126" x="1770063" y="2503488"/>
          <p14:tracePt t="31143" x="1778000" y="2511425"/>
          <p14:tracePt t="31163" x="1785938" y="2525713"/>
          <p14:tracePt t="31179" x="1792288" y="2532063"/>
          <p14:tracePt t="31195" x="1800225" y="2540000"/>
          <p14:tracePt t="31211" x="1800225" y="2547938"/>
          <p14:tracePt t="31227" x="1800225" y="2554288"/>
          <p14:tracePt t="31491" x="1814513" y="2562225"/>
          <p14:tracePt t="31499" x="1814513" y="2568575"/>
          <p14:tracePt t="31509" x="1814513" y="2576513"/>
          <p14:tracePt t="31526" x="1814513" y="2582863"/>
          <p14:tracePt t="31543" x="1814513" y="2598738"/>
          <p14:tracePt t="31560" x="1814513" y="2613025"/>
          <p14:tracePt t="31577" x="1814513" y="2619375"/>
          <p14:tracePt t="31651" x="1814513" y="2627313"/>
          <p14:tracePt t="31683" x="1814513" y="2598738"/>
          <p14:tracePt t="31690" x="1814513" y="2576513"/>
          <p14:tracePt t="31699" x="1814513" y="2554288"/>
          <p14:tracePt t="31709" x="1814513" y="2525713"/>
          <p14:tracePt t="31726" x="1857375" y="2466975"/>
          <p14:tracePt t="31743" x="1930400" y="2409825"/>
          <p14:tracePt t="31760" x="2032000" y="2365375"/>
          <p14:tracePt t="31777" x="2111375" y="2344738"/>
          <p14:tracePt t="31793" x="2170113" y="2328863"/>
          <p14:tracePt t="31810" x="2243138" y="2328863"/>
          <p14:tracePt t="31826" x="2300288" y="2328863"/>
          <p14:tracePt t="31843" x="2359025" y="2328863"/>
          <p14:tracePt t="31860" x="2424113" y="2328863"/>
          <p14:tracePt t="31876" x="2497138" y="2328863"/>
          <p14:tracePt t="31893" x="2576513" y="2328863"/>
          <p14:tracePt t="31909" x="2655888" y="2328863"/>
          <p14:tracePt t="31926" x="2706688" y="2344738"/>
          <p14:tracePt t="31943" x="2765425" y="2359025"/>
          <p14:tracePt t="31959" x="2794000" y="2373313"/>
          <p14:tracePt t="31976" x="2816225" y="2373313"/>
          <p14:tracePt t="31993" x="2822575" y="2387600"/>
          <p14:tracePt t="32010" x="2844800" y="2395538"/>
          <p14:tracePt t="32027" x="2867025" y="2409825"/>
          <p14:tracePt t="32043" x="2895600" y="2416175"/>
          <p14:tracePt t="32060" x="2932113" y="2446338"/>
          <p14:tracePt t="32076" x="2989263" y="2460625"/>
          <p14:tracePt t="32093" x="3084513" y="2481263"/>
          <p14:tracePt t="32109" x="3192463" y="2503488"/>
          <p14:tracePt t="32126" x="3330575" y="2511425"/>
          <p14:tracePt t="32143" x="3425825" y="2511425"/>
          <p14:tracePt t="32160" x="3541713" y="2511425"/>
          <p14:tracePt t="32176" x="3649663" y="2511425"/>
          <p14:tracePt t="32193" x="3744913" y="2511425"/>
          <p14:tracePt t="32210" x="3875088" y="2497138"/>
          <p14:tracePt t="32226" x="3976688" y="2474913"/>
          <p14:tracePt t="32243" x="4056063" y="2460625"/>
          <p14:tracePt t="32260" x="4151313" y="2452688"/>
          <p14:tracePt t="32277" x="4216400" y="2438400"/>
          <p14:tracePt t="32294" x="4267200" y="2430463"/>
          <p14:tracePt t="32310" x="4310063" y="2430463"/>
          <p14:tracePt t="32327" x="4340225" y="2430463"/>
          <p14:tracePt t="32343" x="4383088" y="2430463"/>
          <p14:tracePt t="32360" x="4427538" y="2430463"/>
          <p14:tracePt t="32376" x="4470400" y="2430463"/>
          <p14:tracePt t="32393" x="4498975" y="2430463"/>
          <p14:tracePt t="32410" x="4521200" y="2438400"/>
          <p14:tracePt t="32426" x="4529138" y="2438400"/>
          <p14:tracePt t="32443" x="4535488" y="2438400"/>
          <p14:tracePt t="32467" x="4543425" y="2446338"/>
          <p14:tracePt t="32507" x="4549775" y="2446338"/>
          <p14:tracePt t="32522" x="4557713" y="2452688"/>
          <p14:tracePt t="32539" x="4564063" y="2460625"/>
          <p14:tracePt t="32546" x="4572000" y="2466975"/>
          <p14:tracePt t="32563" x="4586288" y="2481263"/>
          <p14:tracePt t="32577" x="4594225" y="2481263"/>
          <p14:tracePt t="32594" x="4608513" y="2497138"/>
          <p14:tracePt t="32610" x="4614863" y="2503488"/>
          <p14:tracePt t="32626" x="4622800" y="2511425"/>
          <p14:tracePt t="32643" x="4637088" y="2525713"/>
          <p14:tracePt t="32660" x="4651375" y="2525713"/>
          <p14:tracePt t="32677" x="4673600" y="2532063"/>
          <p14:tracePt t="32693" x="4695825" y="2540000"/>
          <p14:tracePt t="32710" x="4724400" y="2547938"/>
          <p14:tracePt t="32726" x="4752975" y="2554288"/>
          <p14:tracePt t="32743" x="4818063" y="2568575"/>
          <p14:tracePt t="32760" x="4876800" y="2568575"/>
          <p14:tracePt t="32777" x="4949825" y="2582863"/>
          <p14:tracePt t="32794" x="5087938" y="2590800"/>
          <p14:tracePt t="32810" x="5159375" y="2590800"/>
          <p14:tracePt t="32826" x="5246688" y="2590800"/>
          <p14:tracePt t="32843" x="5326063" y="2590800"/>
          <p14:tracePt t="32860" x="5413375" y="2590800"/>
          <p14:tracePt t="32877" x="5500688" y="2576513"/>
          <p14:tracePt t="32893" x="5580063" y="2554288"/>
          <p14:tracePt t="32910" x="5624513" y="2517775"/>
          <p14:tracePt t="32927" x="5646738" y="2503488"/>
          <p14:tracePt t="32943" x="5667375" y="2497138"/>
          <p14:tracePt t="32960" x="5681663" y="2489200"/>
          <p14:tracePt t="32977" x="5703888" y="2489200"/>
          <p14:tracePt t="32993" x="5732463" y="2481263"/>
          <p14:tracePt t="33010" x="5768975" y="2466975"/>
          <p14:tracePt t="33027" x="5783263" y="2466975"/>
          <p14:tracePt t="33060" x="5791200" y="2466975"/>
          <p14:tracePt t="33077" x="5819775" y="2466975"/>
          <p14:tracePt t="33093" x="5856288" y="2466975"/>
          <p14:tracePt t="33110" x="5884863" y="2466975"/>
          <p14:tracePt t="33127" x="5892800" y="2466975"/>
          <p14:tracePt t="33143" x="5900738" y="2466975"/>
          <p14:tracePt t="33195" x="5915025" y="2466975"/>
          <p14:tracePt t="33227" x="5929313" y="2474913"/>
          <p14:tracePt t="33234" x="5929313" y="2481263"/>
          <p14:tracePt t="33251" x="5943600" y="2489200"/>
          <p14:tracePt t="33267" x="5951538" y="2497138"/>
          <p14:tracePt t="33283" x="5957888" y="2503488"/>
          <p14:tracePt t="33294" x="5957888" y="2511425"/>
          <p14:tracePt t="33310" x="5965825" y="2517775"/>
          <p14:tracePt t="33327" x="5980113" y="2532063"/>
          <p14:tracePt t="33360" x="5986463" y="2540000"/>
          <p14:tracePt t="33377" x="5986463" y="2547938"/>
          <p14:tracePt t="33395" x="5994400" y="2554288"/>
          <p14:tracePt t="33963" x="5994400" y="2562225"/>
          <p14:tracePt t="33971" x="5986463" y="2568575"/>
          <p14:tracePt t="33979" x="5965825" y="2582863"/>
          <p14:tracePt t="33993" x="5864225" y="2613025"/>
          <p14:tracePt t="34011" x="5748338" y="2627313"/>
          <p14:tracePt t="34027" x="5610225" y="2655888"/>
          <p14:tracePt t="34043" x="5478463" y="2692400"/>
          <p14:tracePt t="34060" x="5356225" y="2735263"/>
          <p14:tracePt t="34077" x="5268913" y="2743200"/>
          <p14:tracePt t="34096" x="5167313" y="2757488"/>
          <p14:tracePt t="34111" x="5087938" y="2765425"/>
          <p14:tracePt t="34128" x="5029200" y="2771775"/>
          <p14:tracePt t="34145" x="5000625" y="2779713"/>
          <p14:tracePt t="34161" x="4970463" y="2786063"/>
          <p14:tracePt t="34178" x="4956175" y="2786063"/>
          <p14:tracePt t="34194" x="4927600" y="2801938"/>
          <p14:tracePt t="34211" x="4913313" y="2801938"/>
          <p14:tracePt t="34228" x="4891088" y="2801938"/>
          <p14:tracePt t="34244" x="4876800" y="2816225"/>
          <p14:tracePt t="34262" x="4862513" y="2816225"/>
          <p14:tracePt t="34279" x="4848225" y="2822575"/>
          <p14:tracePt t="34311" x="4840288" y="2830513"/>
          <p14:tracePt t="34329" x="4833938" y="2830513"/>
          <p14:tracePt t="34344" x="4826000" y="2830513"/>
          <p14:tracePt t="58043" x="4833938" y="2830513"/>
          <p14:tracePt t="58050" x="4848225" y="2830513"/>
          <p14:tracePt t="58058" x="4862513" y="2830513"/>
          <p14:tracePt t="58068" x="4884738" y="2816225"/>
          <p14:tracePt t="58084" x="4927600" y="2808288"/>
          <p14:tracePt t="58101" x="4949825" y="2801938"/>
          <p14:tracePt t="58118" x="4978400" y="2786063"/>
          <p14:tracePt t="58134" x="4986338" y="2779713"/>
          <p14:tracePt t="58151" x="4992688" y="2779713"/>
          <p14:tracePt t="58168" x="5014913" y="2779713"/>
          <p14:tracePt t="58185" x="5021263" y="2779713"/>
          <p14:tracePt t="58201" x="5043488" y="2765425"/>
          <p14:tracePt t="58218" x="5080000" y="2757488"/>
          <p14:tracePt t="58251" x="5087938" y="2757488"/>
          <p14:tracePt t="58499" x="5094288" y="2751138"/>
          <p14:tracePt t="58531" x="5102225" y="2751138"/>
          <p14:tracePt t="58538" x="5108575" y="2751138"/>
          <p14:tracePt t="58547" x="5116513" y="2751138"/>
          <p14:tracePt t="58563" x="5122863" y="2743200"/>
          <p14:tracePt t="58571" x="5130800" y="2743200"/>
          <p14:tracePt t="58585" x="5138738" y="2743200"/>
          <p14:tracePt t="58601" x="5153025" y="2743200"/>
          <p14:tracePt t="58618" x="5173663" y="2735263"/>
          <p14:tracePt t="58635" x="5195888" y="2735263"/>
          <p14:tracePt t="58651" x="5224463" y="2728913"/>
          <p14:tracePt t="58668" x="5268913" y="2728913"/>
          <p14:tracePt t="58685" x="5311775" y="2720975"/>
          <p14:tracePt t="58701" x="5356225" y="2720975"/>
          <p14:tracePt t="58718" x="5392738" y="2720975"/>
          <p14:tracePt t="58735" x="5421313" y="2720975"/>
          <p14:tracePt t="58751" x="5464175" y="2720975"/>
          <p14:tracePt t="58768" x="5478463" y="2720975"/>
          <p14:tracePt t="58785" x="5494338" y="2720975"/>
          <p14:tracePt t="58801" x="5508625" y="2720975"/>
          <p14:tracePt t="58843" x="5514975" y="2720975"/>
          <p14:tracePt t="58914" x="5529263" y="2720975"/>
          <p14:tracePt t="58939" x="5537200" y="2720975"/>
          <p14:tracePt t="58954" x="5551488" y="2720975"/>
          <p14:tracePt t="58971" x="5559425" y="2720975"/>
          <p14:tracePt t="58978" x="5573713" y="2720975"/>
          <p14:tracePt t="58986" x="5580063" y="2720975"/>
          <p14:tracePt t="59001" x="5595938" y="2720975"/>
          <p14:tracePt t="59018" x="5667375" y="2720975"/>
          <p14:tracePt t="59035" x="5754688" y="2720975"/>
          <p14:tracePt t="59051" x="5827713" y="2720975"/>
          <p14:tracePt t="59068" x="5878513" y="2720975"/>
          <p14:tracePt t="59085" x="5915025" y="2720975"/>
          <p14:tracePt t="59101" x="5943600" y="2720975"/>
          <p14:tracePt t="59118" x="5980113" y="2720975"/>
          <p14:tracePt t="59135" x="5994400" y="2720975"/>
          <p14:tracePt t="59152" x="6008688" y="2720975"/>
          <p14:tracePt t="59168" x="6022975" y="2720975"/>
          <p14:tracePt t="59185" x="6030913" y="2720975"/>
          <p14:tracePt t="59202" x="6053138" y="2720975"/>
          <p14:tracePt t="59218" x="6059488" y="2714625"/>
          <p14:tracePt t="59235" x="6067425" y="2714625"/>
          <p14:tracePt t="59251" x="6073775" y="2714625"/>
          <p14:tracePt t="59268" x="6081713" y="2706688"/>
          <p14:tracePt t="59285" x="6088063" y="2706688"/>
          <p14:tracePt t="59301" x="6118225" y="2706688"/>
          <p14:tracePt t="59318" x="6138863" y="2706688"/>
          <p14:tracePt t="59335" x="6175375" y="2692400"/>
          <p14:tracePt t="59351" x="6211888" y="2692400"/>
          <p14:tracePt t="59368" x="6240463" y="2692400"/>
          <p14:tracePt t="59385" x="6262688" y="2684463"/>
          <p14:tracePt t="59401" x="6291263" y="2684463"/>
          <p14:tracePt t="59418" x="6327775" y="2678113"/>
          <p14:tracePt t="59435" x="6350000" y="2678113"/>
          <p14:tracePt t="59451" x="6372225" y="2670175"/>
          <p14:tracePt t="59468" x="6392863" y="2670175"/>
          <p14:tracePt t="59485" x="6400800" y="2670175"/>
          <p14:tracePt t="59501" x="6443663" y="2670175"/>
          <p14:tracePt t="59518" x="6459538" y="2670175"/>
          <p14:tracePt t="59535" x="6494463" y="2670175"/>
          <p14:tracePt t="59551" x="6502400" y="2670175"/>
          <p14:tracePt t="59568" x="6510338" y="2670175"/>
          <p14:tracePt t="59585" x="6516688" y="2670175"/>
          <p14:tracePt t="59643" x="6524625" y="2670175"/>
          <p14:tracePt t="59658" x="6530975" y="2670175"/>
          <p14:tracePt t="62494" x="6530975" y="2678113"/>
          <p14:tracePt t="62510" x="6530975" y="2684463"/>
          <p14:tracePt t="62526" x="6530975" y="2692400"/>
          <p14:tracePt t="62535" x="6516688" y="2692400"/>
          <p14:tracePt t="62545" x="6510338" y="2692400"/>
          <p14:tracePt t="62552" x="6488113" y="2706688"/>
          <p14:tracePt t="62570" x="6451600" y="2720975"/>
          <p14:tracePt t="62586" x="6299200" y="2786063"/>
          <p14:tracePt t="62603" x="6169025" y="2830513"/>
          <p14:tracePt t="62619" x="6016625" y="2867025"/>
          <p14:tracePt t="62637" x="5870575" y="2895600"/>
          <p14:tracePt t="62653" x="5711825" y="2909888"/>
          <p14:tracePt t="62669" x="5588000" y="2938463"/>
          <p14:tracePt t="62686" x="5486400" y="2946400"/>
          <p14:tracePt t="62703" x="5443538" y="2946400"/>
          <p14:tracePt t="62719" x="5399088" y="2960688"/>
          <p14:tracePt t="62736" x="5370513" y="2968625"/>
          <p14:tracePt t="62753" x="5341938" y="2968625"/>
          <p14:tracePt t="62770" x="5305425" y="2968625"/>
          <p14:tracePt t="62786" x="5283200" y="2968625"/>
          <p14:tracePt t="62803" x="5268913" y="2968625"/>
          <p14:tracePt t="62820" x="5240338" y="2968625"/>
          <p14:tracePt t="62836" x="5224463" y="2968625"/>
          <p14:tracePt t="62853" x="5210175" y="2968625"/>
          <p14:tracePt t="62924" x="5195888" y="2968625"/>
          <p14:tracePt t="62932" x="5173663" y="2968625"/>
          <p14:tracePt t="62939" x="5153025" y="2968625"/>
          <p14:tracePt t="62953" x="5130800" y="2968625"/>
          <p14:tracePt t="62970" x="5043488" y="2968625"/>
          <p14:tracePt t="62986" x="4935538" y="2968625"/>
          <p14:tracePt t="63003" x="4783138" y="2968625"/>
          <p14:tracePt t="63020" x="4594225" y="2960688"/>
          <p14:tracePt t="63036" x="4456113" y="2938463"/>
          <p14:tracePt t="63053" x="4427538" y="2932113"/>
          <p14:tracePt t="63212" x="4433888" y="2932113"/>
          <p14:tracePt t="63221" x="4441825" y="2932113"/>
          <p14:tracePt t="63228" x="4470400" y="2924175"/>
          <p14:tracePt t="63236" x="4498975" y="2917825"/>
          <p14:tracePt t="63253" x="4557713" y="2917825"/>
          <p14:tracePt t="63269" x="4608513" y="2903538"/>
          <p14:tracePt t="63286" x="4645025" y="2895600"/>
          <p14:tracePt t="63303" x="4659313" y="2895600"/>
          <p14:tracePt t="63396" x="4659313" y="2903538"/>
          <p14:tracePt t="63404" x="4659313" y="2924175"/>
          <p14:tracePt t="63413" x="4645025" y="2938463"/>
          <p14:tracePt t="63422" x="4614863" y="2954338"/>
          <p14:tracePt t="63437" x="4564063" y="2989263"/>
          <p14:tracePt t="63453" x="4513263" y="3005138"/>
          <p14:tracePt t="63470" x="4456113" y="3033713"/>
          <p14:tracePt t="63487" x="4383088" y="3048000"/>
          <p14:tracePt t="63503" x="4303713" y="3062288"/>
          <p14:tracePt t="63520" x="4202113" y="3076575"/>
          <p14:tracePt t="63536" x="4122738" y="3084513"/>
          <p14:tracePt t="63553" x="4013200" y="3084513"/>
          <p14:tracePt t="63570" x="3903663" y="3084513"/>
          <p14:tracePt t="63586" x="3730625" y="3084513"/>
          <p14:tracePt t="63603" x="3621088" y="3084513"/>
          <p14:tracePt t="63620" x="3541713" y="3084513"/>
          <p14:tracePt t="63637" x="3476625" y="3076575"/>
          <p14:tracePt t="63654" x="3432175" y="3076575"/>
          <p14:tracePt t="63671" x="3403600" y="3070225"/>
          <p14:tracePt t="63687" x="3375025" y="3055938"/>
          <p14:tracePt t="63704" x="3330575" y="3055938"/>
          <p14:tracePt t="63720" x="3302000" y="3048000"/>
          <p14:tracePt t="63736" x="3273425" y="3040063"/>
          <p14:tracePt t="63753" x="3259138" y="3040063"/>
          <p14:tracePt t="63770" x="3243263" y="3040063"/>
          <p14:tracePt t="63786" x="3236913" y="3033713"/>
          <p14:tracePt t="63803" x="3208338" y="3033713"/>
          <p14:tracePt t="63820" x="3186113" y="3033713"/>
          <p14:tracePt t="63836" x="3157538" y="3033713"/>
          <p14:tracePt t="63853" x="3135313" y="3033713"/>
          <p14:tracePt t="63870" x="3121025" y="3033713"/>
          <p14:tracePt t="63888" x="3098800" y="3033713"/>
          <p14:tracePt t="63905" x="3062288" y="3033713"/>
          <p14:tracePt t="63921" x="3025775" y="3033713"/>
          <p14:tracePt t="63927" x="3005138" y="3033713"/>
          <p14:tracePt t="63937" x="2989263" y="3033713"/>
          <p14:tracePt t="63954" x="2960688" y="3040063"/>
          <p14:tracePt t="63971" x="2954338" y="3040063"/>
          <p14:tracePt t="63987" x="2924175" y="3040063"/>
          <p14:tracePt t="64003" x="2895600" y="3040063"/>
          <p14:tracePt t="64020" x="2844800" y="3019425"/>
          <p14:tracePt t="64037" x="2808288" y="2989263"/>
          <p14:tracePt t="64053" x="2751138" y="2968625"/>
          <p14:tracePt t="64070" x="2728913" y="2960688"/>
          <p14:tracePt t="64086" x="2714625" y="2954338"/>
          <p14:tracePt t="64104" x="2700338" y="2938463"/>
          <p14:tracePt t="64120" x="2692400" y="2932113"/>
          <p14:tracePt t="64137" x="2678113" y="2917825"/>
          <p14:tracePt t="64154" x="2670175" y="2873375"/>
          <p14:tracePt t="64170" x="2670175" y="2836863"/>
          <p14:tracePt t="64187" x="2670175" y="2801938"/>
          <p14:tracePt t="64203" x="2670175" y="2757488"/>
          <p14:tracePt t="64220" x="2670175" y="2728913"/>
          <p14:tracePt t="64236" x="2670175" y="2706688"/>
          <p14:tracePt t="64253" x="2670175" y="2678113"/>
          <p14:tracePt t="64270" x="2692400" y="2649538"/>
          <p14:tracePt t="64286" x="2714625" y="2619375"/>
          <p14:tracePt t="64303" x="2743200" y="2598738"/>
          <p14:tracePt t="64320" x="2765425" y="2576513"/>
          <p14:tracePt t="64337" x="2786063" y="2562225"/>
          <p14:tracePt t="64354" x="2822575" y="2547938"/>
          <p14:tracePt t="64370" x="2938463" y="2511425"/>
          <p14:tracePt t="64389" x="3062288" y="2481263"/>
          <p14:tracePt t="64404" x="3178175" y="2466975"/>
          <p14:tracePt t="64421" x="3279775" y="2452688"/>
          <p14:tracePt t="64429" x="3316288" y="2452688"/>
          <p14:tracePt t="64445" x="3395663" y="2452688"/>
          <p14:tracePt t="64455" x="3425825" y="2452688"/>
          <p14:tracePt t="64470" x="3482975" y="2452688"/>
          <p14:tracePt t="64487" x="3556000" y="2452688"/>
          <p14:tracePt t="64503" x="3614738" y="2452688"/>
          <p14:tracePt t="64521" x="3649663" y="2452688"/>
          <p14:tracePt t="64536" x="3671888" y="2452688"/>
          <p14:tracePt t="64554" x="3686175" y="2452688"/>
          <p14:tracePt t="64570" x="3716338" y="2452688"/>
          <p14:tracePt t="64587" x="3767138" y="2474913"/>
          <p14:tracePt t="64603" x="3824288" y="2489200"/>
          <p14:tracePt t="64621" x="3897313" y="2503488"/>
          <p14:tracePt t="64637" x="3940175" y="2511425"/>
          <p14:tracePt t="64654" x="3990975" y="2517775"/>
          <p14:tracePt t="64670" x="4041775" y="2517775"/>
          <p14:tracePt t="64687" x="4100513" y="2517775"/>
          <p14:tracePt t="64703" x="4165600" y="2525713"/>
          <p14:tracePt t="64720" x="4244975" y="2547938"/>
          <p14:tracePt t="64737" x="4295775" y="2547938"/>
          <p14:tracePt t="64754" x="4376738" y="2568575"/>
          <p14:tracePt t="64770" x="4411663" y="2568575"/>
          <p14:tracePt t="64787" x="4441825" y="2576513"/>
          <p14:tracePt t="64803" x="4462463" y="2582863"/>
          <p14:tracePt t="64820" x="4478338" y="2590800"/>
          <p14:tracePt t="64837" x="4484688" y="2598738"/>
          <p14:tracePt t="64854" x="4506913" y="2605088"/>
          <p14:tracePt t="64871" x="4521200" y="2619375"/>
          <p14:tracePt t="64887" x="4535488" y="2641600"/>
          <p14:tracePt t="64904" x="4549775" y="2663825"/>
          <p14:tracePt t="64920" x="4557713" y="2670175"/>
          <p14:tracePt t="64938" x="4564063" y="2714625"/>
          <p14:tracePt t="64955" x="4579938" y="2735263"/>
          <p14:tracePt t="64970" x="4579938" y="2765425"/>
          <p14:tracePt t="64987" x="4586288" y="2801938"/>
          <p14:tracePt t="65003" x="4586288" y="2836863"/>
          <p14:tracePt t="65020" x="4586288" y="2852738"/>
          <p14:tracePt t="65037" x="4586288" y="2867025"/>
          <p14:tracePt t="65053" x="4586288" y="2881313"/>
          <p14:tracePt t="65070" x="4586288" y="2895600"/>
          <p14:tracePt t="65087" x="4564063" y="2917825"/>
          <p14:tracePt t="65104" x="4529138" y="2932113"/>
          <p14:tracePt t="65121" x="4492625" y="2946400"/>
          <p14:tracePt t="65138" x="4462463" y="2960688"/>
          <p14:tracePt t="65154" x="4405313" y="2974975"/>
          <p14:tracePt t="65171" x="4368800" y="2982913"/>
          <p14:tracePt t="65187" x="4340225" y="2989263"/>
          <p14:tracePt t="65204" x="4295775" y="2989263"/>
          <p14:tracePt t="65220" x="4259263" y="2997200"/>
          <p14:tracePt t="65238" x="4202113" y="3005138"/>
          <p14:tracePt t="65254" x="4165600" y="3011488"/>
          <p14:tracePt t="65271" x="4137025" y="3019425"/>
          <p14:tracePt t="65287" x="4100513" y="3019425"/>
          <p14:tracePt t="65304" x="4086225" y="3025775"/>
          <p14:tracePt t="65320" x="4049713" y="3025775"/>
          <p14:tracePt t="65337" x="4035425" y="3033713"/>
          <p14:tracePt t="65353" x="4005263" y="3040063"/>
          <p14:tracePt t="65371" x="3990975" y="3040063"/>
          <p14:tracePt t="65436" x="3984625" y="3040063"/>
          <p14:tracePt t="66139" x="3976688" y="3040063"/>
          <p14:tracePt t="66242" x="3984625" y="3033713"/>
          <p14:tracePt t="66250" x="4013200" y="2989263"/>
          <p14:tracePt t="66258" x="4086225" y="2946400"/>
          <p14:tracePt t="66270" x="4092575" y="2938463"/>
          <p14:tracePt t="66474" x="4106863" y="2938463"/>
          <p14:tracePt t="66482" x="4106863" y="2946400"/>
          <p14:tracePt t="66490" x="4114800" y="2954338"/>
          <p14:tracePt t="66504" x="4114800" y="2960688"/>
          <p14:tracePt t="66520" x="4114800" y="2982913"/>
          <p14:tracePt t="66537" x="4114800" y="2997200"/>
          <p14:tracePt t="66554" x="4100513" y="3011488"/>
          <p14:tracePt t="66570" x="4092575" y="3025775"/>
          <p14:tracePt t="66587" x="4078288" y="3040063"/>
          <p14:tracePt t="66604" x="4056063" y="3070225"/>
          <p14:tracePt t="66620" x="4035425" y="3141663"/>
          <p14:tracePt t="66638" x="4013200" y="3208338"/>
          <p14:tracePt t="66654" x="3962400" y="3309938"/>
          <p14:tracePt t="66671" x="3903663" y="3446463"/>
          <p14:tracePt t="66687" x="3824288" y="3578225"/>
          <p14:tracePt t="66704" x="3751263" y="3694113"/>
          <p14:tracePt t="66720" x="3621088" y="3889375"/>
          <p14:tracePt t="66737" x="3389313" y="4238625"/>
          <p14:tracePt t="66754" x="3228975" y="4448175"/>
          <p14:tracePt t="66770" x="3090863" y="4622800"/>
          <p14:tracePt t="66787" x="2938463" y="4789488"/>
          <p14:tracePt t="66804" x="2836863" y="4913313"/>
          <p14:tracePt t="66820" x="2735263" y="5029200"/>
          <p14:tracePt t="66837" x="2649538" y="5159375"/>
          <p14:tracePt t="66854" x="2590800" y="5268913"/>
          <p14:tracePt t="66871" x="2547938" y="5334000"/>
          <p14:tracePt t="66888" x="2517775" y="5362575"/>
          <p14:tracePt t="66904" x="2497138" y="5376863"/>
          <p14:tracePt t="66921" x="2474913" y="5399088"/>
          <p14:tracePt t="66922" x="2460625" y="5407025"/>
          <p14:tracePt t="66937" x="2446338" y="5421313"/>
          <p14:tracePt t="66954" x="2379663" y="5449888"/>
          <p14:tracePt t="66970" x="2344738" y="5464175"/>
          <p14:tracePt t="66988" x="2328863" y="5472113"/>
          <p14:tracePt t="67004" x="2322513" y="5472113"/>
          <p14:tracePt t="67020" x="2314575" y="5472113"/>
          <p14:tracePt t="67483" x="2314575" y="5464175"/>
          <p14:tracePt t="67490" x="2314575" y="5435600"/>
          <p14:tracePt t="67498" x="2314575" y="5407025"/>
          <p14:tracePt t="67507" x="2314575" y="5376863"/>
          <p14:tracePt t="67521" x="2314575" y="5334000"/>
          <p14:tracePt t="67537" x="2314575" y="5283200"/>
          <p14:tracePt t="67554" x="2328863" y="5232400"/>
          <p14:tracePt t="67571" x="2344738" y="5210175"/>
          <p14:tracePt t="67587" x="2359025" y="5195888"/>
          <p14:tracePt t="67604" x="2365375" y="5189538"/>
          <p14:tracePt t="67621" x="2373313" y="5189538"/>
          <p14:tracePt t="67739" x="2365375" y="5181600"/>
          <p14:tracePt t="67747" x="2351088" y="5181600"/>
          <p14:tracePt t="67754" x="2328863" y="5181600"/>
          <p14:tracePt t="67771" x="2308225" y="5181600"/>
          <p14:tracePt t="67787" x="2263775" y="5181600"/>
          <p14:tracePt t="67804" x="2212975" y="5181600"/>
          <p14:tracePt t="67821" x="2170113" y="5189538"/>
          <p14:tracePt t="67837" x="2097088" y="5210175"/>
          <p14:tracePt t="67854" x="2024063" y="5224463"/>
          <p14:tracePt t="67871" x="1958975" y="5240338"/>
          <p14:tracePt t="67887" x="1887538" y="5254625"/>
          <p14:tracePt t="67904" x="1820863" y="5260975"/>
          <p14:tracePt t="67921" x="1741488" y="5275263"/>
          <p14:tracePt t="67922" x="1712913" y="5283200"/>
          <p14:tracePt t="67938" x="1611313" y="5283200"/>
          <p14:tracePt t="67954" x="1524000" y="5291138"/>
          <p14:tracePt t="67971" x="1450975" y="5297488"/>
          <p14:tracePt t="67987" x="1385888" y="5297488"/>
          <p14:tracePt t="68004" x="1328738" y="5297488"/>
          <p14:tracePt t="68021" x="1262063" y="5297488"/>
          <p14:tracePt t="68037" x="1204913" y="5297488"/>
          <p14:tracePt t="68054" x="1131888" y="5297488"/>
          <p14:tracePt t="68071" x="1081088" y="5297488"/>
          <p14:tracePt t="68087" x="1038225" y="5297488"/>
          <p14:tracePt t="68105" x="1023938" y="5297488"/>
          <p14:tracePt t="68121" x="987425" y="5297488"/>
          <p14:tracePt t="68138" x="965200" y="5297488"/>
          <p14:tracePt t="68155" x="950913" y="5297488"/>
          <p14:tracePt t="68171" x="936625" y="5297488"/>
          <p14:tracePt t="68188" x="922338" y="5297488"/>
          <p14:tracePt t="68204" x="914400" y="5297488"/>
          <p14:tracePt t="68221" x="885825" y="5297488"/>
          <p14:tracePt t="68238" x="863600" y="5297488"/>
          <p14:tracePt t="68254" x="841375" y="5311775"/>
          <p14:tracePt t="68271" x="812800" y="5319713"/>
          <p14:tracePt t="68287" x="784225" y="5341938"/>
          <p14:tracePt t="68304" x="762000" y="5370513"/>
          <p14:tracePt t="68321" x="733425" y="5399088"/>
          <p14:tracePt t="68337" x="719138" y="5427663"/>
          <p14:tracePt t="68354" x="703263" y="5443538"/>
          <p14:tracePt t="68371" x="696913" y="5443538"/>
          <p14:tracePt t="68388" x="688975" y="5449888"/>
          <p14:tracePt t="68405" x="682625" y="5457825"/>
          <p14:tracePt t="68421" x="682625" y="5464175"/>
          <p14:tracePt t="68437" x="668338" y="5472113"/>
          <p14:tracePt t="68499" x="660400" y="5478463"/>
          <p14:tracePt t="68570" x="646113" y="5478463"/>
          <p14:tracePt t="68802" x="638175" y="5478463"/>
          <p14:tracePt t="68819" x="623888" y="5478463"/>
          <p14:tracePt t="68858" x="623888" y="5464175"/>
          <p14:tracePt t="68867" x="623888" y="5449888"/>
          <p14:tracePt t="68874" x="623888" y="5435600"/>
          <p14:tracePt t="68888" x="623888" y="5427663"/>
          <p14:tracePt t="68904" x="638175" y="5392738"/>
          <p14:tracePt t="68921" x="682625" y="5356225"/>
          <p14:tracePt t="68939" x="696913" y="5341938"/>
          <p14:tracePt t="68954" x="739775" y="5319713"/>
          <p14:tracePt t="68971" x="762000" y="5319713"/>
          <p14:tracePt t="68988" x="820738" y="5297488"/>
          <p14:tracePt t="69004" x="863600" y="5291138"/>
          <p14:tracePt t="69021" x="892175" y="5291138"/>
          <p14:tracePt t="69038" x="928688" y="5275263"/>
          <p14:tracePt t="69054" x="965200" y="5275263"/>
          <p14:tracePt t="69071" x="1001713" y="5275263"/>
          <p14:tracePt t="69088" x="1044575" y="5275263"/>
          <p14:tracePt t="69105" x="1058863" y="5275263"/>
          <p14:tracePt t="69122" x="1081088" y="5275263"/>
          <p14:tracePt t="69138" x="1095375" y="5275263"/>
          <p14:tracePt t="69155" x="1125538" y="5275263"/>
          <p14:tracePt t="69171" x="1176338" y="5311775"/>
          <p14:tracePt t="69188" x="1211263" y="5341938"/>
          <p14:tracePt t="69204" x="1241425" y="5362575"/>
          <p14:tracePt t="69221" x="1255713" y="5407025"/>
          <p14:tracePt t="69238" x="1277938" y="5449888"/>
          <p14:tracePt t="69254" x="1306513" y="5508625"/>
          <p14:tracePt t="69271" x="1328738" y="5545138"/>
          <p14:tracePt t="69288" x="1343025" y="5565775"/>
          <p14:tracePt t="69305" x="1349375" y="5588000"/>
          <p14:tracePt t="69338" x="1349375" y="5595938"/>
          <p14:tracePt t="69355" x="1349375" y="5602288"/>
          <p14:tracePt t="69371" x="1349375" y="5610225"/>
          <p14:tracePt t="69388" x="1349375" y="5616575"/>
          <p14:tracePt t="69405" x="1335088" y="5616575"/>
          <p14:tracePt t="69421" x="1298575" y="5630863"/>
          <p14:tracePt t="69438" x="1262063" y="5638800"/>
          <p14:tracePt t="69455" x="1227138" y="5646738"/>
          <p14:tracePt t="69471" x="1211263" y="5653088"/>
          <p14:tracePt t="69488" x="1204913" y="5653088"/>
          <p14:tracePt t="69571" x="1190625" y="5653088"/>
          <p14:tracePt t="69706" x="1196975" y="5653088"/>
          <p14:tracePt t="69739" x="1204913" y="5653088"/>
          <p14:tracePt t="69827" x="1219200" y="5653088"/>
          <p14:tracePt t="70138" x="1227138" y="5653088"/>
          <p14:tracePt t="70154" x="1247775" y="5661025"/>
          <p14:tracePt t="70162" x="1298575" y="5667375"/>
          <p14:tracePt t="70171" x="1379538" y="5675313"/>
          <p14:tracePt t="70188" x="1538288" y="5711825"/>
          <p14:tracePt t="70205" x="1639888" y="5711825"/>
          <p14:tracePt t="70221" x="1690688" y="5711825"/>
          <p14:tracePt t="70238" x="1763713" y="5711825"/>
          <p14:tracePt t="70255" x="1857375" y="5711825"/>
          <p14:tracePt t="70271" x="1958975" y="5711825"/>
          <p14:tracePt t="70288" x="2017713" y="5711825"/>
          <p14:tracePt t="70305" x="2046288" y="5711825"/>
          <p14:tracePt t="70321" x="2060575" y="5711825"/>
          <p14:tracePt t="70514" x="2068513" y="5711825"/>
          <p14:tracePt t="70530" x="2082800" y="5711825"/>
          <p14:tracePt t="70538" x="2090738" y="5711825"/>
          <p14:tracePt t="70546" x="2105025" y="5703888"/>
          <p14:tracePt t="70555" x="2111375" y="5697538"/>
          <p14:tracePt t="70571" x="2147888" y="5675313"/>
          <p14:tracePt t="70588" x="2170113" y="5653088"/>
          <p14:tracePt t="70605" x="2206625" y="5638800"/>
          <p14:tracePt t="70622" x="2249488" y="5616575"/>
          <p14:tracePt t="70639" x="2286000" y="5610225"/>
          <p14:tracePt t="70655" x="2336800" y="5610225"/>
          <p14:tracePt t="70672" x="2387600" y="5595938"/>
          <p14:tracePt t="70688" x="2438400" y="5588000"/>
          <p14:tracePt t="70705" x="2517775" y="5588000"/>
          <p14:tracePt t="70722" x="2649538" y="5588000"/>
          <p14:tracePt t="70738" x="2735263" y="5588000"/>
          <p14:tracePt t="70755" x="2816225" y="5580063"/>
          <p14:tracePt t="70771" x="2867025" y="5565775"/>
          <p14:tracePt t="70788" x="2887663" y="5565775"/>
          <p14:tracePt t="70805" x="2909888" y="5559425"/>
          <p14:tracePt t="70822" x="2932113" y="5559425"/>
          <p14:tracePt t="70839" x="2954338" y="5559425"/>
          <p14:tracePt t="70856" x="2989263" y="5559425"/>
          <p14:tracePt t="70872" x="3005138" y="5559425"/>
          <p14:tracePt t="70888" x="3033713" y="5559425"/>
          <p14:tracePt t="70905" x="3062288" y="5565775"/>
          <p14:tracePt t="70922" x="3106738" y="5588000"/>
          <p14:tracePt t="70939" x="3141663" y="5602288"/>
          <p14:tracePt t="70955" x="3178175" y="5610225"/>
          <p14:tracePt t="70972" x="3192463" y="5616575"/>
          <p14:tracePt t="70988" x="3208338" y="5616575"/>
          <p14:tracePt t="71005" x="3214688" y="5616575"/>
          <p14:tracePt t="71022" x="3222625" y="5624513"/>
          <p14:tracePt t="71038" x="3228975" y="5624513"/>
          <p14:tracePt t="71072" x="3236913" y="5624513"/>
          <p14:tracePt t="101812" x="3251200" y="5624513"/>
          <p14:tracePt t="101836" x="3259138" y="5624513"/>
          <p14:tracePt t="101843" x="3273425" y="5624513"/>
          <p14:tracePt t="101852" x="3287713" y="5624513"/>
          <p14:tracePt t="101865" x="3309938" y="5616575"/>
          <p14:tracePt t="101882" x="3360738" y="5602288"/>
          <p14:tracePt t="101898" x="3446463" y="5580063"/>
          <p14:tracePt t="101915" x="3482975" y="5573713"/>
          <p14:tracePt t="101932" x="3527425" y="5565775"/>
          <p14:tracePt t="101949" x="3578225" y="5551488"/>
          <p14:tracePt t="101965" x="3629025" y="5551488"/>
          <p14:tracePt t="101982" x="3671888" y="5545138"/>
          <p14:tracePt t="101998" x="3708400" y="5545138"/>
          <p14:tracePt t="102015" x="3722688" y="5545138"/>
          <p14:tracePt t="102032" x="3736975" y="5545138"/>
          <p14:tracePt t="102048" x="3759200" y="5545138"/>
          <p14:tracePt t="102065" x="3767138" y="5545138"/>
          <p14:tracePt t="102082" x="3795713" y="5545138"/>
          <p14:tracePt t="102098" x="3810000" y="5545138"/>
          <p14:tracePt t="102115" x="3824288" y="5559425"/>
          <p14:tracePt t="102132" x="3852863" y="5595938"/>
          <p14:tracePt t="102148" x="3897313" y="5646738"/>
          <p14:tracePt t="102165" x="3940175" y="5718175"/>
          <p14:tracePt t="102182" x="3970338" y="5762625"/>
          <p14:tracePt t="102200" x="3984625" y="5783263"/>
          <p14:tracePt t="102215" x="3984625" y="5805488"/>
          <p14:tracePt t="102233" x="3984625" y="5834063"/>
          <p14:tracePt t="102248" x="3984625" y="5870575"/>
          <p14:tracePt t="102266" x="3933825" y="5951538"/>
          <p14:tracePt t="102282" x="3903663" y="5986463"/>
          <p14:tracePt t="102300" x="3824288" y="6030913"/>
          <p14:tracePt t="102315" x="3744913" y="6053138"/>
          <p14:tracePt t="102332" x="3643313" y="6067425"/>
          <p14:tracePt t="102348" x="3533775" y="6073775"/>
          <p14:tracePt t="102365" x="3454400" y="6096000"/>
          <p14:tracePt t="102382" x="3338513" y="6124575"/>
          <p14:tracePt t="102399" x="3279775" y="6138863"/>
          <p14:tracePt t="102415" x="3200400" y="6169025"/>
          <p14:tracePt t="102432" x="3157538" y="6175375"/>
          <p14:tracePt t="102436" x="3135313" y="6175375"/>
          <p14:tracePt t="102449" x="3113088" y="6189663"/>
          <p14:tracePt t="102465" x="3076575" y="6197600"/>
          <p14:tracePt t="102482" x="3055938" y="6197600"/>
          <p14:tracePt t="102498" x="3033713" y="6197600"/>
          <p14:tracePt t="102515" x="3005138" y="6197600"/>
          <p14:tracePt t="102531" x="2974975" y="6197600"/>
          <p14:tracePt t="102548" x="2954338" y="6197600"/>
          <p14:tracePt t="102565" x="2924175" y="6197600"/>
          <p14:tracePt t="102582" x="2895600" y="6197600"/>
          <p14:tracePt t="102598" x="2859088" y="6197600"/>
          <p14:tracePt t="102615" x="2779713" y="6197600"/>
          <p14:tracePt t="102632" x="2649538" y="6197600"/>
          <p14:tracePt t="102648" x="2497138" y="6197600"/>
          <p14:tracePt t="102666" x="2278063" y="6197600"/>
          <p14:tracePt t="102682" x="2243138" y="6197600"/>
          <p14:tracePt t="102700" x="2147888" y="6183313"/>
          <p14:tracePt t="102716" x="2060575" y="6146800"/>
          <p14:tracePt t="102732" x="1966913" y="6088063"/>
          <p14:tracePt t="102750" x="1851025" y="6030913"/>
          <p14:tracePt t="102766" x="1755775" y="5957888"/>
          <p14:tracePt t="102783" x="1668463" y="5900738"/>
          <p14:tracePt t="102800" x="1611313" y="5870575"/>
          <p14:tracePt t="102816" x="1582738" y="5856288"/>
          <p14:tracePt t="102832" x="1538288" y="5827713"/>
          <p14:tracePt t="102849" x="1516063" y="5805488"/>
          <p14:tracePt t="102866" x="1495425" y="5776913"/>
          <p14:tracePt t="102882" x="1465263" y="5697538"/>
          <p14:tracePt t="102899" x="1430338" y="5630863"/>
          <p14:tracePt t="102915" x="1400175" y="5588000"/>
          <p14:tracePt t="102932" x="1371600" y="5545138"/>
          <p14:tracePt t="102939" x="1357313" y="5522913"/>
          <p14:tracePt t="102950" x="1343025" y="5494338"/>
          <p14:tracePt t="102965" x="1312863" y="5449888"/>
          <p14:tracePt t="102984" x="1277938" y="5384800"/>
          <p14:tracePt t="102999" x="1255713" y="5348288"/>
          <p14:tracePt t="103015" x="1233488" y="5305425"/>
          <p14:tracePt t="103032" x="1227138" y="5297488"/>
          <p14:tracePt t="103049" x="1211263" y="5283200"/>
          <p14:tracePt t="103066" x="1204913" y="5268913"/>
          <p14:tracePt t="103103" x="1204913" y="5260975"/>
          <p14:tracePt t="103116" x="1196975" y="5246688"/>
          <p14:tracePt t="103133" x="1190625" y="5240338"/>
          <p14:tracePt t="103149" x="1190625" y="5232400"/>
          <p14:tracePt t="103166" x="1182688" y="5224463"/>
          <p14:tracePt t="103182" x="1182688" y="5218113"/>
          <p14:tracePt t="103200" x="1182688" y="5210175"/>
          <p14:tracePt t="103216" x="1182688" y="5203825"/>
          <p14:tracePt t="103232" x="1168400" y="5181600"/>
          <p14:tracePt t="103249" x="1168400" y="5167313"/>
          <p14:tracePt t="103267" x="1154113" y="5108575"/>
          <p14:tracePt t="103283" x="1146175" y="5065713"/>
          <p14:tracePt t="103299" x="1139825" y="5029200"/>
          <p14:tracePt t="103315" x="1139825" y="4986338"/>
          <p14:tracePt t="103332" x="1131888" y="4956175"/>
          <p14:tracePt t="103349" x="1131888" y="4935538"/>
          <p14:tracePt t="103365" x="1125538" y="4927600"/>
          <p14:tracePt t="103382" x="1125538" y="4913313"/>
          <p14:tracePt t="103399" x="1125538" y="4905375"/>
          <p14:tracePt t="103415" x="1125538" y="4899025"/>
          <p14:tracePt t="103517" x="1131888" y="4899025"/>
          <p14:tracePt t="103523" x="1139825" y="4899025"/>
          <p14:tracePt t="103532" x="1160463" y="4899025"/>
          <p14:tracePt t="103550" x="1196975" y="4899025"/>
          <p14:tracePt t="103565" x="1241425" y="4905375"/>
          <p14:tracePt t="103583" x="1270000" y="4913313"/>
          <p14:tracePt t="103599" x="1277938" y="4913313"/>
          <p14:tracePt t="103615" x="1292225" y="4919663"/>
          <p14:tracePt t="103649" x="1298575" y="4919663"/>
          <p14:tracePt t="103672" x="1306513" y="4927600"/>
          <p14:tracePt t="103687" x="1312863" y="4927600"/>
          <p14:tracePt t="103736" x="1320800" y="4927600"/>
          <p14:tracePt t="103746" x="1320800" y="4935538"/>
          <p14:tracePt t="103805" x="1335088" y="4935538"/>
          <p14:tracePt t="103855" x="1343025" y="4935538"/>
          <p14:tracePt t="103942" x="1349375" y="4935538"/>
          <p14:tracePt t="103974" x="1357313" y="4941888"/>
          <p14:tracePt t="104022" x="1363663" y="4941888"/>
          <p14:tracePt t="104127" x="1371600" y="4941888"/>
          <p14:tracePt t="104215" x="1385888" y="4949825"/>
          <p14:tracePt t="116609" x="1400175" y="4949825"/>
          <p14:tracePt t="116618" x="1473200" y="4956175"/>
          <p14:tracePt t="116628" x="1531938" y="4956175"/>
          <p14:tracePt t="116638" x="1611313" y="4970463"/>
          <p14:tracePt t="116653" x="1814513" y="5006975"/>
          <p14:tracePt t="116670" x="2170113" y="5108575"/>
          <p14:tracePt t="116687" x="2562225" y="5210175"/>
          <p14:tracePt t="116703" x="2903538" y="5260975"/>
          <p14:tracePt t="116720" x="3214688" y="5297488"/>
          <p14:tracePt t="116736" x="3614738" y="5348288"/>
          <p14:tracePt t="116753" x="4122738" y="5399088"/>
          <p14:tracePt t="116770" x="4645025" y="5435600"/>
          <p14:tracePt t="116787" x="5275263" y="5435600"/>
          <p14:tracePt t="116804" x="5711825" y="5435600"/>
          <p14:tracePt t="116820" x="6124575" y="5435600"/>
          <p14:tracePt t="116837" x="6575425" y="5435600"/>
          <p14:tracePt t="116853" x="7089775" y="5435600"/>
          <p14:tracePt t="116871" x="7620000" y="5435600"/>
          <p14:tracePt t="116888" x="8062913" y="5421313"/>
          <p14:tracePt t="116903" x="8424863" y="5362575"/>
          <p14:tracePt t="116920" x="8607425" y="5326063"/>
          <p14:tracePt t="116928" x="8672513" y="5305425"/>
          <p14:tracePt t="116936" x="8694738" y="5297488"/>
          <p14:tracePt t="116955" x="8737600" y="5283200"/>
          <p14:tracePt t="116970" x="8774113" y="5268913"/>
          <p14:tracePt t="116986" x="8831263" y="5254625"/>
          <p14:tracePt t="117003" x="8875713" y="5246688"/>
          <p14:tracePt t="117020" x="8912225" y="5232400"/>
          <p14:tracePt t="117037" x="8940800" y="5232400"/>
          <p14:tracePt t="117053" x="8999538" y="5210175"/>
          <p14:tracePt t="117070" x="9107488" y="5181600"/>
          <p14:tracePt t="117087" x="9274175" y="5145088"/>
          <p14:tracePt t="117103" x="9463088" y="5087938"/>
          <p14:tracePt t="117122" x="9629775" y="5043488"/>
          <p14:tracePt t="117138" x="9761538" y="5006975"/>
          <p14:tracePt t="117155" x="9906000" y="4986338"/>
          <p14:tracePt t="117172" x="9979025" y="4978400"/>
          <p14:tracePt t="117187" x="10080625" y="4978400"/>
          <p14:tracePt t="117203" x="10160000" y="4992688"/>
          <p14:tracePt t="117220" x="10233025" y="5014913"/>
          <p14:tracePt t="117237" x="10290175" y="5029200"/>
          <p14:tracePt t="117254" x="10312400" y="5043488"/>
          <p14:tracePt t="117270" x="10312400" y="5065713"/>
          <p14:tracePt t="117287" x="10312400" y="5108575"/>
          <p14:tracePt t="117303" x="10312400" y="5173663"/>
          <p14:tracePt t="117320" x="10304463" y="5232400"/>
          <p14:tracePt t="117337" x="10275888" y="5275263"/>
          <p14:tracePt t="117354" x="10152063" y="5348288"/>
          <p14:tracePt t="117371" x="10066338" y="5384800"/>
          <p14:tracePt t="117388" x="9948863" y="5413375"/>
          <p14:tracePt t="117403" x="9804400" y="5427663"/>
          <p14:tracePt t="117420" x="9615488" y="5435600"/>
          <p14:tracePt t="117427" x="9513888" y="5435600"/>
          <p14:tracePt t="117437" x="9355138" y="5435600"/>
          <p14:tracePt t="117454" x="9034463" y="5435600"/>
          <p14:tracePt t="117470" x="8839200" y="5435600"/>
          <p14:tracePt t="117486" x="8729663" y="5435600"/>
          <p14:tracePt t="117503" x="8658225" y="5435600"/>
          <p14:tracePt t="117520" x="8607425" y="5421313"/>
          <p14:tracePt t="117536" x="8534400" y="5384800"/>
          <p14:tracePt t="117554" x="8455025" y="5319713"/>
          <p14:tracePt t="117570" x="8374063" y="5246688"/>
          <p14:tracePt t="117587" x="8280400" y="5153025"/>
          <p14:tracePt t="117603" x="8193088" y="5065713"/>
          <p14:tracePt t="117620" x="8120063" y="4978400"/>
          <p14:tracePt t="117637" x="8040688" y="4899025"/>
          <p14:tracePt t="117654" x="7916863" y="4775200"/>
          <p14:tracePt t="117671" x="7823200" y="4651375"/>
          <p14:tracePt t="117687" x="7772400" y="4529138"/>
          <p14:tracePt t="117704" x="7735888" y="4397375"/>
          <p14:tracePt t="117720" x="7707313" y="4289425"/>
          <p14:tracePt t="117736" x="7670800" y="4151313"/>
          <p14:tracePt t="117754" x="7656513" y="4021138"/>
          <p14:tracePt t="117770" x="7620000" y="3832225"/>
          <p14:tracePt t="117787" x="7605713" y="3700463"/>
          <p14:tracePt t="117803" x="7597775" y="3584575"/>
          <p14:tracePt t="117820" x="7597775" y="3468688"/>
          <p14:tracePt t="117837" x="7597775" y="3375025"/>
          <p14:tracePt t="117853" x="7597775" y="3273425"/>
          <p14:tracePt t="117870" x="7597775" y="3208338"/>
          <p14:tracePt t="117887" x="7612063" y="3149600"/>
          <p14:tracePt t="117903" x="7642225" y="3098800"/>
          <p14:tracePt t="117920" x="7662863" y="3048000"/>
          <p14:tracePt t="117925" x="7678738" y="3011488"/>
          <p14:tracePt t="117936" x="7685088" y="2982913"/>
          <p14:tracePt t="117954" x="7699375" y="2903538"/>
          <p14:tracePt t="117970" x="7721600" y="2873375"/>
          <p14:tracePt t="117987" x="7721600" y="2852738"/>
          <p14:tracePt t="118502" x="7729538" y="2830513"/>
          <p14:tracePt t="118507" x="7729538" y="2801938"/>
          <p14:tracePt t="118520" x="7729538" y="2794000"/>
          <p14:tracePt t="118537" x="7729538" y="2757488"/>
          <p14:tracePt t="118554" x="7729538" y="2743200"/>
          <p14:tracePt t="118570" x="7729538" y="2714625"/>
          <p14:tracePt t="118587" x="7729538" y="2706688"/>
          <p14:tracePt t="118603" x="7729538" y="2700338"/>
          <p14:tracePt t="118621" x="7729538" y="2678113"/>
          <p14:tracePt t="118637" x="7729538" y="2670175"/>
          <p14:tracePt t="118654" x="7735888" y="2655888"/>
          <p14:tracePt t="118671" x="7743825" y="2649538"/>
          <p14:tracePt t="118687" x="7758113" y="2641600"/>
          <p14:tracePt t="118703" x="7800975" y="2619375"/>
          <p14:tracePt t="118720" x="7845425" y="2619375"/>
          <p14:tracePt t="118737" x="7924800" y="2590800"/>
          <p14:tracePt t="118754" x="8077200" y="2554288"/>
          <p14:tracePt t="118770" x="8193088" y="2540000"/>
          <p14:tracePt t="118787" x="8308975" y="2517775"/>
          <p14:tracePt t="118804" x="8440738" y="2503488"/>
          <p14:tracePt t="118820" x="8548688" y="2481263"/>
          <p14:tracePt t="118837" x="8621713" y="2474913"/>
          <p14:tracePt t="118854" x="8709025" y="2466975"/>
          <p14:tracePt t="118871" x="8774113" y="2452688"/>
          <p14:tracePt t="118888" x="8847138" y="2438400"/>
          <p14:tracePt t="118904" x="8918575" y="2430463"/>
          <p14:tracePt t="118920" x="9013825" y="2416175"/>
          <p14:tracePt t="118925" x="9064625" y="2416175"/>
          <p14:tracePt t="118937" x="9121775" y="2409825"/>
          <p14:tracePt t="118954" x="9223375" y="2409825"/>
          <p14:tracePt t="118970" x="9355138" y="2409825"/>
          <p14:tracePt t="118987" x="9426575" y="2409825"/>
          <p14:tracePt t="119004" x="9499600" y="2409825"/>
          <p14:tracePt t="119020" x="9558338" y="2409825"/>
          <p14:tracePt t="119037" x="9615488" y="2409825"/>
          <p14:tracePt t="119054" x="9666288" y="2409825"/>
          <p14:tracePt t="119070" x="9702800" y="2409825"/>
          <p14:tracePt t="119087" x="9725025" y="2409825"/>
          <p14:tracePt t="119104" x="9731375" y="2409825"/>
          <p14:tracePt t="119397" x="9725025" y="2409825"/>
          <p14:tracePt t="119428" x="9717088" y="2409825"/>
          <p14:tracePt t="119454" x="9702800" y="2409825"/>
          <p14:tracePt t="119460" x="9702800" y="2416175"/>
          <p14:tracePt t="119476" x="9694863" y="2416175"/>
          <p14:tracePt t="119492" x="9688513" y="2424113"/>
          <p14:tracePt t="119504" x="9680575" y="2424113"/>
          <p14:tracePt t="119520" x="9674225" y="2424113"/>
          <p14:tracePt t="119537" x="9659938" y="2424113"/>
          <p14:tracePt t="119554" x="9644063" y="2430463"/>
          <p14:tracePt t="119570" x="9637713" y="2430463"/>
          <p14:tracePt t="119587" x="9629775" y="2430463"/>
          <p14:tracePt t="119621" x="9623425" y="2430463"/>
          <p14:tracePt t="119965" x="9609138" y="2430463"/>
          <p14:tracePt t="119972" x="9609138" y="2438400"/>
          <p14:tracePt t="119980" x="9601200" y="2438400"/>
          <p14:tracePt t="119997" x="9593263" y="2438400"/>
          <p14:tracePt t="120004" x="9578975" y="2438400"/>
          <p14:tracePt t="120021" x="9572625" y="2438400"/>
          <p14:tracePt t="120037" x="9558338" y="2438400"/>
          <p14:tracePt t="120054" x="9550400" y="2438400"/>
          <p14:tracePt t="120071" x="9528175" y="2446338"/>
          <p14:tracePt t="120087" x="9513888" y="2452688"/>
          <p14:tracePt t="120104" x="9491663" y="2452688"/>
          <p14:tracePt t="120122" x="9477375" y="2452688"/>
          <p14:tracePt t="120139" x="9434513" y="2466975"/>
          <p14:tracePt t="120154" x="9412288" y="2466975"/>
          <p14:tracePt t="120171" x="9383713" y="2474913"/>
          <p14:tracePt t="120187" x="9339263" y="2481263"/>
          <p14:tracePt t="120204" x="9296400" y="2489200"/>
          <p14:tracePt t="120221" x="9245600" y="2497138"/>
          <p14:tracePt t="120237" x="9217025" y="2497138"/>
          <p14:tracePt t="120254" x="9172575" y="2503488"/>
          <p14:tracePt t="120271" x="9144000" y="2517775"/>
          <p14:tracePt t="120287" x="9107488" y="2517775"/>
          <p14:tracePt t="120304" x="9085263" y="2532063"/>
          <p14:tracePt t="120321" x="9064625" y="2532063"/>
          <p14:tracePt t="120338" x="9034463" y="2547938"/>
          <p14:tracePt t="120354" x="9013825" y="2547938"/>
          <p14:tracePt t="120371" x="8983663" y="2562225"/>
          <p14:tracePt t="120389" x="8940800" y="2562225"/>
          <p14:tracePt t="120404" x="8912225" y="2562225"/>
          <p14:tracePt t="120421" x="8890000" y="2568575"/>
          <p14:tracePt t="120425" x="8875713" y="2568575"/>
          <p14:tracePt t="120437" x="8853488" y="2582863"/>
          <p14:tracePt t="120454" x="8839200" y="2582863"/>
          <p14:tracePt t="120471" x="8816975" y="2582863"/>
          <p14:tracePt t="120488" x="8788400" y="2582863"/>
          <p14:tracePt t="120504" x="8766175" y="2590800"/>
          <p14:tracePt t="120521" x="8751888" y="2590800"/>
          <p14:tracePt t="120538" x="8737600" y="2590800"/>
          <p14:tracePt t="120554" x="8723313" y="2590800"/>
          <p14:tracePt t="120571" x="8715375" y="2590800"/>
          <p14:tracePt t="120773" x="8709025" y="2590800"/>
          <p14:tracePt t="121435" x="8701088" y="2590800"/>
          <p14:tracePt t="121442" x="8686800" y="2590800"/>
          <p14:tracePt t="121450" x="8658225" y="2590800"/>
          <p14:tracePt t="121458" x="8643938" y="2590800"/>
          <p14:tracePt t="121471" x="8636000" y="2590800"/>
          <p14:tracePt t="121546" x="8621713" y="2590800"/>
          <p14:tracePt t="121571" x="8613775" y="2590800"/>
          <p14:tracePt t="121971" x="8607425" y="2590800"/>
          <p14:tracePt t="121979" x="8599488" y="2590800"/>
          <p14:tracePt t="121987" x="8593138" y="2598738"/>
          <p14:tracePt t="122004" x="8577263" y="2613025"/>
          <p14:tracePt t="122021" x="8556625" y="2633663"/>
          <p14:tracePt t="122038" x="8534400" y="2649538"/>
          <p14:tracePt t="122054" x="8505825" y="2655888"/>
          <p14:tracePt t="122071" x="8461375" y="2663825"/>
          <p14:tracePt t="122088" x="8410575" y="2670175"/>
          <p14:tracePt t="122105" x="8359775" y="2692400"/>
          <p14:tracePt t="122121" x="8294688" y="2700338"/>
          <p14:tracePt t="122138" x="8266113" y="2700338"/>
          <p14:tracePt t="122154" x="8221663" y="2700338"/>
          <p14:tracePt t="122171" x="8178800" y="2714625"/>
          <p14:tracePt t="122188" x="8128000" y="2720975"/>
          <p14:tracePt t="122204" x="8099425" y="2720975"/>
          <p14:tracePt t="122221" x="8069263" y="2728913"/>
          <p14:tracePt t="122238" x="8040688" y="2728913"/>
          <p14:tracePt t="122254" x="8018463" y="2735263"/>
          <p14:tracePt t="122271" x="8004175" y="2743200"/>
          <p14:tracePt t="122288" x="7975600" y="2751138"/>
          <p14:tracePt t="122304" x="7947025" y="2771775"/>
          <p14:tracePt t="122321" x="7902575" y="2779713"/>
          <p14:tracePt t="122338" x="7845425" y="2801938"/>
          <p14:tracePt t="122354" x="7808913" y="2808288"/>
          <p14:tracePt t="122371" x="7743825" y="2822575"/>
          <p14:tracePt t="122388" x="7693025" y="2830513"/>
          <p14:tracePt t="122404" x="7670800" y="2830513"/>
          <p14:tracePt t="122421" x="7648575" y="2830513"/>
          <p14:tracePt t="122438" x="7642225" y="2836863"/>
          <p14:tracePt t="122491" x="7642225" y="2844800"/>
          <p14:tracePt t="122507" x="7634288" y="2844800"/>
          <p14:tracePt t="123043" x="7642225" y="2844800"/>
          <p14:tracePt t="123050" x="7662863" y="2844800"/>
          <p14:tracePt t="123059" x="7670800" y="2836863"/>
          <p14:tracePt t="123071" x="7693025" y="2836863"/>
          <p14:tracePt t="123088" x="7758113" y="2816225"/>
          <p14:tracePt t="123105" x="7831138" y="2801938"/>
          <p14:tracePt t="123122" x="7947025" y="2771775"/>
          <p14:tracePt t="123138" x="8018463" y="2765425"/>
          <p14:tracePt t="123155" x="8062913" y="2757488"/>
          <p14:tracePt t="123171" x="8105775" y="2751138"/>
          <p14:tracePt t="123188" x="8128000" y="2751138"/>
          <p14:tracePt t="123205" x="8164513" y="2751138"/>
          <p14:tracePt t="123221" x="8207375" y="2751138"/>
          <p14:tracePt t="123238" x="8243888" y="2751138"/>
          <p14:tracePt t="123255" x="8258175" y="2751138"/>
          <p14:tracePt t="123271" x="8272463" y="2751138"/>
          <p14:tracePt t="123305" x="8288338" y="2757488"/>
          <p14:tracePt t="123321" x="8308975" y="2779713"/>
          <p14:tracePt t="123338" x="8359775" y="2816225"/>
          <p14:tracePt t="123355" x="8389938" y="2844800"/>
          <p14:tracePt t="123371" x="8396288" y="2859088"/>
          <p14:tracePt t="123389" x="8404225" y="2887663"/>
          <p14:tracePt t="123405" x="8404225" y="2917825"/>
          <p14:tracePt t="123421" x="8418513" y="2968625"/>
          <p14:tracePt t="123438" x="8440738" y="3040063"/>
          <p14:tracePt t="123455" x="8461375" y="3106738"/>
          <p14:tracePt t="123471" x="8461375" y="3186113"/>
          <p14:tracePt t="123488" x="8461375" y="3265488"/>
          <p14:tracePt t="123505" x="8461375" y="3367088"/>
          <p14:tracePt t="123521" x="8491538" y="3513138"/>
          <p14:tracePt t="123538" x="8505825" y="3606800"/>
          <p14:tracePt t="123555" x="8520113" y="3671888"/>
          <p14:tracePt t="123571" x="8520113" y="3716338"/>
          <p14:tracePt t="123588" x="8520113" y="3802063"/>
          <p14:tracePt t="123605" x="8520113" y="3897313"/>
          <p14:tracePt t="123622" x="8520113" y="4013200"/>
          <p14:tracePt t="123639" x="8526463" y="4137025"/>
          <p14:tracePt t="123655" x="8542338" y="4244975"/>
          <p14:tracePt t="123671" x="8556625" y="4295775"/>
          <p14:tracePt t="123688" x="8562975" y="4346575"/>
          <p14:tracePt t="123705" x="8562975" y="4419600"/>
          <p14:tracePt t="123721" x="8562975" y="4529138"/>
          <p14:tracePt t="123738" x="8562975" y="4608513"/>
          <p14:tracePt t="123755" x="8562975" y="4673600"/>
          <p14:tracePt t="123772" x="8562975" y="4724400"/>
          <p14:tracePt t="123788" x="8562975" y="4797425"/>
          <p14:tracePt t="123805" x="8562975" y="4854575"/>
          <p14:tracePt t="123822" x="8562975" y="4935538"/>
          <p14:tracePt t="123838" x="8562975" y="5021263"/>
          <p14:tracePt t="123855" x="8562975" y="5072063"/>
          <p14:tracePt t="123872" x="8562975" y="5108575"/>
          <p14:tracePt t="123889" x="8562975" y="5138738"/>
          <p14:tracePt t="123905" x="8570913" y="5181600"/>
          <p14:tracePt t="123922" x="8585200" y="5254625"/>
          <p14:tracePt t="123938" x="8593138" y="5291138"/>
          <p14:tracePt t="123955" x="8593138" y="5311775"/>
          <p14:tracePt t="123972" x="8593138" y="5348288"/>
          <p14:tracePt t="123988" x="8593138" y="5370513"/>
          <p14:tracePt t="124005" x="8593138" y="5407025"/>
          <p14:tracePt t="124022" x="8593138" y="5449888"/>
          <p14:tracePt t="124038" x="8593138" y="5486400"/>
          <p14:tracePt t="124055" x="8577263" y="5514975"/>
          <p14:tracePt t="124072" x="8570913" y="5537200"/>
          <p14:tracePt t="124088" x="8548688" y="5551488"/>
          <p14:tracePt t="124105" x="8469313" y="5573713"/>
          <p14:tracePt t="124122" x="8418513" y="5588000"/>
          <p14:tracePt t="124138" x="8345488" y="5595938"/>
          <p14:tracePt t="124155" x="8288338" y="5602288"/>
          <p14:tracePt t="124172" x="8215313" y="5602288"/>
          <p14:tracePt t="124188" x="8128000" y="5602288"/>
          <p14:tracePt t="124205" x="8026400" y="5602288"/>
          <p14:tracePt t="124222" x="7953375" y="5602288"/>
          <p14:tracePt t="124238" x="7888288" y="5616575"/>
          <p14:tracePt t="124255" x="7866063" y="5616575"/>
          <p14:tracePt t="124288" x="7859713" y="5616575"/>
          <p14:tracePt t="124305" x="7851775" y="5616575"/>
          <p14:tracePt t="124322" x="7815263" y="5595938"/>
          <p14:tracePt t="124338" x="7786688" y="5580063"/>
          <p14:tracePt t="124355" x="7729538" y="5537200"/>
          <p14:tracePt t="124372" x="7656513" y="5494338"/>
          <p14:tracePt t="124388" x="7583488" y="5449888"/>
          <p14:tracePt t="124405" x="7504113" y="5384800"/>
          <p14:tracePt t="124422" x="7424738" y="5326063"/>
          <p14:tracePt t="124438" x="7388225" y="5291138"/>
          <p14:tracePt t="124455" x="7351713" y="5254625"/>
          <p14:tracePt t="124472" x="7329488" y="5210175"/>
          <p14:tracePt t="124488" x="7307263" y="5167313"/>
          <p14:tracePt t="124505" x="7292975" y="5043488"/>
          <p14:tracePt t="124522" x="7292975" y="4927600"/>
          <p14:tracePt t="124538" x="7292975" y="4826000"/>
          <p14:tracePt t="124555" x="7292975" y="4716463"/>
          <p14:tracePt t="124572" x="7292975" y="4614863"/>
          <p14:tracePt t="124588" x="7307263" y="4498975"/>
          <p14:tracePt t="124605" x="7329488" y="4340225"/>
          <p14:tracePt t="124622" x="7366000" y="4173538"/>
          <p14:tracePt t="124638" x="7424738" y="4005263"/>
          <p14:tracePt t="124655" x="7445375" y="3903663"/>
          <p14:tracePt t="124672" x="7481888" y="3795713"/>
          <p14:tracePt t="124688" x="7489825" y="3716338"/>
          <p14:tracePt t="124706" x="7496175" y="3563938"/>
          <p14:tracePt t="124722" x="7496175" y="3468688"/>
          <p14:tracePt t="124739" x="7496175" y="3389313"/>
          <p14:tracePt t="124755" x="7496175" y="3338513"/>
          <p14:tracePt t="124772" x="7496175" y="3287713"/>
          <p14:tracePt t="124789" x="7496175" y="3243263"/>
          <p14:tracePt t="124805" x="7510463" y="3178175"/>
          <p14:tracePt t="124822" x="7518400" y="3084513"/>
          <p14:tracePt t="124839" x="7526338" y="3011488"/>
          <p14:tracePt t="124855" x="7532688" y="2946400"/>
          <p14:tracePt t="124872" x="7532688" y="2903538"/>
          <p14:tracePt t="124889" x="7532688" y="2873375"/>
          <p14:tracePt t="124905" x="7532688" y="2859088"/>
          <p14:tracePt t="124922" x="7532688" y="2852738"/>
          <p14:tracePt t="124939" x="7532688" y="2844800"/>
          <p14:tracePt t="124955" x="7532688" y="2830513"/>
          <p14:tracePt t="124972" x="7532688" y="2808288"/>
          <p14:tracePt t="124989" x="7526338" y="2794000"/>
          <p14:tracePt t="125022" x="7526338" y="2786063"/>
          <p14:tracePt t="125595" x="7526338" y="2779713"/>
          <p14:tracePt t="125603" x="7546975" y="2779713"/>
          <p14:tracePt t="125610" x="7569200" y="2765425"/>
          <p14:tracePt t="125622" x="7577138" y="2765425"/>
          <p14:tracePt t="125639" x="7627938" y="2757488"/>
          <p14:tracePt t="125655" x="7662863" y="2751138"/>
          <p14:tracePt t="125673" x="7721600" y="2728913"/>
          <p14:tracePt t="125689" x="7750175" y="2714625"/>
          <p14:tracePt t="125705" x="7808913" y="2692400"/>
          <p14:tracePt t="125722" x="7831138" y="2684463"/>
          <p14:tracePt t="125739" x="7851775" y="2670175"/>
          <p14:tracePt t="125755" x="7874000" y="2663825"/>
          <p14:tracePt t="125772" x="7881938" y="2663825"/>
          <p14:tracePt t="125789" x="7902575" y="2655888"/>
          <p14:tracePt t="125806" x="7916863" y="2655888"/>
          <p14:tracePt t="125823" x="7947025" y="2655888"/>
          <p14:tracePt t="125839" x="7975600" y="2655888"/>
          <p14:tracePt t="125857" x="8018463" y="2655888"/>
          <p14:tracePt t="125873" x="8048625" y="2655888"/>
          <p14:tracePt t="125889" x="8085138" y="2655888"/>
          <p14:tracePt t="125906" x="8120063" y="2655888"/>
          <p14:tracePt t="125923" x="8142288" y="2655888"/>
          <p14:tracePt t="125939" x="8164513" y="2655888"/>
          <p14:tracePt t="125956" x="8178800" y="2655888"/>
          <p14:tracePt t="125973" x="8193088" y="2663825"/>
          <p14:tracePt t="125989" x="8201025" y="2670175"/>
          <p14:tracePt t="126006" x="8215313" y="2678113"/>
          <p14:tracePt t="126022" x="8221663" y="2678113"/>
          <p14:tracePt t="126039" x="8243888" y="2692400"/>
          <p14:tracePt t="126056" x="8266113" y="2706688"/>
          <p14:tracePt t="126074" x="8288338" y="2706688"/>
          <p14:tracePt t="126089" x="8294688" y="2720975"/>
          <p14:tracePt t="126107" x="8302625" y="2720975"/>
          <p14:tracePt t="126125" x="8302625" y="2728913"/>
          <p14:tracePt t="126142" x="8308975" y="2735263"/>
          <p14:tracePt t="126156" x="8316913" y="2743200"/>
          <p14:tracePt t="126172" x="8323263" y="2743200"/>
          <p14:tracePt t="126189" x="8323263" y="2757488"/>
          <p14:tracePt t="126206" x="8323263" y="2765425"/>
          <p14:tracePt t="126223" x="8331200" y="2779713"/>
          <p14:tracePt t="126239" x="8345488" y="2794000"/>
          <p14:tracePt t="126256" x="8345488" y="2808288"/>
          <p14:tracePt t="126289" x="8353425" y="2822575"/>
          <p14:tracePt t="126316" x="8359775" y="2830513"/>
          <p14:tracePt t="126334" x="8359775" y="2836863"/>
          <p14:tracePt t="126341" x="8359775" y="2844800"/>
          <p14:tracePt t="126356" x="8359775" y="2859088"/>
          <p14:tracePt t="126373" x="8367713" y="2881313"/>
          <p14:tracePt t="126389" x="8367713" y="2895600"/>
          <p14:tracePt t="126406" x="8382000" y="2903538"/>
          <p14:tracePt t="126459" x="8382000" y="2917825"/>
          <p14:tracePt t="126483" x="8382000" y="2924175"/>
          <p14:tracePt t="126507" x="8382000" y="2938463"/>
          <p14:tracePt t="126531" x="8389938" y="2946400"/>
          <p14:tracePt t="126917" x="8389938" y="2954338"/>
          <p14:tracePt t="126924" x="8389938" y="2960688"/>
          <p14:tracePt t="126932" x="8389938" y="2968625"/>
          <p14:tracePt t="126941" x="8389938" y="2982913"/>
          <p14:tracePt t="126956" x="8396288" y="3011488"/>
          <p14:tracePt t="126973" x="8404225" y="3070225"/>
          <p14:tracePt t="126989" x="8410575" y="3121025"/>
          <p14:tracePt t="127006" x="8418513" y="3163888"/>
          <p14:tracePt t="127023" x="8424863" y="3214688"/>
          <p14:tracePt t="127039" x="8440738" y="3273425"/>
          <p14:tracePt t="127056" x="8447088" y="3360738"/>
          <p14:tracePt t="127073" x="8475663" y="3497263"/>
          <p14:tracePt t="127090" x="8497888" y="3629025"/>
          <p14:tracePt t="127106" x="8526463" y="3787775"/>
          <p14:tracePt t="127124" x="8534400" y="3868738"/>
          <p14:tracePt t="127140" x="8556625" y="3970338"/>
          <p14:tracePt t="127156" x="8570913" y="4122738"/>
          <p14:tracePt t="127173" x="8593138" y="4289425"/>
          <p14:tracePt t="127190" x="8607425" y="4427538"/>
          <p14:tracePt t="127206" x="8621713" y="4557713"/>
          <p14:tracePt t="127223" x="8621713" y="4651375"/>
          <p14:tracePt t="127240" x="8621713" y="4732338"/>
          <p14:tracePt t="127256" x="8628063" y="4840288"/>
          <p14:tracePt t="127274" x="8664575" y="5029200"/>
          <p14:tracePt t="127290" x="8715375" y="5130800"/>
          <p14:tracePt t="127306" x="8715375" y="5173663"/>
          <p14:tracePt t="127324" x="8715375" y="5203825"/>
          <p14:tracePt t="127340" x="8715375" y="5224463"/>
          <p14:tracePt t="127356" x="8715375" y="5254625"/>
          <p14:tracePt t="127373" x="8694738" y="5311775"/>
          <p14:tracePt t="127390" x="8672513" y="5348288"/>
          <p14:tracePt t="127406" x="8643938" y="5392738"/>
          <p14:tracePt t="127423" x="8613775" y="5435600"/>
          <p14:tracePt t="127428" x="8599488" y="5449888"/>
          <p14:tracePt t="127440" x="8577263" y="5464175"/>
          <p14:tracePt t="127456" x="8542338" y="5500688"/>
          <p14:tracePt t="127473" x="8520113" y="5537200"/>
          <p14:tracePt t="127490" x="8483600" y="5580063"/>
          <p14:tracePt t="127506" x="8404225" y="5624513"/>
          <p14:tracePt t="127523" x="8339138" y="5667375"/>
          <p14:tracePt t="127540" x="8294688" y="5689600"/>
          <p14:tracePt t="127556" x="8243888" y="5718175"/>
          <p14:tracePt t="127574" x="8193088" y="5732463"/>
          <p14:tracePt t="127590" x="8142288" y="5754688"/>
          <p14:tracePt t="127606" x="8077200" y="5776913"/>
          <p14:tracePt t="127624" x="8004175" y="5783263"/>
          <p14:tracePt t="127640" x="7953375" y="5783263"/>
          <p14:tracePt t="127657" x="7916863" y="5783263"/>
          <p14:tracePt t="127673" x="7888288" y="5783263"/>
          <p14:tracePt t="127690" x="7808913" y="5732463"/>
          <p14:tracePt t="127706" x="7729538" y="5675313"/>
          <p14:tracePt t="127723" x="7662863" y="5630863"/>
          <p14:tracePt t="127740" x="7627938" y="5602288"/>
          <p14:tracePt t="127757" x="7591425" y="5551488"/>
          <p14:tracePt t="127773" x="7583488" y="5478463"/>
          <p14:tracePt t="127790" x="7569200" y="5362575"/>
          <p14:tracePt t="127807" x="7569200" y="5189538"/>
          <p14:tracePt t="127823" x="7569200" y="5014913"/>
          <p14:tracePt t="127840" x="7577138" y="4848225"/>
          <p14:tracePt t="127857" x="7597775" y="4710113"/>
          <p14:tracePt t="127875" x="7642225" y="4478338"/>
          <p14:tracePt t="127891" x="7648575" y="4310063"/>
          <p14:tracePt t="127907" x="7656513" y="4165600"/>
          <p14:tracePt t="127923" x="7656513" y="4021138"/>
          <p14:tracePt t="127940" x="7678738" y="3903663"/>
          <p14:tracePt t="127956" x="7693025" y="3802063"/>
          <p14:tracePt t="127973" x="7693025" y="3716338"/>
          <p14:tracePt t="127990" x="7693025" y="3570288"/>
          <p14:tracePt t="128006" x="7693025" y="3432175"/>
          <p14:tracePt t="128023" x="7693025" y="3330575"/>
          <p14:tracePt t="128040" x="7693025" y="3279775"/>
          <p14:tracePt t="128057" x="7699375" y="3222625"/>
          <p14:tracePt t="128074" x="7699375" y="3135313"/>
          <p14:tracePt t="128090" x="7699375" y="3070225"/>
          <p14:tracePt t="128106" x="7699375" y="2974975"/>
          <p14:tracePt t="128123" x="7699375" y="2917825"/>
          <p14:tracePt t="128140" x="7699375" y="2881313"/>
          <p14:tracePt t="128157" x="7699375" y="2859088"/>
          <p14:tracePt t="128173" x="7699375" y="2830513"/>
          <p14:tracePt t="128190" x="7693025" y="2808288"/>
          <p14:tracePt t="128207" x="7693025" y="2786063"/>
          <p14:tracePt t="128223" x="7693025" y="2757488"/>
          <p14:tracePt t="128240" x="7693025" y="2743200"/>
          <p14:tracePt t="128273" x="7699375" y="2735263"/>
          <p14:tracePt t="128526" x="7750175" y="2735263"/>
          <p14:tracePt t="128532" x="7845425" y="2735263"/>
          <p14:tracePt t="128540" x="7932738" y="2743200"/>
          <p14:tracePt t="128557" x="8085138" y="2765425"/>
          <p14:tracePt t="128574" x="8243888" y="2779713"/>
          <p14:tracePt t="128591" x="8410575" y="2794000"/>
          <p14:tracePt t="128607" x="8556625" y="2830513"/>
          <p14:tracePt t="128623" x="8628063" y="2867025"/>
          <p14:tracePt t="128640" x="8672513" y="2887663"/>
          <p14:tracePt t="128757" x="8672513" y="2895600"/>
          <p14:tracePt t="128765" x="8672513" y="2909888"/>
          <p14:tracePt t="128773" x="8686800" y="2932113"/>
          <p14:tracePt t="128790" x="8723313" y="2989263"/>
          <p14:tracePt t="128807" x="8796338" y="3048000"/>
          <p14:tracePt t="128825" x="8853488" y="3076575"/>
          <p14:tracePt t="128840" x="8861425" y="3084513"/>
          <p14:tracePt t="129111" x="8861425" y="3076575"/>
          <p14:tracePt t="129133" x="8861425" y="3070225"/>
          <p14:tracePt t="129139" x="8861425" y="3055938"/>
          <p14:tracePt t="129148" x="8861425" y="3048000"/>
          <p14:tracePt t="129157" x="8861425" y="3040063"/>
          <p14:tracePt t="129173" x="8861425" y="3011488"/>
          <p14:tracePt t="129190" x="8861425" y="2974975"/>
          <p14:tracePt t="129207" x="8861425" y="2946400"/>
          <p14:tracePt t="129224" x="8861425" y="2895600"/>
          <p14:tracePt t="129240" x="8861425" y="2867025"/>
          <p14:tracePt t="129257" x="8867775" y="2844800"/>
          <p14:tracePt t="129274" x="8875713" y="2822575"/>
          <p14:tracePt t="129290" x="8882063" y="2822575"/>
          <p14:tracePt t="129307" x="8882063" y="2816225"/>
          <p14:tracePt t="129325" x="8897938" y="2801938"/>
          <p14:tracePt t="129340" x="8904288" y="2794000"/>
          <p14:tracePt t="129357" x="8918575" y="2779713"/>
          <p14:tracePt t="129375" x="8932863" y="2771775"/>
          <p14:tracePt t="129390" x="8955088" y="2765425"/>
          <p14:tracePt t="129407" x="8983663" y="2743200"/>
          <p14:tracePt t="129424" x="9005888" y="2728913"/>
          <p14:tracePt t="129428" x="9013825" y="2728913"/>
          <p14:tracePt t="129440" x="9042400" y="2720975"/>
          <p14:tracePt t="129457" x="9056688" y="2714625"/>
          <p14:tracePt t="129474" x="9107488" y="2706688"/>
          <p14:tracePt t="129490" x="9158288" y="2692400"/>
          <p14:tracePt t="129507" x="9180513" y="2684463"/>
          <p14:tracePt t="129540" x="9186863" y="2684463"/>
          <p14:tracePt t="129557" x="9194800" y="2684463"/>
          <p14:tracePt t="129575" x="9209088" y="2684463"/>
          <p14:tracePt t="129596" x="9223375" y="2684463"/>
          <p14:tracePt t="129622" x="9231313" y="2684463"/>
          <p14:tracePt t="129637" x="9237663" y="2692400"/>
          <p14:tracePt t="129652" x="9245600" y="2706688"/>
          <p14:tracePt t="129669" x="9253538" y="2720975"/>
          <p14:tracePt t="129684" x="9253538" y="2728913"/>
          <p14:tracePt t="129693" x="9253538" y="2735263"/>
          <p14:tracePt t="129707" x="9267825" y="2757488"/>
          <p14:tracePt t="129724" x="9274175" y="2765425"/>
          <p14:tracePt t="129740" x="9282113" y="2786063"/>
          <p14:tracePt t="129757" x="9282113" y="2808288"/>
          <p14:tracePt t="129774" x="9296400" y="2844800"/>
          <p14:tracePt t="129790" x="9304338" y="2873375"/>
          <p14:tracePt t="129807" x="9304338" y="2903538"/>
          <p14:tracePt t="129825" x="9304338" y="2932113"/>
          <p14:tracePt t="129841" x="9304338" y="2946400"/>
          <p14:tracePt t="129857" x="9304338" y="2989263"/>
          <p14:tracePt t="129874" x="9310688" y="3025775"/>
          <p14:tracePt t="129891" x="9324975" y="3062288"/>
          <p14:tracePt t="129907" x="9324975" y="3090863"/>
          <p14:tracePt t="129924" x="9324975" y="3113088"/>
          <p14:tracePt t="129940" x="9332913" y="3149600"/>
          <p14:tracePt t="129957" x="9332913" y="3171825"/>
          <p14:tracePt t="129974" x="9332913" y="3200400"/>
          <p14:tracePt t="129990" x="9332913" y="3243263"/>
          <p14:tracePt t="130007" x="9332913" y="3287713"/>
          <p14:tracePt t="130024" x="9332913" y="3338513"/>
          <p14:tracePt t="130041" x="9332913" y="3389313"/>
          <p14:tracePt t="130057" x="9332913" y="3446463"/>
          <p14:tracePt t="130075" x="9332913" y="3519488"/>
          <p14:tracePt t="130090" x="9332913" y="3578225"/>
          <p14:tracePt t="130107" x="9332913" y="3671888"/>
          <p14:tracePt t="130125" x="9332913" y="3773488"/>
          <p14:tracePt t="130141" x="9332913" y="3852863"/>
          <p14:tracePt t="130157" x="9324975" y="3925888"/>
          <p14:tracePt t="130174" x="9324975" y="3976688"/>
          <p14:tracePt t="130190" x="9318625" y="4021138"/>
          <p14:tracePt t="130207" x="9318625" y="4056063"/>
          <p14:tracePt t="130224" x="9310688" y="4114800"/>
          <p14:tracePt t="130240" x="9296400" y="4179888"/>
          <p14:tracePt t="130258" x="9282113" y="4275138"/>
          <p14:tracePt t="130274" x="9274175" y="4332288"/>
          <p14:tracePt t="130291" x="9267825" y="4383088"/>
          <p14:tracePt t="130307" x="9259888" y="4405313"/>
          <p14:tracePt t="130325" x="9253538" y="4441825"/>
          <p14:tracePt t="130341" x="9253538" y="4470400"/>
          <p14:tracePt t="130357" x="9245600" y="4506913"/>
          <p14:tracePt t="130374" x="9237663" y="4535488"/>
          <p14:tracePt t="130391" x="9237663" y="4572000"/>
          <p14:tracePt t="130407" x="9231313" y="4600575"/>
          <p14:tracePt t="130424" x="9223375" y="4637088"/>
          <p14:tracePt t="130429" x="9223375" y="4651375"/>
          <p14:tracePt t="130440" x="9223375" y="4673600"/>
          <p14:tracePt t="130458" x="9223375" y="4732338"/>
          <p14:tracePt t="130474" x="9223375" y="4752975"/>
          <p14:tracePt t="130491" x="9223375" y="4783138"/>
          <p14:tracePt t="130507" x="9223375" y="4811713"/>
          <p14:tracePt t="130524" x="9223375" y="4848225"/>
          <p14:tracePt t="130541" x="9223375" y="4876800"/>
          <p14:tracePt t="130557" x="9237663" y="4919663"/>
          <p14:tracePt t="130575" x="9245600" y="4949825"/>
          <p14:tracePt t="130591" x="9259888" y="4978400"/>
          <p14:tracePt t="130607" x="9267825" y="4992688"/>
          <p14:tracePt t="130624" x="9267825" y="5021263"/>
          <p14:tracePt t="130641" x="9267825" y="5037138"/>
          <p14:tracePt t="130658" x="9274175" y="5080000"/>
          <p14:tracePt t="130674" x="9282113" y="5094288"/>
          <p14:tracePt t="130690" x="9288463" y="5108575"/>
          <p14:tracePt t="130707" x="9288463" y="5122863"/>
          <p14:tracePt t="130724" x="9296400" y="5138738"/>
          <p14:tracePt t="130740" x="9296400" y="5153025"/>
          <p14:tracePt t="130757" x="9296400" y="5173663"/>
          <p14:tracePt t="130774" x="9318625" y="5203825"/>
          <p14:tracePt t="130791" x="9324975" y="5240338"/>
          <p14:tracePt t="130807" x="9339263" y="5260975"/>
          <p14:tracePt t="130825" x="9339263" y="5268913"/>
          <p14:tracePt t="130840" x="9339263" y="5275263"/>
          <p14:tracePt t="130857" x="9339263" y="5291138"/>
          <p14:tracePt t="130874" x="9339263" y="5311775"/>
          <p14:tracePt t="130890" x="9339263" y="5326063"/>
          <p14:tracePt t="130907" x="9339263" y="5334000"/>
          <p14:tracePt t="130924" x="9332913" y="5348288"/>
          <p14:tracePt t="130948" x="9324975" y="5356225"/>
          <p14:tracePt t="130957" x="9318625" y="5370513"/>
          <p14:tracePt t="130974" x="9310688" y="5384800"/>
          <p14:tracePt t="130991" x="9296400" y="5399088"/>
          <p14:tracePt t="131007" x="9282113" y="5413375"/>
          <p14:tracePt t="131024" x="9274175" y="5421313"/>
          <p14:tracePt t="131041" x="9253538" y="5427663"/>
          <p14:tracePt t="131057" x="9223375" y="5435600"/>
          <p14:tracePt t="131074" x="9180513" y="5449888"/>
          <p14:tracePt t="131090" x="9144000" y="5457825"/>
          <p14:tracePt t="131107" x="9101138" y="5457825"/>
          <p14:tracePt t="131124" x="9056688" y="5457825"/>
          <p14:tracePt t="131141" x="9005888" y="5457825"/>
          <p14:tracePt t="131157" x="8963025" y="5457825"/>
          <p14:tracePt t="131174" x="8926513" y="5457825"/>
          <p14:tracePt t="131207" x="8918575" y="5457825"/>
          <p14:tracePt t="131234" x="8904288" y="5457825"/>
          <p14:tracePt t="131242" x="8904288" y="5449888"/>
          <p14:tracePt t="131257" x="8897938" y="5427663"/>
          <p14:tracePt t="131274" x="8867775" y="5362575"/>
          <p14:tracePt t="131291" x="8861425" y="5326063"/>
          <p14:tracePt t="131307" x="8847138" y="5275263"/>
          <p14:tracePt t="131324" x="8847138" y="5203825"/>
          <p14:tracePt t="131341" x="8847138" y="5122863"/>
          <p14:tracePt t="131357" x="8847138" y="5043488"/>
          <p14:tracePt t="131374" x="8847138" y="4956175"/>
          <p14:tracePt t="131391" x="8847138" y="4862513"/>
          <p14:tracePt t="131407" x="8847138" y="4775200"/>
          <p14:tracePt t="131424" x="8847138" y="4710113"/>
          <p14:tracePt t="131427" x="8853488" y="4687888"/>
          <p14:tracePt t="131441" x="8853488" y="4681538"/>
          <p14:tracePt t="131457" x="8853488" y="4637088"/>
          <p14:tracePt t="131474" x="8853488" y="4586288"/>
          <p14:tracePt t="131491" x="8853488" y="4549775"/>
          <p14:tracePt t="131507" x="8853488" y="4529138"/>
          <p14:tracePt t="131524" x="8853488" y="4521200"/>
          <p14:tracePt t="131541" x="8853488" y="4513263"/>
          <p14:tracePt t="131579" x="8853488" y="4506913"/>
          <p14:tracePt t="131591" x="8853488" y="4498975"/>
          <p14:tracePt t="131607" x="8853488" y="4492625"/>
          <p14:tracePt t="131624" x="8853488" y="4456113"/>
          <p14:tracePt t="131641" x="8853488" y="4405313"/>
          <p14:tracePt t="131657" x="8853488" y="4346575"/>
          <p14:tracePt t="131674" x="8853488" y="4216400"/>
          <p14:tracePt t="131691" x="8853488" y="4129088"/>
          <p14:tracePt t="131707" x="8853488" y="3998913"/>
          <p14:tracePt t="131724" x="8853488" y="3883025"/>
          <p14:tracePt t="131741" x="8853488" y="3773488"/>
          <p14:tracePt t="131757" x="8853488" y="3686175"/>
          <p14:tracePt t="131774" x="8853488" y="3598863"/>
          <p14:tracePt t="131791" x="8853488" y="3490913"/>
          <p14:tracePt t="131808" x="8853488" y="3389313"/>
          <p14:tracePt t="131824" x="8853488" y="3294063"/>
          <p14:tracePt t="131841" x="8853488" y="3222625"/>
          <p14:tracePt t="131857" x="8853488" y="3141663"/>
          <p14:tracePt t="131874" x="8853488" y="3084513"/>
          <p14:tracePt t="131891" x="8853488" y="3033713"/>
          <p14:tracePt t="131907" x="8853488" y="2974975"/>
          <p14:tracePt t="131924" x="8853488" y="2917825"/>
          <p14:tracePt t="131941" x="8853488" y="2881313"/>
          <p14:tracePt t="131957" x="8853488" y="2867025"/>
          <p14:tracePt t="131974" x="8853488" y="2852738"/>
          <p14:tracePt t="131991" x="8861425" y="2830513"/>
          <p14:tracePt t="132007" x="8861425" y="2808288"/>
          <p14:tracePt t="132024" x="8861425" y="2779713"/>
          <p14:tracePt t="132041" x="8867775" y="2757488"/>
          <p14:tracePt t="132058" x="8875713" y="2743200"/>
          <p14:tracePt t="132075" x="8875713" y="2735263"/>
          <p14:tracePt t="132091" x="8875713" y="2720975"/>
          <p14:tracePt t="132108" x="8882063" y="2714625"/>
          <p14:tracePt t="132124" x="8890000" y="2700338"/>
          <p14:tracePt t="132141" x="8897938" y="2692400"/>
          <p14:tracePt t="132158" x="8904288" y="2684463"/>
          <p14:tracePt t="132174" x="8926513" y="2678113"/>
          <p14:tracePt t="132191" x="8932863" y="2670175"/>
          <p14:tracePt t="132208" x="8955088" y="2655888"/>
          <p14:tracePt t="132224" x="8969375" y="2655888"/>
          <p14:tracePt t="132241" x="8991600" y="2641600"/>
          <p14:tracePt t="132274" x="9005888" y="2641600"/>
          <p14:tracePt t="132291" x="9028113" y="2641600"/>
          <p14:tracePt t="132308" x="9042400" y="2641600"/>
          <p14:tracePt t="132325" x="9056688" y="2641600"/>
          <p14:tracePt t="132341" x="9064625" y="2641600"/>
          <p14:tracePt t="132358" x="9078913" y="2641600"/>
          <p14:tracePt t="132374" x="9085263" y="2641600"/>
          <p14:tracePt t="132391" x="9093200" y="2641600"/>
          <p14:tracePt t="132408" x="9107488" y="2641600"/>
          <p14:tracePt t="132424" x="9121775" y="2649538"/>
          <p14:tracePt t="132428" x="9121775" y="2655888"/>
          <p14:tracePt t="132441" x="9136063" y="2663825"/>
          <p14:tracePt t="132458" x="9158288" y="2684463"/>
          <p14:tracePt t="132474" x="9172575" y="2692400"/>
          <p14:tracePt t="132491" x="9186863" y="2714625"/>
          <p14:tracePt t="132508" x="9202738" y="2720975"/>
          <p14:tracePt t="132524" x="9217025" y="2743200"/>
          <p14:tracePt t="132541" x="9223375" y="2757488"/>
          <p14:tracePt t="132558" x="9231313" y="2765425"/>
          <p14:tracePt t="132591" x="9231313" y="2771775"/>
          <p14:tracePt t="132608" x="9237663" y="2786063"/>
          <p14:tracePt t="132636" x="9237663" y="2801938"/>
          <p14:tracePt t="132652" x="9245600" y="2808288"/>
          <p14:tracePt t="132659" x="9245600" y="2822575"/>
          <p14:tracePt t="132676" x="9253538" y="2830513"/>
          <p14:tracePt t="132691" x="9253538" y="2844800"/>
          <p14:tracePt t="132708" x="9259888" y="2859088"/>
          <p14:tracePt t="132724" x="9267825" y="2873375"/>
          <p14:tracePt t="132741" x="9274175" y="2895600"/>
          <p14:tracePt t="132758" x="9288463" y="2917825"/>
          <p14:tracePt t="132774" x="9296400" y="2932113"/>
          <p14:tracePt t="132791" x="9304338" y="2946400"/>
          <p14:tracePt t="132808" x="9310688" y="2960688"/>
          <p14:tracePt t="132825" x="9318625" y="2974975"/>
          <p14:tracePt t="132842" x="9318625" y="3005138"/>
          <p14:tracePt t="132858" x="9324975" y="3025775"/>
          <p14:tracePt t="132874" x="9339263" y="3048000"/>
          <p14:tracePt t="132891" x="9339263" y="3055938"/>
          <p14:tracePt t="132908" x="9339263" y="3070225"/>
          <p14:tracePt t="132925" x="9339263" y="3084513"/>
          <p14:tracePt t="132941" x="9339263" y="3098800"/>
          <p14:tracePt t="132958" x="9339263" y="3121025"/>
          <p14:tracePt t="132974" x="9339263" y="3149600"/>
          <p14:tracePt t="132991" x="9339263" y="3186113"/>
          <p14:tracePt t="133008" x="9339263" y="3208338"/>
          <p14:tracePt t="133024" x="9339263" y="3236913"/>
          <p14:tracePt t="133043" x="9339263" y="3294063"/>
          <p14:tracePt t="133058" x="9339263" y="3352800"/>
          <p14:tracePt t="133075" x="9347200" y="3432175"/>
          <p14:tracePt t="133091" x="9355138" y="3490913"/>
          <p14:tracePt t="133108" x="9355138" y="3548063"/>
          <p14:tracePt t="133125" x="9355138" y="3643313"/>
          <p14:tracePt t="133141" x="9355138" y="3730625"/>
          <p14:tracePt t="133158" x="9355138" y="3838575"/>
          <p14:tracePt t="133175" x="9355138" y="3954463"/>
          <p14:tracePt t="133191" x="9355138" y="4041775"/>
          <p14:tracePt t="133208" x="9355138" y="4137025"/>
          <p14:tracePt t="133225" x="9355138" y="4208463"/>
          <p14:tracePt t="133242" x="9339263" y="4346575"/>
          <p14:tracePt t="133258" x="9332913" y="4456113"/>
          <p14:tracePt t="133275" x="9324975" y="4557713"/>
          <p14:tracePt t="133291" x="9324975" y="4622800"/>
          <p14:tracePt t="133308" x="9324975" y="4665663"/>
          <p14:tracePt t="133326" x="9318625" y="4695825"/>
          <p14:tracePt t="133341" x="9318625" y="4732338"/>
          <p14:tracePt t="133359" x="9304338" y="4789488"/>
          <p14:tracePt t="133375" x="9296400" y="4891088"/>
          <p14:tracePt t="133392" x="9296400" y="4970463"/>
          <p14:tracePt t="133408" x="9296400" y="5021263"/>
          <p14:tracePt t="133425" x="9296400" y="5072063"/>
          <p14:tracePt t="133427" x="9296400" y="5094288"/>
          <p14:tracePt t="133441" x="9288463" y="5122863"/>
          <p14:tracePt t="133458" x="9245600" y="5224463"/>
          <p14:tracePt t="133475" x="9231313" y="5260975"/>
          <p14:tracePt t="133491" x="9202738" y="5297488"/>
          <p14:tracePt t="133508" x="9180513" y="5326063"/>
          <p14:tracePt t="133525" x="9151938" y="5348288"/>
          <p14:tracePt t="133541" x="9121775" y="5362575"/>
          <p14:tracePt t="133558" x="9121775" y="5370513"/>
          <p14:tracePt t="133611" x="9121775" y="5376863"/>
          <p14:tracePt t="133619" x="9121775" y="5384800"/>
          <p14:tracePt t="133635" x="9121775" y="5392738"/>
          <p14:tracePt t="133651" x="9136063" y="5399088"/>
          <p14:tracePt t="133659" x="9166225" y="5413375"/>
          <p14:tracePt t="133675" x="9180513" y="5413375"/>
          <p14:tracePt t="133691" x="9217025" y="5413375"/>
          <p14:tracePt t="133708" x="9253538" y="5413375"/>
          <p14:tracePt t="133725" x="9282113" y="5413375"/>
          <p14:tracePt t="133741" x="9318625" y="5413375"/>
          <p14:tracePt t="133758" x="9375775" y="5413375"/>
          <p14:tracePt t="133775" x="9456738" y="5413375"/>
          <p14:tracePt t="133792" x="9536113" y="5413375"/>
          <p14:tracePt t="133808" x="9593263" y="5413375"/>
          <p14:tracePt t="133826" x="9659938" y="5421313"/>
          <p14:tracePt t="133842" x="9694863" y="5435600"/>
          <p14:tracePt t="133859" x="9731375" y="5449888"/>
          <p14:tracePt t="133875" x="9782175" y="5464175"/>
          <p14:tracePt t="133892" x="9832975" y="5478463"/>
          <p14:tracePt t="133908" x="9883775" y="5494338"/>
          <p14:tracePt t="133925" x="9906000" y="5494338"/>
          <p14:tracePt t="133942" x="9920288" y="5500688"/>
          <p14:tracePt t="133958" x="9942513" y="5508625"/>
          <p14:tracePt t="133975" x="9993313" y="5522913"/>
          <p14:tracePt t="133991" x="10036175" y="5529263"/>
          <p14:tracePt t="134008" x="10080625" y="5537200"/>
          <p14:tracePt t="134025" x="10101263" y="5537200"/>
          <p14:tracePt t="134042" x="10117138" y="5537200"/>
          <p14:tracePt t="134059" x="10174288" y="5537200"/>
          <p14:tracePt t="134076" x="10239375" y="5537200"/>
          <p14:tracePt t="134091" x="10334625" y="5537200"/>
          <p14:tracePt t="134109" x="10406063" y="5537200"/>
          <p14:tracePt t="134125" x="10456863" y="5514975"/>
          <p14:tracePt t="134142" x="10493375" y="5486400"/>
          <p14:tracePt t="134158" x="10544175" y="5464175"/>
          <p14:tracePt t="134175" x="10580688" y="5435600"/>
          <p14:tracePt t="134192" x="10617200" y="5421313"/>
          <p14:tracePt t="134208" x="10631488" y="5407025"/>
          <p14:tracePt t="134225" x="10639425" y="5399088"/>
          <p14:tracePt t="134242" x="10645775" y="5384800"/>
          <p14:tracePt t="134668" x="10653713" y="5384800"/>
          <p14:tracePt t="134675" x="10675938" y="5384800"/>
          <p14:tracePt t="134684" x="10710863" y="5384800"/>
          <p14:tracePt t="134692" x="10769600" y="5376863"/>
          <p14:tracePt t="134708" x="10885488" y="5376863"/>
          <p14:tracePt t="134725" x="11009313" y="5376863"/>
          <p14:tracePt t="134742" x="11074400" y="5376863"/>
          <p14:tracePt t="134759" x="11096625" y="5362575"/>
          <p14:tracePt t="134819" x="11102975" y="5362575"/>
          <p14:tracePt t="134828" x="11110913" y="5362575"/>
          <p14:tracePt t="134860" x="11117263" y="5362575"/>
          <p14:tracePt t="134923" x="11125200" y="5362575"/>
          <p14:tracePt t="134931" x="11139488" y="5362575"/>
          <p14:tracePt t="134947" x="11153775" y="5362575"/>
          <p14:tracePt t="134955" x="11161713" y="5362575"/>
          <p14:tracePt t="135107" x="11153775" y="5370513"/>
          <p14:tracePt t="135115" x="11147425" y="5384800"/>
          <p14:tracePt t="135125" x="11117263" y="5399088"/>
          <p14:tracePt t="135142" x="11066463" y="5421313"/>
          <p14:tracePt t="135159" x="11009313" y="5457825"/>
          <p14:tracePt t="135175" x="10914063" y="5494338"/>
          <p14:tracePt t="135192" x="10842625" y="5514975"/>
          <p14:tracePt t="135209" x="10783888" y="5514975"/>
          <p14:tracePt t="135225" x="10761663" y="5522913"/>
          <p14:tracePt t="135242" x="10726738" y="5522913"/>
          <p14:tracePt t="135259" x="10675938" y="5522913"/>
          <p14:tracePt t="135275" x="10617200" y="5514975"/>
          <p14:tracePt t="135293" x="10566400" y="5508625"/>
          <p14:tracePt t="135309" x="10529888" y="5486400"/>
          <p14:tracePt t="135326" x="10515600" y="5464175"/>
          <p14:tracePt t="135342" x="10493375" y="5435600"/>
          <p14:tracePt t="135359" x="10456863" y="5392738"/>
          <p14:tracePt t="135376" x="10436225" y="5326063"/>
          <p14:tracePt t="135392" x="10399713" y="5240338"/>
          <p14:tracePt t="135409" x="10363200" y="5108575"/>
          <p14:tracePt t="135425" x="10348913" y="4970463"/>
          <p14:tracePt t="135428" x="10348913" y="4919663"/>
          <p14:tracePt t="135442" x="10348913" y="4775200"/>
          <p14:tracePt t="135459" x="10320338" y="4608513"/>
          <p14:tracePt t="135475" x="10304463" y="4427538"/>
          <p14:tracePt t="135492" x="10275888" y="4267200"/>
          <p14:tracePt t="135509" x="10275888" y="4106863"/>
          <p14:tracePt t="135525" x="10275888" y="3962400"/>
          <p14:tracePt t="135543" x="10275888" y="3838575"/>
          <p14:tracePt t="135559" x="10275888" y="3722688"/>
          <p14:tracePt t="135576" x="10275888" y="3614738"/>
          <p14:tracePt t="135592" x="10275888" y="3527425"/>
          <p14:tracePt t="135609" x="10290175" y="3403600"/>
          <p14:tracePt t="135626" x="10304463" y="3259138"/>
          <p14:tracePt t="135643" x="10304463" y="3048000"/>
          <p14:tracePt t="135659" x="10304463" y="2946400"/>
          <p14:tracePt t="135676" x="10304463" y="2881313"/>
          <p14:tracePt t="135692" x="10304463" y="2822575"/>
          <p14:tracePt t="135709" x="10304463" y="2751138"/>
          <p14:tracePt t="135725" x="10304463" y="2700338"/>
          <p14:tracePt t="135742" x="10304463" y="2663825"/>
          <p14:tracePt t="135759" x="10304463" y="2633663"/>
          <p14:tracePt t="135775" x="10304463" y="2590800"/>
          <p14:tracePt t="135793" x="10312400" y="2576513"/>
          <p14:tracePt t="135809" x="10320338" y="2554288"/>
          <p14:tracePt t="135826" x="10326688" y="2525713"/>
          <p14:tracePt t="135842" x="10326688" y="2511425"/>
          <p14:tracePt t="135860" x="10340975" y="2497138"/>
          <p14:tracePt t="135875" x="10348913" y="2489200"/>
          <p14:tracePt t="135893" x="10363200" y="2481263"/>
          <p14:tracePt t="135909" x="10399713" y="2474913"/>
          <p14:tracePt t="135925" x="10450513" y="2466975"/>
          <p14:tracePt t="135942" x="10493375" y="2466975"/>
          <p14:tracePt t="135959" x="10529888" y="2466975"/>
          <p14:tracePt t="135975" x="10566400" y="2466975"/>
          <p14:tracePt t="135992" x="10602913" y="2466975"/>
          <p14:tracePt t="136009" x="10639425" y="2481263"/>
          <p14:tracePt t="136026" x="10690225" y="2517775"/>
          <p14:tracePt t="136043" x="10747375" y="2554288"/>
          <p14:tracePt t="136059" x="10798175" y="2590800"/>
          <p14:tracePt t="136076" x="10856913" y="2641600"/>
          <p14:tracePt t="136093" x="10907713" y="2684463"/>
          <p14:tracePt t="136109" x="10980738" y="2751138"/>
          <p14:tracePt t="136125" x="11015663" y="2816225"/>
          <p14:tracePt t="136142" x="11037888" y="2881313"/>
          <p14:tracePt t="136160" x="11060113" y="2982913"/>
          <p14:tracePt t="136175" x="11066463" y="3106738"/>
          <p14:tracePt t="136192" x="11096625" y="3265488"/>
          <p14:tracePt t="136209" x="11153775" y="3454400"/>
          <p14:tracePt t="136226" x="11190288" y="3621088"/>
          <p14:tracePt t="136242" x="11198225" y="3852863"/>
          <p14:tracePt t="136259" x="11198225" y="3998913"/>
          <p14:tracePt t="136276" x="11198225" y="4157663"/>
          <p14:tracePt t="136293" x="11198225" y="4354513"/>
          <p14:tracePt t="136309" x="11198225" y="4543425"/>
          <p14:tracePt t="136326" x="11198225" y="4710113"/>
          <p14:tracePt t="136342" x="11190288" y="4826000"/>
          <p14:tracePt t="136359" x="11161713" y="4919663"/>
          <p14:tracePt t="136376" x="11133138" y="4986338"/>
          <p14:tracePt t="136392" x="11096625" y="5072063"/>
          <p14:tracePt t="136410" x="11015663" y="5260975"/>
          <p14:tracePt t="136426" x="10972800" y="5334000"/>
          <p14:tracePt t="136429" x="10944225" y="5376863"/>
          <p14:tracePt t="136442" x="10879138" y="5486400"/>
          <p14:tracePt t="136459" x="10828338" y="5573713"/>
          <p14:tracePt t="136476" x="10761663" y="5653088"/>
          <p14:tracePt t="136492" x="10682288" y="5718175"/>
          <p14:tracePt t="136509" x="10594975" y="5762625"/>
          <p14:tracePt t="136526" x="10537825" y="5791200"/>
          <p14:tracePt t="136543" x="10507663" y="5805488"/>
          <p14:tracePt t="138916" x="10501313" y="5805488"/>
          <p14:tracePt t="138932" x="10487025" y="5805488"/>
          <p14:tracePt t="138940" x="10456863" y="5813425"/>
          <p14:tracePt t="138947" x="10406063" y="5813425"/>
          <p14:tracePt t="138960" x="10377488" y="5813425"/>
          <p14:tracePt t="138976" x="10363200" y="5813425"/>
          <p14:tracePt t="139156" x="10290175" y="5870575"/>
          <p14:tracePt t="139164" x="10029825" y="6008688"/>
          <p14:tracePt t="139172" x="9558338" y="6124575"/>
          <p14:tracePt t="139179" x="8897938" y="6256338"/>
          <p14:tracePt t="139194" x="8085138" y="6335713"/>
          <p14:tracePt t="139210" x="6524625" y="6240463"/>
          <p14:tracePt t="139227" x="6443663" y="6154738"/>
          <p14:tracePt t="139243" x="6307138" y="5957888"/>
          <p14:tracePt t="139260" x="6016625" y="5500688"/>
          <p14:tracePt t="139277" x="5646738" y="4986338"/>
          <p14:tracePt t="139294" x="5218113" y="4376738"/>
          <p14:tracePt t="139310" x="4760913" y="3744913"/>
          <p14:tracePt t="139327" x="4448175" y="3287713"/>
          <p14:tracePt t="139343" x="4238625" y="2989263"/>
          <p14:tracePt t="139361" x="4041775" y="2714625"/>
          <p14:tracePt t="139377" x="3852863" y="2401888"/>
          <p14:tracePt t="139394" x="3649663" y="1922463"/>
          <p14:tracePt t="139410" x="3533775" y="1611313"/>
          <p14:tracePt t="139427" x="3454400" y="1414463"/>
          <p14:tracePt t="139443" x="3344863" y="1262063"/>
          <p14:tracePt t="139460" x="3192463" y="1095375"/>
          <p14:tracePt t="139477" x="2873375" y="776288"/>
          <p14:tracePt t="139493" x="2511425" y="414338"/>
          <p14:tracePt t="139510" x="2286000" y="160338"/>
          <p14:tracePt t="139527" x="2220913" y="65088"/>
          <p14:tracePt t="139544" x="2206625" y="28575"/>
          <p14:tracePt t="140890" x="1973263" y="22225"/>
          <p14:tracePt t="140898" x="2198688" y="115888"/>
          <p14:tracePt t="140906" x="2401888" y="203200"/>
          <p14:tracePt t="140914" x="2590800" y="296863"/>
        </p14:tracePtLst>
      </p14:laserTraceLst>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5"/>
          </p:nvPr>
        </p:nvSpPr>
        <p:spPr/>
        <p:txBody>
          <a:bodyPr/>
          <a:lstStyle/>
          <a:p>
            <a:fld id="{19B51A1E-902D-48AF-9020-955120F399B6}" type="slidenum">
              <a:rPr lang="en-ZA" smtClean="0"/>
              <a:pPr/>
              <a:t>14</a:t>
            </a:fld>
            <a:endParaRPr lang="en-ZA" dirty="0"/>
          </a:p>
        </p:txBody>
      </p:sp>
      <p:sp>
        <p:nvSpPr>
          <p:cNvPr id="9" name="Title 1">
            <a:extLst>
              <a:ext uri="{FF2B5EF4-FFF2-40B4-BE49-F238E27FC236}">
                <a16:creationId xmlns:a16="http://schemas.microsoft.com/office/drawing/2014/main" id="{19304E83-A4F0-49C5-BB01-F5773509A2B3}"/>
              </a:ext>
            </a:extLst>
          </p:cNvPr>
          <p:cNvSpPr txBox="1">
            <a:spLocks/>
          </p:cNvSpPr>
          <p:nvPr/>
        </p:nvSpPr>
        <p:spPr>
          <a:xfrm>
            <a:off x="2586621" y="379825"/>
            <a:ext cx="6578400" cy="432000"/>
          </a:xfrm>
          <a:prstGeom prst="rect">
            <a:avLst/>
          </a:prstGeom>
        </p:spPr>
        <p:txBody>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r>
              <a:rPr lang="en-ZA" dirty="0" smtClean="0"/>
              <a:t>Steps to Find Match Pair Companies</a:t>
            </a:r>
            <a:endParaRPr lang="en-ZA" dirty="0"/>
          </a:p>
        </p:txBody>
      </p:sp>
      <p:sp>
        <p:nvSpPr>
          <p:cNvPr id="7" name="Content Placeholder 15"/>
          <p:cNvSpPr txBox="1">
            <a:spLocks/>
          </p:cNvSpPr>
          <p:nvPr/>
        </p:nvSpPr>
        <p:spPr>
          <a:xfrm>
            <a:off x="620686" y="1096642"/>
            <a:ext cx="5881714" cy="333680"/>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smtClean="0"/>
              <a:t>Provided data of a bankrupt company as below :</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1530133921"/>
              </p:ext>
            </p:extLst>
          </p:nvPr>
        </p:nvGraphicFramePr>
        <p:xfrm>
          <a:off x="725715" y="1567956"/>
          <a:ext cx="8128000" cy="741680"/>
        </p:xfrm>
        <a:graphic>
          <a:graphicData uri="http://schemas.openxmlformats.org/drawingml/2006/table">
            <a:tbl>
              <a:tblPr firstRow="1" bandRow="1">
                <a:tableStyleId>{6E25E649-3F16-4E02-A733-19D2CDBF48F0}</a:tableStyleId>
              </a:tblPr>
              <a:tblGrid>
                <a:gridCol w="3526971">
                  <a:extLst>
                    <a:ext uri="{9D8B030D-6E8A-4147-A177-3AD203B41FA5}">
                      <a16:colId xmlns:a16="http://schemas.microsoft.com/office/drawing/2014/main" val="817231798"/>
                    </a:ext>
                  </a:extLst>
                </a:gridCol>
                <a:gridCol w="1669143">
                  <a:extLst>
                    <a:ext uri="{9D8B030D-6E8A-4147-A177-3AD203B41FA5}">
                      <a16:colId xmlns:a16="http://schemas.microsoft.com/office/drawing/2014/main" val="826070510"/>
                    </a:ext>
                  </a:extLst>
                </a:gridCol>
                <a:gridCol w="1335314">
                  <a:extLst>
                    <a:ext uri="{9D8B030D-6E8A-4147-A177-3AD203B41FA5}">
                      <a16:colId xmlns:a16="http://schemas.microsoft.com/office/drawing/2014/main" val="2082083480"/>
                    </a:ext>
                  </a:extLst>
                </a:gridCol>
                <a:gridCol w="1596572">
                  <a:extLst>
                    <a:ext uri="{9D8B030D-6E8A-4147-A177-3AD203B41FA5}">
                      <a16:colId xmlns:a16="http://schemas.microsoft.com/office/drawing/2014/main" val="3827441805"/>
                    </a:ext>
                  </a:extLst>
                </a:gridCol>
              </a:tblGrid>
              <a:tr h="370840">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tc>
                <a:extLst>
                  <a:ext uri="{0D108BD9-81ED-4DB2-BD59-A6C34878D82A}">
                    <a16:rowId xmlns:a16="http://schemas.microsoft.com/office/drawing/2014/main" val="1910767461"/>
                  </a:ext>
                </a:extLst>
              </a:tr>
              <a:tr h="370840">
                <a:tc>
                  <a:txBody>
                    <a:bodyPr/>
                    <a:lstStyle/>
                    <a:p>
                      <a:pPr algn="l"/>
                      <a:r>
                        <a:rPr lang="en-GB" dirty="0" smtClean="0"/>
                        <a:t>POWERWAVE TECHNOLOGIES, INC.</a:t>
                      </a:r>
                      <a:endParaRPr lang="en-GB" dirty="0"/>
                    </a:p>
                  </a:txBody>
                  <a:tcPr/>
                </a:tc>
                <a:tc>
                  <a:txBody>
                    <a:bodyPr/>
                    <a:lstStyle/>
                    <a:p>
                      <a:pPr algn="l"/>
                      <a:r>
                        <a:rPr lang="en-GB" dirty="0" smtClean="0"/>
                        <a:t>31/12/2011</a:t>
                      </a:r>
                      <a:endParaRPr lang="en-GB" dirty="0"/>
                    </a:p>
                  </a:txBody>
                  <a:tcPr/>
                </a:tc>
                <a:tc>
                  <a:txBody>
                    <a:bodyPr/>
                    <a:lstStyle/>
                    <a:p>
                      <a:pPr algn="l"/>
                      <a:r>
                        <a:rPr lang="en-GB" dirty="0" smtClean="0"/>
                        <a:t>3663</a:t>
                      </a:r>
                      <a:endParaRPr lang="en-GB" dirty="0"/>
                    </a:p>
                  </a:txBody>
                  <a:tcPr/>
                </a:tc>
                <a:tc>
                  <a:txBody>
                    <a:bodyPr/>
                    <a:lstStyle/>
                    <a:p>
                      <a:pPr algn="l"/>
                      <a:r>
                        <a:rPr lang="en-GB" dirty="0" smtClean="0"/>
                        <a:t>342.33</a:t>
                      </a:r>
                      <a:endParaRPr lang="en-GB" dirty="0"/>
                    </a:p>
                  </a:txBody>
                  <a:tcPr/>
                </a:tc>
                <a:extLst>
                  <a:ext uri="{0D108BD9-81ED-4DB2-BD59-A6C34878D82A}">
                    <a16:rowId xmlns:a16="http://schemas.microsoft.com/office/drawing/2014/main" val="2707884031"/>
                  </a:ext>
                </a:extLst>
              </a:tr>
            </a:tbl>
          </a:graphicData>
        </a:graphic>
      </p:graphicFrame>
      <p:sp>
        <p:nvSpPr>
          <p:cNvPr id="10" name="Rectangle 9"/>
          <p:cNvSpPr/>
          <p:nvPr/>
        </p:nvSpPr>
        <p:spPr>
          <a:xfrm>
            <a:off x="678743" y="2688224"/>
            <a:ext cx="8174972" cy="1200329"/>
          </a:xfrm>
          <a:prstGeom prst="rect">
            <a:avLst/>
          </a:prstGeom>
        </p:spPr>
        <p:txBody>
          <a:bodyPr wrap="square">
            <a:spAutoFit/>
          </a:bodyPr>
          <a:lstStyle/>
          <a:p>
            <a:pPr marL="285750" indent="-285750">
              <a:buFont typeface="Arial" panose="020B0604020202020204" pitchFamily="34" charset="0"/>
              <a:buChar char="•"/>
            </a:pPr>
            <a:r>
              <a:rPr lang="en-GB" dirty="0" smtClean="0"/>
              <a:t> We are going to </a:t>
            </a:r>
            <a:r>
              <a:rPr lang="en-GB" b="1" dirty="0" smtClean="0"/>
              <a:t>find 1 of normal company </a:t>
            </a:r>
            <a:r>
              <a:rPr lang="en-GB" dirty="0" smtClean="0"/>
              <a:t>from a set of normal companies, which                                                                                             match to the bankrupt company above, by applying constrains. </a:t>
            </a:r>
          </a:p>
          <a:p>
            <a:endParaRPr lang="en-GB" dirty="0" smtClean="0"/>
          </a:p>
          <a:p>
            <a:pPr marL="285750" indent="-285750">
              <a:buFont typeface="Arial" panose="020B0604020202020204" pitchFamily="34" charset="0"/>
              <a:buChar char="•"/>
            </a:pPr>
            <a:r>
              <a:rPr lang="en-GB" dirty="0" smtClean="0"/>
              <a:t> The set of normal companies as given below :</a:t>
            </a:r>
            <a:endParaRPr lang="en-GB" dirty="0"/>
          </a:p>
        </p:txBody>
      </p:sp>
      <p:graphicFrame>
        <p:nvGraphicFramePr>
          <p:cNvPr id="11" name="Table 10"/>
          <p:cNvGraphicFramePr>
            <a:graphicFrameLocks noGrp="1"/>
          </p:cNvGraphicFramePr>
          <p:nvPr>
            <p:extLst>
              <p:ext uri="{D42A27DB-BD31-4B8C-83A1-F6EECF244321}">
                <p14:modId xmlns:p14="http://schemas.microsoft.com/office/powerpoint/2010/main" val="2954262838"/>
              </p:ext>
            </p:extLst>
          </p:nvPr>
        </p:nvGraphicFramePr>
        <p:xfrm>
          <a:off x="725715" y="4074700"/>
          <a:ext cx="8128000" cy="1854200"/>
        </p:xfrm>
        <a:graphic>
          <a:graphicData uri="http://schemas.openxmlformats.org/drawingml/2006/table">
            <a:tbl>
              <a:tblPr firstRow="1" bandRow="1">
                <a:tableStyleId>{6E25E649-3F16-4E02-A733-19D2CDBF48F0}</a:tableStyleId>
              </a:tblPr>
              <a:tblGrid>
                <a:gridCol w="3526971">
                  <a:extLst>
                    <a:ext uri="{9D8B030D-6E8A-4147-A177-3AD203B41FA5}">
                      <a16:colId xmlns:a16="http://schemas.microsoft.com/office/drawing/2014/main" val="817231798"/>
                    </a:ext>
                  </a:extLst>
                </a:gridCol>
                <a:gridCol w="1669143">
                  <a:extLst>
                    <a:ext uri="{9D8B030D-6E8A-4147-A177-3AD203B41FA5}">
                      <a16:colId xmlns:a16="http://schemas.microsoft.com/office/drawing/2014/main" val="826070510"/>
                    </a:ext>
                  </a:extLst>
                </a:gridCol>
                <a:gridCol w="1335314">
                  <a:extLst>
                    <a:ext uri="{9D8B030D-6E8A-4147-A177-3AD203B41FA5}">
                      <a16:colId xmlns:a16="http://schemas.microsoft.com/office/drawing/2014/main" val="2082083480"/>
                    </a:ext>
                  </a:extLst>
                </a:gridCol>
                <a:gridCol w="1596572">
                  <a:extLst>
                    <a:ext uri="{9D8B030D-6E8A-4147-A177-3AD203B41FA5}">
                      <a16:colId xmlns:a16="http://schemas.microsoft.com/office/drawing/2014/main" val="3827441805"/>
                    </a:ext>
                  </a:extLst>
                </a:gridCol>
              </a:tblGrid>
              <a:tr h="370840">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tc>
                <a:extLst>
                  <a:ext uri="{0D108BD9-81ED-4DB2-BD59-A6C34878D82A}">
                    <a16:rowId xmlns:a16="http://schemas.microsoft.com/office/drawing/2014/main" val="1910767461"/>
                  </a:ext>
                </a:extLst>
              </a:tr>
              <a:tr h="370840">
                <a:tc>
                  <a:txBody>
                    <a:bodyPr/>
                    <a:lstStyle/>
                    <a:p>
                      <a:pPr algn="l"/>
                      <a:r>
                        <a:rPr lang="en-GB" dirty="0" smtClean="0">
                          <a:latin typeface="+mn-lt"/>
                        </a:rPr>
                        <a:t>VIEWCAST.COM INC</a:t>
                      </a:r>
                      <a:endParaRPr lang="en-GB" dirty="0">
                        <a:latin typeface="+mn-lt"/>
                      </a:endParaRPr>
                    </a:p>
                  </a:txBody>
                  <a:tcPr/>
                </a:tc>
                <a:tc>
                  <a:txBody>
                    <a:bodyPr/>
                    <a:lstStyle/>
                    <a:p>
                      <a:pPr algn="l"/>
                      <a:r>
                        <a:rPr lang="en-GB" dirty="0" smtClean="0">
                          <a:latin typeface="+mn-lt"/>
                        </a:rPr>
                        <a:t>31/06/2011</a:t>
                      </a:r>
                      <a:endParaRPr lang="en-GB" dirty="0">
                        <a:latin typeface="+mn-lt"/>
                      </a:endParaRPr>
                    </a:p>
                  </a:txBody>
                  <a:tcPr/>
                </a:tc>
                <a:tc>
                  <a:txBody>
                    <a:bodyPr/>
                    <a:lstStyle/>
                    <a:p>
                      <a:pPr algn="l"/>
                      <a:r>
                        <a:rPr lang="en-GB" dirty="0" smtClean="0">
                          <a:latin typeface="+mn-lt"/>
                        </a:rPr>
                        <a:t>3663</a:t>
                      </a:r>
                      <a:endParaRPr lang="en-GB" dirty="0">
                        <a:latin typeface="+mn-lt"/>
                      </a:endParaRPr>
                    </a:p>
                  </a:txBody>
                  <a:tcPr/>
                </a:tc>
                <a:tc>
                  <a:txBody>
                    <a:bodyPr/>
                    <a:lstStyle/>
                    <a:p>
                      <a:pPr algn="l"/>
                      <a:r>
                        <a:rPr lang="en-GB" dirty="0" smtClean="0">
                          <a:latin typeface="+mn-lt"/>
                        </a:rPr>
                        <a:t>604.2</a:t>
                      </a:r>
                      <a:endParaRPr lang="en-GB" dirty="0">
                        <a:latin typeface="+mn-lt"/>
                      </a:endParaRPr>
                    </a:p>
                  </a:txBody>
                  <a:tcPr/>
                </a:tc>
                <a:extLst>
                  <a:ext uri="{0D108BD9-81ED-4DB2-BD59-A6C34878D82A}">
                    <a16:rowId xmlns:a16="http://schemas.microsoft.com/office/drawing/2014/main" val="2707884031"/>
                  </a:ext>
                </a:extLst>
              </a:tr>
              <a:tr h="370840">
                <a:tc>
                  <a:txBody>
                    <a:bodyPr/>
                    <a:lstStyle/>
                    <a:p>
                      <a:pPr algn="l"/>
                      <a:r>
                        <a:rPr lang="fr-FR" dirty="0" smtClean="0">
                          <a:solidFill>
                            <a:srgbClr val="000000"/>
                          </a:solidFill>
                          <a:latin typeface="+mn-lt"/>
                        </a:rPr>
                        <a:t>WAVECOM SA</a:t>
                      </a:r>
                      <a:r>
                        <a:rPr lang="fr-FR" dirty="0" smtClean="0">
                          <a:latin typeface="+mn-lt"/>
                        </a:rPr>
                        <a:t> </a:t>
                      </a:r>
                      <a:endParaRPr lang="en-GB" dirty="0">
                        <a:latin typeface="+mn-lt"/>
                      </a:endParaRPr>
                    </a:p>
                  </a:txBody>
                  <a:tcPr/>
                </a:tc>
                <a:tc>
                  <a:txBody>
                    <a:bodyPr/>
                    <a:lstStyle/>
                    <a:p>
                      <a:pPr algn="l"/>
                      <a:r>
                        <a:rPr lang="en-GB" dirty="0" smtClean="0">
                          <a:latin typeface="+mn-lt"/>
                        </a:rPr>
                        <a:t>31/12/2001</a:t>
                      </a:r>
                      <a:endParaRPr lang="en-GB" dirty="0">
                        <a:latin typeface="+mn-lt"/>
                      </a:endParaRPr>
                    </a:p>
                  </a:txBody>
                  <a:tcPr/>
                </a:tc>
                <a:tc>
                  <a:txBody>
                    <a:bodyPr/>
                    <a:lstStyle/>
                    <a:p>
                      <a:pPr algn="l"/>
                      <a:r>
                        <a:rPr lang="en-GB" dirty="0" smtClean="0">
                          <a:latin typeface="+mn-lt"/>
                        </a:rPr>
                        <a:t>3663</a:t>
                      </a:r>
                      <a:endParaRPr lang="en-GB" dirty="0">
                        <a:latin typeface="+mn-lt"/>
                      </a:endParaRPr>
                    </a:p>
                  </a:txBody>
                  <a:tcPr/>
                </a:tc>
                <a:tc>
                  <a:txBody>
                    <a:bodyPr/>
                    <a:lstStyle/>
                    <a:p>
                      <a:pPr algn="l"/>
                      <a:r>
                        <a:rPr lang="en-GB" dirty="0" smtClean="0">
                          <a:latin typeface="+mn-lt"/>
                        </a:rPr>
                        <a:t>231.379</a:t>
                      </a:r>
                      <a:endParaRPr lang="en-GB" dirty="0">
                        <a:latin typeface="+mn-lt"/>
                      </a:endParaRPr>
                    </a:p>
                  </a:txBody>
                  <a:tcPr/>
                </a:tc>
                <a:extLst>
                  <a:ext uri="{0D108BD9-81ED-4DB2-BD59-A6C34878D82A}">
                    <a16:rowId xmlns:a16="http://schemas.microsoft.com/office/drawing/2014/main" val="914065641"/>
                  </a:ext>
                </a:extLst>
              </a:tr>
              <a:tr h="370840">
                <a:tc>
                  <a:txBody>
                    <a:bodyPr/>
                    <a:lstStyle/>
                    <a:p>
                      <a:pPr algn="l"/>
                      <a:r>
                        <a:rPr lang="en-GB" dirty="0" smtClean="0">
                          <a:latin typeface="+mn-lt"/>
                        </a:rPr>
                        <a:t>TELESTONE TECHNOLOGIES CORP</a:t>
                      </a:r>
                      <a:endParaRPr lang="en-GB" dirty="0">
                        <a:latin typeface="+mn-lt"/>
                      </a:endParaRPr>
                    </a:p>
                  </a:txBody>
                  <a:tcPr/>
                </a:tc>
                <a:tc>
                  <a:txBody>
                    <a:bodyPr/>
                    <a:lstStyle/>
                    <a:p>
                      <a:pPr algn="l"/>
                      <a:r>
                        <a:rPr lang="en-GB" dirty="0" smtClean="0">
                          <a:latin typeface="+mn-lt"/>
                        </a:rPr>
                        <a:t>31/03/2011</a:t>
                      </a:r>
                      <a:endParaRPr lang="en-GB" dirty="0">
                        <a:latin typeface="+mn-lt"/>
                      </a:endParaRPr>
                    </a:p>
                  </a:txBody>
                  <a:tcPr/>
                </a:tc>
                <a:tc>
                  <a:txBody>
                    <a:bodyPr/>
                    <a:lstStyle/>
                    <a:p>
                      <a:pPr algn="l"/>
                      <a:r>
                        <a:rPr lang="en-GB" dirty="0" smtClean="0">
                          <a:latin typeface="+mn-lt"/>
                        </a:rPr>
                        <a:t>3663</a:t>
                      </a:r>
                      <a:endParaRPr lang="en-GB" dirty="0">
                        <a:latin typeface="+mn-lt"/>
                      </a:endParaRPr>
                    </a:p>
                  </a:txBody>
                  <a:tcPr/>
                </a:tc>
                <a:tc>
                  <a:txBody>
                    <a:bodyPr/>
                    <a:lstStyle/>
                    <a:p>
                      <a:pPr algn="l"/>
                      <a:r>
                        <a:rPr lang="en-GB" dirty="0" smtClean="0">
                          <a:latin typeface="+mn-lt"/>
                        </a:rPr>
                        <a:t>339.238</a:t>
                      </a:r>
                      <a:endParaRPr lang="en-GB" dirty="0">
                        <a:latin typeface="+mn-lt"/>
                      </a:endParaRPr>
                    </a:p>
                  </a:txBody>
                  <a:tcPr/>
                </a:tc>
                <a:extLst>
                  <a:ext uri="{0D108BD9-81ED-4DB2-BD59-A6C34878D82A}">
                    <a16:rowId xmlns:a16="http://schemas.microsoft.com/office/drawing/2014/main" val="2336084261"/>
                  </a:ext>
                </a:extLst>
              </a:tr>
              <a:tr h="370840">
                <a:tc>
                  <a:txBody>
                    <a:bodyPr/>
                    <a:lstStyle/>
                    <a:p>
                      <a:pPr algn="l"/>
                      <a:r>
                        <a:rPr lang="en-GB" dirty="0" smtClean="0">
                          <a:solidFill>
                            <a:srgbClr val="000000"/>
                          </a:solidFill>
                          <a:latin typeface="+mn-lt"/>
                        </a:rPr>
                        <a:t>OMNICELL INC</a:t>
                      </a:r>
                      <a:r>
                        <a:rPr lang="en-GB" dirty="0" smtClean="0">
                          <a:latin typeface="+mn-lt"/>
                        </a:rPr>
                        <a:t> </a:t>
                      </a:r>
                      <a:endParaRPr lang="en-GB" dirty="0">
                        <a:latin typeface="+mn-lt"/>
                      </a:endParaRPr>
                    </a:p>
                  </a:txBody>
                  <a:tcPr/>
                </a:tc>
                <a:tc>
                  <a:txBody>
                    <a:bodyPr/>
                    <a:lstStyle/>
                    <a:p>
                      <a:pPr algn="l"/>
                      <a:r>
                        <a:rPr lang="en-GB" dirty="0" smtClean="0">
                          <a:latin typeface="+mn-lt"/>
                        </a:rPr>
                        <a:t>31/12/2011</a:t>
                      </a:r>
                      <a:endParaRPr lang="en-GB" dirty="0">
                        <a:latin typeface="+mn-lt"/>
                      </a:endParaRPr>
                    </a:p>
                  </a:txBody>
                  <a:tcPr/>
                </a:tc>
                <a:tc>
                  <a:txBody>
                    <a:bodyPr/>
                    <a:lstStyle/>
                    <a:p>
                      <a:pPr algn="l"/>
                      <a:r>
                        <a:rPr lang="en-GB" dirty="0" smtClean="0">
                          <a:latin typeface="+mn-lt"/>
                        </a:rPr>
                        <a:t>7373</a:t>
                      </a:r>
                      <a:endParaRPr lang="en-GB" dirty="0">
                        <a:latin typeface="+mn-lt"/>
                      </a:endParaRPr>
                    </a:p>
                  </a:txBody>
                  <a:tcPr/>
                </a:tc>
                <a:tc>
                  <a:txBody>
                    <a:bodyPr/>
                    <a:lstStyle/>
                    <a:p>
                      <a:pPr algn="l"/>
                      <a:r>
                        <a:rPr lang="en-GB" b="0" dirty="0" smtClean="0">
                          <a:solidFill>
                            <a:srgbClr val="000000"/>
                          </a:solidFill>
                          <a:latin typeface="+mn-lt"/>
                        </a:rPr>
                        <a:t>343.224</a:t>
                      </a:r>
                      <a:endParaRPr lang="en-GB" b="0" dirty="0">
                        <a:latin typeface="+mn-lt"/>
                      </a:endParaRPr>
                    </a:p>
                  </a:txBody>
                  <a:tcPr/>
                </a:tc>
                <a:extLst>
                  <a:ext uri="{0D108BD9-81ED-4DB2-BD59-A6C34878D82A}">
                    <a16:rowId xmlns:a16="http://schemas.microsoft.com/office/drawing/2014/main" val="1590044657"/>
                  </a:ext>
                </a:extLst>
              </a:tr>
            </a:tbl>
          </a:graphicData>
        </a:graphic>
      </p:graphicFrame>
    </p:spTree>
    <p:extLst>
      <p:ext uri="{BB962C8B-B14F-4D97-AF65-F5344CB8AC3E}">
        <p14:creationId xmlns:p14="http://schemas.microsoft.com/office/powerpoint/2010/main" val="3026307072"/>
      </p:ext>
    </p:extLst>
  </p:cSld>
  <p:clrMapOvr>
    <a:masterClrMapping/>
  </p:clrMapOvr>
  <mc:AlternateContent xmlns:mc="http://schemas.openxmlformats.org/markup-compatibility/2006" xmlns:p14="http://schemas.microsoft.com/office/powerpoint/2010/main">
    <mc:Choice Requires="p14">
      <p:transition spd="slow" p14:dur="2000" advTm="30902">
        <p:cut/>
      </p:transition>
    </mc:Choice>
    <mc:Fallback xmlns="">
      <p:transition spd="slow" advTm="30902">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7690" x="1074738" y="5370513"/>
          <p14:tracePt t="7713" x="1081088" y="5348288"/>
          <p14:tracePt t="7726" x="1131888" y="5275263"/>
          <p14:tracePt t="7743" x="1219200" y="5130800"/>
          <p14:tracePt t="7760" x="1408113" y="4833938"/>
          <p14:tracePt t="7776" x="1735138" y="4376738"/>
          <p14:tracePt t="7793" x="2379663" y="3694113"/>
          <p14:tracePt t="7810" x="2808288" y="3316288"/>
          <p14:tracePt t="7827" x="3019425" y="3098800"/>
          <p14:tracePt t="7844" x="3135313" y="2909888"/>
          <p14:tracePt t="7860" x="3186113" y="2808288"/>
          <p14:tracePt t="7877" x="3222625" y="2714625"/>
          <p14:tracePt t="7896" x="3259138" y="2641600"/>
          <p14:tracePt t="7912" x="3287713" y="2582863"/>
          <p14:tracePt t="7914" x="3316288" y="2540000"/>
          <p14:tracePt t="7927" x="3338513" y="2503488"/>
          <p14:tracePt t="7943" x="3367088" y="2424113"/>
          <p14:tracePt t="7960" x="3395663" y="2314575"/>
          <p14:tracePt t="7977" x="3425825" y="2220913"/>
          <p14:tracePt t="7994" x="3432175" y="2198688"/>
          <p14:tracePt t="8010" x="3432175" y="2111375"/>
          <p14:tracePt t="8027" x="3403600" y="1944688"/>
          <p14:tracePt t="8043" x="3324225" y="1778000"/>
          <p14:tracePt t="8051" x="3287713" y="1735138"/>
          <p14:tracePt t="8061" x="3265488" y="1698625"/>
          <p14:tracePt t="8077" x="3243263" y="1662113"/>
          <p14:tracePt t="8094" x="3208338" y="1639888"/>
          <p14:tracePt t="8110" x="3186113" y="1639888"/>
          <p14:tracePt t="8128" x="3163888" y="1639888"/>
          <p14:tracePt t="8146" x="3076575" y="1603375"/>
          <p14:tracePt t="8163" x="3005138" y="1582738"/>
          <p14:tracePt t="8178" x="2924175" y="1552575"/>
          <p14:tracePt t="8194" x="2836863" y="1524000"/>
          <p14:tracePt t="8211" x="2735263" y="1501775"/>
          <p14:tracePt t="8230" x="2655888" y="1444625"/>
          <p14:tracePt t="8244" x="2619375" y="1400175"/>
          <p14:tracePt t="8261" x="2582863" y="1343025"/>
          <p14:tracePt t="8277" x="2540000" y="1255713"/>
          <p14:tracePt t="8294" x="2511425" y="1190625"/>
          <p14:tracePt t="8310" x="2503488" y="1160463"/>
          <p14:tracePt t="8327" x="2503488" y="1139825"/>
          <p14:tracePt t="8344" x="2503488" y="1131888"/>
          <p14:tracePt t="8361" x="2532063" y="1095375"/>
          <p14:tracePt t="8378" x="2655888" y="1023938"/>
          <p14:tracePt t="8396" x="2836863" y="950913"/>
          <p14:tracePt t="8413" x="2932113" y="906463"/>
          <p14:tracePt t="8427" x="3048000" y="877888"/>
          <p14:tracePt t="8445" x="3192463" y="841375"/>
          <p14:tracePt t="8461" x="3338513" y="841375"/>
          <p14:tracePt t="8477" x="3454400" y="841375"/>
          <p14:tracePt t="8494" x="3541713" y="841375"/>
          <p14:tracePt t="8510" x="3606800" y="841375"/>
          <p14:tracePt t="8527" x="3686175" y="849313"/>
          <p14:tracePt t="8544" x="3795713" y="863600"/>
          <p14:tracePt t="8549" x="3868738" y="877888"/>
          <p14:tracePt t="8560" x="3948113" y="885825"/>
          <p14:tracePt t="8577" x="4143375" y="936625"/>
          <p14:tracePt t="8593" x="4427538" y="1023938"/>
          <p14:tracePt t="8610" x="4608513" y="1074738"/>
          <p14:tracePt t="8627" x="4746625" y="1117600"/>
          <p14:tracePt t="8643" x="4876800" y="1146175"/>
          <p14:tracePt t="8661" x="4986338" y="1176338"/>
          <p14:tracePt t="8677" x="5094288" y="1204913"/>
          <p14:tracePt t="8693" x="5195888" y="1227138"/>
          <p14:tracePt t="8710" x="5291138" y="1247775"/>
          <p14:tracePt t="8728" x="5392738" y="1284288"/>
          <p14:tracePt t="8743" x="5486400" y="1312863"/>
          <p14:tracePt t="8760" x="5573713" y="1328738"/>
          <p14:tracePt t="8777" x="5689600" y="1363663"/>
          <p14:tracePt t="8793" x="5762625" y="1393825"/>
          <p14:tracePt t="8810" x="5842000" y="1430338"/>
          <p14:tracePt t="8827" x="5907088" y="1465263"/>
          <p14:tracePt t="8844" x="5965825" y="1509713"/>
          <p14:tracePt t="8860" x="6008688" y="1552575"/>
          <p14:tracePt t="8877" x="6037263" y="1582738"/>
          <p14:tracePt t="8893" x="6067425" y="1633538"/>
          <p14:tracePt t="8911" x="6096000" y="1684338"/>
          <p14:tracePt t="8927" x="6132513" y="1741488"/>
          <p14:tracePt t="8944" x="6146800" y="1785938"/>
          <p14:tracePt t="8960" x="6154738" y="1820863"/>
          <p14:tracePt t="8977" x="6154738" y="1901825"/>
          <p14:tracePt t="8993" x="6138863" y="1958975"/>
          <p14:tracePt t="9010" x="6081713" y="2046288"/>
          <p14:tracePt t="9027" x="6008688" y="2119313"/>
          <p14:tracePt t="9043" x="5929313" y="2192338"/>
          <p14:tracePt t="9060" x="5842000" y="2235200"/>
          <p14:tracePt t="9077" x="5740400" y="2286000"/>
          <p14:tracePt t="9094" x="5595938" y="2344738"/>
          <p14:tracePt t="9110" x="5427663" y="2379663"/>
          <p14:tracePt t="9128" x="5260975" y="2424113"/>
          <p14:tracePt t="9144" x="5087938" y="2446338"/>
          <p14:tracePt t="9164" x="4833938" y="2489200"/>
          <p14:tracePt t="9178" x="4673600" y="2497138"/>
          <p14:tracePt t="9194" x="4529138" y="2497138"/>
          <p14:tracePt t="9212" x="4368800" y="2497138"/>
          <p14:tracePt t="9227" x="4208463" y="2497138"/>
          <p14:tracePt t="9244" x="4035425" y="2497138"/>
          <p14:tracePt t="9262" x="3883025" y="2497138"/>
          <p14:tracePt t="9277" x="3744913" y="2497138"/>
          <p14:tracePt t="9294" x="3598863" y="2497138"/>
          <p14:tracePt t="9311" x="3476625" y="2489200"/>
          <p14:tracePt t="9327" x="3324225" y="2466975"/>
          <p14:tracePt t="9344" x="3200400" y="2446338"/>
          <p14:tracePt t="9361" x="3098800" y="2438400"/>
          <p14:tracePt t="9378" x="2974975" y="2424113"/>
          <p14:tracePt t="9396" x="2903538" y="2409825"/>
          <p14:tracePt t="9413" x="2822575" y="2401888"/>
          <p14:tracePt t="9429" x="2757488" y="2395538"/>
          <p14:tracePt t="9444" x="2678113" y="2373313"/>
          <p14:tracePt t="9461" x="2590800" y="2359025"/>
          <p14:tracePt t="9477" x="2497138" y="2336800"/>
          <p14:tracePt t="9494" x="2387600" y="2308225"/>
          <p14:tracePt t="9511" x="2278063" y="2271713"/>
          <p14:tracePt t="9527" x="2125663" y="2220913"/>
          <p14:tracePt t="9544" x="1989138" y="2170113"/>
          <p14:tracePt t="9551" x="1922463" y="2141538"/>
          <p14:tracePt t="9565" x="1820863" y="2090738"/>
          <p14:tracePt t="9578" x="1778000" y="2060575"/>
          <p14:tracePt t="9594" x="1741488" y="2039938"/>
          <p14:tracePt t="9611" x="1735138" y="2032000"/>
          <p14:tracePt t="9628" x="1735138" y="1995488"/>
          <p14:tracePt t="9645" x="1735138" y="1944688"/>
          <p14:tracePt t="9664" x="1735138" y="1901825"/>
          <p14:tracePt t="9678" x="1770063" y="1851025"/>
          <p14:tracePt t="9694" x="1828800" y="1792288"/>
          <p14:tracePt t="9711" x="1916113" y="1735138"/>
          <p14:tracePt t="9727" x="2060575" y="1668463"/>
          <p14:tracePt t="9744" x="2198688" y="1625600"/>
          <p14:tracePt t="9762" x="2424113" y="1574800"/>
          <p14:tracePt t="9778" x="2497138" y="1566863"/>
          <p14:tracePt t="9794" x="2728913" y="1538288"/>
          <p14:tracePt t="9810" x="2895600" y="1531938"/>
          <p14:tracePt t="9827" x="3055938" y="1531938"/>
          <p14:tracePt t="9844" x="3222625" y="1531938"/>
          <p14:tracePt t="9861" x="3375025" y="1531938"/>
          <p14:tracePt t="9877" x="3505200" y="1531938"/>
          <p14:tracePt t="9895" x="3635375" y="1531938"/>
          <p14:tracePt t="9912" x="3773488" y="1531938"/>
          <p14:tracePt t="9928" x="3925888" y="1531938"/>
          <p14:tracePt t="9944" x="4056063" y="1552575"/>
          <p14:tracePt t="9962" x="4224338" y="1566863"/>
          <p14:tracePt t="9977" x="4295775" y="1589088"/>
          <p14:tracePt t="9994" x="4456113" y="1662113"/>
          <p14:tracePt t="10011" x="4513263" y="1668463"/>
          <p14:tracePt t="10028" x="4557713" y="1698625"/>
          <p14:tracePt t="10045" x="4594225" y="1704975"/>
          <p14:tracePt t="10053" x="4622800" y="1727200"/>
          <p14:tracePt t="10061" x="4645025" y="1735138"/>
          <p14:tracePt t="10078" x="4702175" y="1770063"/>
          <p14:tracePt t="10095" x="4752975" y="1800225"/>
          <p14:tracePt t="10111" x="4797425" y="1843088"/>
          <p14:tracePt t="10128" x="4826000" y="1865313"/>
          <p14:tracePt t="10147" x="4848225" y="1893888"/>
          <p14:tracePt t="10163" x="4862513" y="1908175"/>
          <p14:tracePt t="10178" x="4862513" y="1916113"/>
          <p14:tracePt t="10195" x="4862513" y="1938338"/>
          <p14:tracePt t="10213" x="4862513" y="1958975"/>
          <p14:tracePt t="10230" x="4854575" y="1995488"/>
          <p14:tracePt t="10244" x="4811713" y="2054225"/>
          <p14:tracePt t="10261" x="4760913" y="2082800"/>
          <p14:tracePt t="10278" x="4732338" y="2105025"/>
          <p14:tracePt t="10294" x="4665663" y="2125663"/>
          <p14:tracePt t="10311" x="4579938" y="2155825"/>
          <p14:tracePt t="10328" x="4484688" y="2184400"/>
          <p14:tracePt t="10345" x="4411663" y="2206625"/>
          <p14:tracePt t="10362" x="4354513" y="2220913"/>
          <p14:tracePt t="10378" x="4346575" y="2227263"/>
          <p14:tracePt t="10395" x="4340225" y="2227263"/>
          <p14:tracePt t="10414" x="4318000" y="2235200"/>
          <p14:tracePt t="10428" x="4275138" y="2243138"/>
          <p14:tracePt t="10444" x="4173538" y="2271713"/>
          <p14:tracePt t="10461" x="4021138" y="2322513"/>
          <p14:tracePt t="10478" x="3875088" y="2359025"/>
          <p14:tracePt t="10494" x="3759200" y="2373313"/>
          <p14:tracePt t="10511" x="3649663" y="2373313"/>
          <p14:tracePt t="10528" x="3563938" y="2373313"/>
          <p14:tracePt t="10545" x="3490913" y="2373313"/>
          <p14:tracePt t="10552" x="3462338" y="2373313"/>
          <p14:tracePt t="10562" x="3411538" y="2373313"/>
          <p14:tracePt t="10578" x="3367088" y="2373313"/>
          <p14:tracePt t="10595" x="3324225" y="2365375"/>
          <p14:tracePt t="10611" x="3279775" y="2351088"/>
          <p14:tracePt t="10628" x="3243263" y="2328863"/>
          <p14:tracePt t="10645" x="3208338" y="2308225"/>
          <p14:tracePt t="10663" x="3186113" y="2293938"/>
          <p14:tracePt t="10678" x="3186113" y="2286000"/>
          <p14:tracePt t="10694" x="3178175" y="2271713"/>
          <p14:tracePt t="10711" x="3178175" y="2257425"/>
          <p14:tracePt t="10728" x="3178175" y="2206625"/>
          <p14:tracePt t="10746" x="3178175" y="2119313"/>
          <p14:tracePt t="10761" x="3178175" y="2090738"/>
          <p14:tracePt t="10778" x="3163888" y="2017713"/>
          <p14:tracePt t="10796" x="3141663" y="1981200"/>
          <p14:tracePt t="10811" x="3098800" y="1930400"/>
          <p14:tracePt t="10828" x="3040063" y="1871663"/>
          <p14:tracePt t="10844" x="2974975" y="1800225"/>
          <p14:tracePt t="10861" x="2924175" y="1755775"/>
          <p14:tracePt t="10878" x="2881313" y="1712913"/>
          <p14:tracePt t="10894" x="2867025" y="1698625"/>
          <p14:tracePt t="10912" x="2867025" y="1690688"/>
          <p14:tracePt t="10928" x="2867025" y="1684338"/>
          <p14:tracePt t="10944" x="2867025" y="1662113"/>
          <p14:tracePt t="10961" x="2867025" y="1617663"/>
          <p14:tracePt t="10977" x="2974975" y="1538288"/>
          <p14:tracePt t="10994" x="3070225" y="1509713"/>
          <p14:tracePt t="11011" x="3171825" y="1487488"/>
          <p14:tracePt t="11028" x="3279775" y="1465263"/>
          <p14:tracePt t="11045" x="3389313" y="1450975"/>
          <p14:tracePt t="11053" x="3454400" y="1436688"/>
          <p14:tracePt t="11064" x="3497263" y="1436688"/>
          <p14:tracePt t="11078" x="3592513" y="1430338"/>
          <p14:tracePt t="11094" x="3665538" y="1422400"/>
          <p14:tracePt t="11111" x="3744913" y="1422400"/>
          <p14:tracePt t="11131" x="3832225" y="1422400"/>
          <p14:tracePt t="11145" x="3846513" y="1422400"/>
          <p14:tracePt t="11164" x="3919538" y="1422400"/>
          <p14:tracePt t="11178" x="3948113" y="1422400"/>
          <p14:tracePt t="11195" x="3984625" y="1422400"/>
          <p14:tracePt t="11212" x="4027488" y="1422400"/>
          <p14:tracePt t="11231" x="4064000" y="1422400"/>
          <p14:tracePt t="11245" x="4092575" y="1430338"/>
          <p14:tracePt t="11261" x="4122738" y="1444625"/>
          <p14:tracePt t="11278" x="4157663" y="1465263"/>
          <p14:tracePt t="11294" x="4202113" y="1487488"/>
          <p14:tracePt t="11311" x="4259263" y="1516063"/>
          <p14:tracePt t="11328" x="4303713" y="1546225"/>
          <p14:tracePt t="11345" x="4346575" y="1574800"/>
          <p14:tracePt t="11362" x="4368800" y="1582738"/>
          <p14:tracePt t="11378" x="4383088" y="1597025"/>
          <p14:tracePt t="11395" x="4391025" y="1603375"/>
          <p14:tracePt t="11413" x="4397375" y="1603375"/>
          <p14:tracePt t="11429" x="4397375" y="1611313"/>
          <p14:tracePt t="11445" x="4405313" y="1617663"/>
          <p14:tracePt t="11461" x="4411663" y="1633538"/>
          <p14:tracePt t="11478" x="4419600" y="1639888"/>
          <p14:tracePt t="11495" x="4419600" y="1662113"/>
          <p14:tracePt t="11511" x="4427538" y="1690688"/>
          <p14:tracePt t="11528" x="4441825" y="1719263"/>
          <p14:tracePt t="11544" x="4441825" y="1749425"/>
          <p14:tracePt t="11547" x="4448175" y="1770063"/>
          <p14:tracePt t="11561" x="4456113" y="1778000"/>
          <p14:tracePt t="11578" x="4462463" y="1814513"/>
          <p14:tracePt t="11595" x="4470400" y="1820863"/>
          <p14:tracePt t="11611" x="4470400" y="1828800"/>
          <p14:tracePt t="11631" x="4478338" y="1851025"/>
          <p14:tracePt t="11645" x="4484688" y="1865313"/>
          <p14:tracePt t="11662" x="4492625" y="1871663"/>
          <p14:tracePt t="11678" x="4492625" y="1879600"/>
          <p14:tracePt t="11695" x="4498975" y="1893888"/>
          <p14:tracePt t="11734" x="4498975" y="1901825"/>
          <p14:tracePt t="11749" x="4513263" y="1916113"/>
          <p14:tracePt t="11765" x="4521200" y="1930400"/>
          <p14:tracePt t="11778" x="4549775" y="1952625"/>
          <p14:tracePt t="11796" x="4594225" y="1973263"/>
          <p14:tracePt t="11804" x="4600575" y="1973263"/>
          <p14:tracePt t="11811" x="4614863" y="1973263"/>
          <p14:tracePt t="11828" x="4645025" y="1989138"/>
          <p14:tracePt t="11845" x="4710113" y="1995488"/>
          <p14:tracePt t="11861" x="4811713" y="2009775"/>
          <p14:tracePt t="11878" x="4927600" y="2017713"/>
          <p14:tracePt t="11895" x="5014913" y="2024063"/>
          <p14:tracePt t="11912" x="5087938" y="2024063"/>
          <p14:tracePt t="11928" x="5138738" y="2024063"/>
          <p14:tracePt t="11945" x="5224463" y="2024063"/>
          <p14:tracePt t="11961" x="5268913" y="2024063"/>
          <p14:tracePt t="11979" x="5376863" y="1995488"/>
          <p14:tracePt t="11995" x="5472113" y="1973263"/>
          <p14:tracePt t="12012" x="5537200" y="1944688"/>
          <p14:tracePt t="12028" x="5595938" y="1930400"/>
          <p14:tracePt t="12045" x="5630863" y="1922463"/>
          <p14:tracePt t="12049" x="5646738" y="1916113"/>
          <p14:tracePt t="12061" x="5653088" y="1916113"/>
          <p14:tracePt t="12078" x="5681663" y="1908175"/>
          <p14:tracePt t="12095" x="5689600" y="1901825"/>
          <p14:tracePt t="12111" x="5703888" y="1893888"/>
          <p14:tracePt t="12128" x="5718175" y="1893888"/>
          <p14:tracePt t="12144" x="5732463" y="1893888"/>
          <p14:tracePt t="12161" x="5776913" y="1879600"/>
          <p14:tracePt t="12178" x="5819775" y="1871663"/>
          <p14:tracePt t="12194" x="5870575" y="1871663"/>
          <p14:tracePt t="12211" x="5915025" y="1871663"/>
          <p14:tracePt t="12228" x="5957888" y="1865313"/>
          <p14:tracePt t="12244" x="5972175" y="1865313"/>
          <p14:tracePt t="12261" x="5994400" y="1865313"/>
          <p14:tracePt t="12279" x="6008688" y="1865313"/>
          <p14:tracePt t="12295" x="6016625" y="1865313"/>
          <p14:tracePt t="12324" x="6030913" y="1865313"/>
          <p14:tracePt t="12339" x="6037263" y="1865313"/>
          <p14:tracePt t="12350" x="6045200" y="1865313"/>
          <p14:tracePt t="12361" x="6059488" y="1879600"/>
          <p14:tracePt t="12379" x="6081713" y="1938338"/>
          <p14:tracePt t="12396" x="6096000" y="1952625"/>
          <p14:tracePt t="12413" x="6103938" y="1973263"/>
          <p14:tracePt t="12428" x="6110288" y="1981200"/>
          <p14:tracePt t="12445" x="6110288" y="2009775"/>
          <p14:tracePt t="12461" x="6073775" y="2068513"/>
          <p14:tracePt t="12478" x="6008688" y="2147888"/>
          <p14:tracePt t="12495" x="5943600" y="2235200"/>
          <p14:tracePt t="12511" x="5884863" y="2286000"/>
          <p14:tracePt t="12528" x="5849938" y="2322513"/>
          <p14:tracePt t="12546" x="5813425" y="2344738"/>
          <p14:tracePt t="12561" x="5783263" y="2351088"/>
          <p14:tracePt t="12579" x="5740400" y="2373313"/>
          <p14:tracePt t="12595" x="5681663" y="2395538"/>
          <p14:tracePt t="12612" x="5616575" y="2409825"/>
          <p14:tracePt t="12629" x="5551488" y="2416175"/>
          <p14:tracePt t="12645" x="5486400" y="2430463"/>
          <p14:tracePt t="12662" x="5449888" y="2430463"/>
          <p14:tracePt t="12678" x="5421313" y="2438400"/>
          <p14:tracePt t="12695" x="5399088" y="2438400"/>
          <p14:tracePt t="12712" x="5356225" y="2438400"/>
          <p14:tracePt t="12728" x="5311775" y="2438400"/>
          <p14:tracePt t="12745" x="5268913" y="2438400"/>
          <p14:tracePt t="12762" x="5195888" y="2438400"/>
          <p14:tracePt t="12778" x="5122863" y="2430463"/>
          <p14:tracePt t="12795" x="5043488" y="2409825"/>
          <p14:tracePt t="12812" x="4935538" y="2373313"/>
          <p14:tracePt t="12829" x="4826000" y="2336800"/>
          <p14:tracePt t="12845" x="4738688" y="2286000"/>
          <p14:tracePt t="12861" x="4681538" y="2235200"/>
          <p14:tracePt t="12878" x="4637088" y="2176463"/>
          <p14:tracePt t="12896" x="4586288" y="2082800"/>
          <p14:tracePt t="12912" x="4543425" y="2003425"/>
          <p14:tracePt t="12930" x="4506913" y="1938338"/>
          <p14:tracePt t="12945" x="4492625" y="1893888"/>
          <p14:tracePt t="12962" x="4484688" y="1871663"/>
          <p14:tracePt t="12978" x="4484688" y="1851025"/>
          <p14:tracePt t="12995" x="4484688" y="1820863"/>
          <p14:tracePt t="13012" x="4484688" y="1800225"/>
          <p14:tracePt t="13028" x="4484688" y="1785938"/>
          <p14:tracePt t="13045" x="4498975" y="1763713"/>
          <p14:tracePt t="13062" x="4549775" y="1735138"/>
          <p14:tracePt t="13079" x="4630738" y="1704975"/>
          <p14:tracePt t="13095" x="4724400" y="1690688"/>
          <p14:tracePt t="13112" x="4818063" y="1684338"/>
          <p14:tracePt t="13128" x="4927600" y="1668463"/>
          <p14:tracePt t="13145" x="5029200" y="1662113"/>
          <p14:tracePt t="13163" x="5116513" y="1662113"/>
          <p14:tracePt t="13178" x="5153025" y="1662113"/>
          <p14:tracePt t="13195" x="5173663" y="1662113"/>
          <p14:tracePt t="13212" x="5181600" y="1668463"/>
          <p14:tracePt t="13228" x="5203825" y="1668463"/>
          <p14:tracePt t="13245" x="5240338" y="1690688"/>
          <p14:tracePt t="13262" x="5283200" y="1698625"/>
          <p14:tracePt t="13278" x="5326063" y="1719263"/>
          <p14:tracePt t="13295" x="5384800" y="1749425"/>
          <p14:tracePt t="13312" x="5407025" y="1755775"/>
          <p14:tracePt t="13328" x="5449888" y="1770063"/>
          <p14:tracePt t="13346" x="5500688" y="1792288"/>
          <p14:tracePt t="13362" x="5537200" y="1814513"/>
          <p14:tracePt t="13379" x="5565775" y="1820863"/>
          <p14:tracePt t="13396" x="5610225" y="1843088"/>
          <p14:tracePt t="13414" x="5624513" y="1843088"/>
          <p14:tracePt t="13429" x="5661025" y="1843088"/>
          <p14:tracePt t="13446" x="5697538" y="1843088"/>
          <p14:tracePt t="13462" x="5732463" y="1843088"/>
          <p14:tracePt t="13482" x="5783263" y="1843088"/>
          <p14:tracePt t="13495" x="5842000" y="1843088"/>
          <p14:tracePt t="13512" x="5884863" y="1843088"/>
          <p14:tracePt t="13528" x="5915025" y="1843088"/>
          <p14:tracePt t="13545" x="5943600" y="1843088"/>
          <p14:tracePt t="13546" x="5951538" y="1843088"/>
          <p14:tracePt t="13561" x="5986463" y="1843088"/>
          <p14:tracePt t="13578" x="6030913" y="1836738"/>
          <p14:tracePt t="13595" x="6088063" y="1820863"/>
          <p14:tracePt t="13612" x="6161088" y="1800225"/>
          <p14:tracePt t="13630" x="6248400" y="1792288"/>
          <p14:tracePt t="13645" x="6291263" y="1792288"/>
          <p14:tracePt t="13663" x="6321425" y="1792288"/>
          <p14:tracePt t="13679" x="6335713" y="1792288"/>
          <p14:tracePt t="13695" x="6350000" y="1792288"/>
          <p14:tracePt t="13712" x="6364288" y="1792288"/>
          <p14:tracePt t="13729" x="6378575" y="1806575"/>
          <p14:tracePt t="13746" x="6392863" y="1820863"/>
          <p14:tracePt t="13763" x="6400800" y="1828800"/>
          <p14:tracePt t="13779" x="6408738" y="1836738"/>
          <p14:tracePt t="13796" x="6415088" y="1843088"/>
          <p14:tracePt t="13812" x="6429375" y="1857375"/>
          <p14:tracePt t="13829" x="6451600" y="1871663"/>
          <p14:tracePt t="13845" x="6473825" y="1893888"/>
          <p14:tracePt t="13862" x="6510338" y="1916113"/>
          <p14:tracePt t="13879" x="6545263" y="1930400"/>
          <p14:tracePt t="13898" x="6618288" y="1973263"/>
          <p14:tracePt t="13915" x="6677025" y="2017713"/>
          <p14:tracePt t="13929" x="6705600" y="2032000"/>
          <p14:tracePt t="13946" x="6748463" y="2082800"/>
          <p14:tracePt t="13962" x="6764338" y="2119313"/>
          <p14:tracePt t="13979" x="6764338" y="2147888"/>
          <p14:tracePt t="13996" x="6764338" y="2192338"/>
          <p14:tracePt t="14012" x="6764338" y="2235200"/>
          <p14:tracePt t="14029" x="6742113" y="2293938"/>
          <p14:tracePt t="14045" x="6669088" y="2344738"/>
          <p14:tracePt t="14053" x="6618288" y="2365375"/>
          <p14:tracePt t="14062" x="6545263" y="2395538"/>
          <p14:tracePt t="14079" x="6429375" y="2416175"/>
          <p14:tracePt t="14095" x="6313488" y="2446338"/>
          <p14:tracePt t="14113" x="6226175" y="2452688"/>
          <p14:tracePt t="14130" x="6169025" y="2452688"/>
          <p14:tracePt t="14148" x="6022975" y="2416175"/>
          <p14:tracePt t="14163" x="5921375" y="2351088"/>
          <p14:tracePt t="14180" x="5842000" y="2308225"/>
          <p14:tracePt t="14196" x="5813425" y="2286000"/>
          <p14:tracePt t="14212" x="5791200" y="2263775"/>
          <p14:tracePt t="14229" x="5776913" y="2198688"/>
          <p14:tracePt t="14245" x="5740400" y="2060575"/>
          <p14:tracePt t="14262" x="5711825" y="1952625"/>
          <p14:tracePt t="14279" x="5711825" y="1879600"/>
          <p14:tracePt t="14296" x="5711825" y="1820863"/>
          <p14:tracePt t="14312" x="5726113" y="1763713"/>
          <p14:tracePt t="14332" x="5799138" y="1704975"/>
          <p14:tracePt t="14346" x="5819775" y="1690688"/>
          <p14:tracePt t="14363" x="5907088" y="1633538"/>
          <p14:tracePt t="14381" x="5980113" y="1603375"/>
          <p14:tracePt t="14395" x="6030913" y="1589088"/>
          <p14:tracePt t="14413" x="6103938" y="1582738"/>
          <p14:tracePt t="14430" x="6161088" y="1582738"/>
          <p14:tracePt t="14446" x="6219825" y="1582738"/>
          <p14:tracePt t="14463" x="6262688" y="1582738"/>
          <p14:tracePt t="14479" x="6284913" y="1582738"/>
          <p14:tracePt t="14495" x="6299200" y="1582738"/>
          <p14:tracePt t="14512" x="6342063" y="1611313"/>
          <p14:tracePt t="14530" x="6443663" y="1676400"/>
          <p14:tracePt t="14546" x="6516688" y="1735138"/>
          <p14:tracePt t="14555" x="6530975" y="1749425"/>
          <p14:tracePt t="14562" x="6553200" y="1763713"/>
          <p14:tracePt t="14579" x="6596063" y="1792288"/>
          <p14:tracePt t="14597" x="6662738" y="1836738"/>
          <p14:tracePt t="14612" x="6778625" y="1879600"/>
          <p14:tracePt t="14629" x="6872288" y="1916113"/>
          <p14:tracePt t="14646" x="6923088" y="1922463"/>
          <p14:tracePt t="14662" x="6951663" y="1930400"/>
          <p14:tracePt t="14678" x="6967538" y="1930400"/>
          <p14:tracePt t="14695" x="6973888" y="1930400"/>
          <p14:tracePt t="14714" x="7010400" y="1930400"/>
          <p14:tracePt t="14729" x="7018338" y="1930400"/>
          <p14:tracePt t="14746" x="7046913" y="1930400"/>
          <p14:tracePt t="14762" x="7075488" y="1930400"/>
          <p14:tracePt t="14779" x="7097713" y="1930400"/>
          <p14:tracePt t="14796" x="7140575" y="1930400"/>
          <p14:tracePt t="14812" x="7199313" y="1922463"/>
          <p14:tracePt t="14829" x="7235825" y="1922463"/>
          <p14:tracePt t="14847" x="7250113" y="1916113"/>
          <p14:tracePt t="14862" x="7264400" y="1908175"/>
          <p14:tracePt t="14879" x="7272338" y="1908175"/>
          <p14:tracePt t="14896" x="7272338" y="1901825"/>
          <p14:tracePt t="14914" x="7292975" y="1901825"/>
          <p14:tracePt t="14931" x="7315200" y="1887538"/>
          <p14:tracePt t="14946" x="7323138" y="1879600"/>
          <p14:tracePt t="14962" x="7343775" y="1879600"/>
          <p14:tracePt t="14979" x="7351713" y="1871663"/>
          <p14:tracePt t="14996" x="7380288" y="1871663"/>
          <p14:tracePt t="15013" x="7431088" y="1851025"/>
          <p14:tracePt t="15029" x="7504113" y="1820863"/>
          <p14:tracePt t="15046" x="7583488" y="1814513"/>
          <p14:tracePt t="15054" x="7620000" y="1806575"/>
          <p14:tracePt t="15065" x="7662863" y="1792288"/>
          <p14:tracePt t="15079" x="7685088" y="1792288"/>
          <p14:tracePt t="15096" x="7721600" y="1792288"/>
          <p14:tracePt t="15113" x="7743825" y="1792288"/>
          <p14:tracePt t="15131" x="7800975" y="1792288"/>
          <p14:tracePt t="15146" x="7823200" y="1800225"/>
          <p14:tracePt t="15165" x="7851775" y="1806575"/>
          <p14:tracePt t="15179" x="7859713" y="1814513"/>
          <p14:tracePt t="15196" x="7866063" y="1814513"/>
          <p14:tracePt t="15214" x="7881938" y="1820863"/>
          <p14:tracePt t="15229" x="7916863" y="1843088"/>
          <p14:tracePt t="15246" x="7947025" y="1857375"/>
          <p14:tracePt t="15263" x="7967663" y="1871663"/>
          <p14:tracePt t="15279" x="7997825" y="1901825"/>
          <p14:tracePt t="15296" x="8012113" y="1916113"/>
          <p14:tracePt t="15313" x="8026400" y="1930400"/>
          <p14:tracePt t="15330" x="8040688" y="1938338"/>
          <p14:tracePt t="15346" x="8054975" y="1958975"/>
          <p14:tracePt t="15363" x="8069263" y="1981200"/>
          <p14:tracePt t="15379" x="8077200" y="2003425"/>
          <p14:tracePt t="15396" x="8091488" y="2017713"/>
          <p14:tracePt t="15413" x="8091488" y="2039938"/>
          <p14:tracePt t="15429" x="8091488" y="2060575"/>
          <p14:tracePt t="15446" x="8091488" y="2090738"/>
          <p14:tracePt t="15463" x="8091488" y="2111375"/>
          <p14:tracePt t="15479" x="8091488" y="2141538"/>
          <p14:tracePt t="15496" x="8085138" y="2162175"/>
          <p14:tracePt t="15514" x="8048625" y="2212975"/>
          <p14:tracePt t="15532" x="8026400" y="2243138"/>
          <p14:tracePt t="15546" x="7989888" y="2271713"/>
          <p14:tracePt t="15563" x="7967663" y="2278063"/>
          <p14:tracePt t="15580" x="7939088" y="2293938"/>
          <p14:tracePt t="15596" x="7910513" y="2300288"/>
          <p14:tracePt t="15613" x="7881938" y="2322513"/>
          <p14:tracePt t="15632" x="7845425" y="2322513"/>
          <p14:tracePt t="15646" x="7808913" y="2328863"/>
          <p14:tracePt t="15663" x="7772400" y="2328863"/>
          <p14:tracePt t="15679" x="7721600" y="2328863"/>
          <p14:tracePt t="15696" x="7670800" y="2328863"/>
          <p14:tracePt t="15713" x="7627938" y="2322513"/>
          <p14:tracePt t="15731" x="7481888" y="2249488"/>
          <p14:tracePt t="15746" x="7388225" y="2170113"/>
          <p14:tracePt t="15763" x="7323138" y="2105025"/>
          <p14:tracePt t="15779" x="7292975" y="2046288"/>
          <p14:tracePt t="15796" x="7272338" y="2009775"/>
          <p14:tracePt t="15813" x="7272338" y="1966913"/>
          <p14:tracePt t="15829" x="7272338" y="1922463"/>
          <p14:tracePt t="15845" x="7292975" y="1871663"/>
          <p14:tracePt t="15862" x="7343775" y="1828800"/>
          <p14:tracePt t="15879" x="7416800" y="1800225"/>
          <p14:tracePt t="15896" x="7481888" y="1778000"/>
          <p14:tracePt t="15912" x="7526338" y="1778000"/>
          <p14:tracePt t="15929" x="7561263" y="1770063"/>
          <p14:tracePt t="15946" x="7591425" y="1763713"/>
          <p14:tracePt t="15962" x="7605713" y="1763713"/>
          <p14:tracePt t="16051" x="7612063" y="1763713"/>
          <p14:tracePt t="16082" x="7627938" y="1763713"/>
          <p14:tracePt t="16099" x="7634288" y="1763713"/>
          <p14:tracePt t="16106" x="7642225" y="1770063"/>
          <p14:tracePt t="16114" x="7648575" y="1785938"/>
          <p14:tracePt t="16132" x="7656513" y="1800225"/>
          <p14:tracePt t="16148" x="7662863" y="1814513"/>
          <p14:tracePt t="16163" x="7685088" y="1843088"/>
          <p14:tracePt t="16180" x="7699375" y="1865313"/>
          <p14:tracePt t="16196" x="7707313" y="1871663"/>
          <p14:tracePt t="16213" x="7713663" y="1887538"/>
          <p14:tracePt t="16246" x="7721600" y="1901825"/>
          <p14:tracePt t="16263" x="7729538" y="1908175"/>
          <p14:tracePt t="16303" x="7735888" y="1916113"/>
          <p14:tracePt t="16685" x="7743825" y="1922463"/>
          <p14:tracePt t="16699" x="7758113" y="1938338"/>
          <p14:tracePt t="16717" x="7758113" y="1944688"/>
          <p14:tracePt t="16732" x="7772400" y="1958975"/>
          <p14:tracePt t="16815" x="7772400" y="1966913"/>
          <p14:tracePt t="16837" x="7772400" y="1973263"/>
          <p14:tracePt t="16854" x="7772400" y="1981200"/>
          <p14:tracePt t="16867" x="7743825" y="2003425"/>
          <p14:tracePt t="16882" x="7693025" y="2024063"/>
          <p14:tracePt t="16897" x="7648575" y="2046288"/>
          <p14:tracePt t="16914" x="7526338" y="2082800"/>
          <p14:tracePt t="16930" x="7307263" y="2133600"/>
          <p14:tracePt t="16947" x="7140575" y="2170113"/>
          <p14:tracePt t="16963" x="6967538" y="2206625"/>
          <p14:tracePt t="16980" x="6770688" y="2249488"/>
          <p14:tracePt t="16996" x="6581775" y="2293938"/>
          <p14:tracePt t="17012" x="6392863" y="2322513"/>
          <p14:tracePt t="17029" x="6205538" y="2336800"/>
          <p14:tracePt t="17046" x="6002338" y="2365375"/>
          <p14:tracePt t="17063" x="5740400" y="2365375"/>
          <p14:tracePt t="17079" x="5472113" y="2379663"/>
          <p14:tracePt t="17098" x="5181600" y="2446338"/>
          <p14:tracePt t="17113" x="5037138" y="2466975"/>
          <p14:tracePt t="17129" x="4905375" y="2489200"/>
          <p14:tracePt t="17146" x="4767263" y="2517775"/>
          <p14:tracePt t="17163" x="4637088" y="2554288"/>
          <p14:tracePt t="17181" x="4513263" y="2605088"/>
          <p14:tracePt t="17196" x="4405313" y="2633663"/>
          <p14:tracePt t="17213" x="4325938" y="2655888"/>
          <p14:tracePt t="17230" x="4281488" y="2670175"/>
          <p14:tracePt t="17246" x="4259263" y="2670175"/>
          <p14:tracePt t="17263" x="4230688" y="2678113"/>
          <p14:tracePt t="17280" x="4179888" y="2692400"/>
          <p14:tracePt t="17296" x="4114800" y="2714625"/>
          <p14:tracePt t="17313" x="4071938" y="2735263"/>
          <p14:tracePt t="17330" x="3998913" y="2757488"/>
          <p14:tracePt t="17346" x="3903663" y="2786063"/>
          <p14:tracePt t="17363" x="3802063" y="2808288"/>
          <p14:tracePt t="17382" x="3700463" y="2836863"/>
          <p14:tracePt t="17397" x="3621088" y="2867025"/>
          <p14:tracePt t="17414" x="3570288" y="2881313"/>
          <p14:tracePt t="17430" x="3548063" y="2887663"/>
          <p14:tracePt t="17447" x="3527425" y="2895600"/>
          <p14:tracePt t="17463" x="3497263" y="2909888"/>
          <p14:tracePt t="17480" x="3468688" y="2924175"/>
          <p14:tracePt t="17497" x="3425825" y="2954338"/>
          <p14:tracePt t="17514" x="3367088" y="2974975"/>
          <p14:tracePt t="17530" x="3287713" y="3019425"/>
          <p14:tracePt t="17547" x="3251200" y="3040063"/>
          <p14:tracePt t="17555" x="3243263" y="3040063"/>
          <p14:tracePt t="17564" x="3243263" y="3048000"/>
          <p14:tracePt t="17583" x="3200400" y="3070225"/>
          <p14:tracePt t="17597" x="3149600" y="3098800"/>
          <p14:tracePt t="17613" x="3106738" y="3121025"/>
          <p14:tracePt t="17632" x="3076575" y="3127375"/>
          <p14:tracePt t="17647" x="3040063" y="3149600"/>
          <p14:tracePt t="17664" x="3019425" y="3157538"/>
          <p14:tracePt t="17680" x="2989263" y="3163888"/>
          <p14:tracePt t="17698" x="2960688" y="3178175"/>
          <p14:tracePt t="17714" x="2946400" y="3178175"/>
          <p14:tracePt t="17730" x="2932113" y="3178175"/>
          <p14:tracePt t="17747" x="2924175" y="3186113"/>
          <p14:tracePt t="17782" x="2917825" y="3186113"/>
          <p14:tracePt t="17797" x="2909888" y="3186113"/>
          <p14:tracePt t="17845" x="2895600" y="3192463"/>
          <p14:tracePt t="18155" x="2895600" y="3200400"/>
          <p14:tracePt t="18171" x="2903538" y="3200400"/>
          <p14:tracePt t="18179" x="2909888" y="3200400"/>
          <p14:tracePt t="18195" x="2917825" y="3200400"/>
          <p14:tracePt t="18203" x="2917825" y="3208338"/>
          <p14:tracePt t="18219" x="2924175" y="3208338"/>
          <p14:tracePt t="18230" x="2932113" y="3208338"/>
          <p14:tracePt t="18246" x="2938463" y="3214688"/>
          <p14:tracePt t="20637" x="2960688" y="3214688"/>
          <p14:tracePt t="20651" x="3019425" y="3214688"/>
          <p14:tracePt t="20664" x="3062288" y="3208338"/>
          <p14:tracePt t="20680" x="3186113" y="3163888"/>
          <p14:tracePt t="20697" x="3352800" y="3127375"/>
          <p14:tracePt t="20714" x="3375025" y="3121025"/>
          <p14:tracePt t="20846" x="3375025" y="3135313"/>
          <p14:tracePt t="20859" x="3375025" y="3141663"/>
          <p14:tracePt t="20867" x="3381375" y="3157538"/>
          <p14:tracePt t="20883" x="3395663" y="3178175"/>
          <p14:tracePt t="20899" x="3403600" y="3192463"/>
          <p14:tracePt t="20914" x="3446463" y="3279775"/>
          <p14:tracePt t="20931" x="3482975" y="3360738"/>
          <p14:tracePt t="20949" x="3513138" y="3411538"/>
          <p14:tracePt t="20965" x="3533775" y="3440113"/>
          <p14:tracePt t="21029" x="3533775" y="3446463"/>
          <p14:tracePt t="21044" x="3533775" y="3454400"/>
          <p14:tracePt t="21059" x="3533775" y="3476625"/>
          <p14:tracePt t="21069" x="3527425" y="3490913"/>
          <p14:tracePt t="21081" x="3505200" y="3570288"/>
          <p14:tracePt t="21098" x="3497263" y="3657600"/>
          <p14:tracePt t="21114" x="3482975" y="3751263"/>
          <p14:tracePt t="21131" x="3482975" y="3832225"/>
          <p14:tracePt t="21147" x="3482975" y="3911600"/>
          <p14:tracePt t="21164" x="3482975" y="4041775"/>
          <p14:tracePt t="21181" x="3482975" y="4202113"/>
          <p14:tracePt t="21197" x="3482975" y="4354513"/>
          <p14:tracePt t="21214" x="3482975" y="4448175"/>
          <p14:tracePt t="21231" x="3462338" y="4513263"/>
          <p14:tracePt t="21247" x="3403600" y="4586288"/>
          <p14:tracePt t="21264" x="3324225" y="4630738"/>
          <p14:tracePt t="21281" x="3141663" y="4710113"/>
          <p14:tracePt t="21297" x="2938463" y="4811713"/>
          <p14:tracePt t="21314" x="2700338" y="4913313"/>
          <p14:tracePt t="21331" x="2497138" y="4978400"/>
          <p14:tracePt t="21348" x="2344738" y="5021263"/>
          <p14:tracePt t="21364" x="2192338" y="5043488"/>
          <p14:tracePt t="21381" x="2024063" y="5057775"/>
          <p14:tracePt t="21397" x="1871663" y="5080000"/>
          <p14:tracePt t="21414" x="1735138" y="5094288"/>
          <p14:tracePt t="21431" x="1611313" y="5094288"/>
          <p14:tracePt t="21447" x="1501775" y="5094288"/>
          <p14:tracePt t="21464" x="1400175" y="5094288"/>
          <p14:tracePt t="21481" x="1233488" y="5043488"/>
          <p14:tracePt t="21497" x="1066800" y="4986338"/>
          <p14:tracePt t="21514" x="877888" y="4899025"/>
          <p14:tracePt t="21531" x="725488" y="4840288"/>
          <p14:tracePt t="21548" x="660400" y="4789488"/>
          <p14:tracePt t="21555" x="638175" y="4767263"/>
          <p14:tracePt t="21568" x="631825" y="4746625"/>
          <p14:tracePt t="21582" x="623888" y="4710113"/>
          <p14:tracePt t="21598" x="623888" y="4622800"/>
          <p14:tracePt t="21615" x="623888" y="4506913"/>
          <p14:tracePt t="21631" x="660400" y="4391025"/>
          <p14:tracePt t="21648" x="696913" y="4310063"/>
          <p14:tracePt t="21666" x="739775" y="4244975"/>
          <p14:tracePt t="21681" x="754063" y="4230688"/>
          <p14:tracePt t="21698" x="820738" y="4157663"/>
          <p14:tracePt t="21714" x="885825" y="4106863"/>
          <p14:tracePt t="21731" x="993775" y="4041775"/>
          <p14:tracePt t="21748" x="1125538" y="3990975"/>
          <p14:tracePt t="21765" x="1204913" y="3954463"/>
          <p14:tracePt t="21781" x="1262063" y="3933825"/>
          <p14:tracePt t="21798" x="1328738" y="3919538"/>
          <p14:tracePt t="21814" x="1408113" y="3903663"/>
          <p14:tracePt t="21832" x="1531938" y="3883025"/>
          <p14:tracePt t="21848" x="1719263" y="3838575"/>
          <p14:tracePt t="21867" x="2155825" y="3787775"/>
          <p14:tracePt t="21882" x="2271713" y="3787775"/>
          <p14:tracePt t="21900" x="2598738" y="3787775"/>
          <p14:tracePt t="21915" x="2751138" y="3787775"/>
          <p14:tracePt t="21932" x="2867025" y="3781425"/>
          <p14:tracePt t="21948" x="2989263" y="3759200"/>
          <p14:tracePt t="21965" x="3106738" y="3744913"/>
          <p14:tracePt t="21982" x="3214688" y="3744913"/>
          <p14:tracePt t="21998" x="3330575" y="3744913"/>
          <p14:tracePt t="22015" x="3446463" y="3744913"/>
          <p14:tracePt t="22031" x="3592513" y="3744913"/>
          <p14:tracePt t="22047" x="3744913" y="3744913"/>
          <p14:tracePt t="22051" x="3832225" y="3744913"/>
          <p14:tracePt t="22064" x="3925888" y="3744913"/>
          <p14:tracePt t="22081" x="4129088" y="3744913"/>
          <p14:tracePt t="22101" x="4427538" y="3744913"/>
          <p14:tracePt t="22115" x="4608513" y="3744913"/>
          <p14:tracePt t="22134" x="4811713" y="3744913"/>
          <p14:tracePt t="22148" x="5006975" y="3744913"/>
          <p14:tracePt t="22165" x="5203825" y="3744913"/>
          <p14:tracePt t="22182" x="5376863" y="3744913"/>
          <p14:tracePt t="22199" x="5551488" y="3767138"/>
          <p14:tracePt t="22215" x="5718175" y="3795713"/>
          <p14:tracePt t="22231" x="5884863" y="3810000"/>
          <p14:tracePt t="22248" x="6081713" y="3846513"/>
          <p14:tracePt t="22265" x="6335713" y="3911600"/>
          <p14:tracePt t="22282" x="6618288" y="3990975"/>
          <p14:tracePt t="22300" x="6981825" y="4092575"/>
          <p14:tracePt t="22315" x="7185025" y="4157663"/>
          <p14:tracePt t="22333" x="7358063" y="4208463"/>
          <p14:tracePt t="22349" x="7532688" y="4267200"/>
          <p14:tracePt t="22365" x="7662863" y="4332288"/>
          <p14:tracePt t="22382" x="7780338" y="4405313"/>
          <p14:tracePt t="22399" x="7874000" y="4456113"/>
          <p14:tracePt t="22415" x="7947025" y="4513263"/>
          <p14:tracePt t="22432" x="8012113" y="4564063"/>
          <p14:tracePt t="22449" x="8085138" y="4637088"/>
          <p14:tracePt t="22465" x="8150225" y="4724400"/>
          <p14:tracePt t="22481" x="8215313" y="4833938"/>
          <p14:tracePt t="22498" x="8251825" y="5000625"/>
          <p14:tracePt t="22514" x="8251825" y="5094288"/>
          <p14:tracePt t="22531" x="8243888" y="5203825"/>
          <p14:tracePt t="22548" x="8178800" y="5334000"/>
          <p14:tracePt t="22564" x="8091488" y="5464175"/>
          <p14:tracePt t="22581" x="7997825" y="5573713"/>
          <p14:tracePt t="22598" x="7874000" y="5667375"/>
          <p14:tracePt t="22614" x="7707313" y="5768975"/>
          <p14:tracePt t="22631" x="7526338" y="5849938"/>
          <p14:tracePt t="22648" x="7300913" y="5915025"/>
          <p14:tracePt t="22665" x="7097713" y="5935663"/>
          <p14:tracePt t="22681" x="6872288" y="5957888"/>
          <p14:tracePt t="22698" x="6488113" y="5965825"/>
          <p14:tracePt t="22714" x="6248400" y="5965825"/>
          <p14:tracePt t="22731" x="6008688" y="5965825"/>
          <p14:tracePt t="22748" x="5791200" y="5965825"/>
          <p14:tracePt t="22764" x="5602288" y="5965825"/>
          <p14:tracePt t="22781" x="5443538" y="5965825"/>
          <p14:tracePt t="22798" x="5297488" y="5965825"/>
          <p14:tracePt t="22815" x="5173663" y="5965825"/>
          <p14:tracePt t="22831" x="5029200" y="5965825"/>
          <p14:tracePt t="22848" x="4868863" y="5951538"/>
          <p14:tracePt t="22864" x="4732338" y="5929313"/>
          <p14:tracePt t="22881" x="4535488" y="5907088"/>
          <p14:tracePt t="22898" x="4391025" y="5878513"/>
          <p14:tracePt t="22914" x="4252913" y="5878513"/>
          <p14:tracePt t="22931" x="4106863" y="5878513"/>
          <p14:tracePt t="22948" x="3954463" y="5870575"/>
          <p14:tracePt t="22965" x="3817938" y="5864225"/>
          <p14:tracePt t="22981" x="3700463" y="5864225"/>
          <p14:tracePt t="22998" x="3598863" y="5864225"/>
          <p14:tracePt t="23015" x="3476625" y="5864225"/>
          <p14:tracePt t="23031" x="3360738" y="5864225"/>
          <p14:tracePt t="23048" x="3236913" y="5864225"/>
          <p14:tracePt t="23052" x="3186113" y="5864225"/>
          <p14:tracePt t="23065" x="3121025" y="5864225"/>
          <p14:tracePt t="23081" x="2938463" y="5864225"/>
          <p14:tracePt t="23100" x="2801938" y="5864225"/>
          <p14:tracePt t="23115" x="2663825" y="5864225"/>
          <p14:tracePt t="23131" x="2547938" y="5864225"/>
          <p14:tracePt t="23148" x="2446338" y="5864225"/>
          <p14:tracePt t="23165" x="2300288" y="5864225"/>
          <p14:tracePt t="23182" x="2192338" y="5864225"/>
          <p14:tracePt t="23199" x="2017713" y="5864225"/>
          <p14:tracePt t="23215" x="1836738" y="5864225"/>
          <p14:tracePt t="23231" x="1639888" y="5842000"/>
          <p14:tracePt t="23248" x="1487488" y="5827713"/>
          <p14:tracePt t="23265" x="1349375" y="5805488"/>
          <p14:tracePt t="23281" x="1168400" y="5762625"/>
          <p14:tracePt t="23299" x="1066800" y="5718175"/>
          <p14:tracePt t="23315" x="957263" y="5661025"/>
          <p14:tracePt t="23332" x="892175" y="5610225"/>
          <p14:tracePt t="23349" x="849313" y="5573713"/>
          <p14:tracePt t="23366" x="812800" y="5529263"/>
          <p14:tracePt t="23383" x="754063" y="5494338"/>
          <p14:tracePt t="23399" x="688975" y="5443538"/>
          <p14:tracePt t="23415" x="617538" y="5376863"/>
          <p14:tracePt t="23432" x="536575" y="5311775"/>
          <p14:tracePt t="23449" x="515938" y="5268913"/>
          <p14:tracePt t="23466" x="493713" y="5210175"/>
          <p14:tracePt t="23482" x="493713" y="5108575"/>
          <p14:tracePt t="23499" x="493713" y="5057775"/>
          <p14:tracePt t="23515" x="500063" y="5014913"/>
          <p14:tracePt t="23532" x="558800" y="4956175"/>
          <p14:tracePt t="23548" x="638175" y="4905375"/>
          <p14:tracePt t="23558" x="703263" y="4862513"/>
          <p14:tracePt t="23570" x="863600" y="4797425"/>
          <p14:tracePt t="23582" x="993775" y="4752975"/>
          <p14:tracePt t="23598" x="1196975" y="4695825"/>
          <p14:tracePt t="23615" x="1487488" y="4637088"/>
          <p14:tracePt t="23631" x="1749425" y="4600575"/>
          <p14:tracePt t="23648" x="1901825" y="4572000"/>
          <p14:tracePt t="23665" x="2032000" y="4564063"/>
          <p14:tracePt t="23681" x="2155825" y="4543425"/>
          <p14:tracePt t="23698" x="2206625" y="4535488"/>
          <p14:tracePt t="23715" x="2271713" y="4506913"/>
          <p14:tracePt t="23731" x="2336800" y="4498975"/>
          <p14:tracePt t="23748" x="2416175" y="4478338"/>
          <p14:tracePt t="23765" x="2540000" y="4470400"/>
          <p14:tracePt t="23781" x="2706688" y="4462463"/>
          <p14:tracePt t="23798" x="2881313" y="4448175"/>
          <p14:tracePt t="23815" x="3055938" y="4448175"/>
          <p14:tracePt t="23832" x="3228975" y="4448175"/>
          <p14:tracePt t="23850" x="3490913" y="4448175"/>
          <p14:tracePt t="23865" x="3578225" y="4448175"/>
          <p14:tracePt t="23881" x="3824288" y="4456113"/>
          <p14:tracePt t="23898" x="3984625" y="4484688"/>
          <p14:tracePt t="23915" x="4114800" y="4498975"/>
          <p14:tracePt t="23933" x="4208463" y="4513263"/>
          <p14:tracePt t="23949" x="4303713" y="4529138"/>
          <p14:tracePt t="23965" x="4411663" y="4543425"/>
          <p14:tracePt t="23982" x="4521200" y="4557713"/>
          <p14:tracePt t="23999" x="4622800" y="4572000"/>
          <p14:tracePt t="24015" x="4702175" y="4600575"/>
          <p14:tracePt t="24032" x="4789488" y="4630738"/>
          <p14:tracePt t="24048" x="4854575" y="4637088"/>
          <p14:tracePt t="24056" x="4899025" y="4659313"/>
          <p14:tracePt t="24068" x="4986338" y="4673600"/>
          <p14:tracePt t="24082" x="5080000" y="4724400"/>
          <p14:tracePt t="24099" x="5130800" y="4746625"/>
          <p14:tracePt t="24115" x="5189538" y="4783138"/>
          <p14:tracePt t="24132" x="5224463" y="4811713"/>
          <p14:tracePt t="24150" x="5254625" y="4833938"/>
          <p14:tracePt t="24165" x="5291138" y="4884738"/>
          <p14:tracePt t="24182" x="5326063" y="4941888"/>
          <p14:tracePt t="24200" x="5334000" y="4986338"/>
          <p14:tracePt t="24215" x="5356225" y="5043488"/>
          <p14:tracePt t="24232" x="5356225" y="5094288"/>
          <p14:tracePt t="24249" x="5356225" y="5138738"/>
          <p14:tracePt t="24266" x="5356225" y="5173663"/>
          <p14:tracePt t="24282" x="5356225" y="5224463"/>
          <p14:tracePt t="24299" x="5356225" y="5254625"/>
          <p14:tracePt t="24315" x="5348288" y="5283200"/>
          <p14:tracePt t="24332" x="5341938" y="5319713"/>
          <p14:tracePt t="24349" x="5326063" y="5348288"/>
          <p14:tracePt t="24365" x="5311775" y="5362575"/>
          <p14:tracePt t="24382" x="5297488" y="5384800"/>
          <p14:tracePt t="24399" x="5283200" y="5413375"/>
          <p14:tracePt t="24415" x="5240338" y="5464175"/>
          <p14:tracePt t="24432" x="5181600" y="5537200"/>
          <p14:tracePt t="24450" x="5108575" y="5616575"/>
          <p14:tracePt t="24466" x="5043488" y="5675313"/>
          <p14:tracePt t="24482" x="4956175" y="5732463"/>
          <p14:tracePt t="24499" x="4854575" y="5783263"/>
          <p14:tracePt t="24515" x="4752975" y="5819775"/>
          <p14:tracePt t="24532" x="4645025" y="5856288"/>
          <p14:tracePt t="24550" x="4572000" y="5856288"/>
          <p14:tracePt t="24557" x="4535488" y="5864225"/>
          <p14:tracePt t="24566" x="4492625" y="5864225"/>
          <p14:tracePt t="24582" x="4391025" y="5884863"/>
          <p14:tracePt t="24599" x="4281488" y="5892800"/>
          <p14:tracePt t="24616" x="4187825" y="5900738"/>
          <p14:tracePt t="24634" x="4041775" y="5900738"/>
          <p14:tracePt t="24650" x="4005263" y="5900738"/>
          <p14:tracePt t="24666" x="3948113" y="5900738"/>
          <p14:tracePt t="24683" x="3897313" y="5900738"/>
          <p14:tracePt t="24699" x="3860800" y="5900738"/>
          <p14:tracePt t="24716" x="3838575" y="5907088"/>
          <p14:tracePt t="24732" x="3817938" y="5907088"/>
          <p14:tracePt t="24749" x="3802063" y="5915025"/>
          <p14:tracePt t="24782" x="3795713" y="5921375"/>
          <p14:tracePt t="24886" x="3787775" y="5921375"/>
          <p14:tracePt t="24934" x="3781425" y="5921375"/>
          <p14:tracePt t="24949" x="3773488" y="5921375"/>
          <p14:tracePt t="24967" x="3767138" y="5929313"/>
          <p14:tracePt t="24978" x="3730625" y="5943600"/>
          <p14:tracePt t="24999" x="3716338" y="5951538"/>
          <p14:tracePt t="25017" x="3686175" y="5965825"/>
          <p14:tracePt t="25032" x="3671888" y="5972175"/>
          <p14:tracePt t="25049" x="3657600" y="5972175"/>
          <p14:tracePt t="25058" x="3649663" y="5980113"/>
          <p14:tracePt t="25082" x="3643313" y="5980113"/>
          <p14:tracePt t="25102" x="3635375" y="5980113"/>
          <p14:tracePt t="25262" x="3629025" y="5980113"/>
          <p14:tracePt t="25290" x="3614738" y="5980113"/>
          <p14:tracePt t="25308" x="3606800" y="5980113"/>
          <p14:tracePt t="25318" x="3592513" y="5980113"/>
          <p14:tracePt t="25336" x="3578225" y="5980113"/>
          <p14:tracePt t="25350" x="3570288" y="5980113"/>
          <p14:tracePt t="25366" x="3563938" y="5980113"/>
          <p14:tracePt t="25382" x="3556000" y="5980113"/>
          <p14:tracePt t="26792" x="3541713" y="5986463"/>
          <p14:tracePt t="26805" x="3556000" y="5986463"/>
          <p14:tracePt t="26813" x="3621088" y="5965825"/>
          <p14:tracePt t="26821" x="3767138" y="5929313"/>
          <p14:tracePt t="26834" x="3962400" y="5870575"/>
          <p14:tracePt t="26852" x="4549775" y="5718175"/>
          <p14:tracePt t="26866" x="4665663" y="5697538"/>
          <p14:tracePt t="26883" x="4702175" y="5689600"/>
          <p14:tracePt t="26900" x="4738688" y="5689600"/>
          <p14:tracePt t="26916" x="4826000" y="5689600"/>
          <p14:tracePt t="26933" x="4978400" y="5711825"/>
          <p14:tracePt t="26951" x="5181600" y="5768975"/>
          <p14:tracePt t="26966" x="5376863" y="5813425"/>
          <p14:tracePt t="26982" x="5551488" y="5834063"/>
          <p14:tracePt t="26999" x="5732463" y="5864225"/>
          <p14:tracePt t="27016" x="5929313" y="5878513"/>
          <p14:tracePt t="27032" x="6045200" y="5878513"/>
          <p14:tracePt t="27049" x="6053138" y="5878513"/>
          <p14:tracePt t="27074" x="6073775" y="5878513"/>
          <p14:tracePt t="27083" x="6154738" y="5878513"/>
          <p14:tracePt t="27100" x="6561138" y="5878513"/>
          <p14:tracePt t="27116" x="7620000" y="5878513"/>
          <p14:tracePt t="27134" x="8774113" y="6016625"/>
          <p14:tracePt t="27150" x="9521825" y="6132513"/>
          <p14:tracePt t="27167" x="9702800" y="6138863"/>
          <p14:tracePt t="27183" x="9725025" y="6138863"/>
          <p14:tracePt t="27223" x="9674225" y="6132513"/>
          <p14:tracePt t="27230" x="9593263" y="6110288"/>
          <p14:tracePt t="27238" x="9521825" y="6088063"/>
          <p14:tracePt t="27250" x="9369425" y="6053138"/>
          <p14:tracePt t="27266" x="9194800" y="6022975"/>
          <p14:tracePt t="27283" x="9034463" y="6002338"/>
          <p14:tracePt t="27302" x="8824913" y="5980113"/>
          <p14:tracePt t="27316" x="8621713" y="5972175"/>
          <p14:tracePt t="27333" x="8418513" y="5951538"/>
          <p14:tracePt t="27352" x="8178800" y="5935663"/>
          <p14:tracePt t="27367" x="7975600" y="5935663"/>
          <p14:tracePt t="27383" x="7772400" y="5935663"/>
          <p14:tracePt t="27401" x="7577138" y="5935663"/>
          <p14:tracePt t="27418" x="7286625" y="5935663"/>
          <p14:tracePt t="27434" x="7104063" y="5935663"/>
          <p14:tracePt t="27450" x="6894513" y="5935663"/>
          <p14:tracePt t="27466" x="6640513" y="5935663"/>
          <p14:tracePt t="27483" x="6364288" y="5935663"/>
          <p14:tracePt t="27500" x="6110288" y="5935663"/>
          <p14:tracePt t="27516" x="5915025" y="5921375"/>
          <p14:tracePt t="27533" x="5768975" y="5892800"/>
          <p14:tracePt t="27549" x="5638800" y="5870575"/>
          <p14:tracePt t="27554" x="5551488" y="5864225"/>
          <p14:tracePt t="27566" x="5457825" y="5849938"/>
          <p14:tracePt t="27583" x="5218113" y="5805488"/>
          <p14:tracePt t="27599" x="5029200" y="5754688"/>
          <p14:tracePt t="27616" x="4905375" y="5718175"/>
          <p14:tracePt t="27633" x="4840288" y="5689600"/>
          <p14:tracePt t="27650" x="4803775" y="5667375"/>
          <p14:tracePt t="27666" x="4767263" y="5646738"/>
          <p14:tracePt t="27683" x="4738688" y="5602288"/>
          <p14:tracePt t="27699" x="4710113" y="5545138"/>
          <p14:tracePt t="27716" x="4681538" y="5494338"/>
          <p14:tracePt t="27733" x="4645025" y="5413375"/>
          <p14:tracePt t="27750" x="4614863" y="5362575"/>
          <p14:tracePt t="27766" x="4564063" y="5305425"/>
          <p14:tracePt t="27783" x="4498975" y="5246688"/>
          <p14:tracePt t="27800" x="4397375" y="5167313"/>
          <p14:tracePt t="27816" x="4275138" y="5057775"/>
          <p14:tracePt t="27834" x="4208463" y="4941888"/>
          <p14:tracePt t="27849" x="4202113" y="4848225"/>
          <p14:tracePt t="27866" x="4216400" y="4695825"/>
          <p14:tracePt t="27883" x="4252913" y="4543425"/>
          <p14:tracePt t="27900" x="4281488" y="4405313"/>
          <p14:tracePt t="27916" x="4318000" y="4295775"/>
          <p14:tracePt t="27933" x="4354513" y="4230688"/>
          <p14:tracePt t="27950" x="4391025" y="4165600"/>
          <p14:tracePt t="27966" x="4448175" y="4106863"/>
          <p14:tracePt t="27983" x="4529138" y="4035425"/>
          <p14:tracePt t="28001" x="4600575" y="3990975"/>
          <p14:tracePt t="28017" x="4665663" y="3962400"/>
          <p14:tracePt t="28034" x="4746625" y="3925888"/>
          <p14:tracePt t="28044" x="4783138" y="3903663"/>
          <p14:tracePt t="28059" x="4868863" y="3875088"/>
          <p14:tracePt t="28068" x="4935538" y="3860800"/>
          <p14:tracePt t="28083" x="5087938" y="3838575"/>
          <p14:tracePt t="28101" x="5283200" y="3817938"/>
          <p14:tracePt t="28117" x="5486400" y="3817938"/>
          <p14:tracePt t="28133" x="5783263" y="3817938"/>
          <p14:tracePt t="28150" x="6103938" y="3817938"/>
          <p14:tracePt t="28166" x="6408738" y="3817938"/>
          <p14:tracePt t="28183" x="6691313" y="3868738"/>
          <p14:tracePt t="28200" x="6872288" y="3889375"/>
          <p14:tracePt t="28216" x="7018338" y="3911600"/>
          <p14:tracePt t="28233" x="7134225" y="3933825"/>
          <p14:tracePt t="28250" x="7292975" y="3954463"/>
          <p14:tracePt t="28267" x="7402513" y="3976688"/>
          <p14:tracePt t="28283" x="7554913" y="3998913"/>
          <p14:tracePt t="28302" x="7693025" y="4013200"/>
          <p14:tracePt t="28317" x="7831138" y="4035425"/>
          <p14:tracePt t="28333" x="7953375" y="4049713"/>
          <p14:tracePt t="28353" x="8048625" y="4071938"/>
          <p14:tracePt t="28367" x="8113713" y="4092575"/>
          <p14:tracePt t="28384" x="8201025" y="4129088"/>
          <p14:tracePt t="28400" x="8288338" y="4165600"/>
          <p14:tracePt t="28419" x="8404225" y="4216400"/>
          <p14:tracePt t="28434" x="8418513" y="4224338"/>
          <p14:tracePt t="28452" x="8475663" y="4252913"/>
          <p14:tracePt t="28467" x="8526463" y="4289425"/>
          <p14:tracePt t="28483" x="8562975" y="4318000"/>
          <p14:tracePt t="28501" x="8607425" y="4368800"/>
          <p14:tracePt t="28517" x="8628063" y="4397375"/>
          <p14:tracePt t="28534" x="8650288" y="4456113"/>
          <p14:tracePt t="28543" x="8650288" y="4492625"/>
          <p14:tracePt t="28551" x="8658225" y="4543425"/>
          <p14:tracePt t="28568" x="8658225" y="4645025"/>
          <p14:tracePt t="28583" x="8672513" y="4775200"/>
          <p14:tracePt t="28602" x="8701088" y="4927600"/>
          <p14:tracePt t="28618" x="8766175" y="5108575"/>
          <p14:tracePt t="28634" x="8774113" y="5153025"/>
          <p14:tracePt t="28652" x="8802688" y="5297488"/>
          <p14:tracePt t="28667" x="8810625" y="5407025"/>
          <p14:tracePt t="28684" x="8824913" y="5551488"/>
          <p14:tracePt t="28700" x="8824913" y="5681663"/>
          <p14:tracePt t="28717" x="8824913" y="5813425"/>
          <p14:tracePt t="28734" x="8802688" y="5907088"/>
          <p14:tracePt t="28750" x="8766175" y="5986463"/>
          <p14:tracePt t="28766" x="8723313" y="6053138"/>
          <p14:tracePt t="28783" x="8658225" y="6132513"/>
          <p14:tracePt t="28800" x="8556625" y="6226175"/>
          <p14:tracePt t="28816" x="8382000" y="6313488"/>
          <p14:tracePt t="28833" x="8221663" y="6386513"/>
          <p14:tracePt t="28849" x="8018463" y="6451600"/>
          <p14:tracePt t="28866" x="7888288" y="6488113"/>
          <p14:tracePt t="28884" x="7764463" y="6494463"/>
          <p14:tracePt t="28901" x="7605713" y="6502400"/>
          <p14:tracePt t="28917" x="7453313" y="6502400"/>
          <p14:tracePt t="28933" x="7337425" y="6502400"/>
          <p14:tracePt t="28951" x="7227888" y="6488113"/>
          <p14:tracePt t="28967" x="7162800" y="6473825"/>
          <p14:tracePt t="28984" x="7083425" y="6443663"/>
          <p14:tracePt t="29000" x="7002463" y="6408738"/>
          <p14:tracePt t="29017" x="6916738" y="6357938"/>
          <p14:tracePt t="29034" x="6807200" y="6276975"/>
          <p14:tracePt t="29038" x="6764338" y="6234113"/>
          <p14:tracePt t="29050" x="6618288" y="6138863"/>
          <p14:tracePt t="29067" x="6437313" y="6002338"/>
          <p14:tracePt t="29083" x="6262688" y="5864225"/>
          <p14:tracePt t="29102" x="6103938" y="5791200"/>
          <p14:tracePt t="29117" x="6002338" y="5732463"/>
          <p14:tracePt t="29133" x="5935663" y="5703888"/>
          <p14:tracePt t="29150" x="5907088" y="5697538"/>
          <p14:tracePt t="29167" x="5892800" y="5681663"/>
          <p14:tracePt t="29183" x="5878513" y="5653088"/>
          <p14:tracePt t="29200" x="5849938" y="5588000"/>
          <p14:tracePt t="29217" x="5799138" y="5514975"/>
          <p14:tracePt t="29233" x="5732463" y="5376863"/>
          <p14:tracePt t="29250" x="5703888" y="5326063"/>
          <p14:tracePt t="29267" x="5703888" y="5297488"/>
          <p14:tracePt t="29283" x="5703888" y="5254625"/>
          <p14:tracePt t="29301" x="5681663" y="5167313"/>
          <p14:tracePt t="29317" x="5675313" y="5087938"/>
          <p14:tracePt t="29333" x="5667375" y="5021263"/>
          <p14:tracePt t="29351" x="5661025" y="4978400"/>
          <p14:tracePt t="29367" x="5661025" y="4964113"/>
          <p14:tracePt t="29383" x="5661025" y="4956175"/>
          <p14:tracePt t="29400" x="5661025" y="4949825"/>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19B51A1E-902D-48AF-9020-955120F399B6}" type="slidenum">
              <a:rPr lang="en-ZA" smtClean="0"/>
              <a:pPr/>
              <a:t>15</a:t>
            </a:fld>
            <a:endParaRPr lang="en-ZA" dirty="0"/>
          </a:p>
        </p:txBody>
      </p:sp>
      <p:sp>
        <p:nvSpPr>
          <p:cNvPr id="5" name="Title 1">
            <a:extLst>
              <a:ext uri="{FF2B5EF4-FFF2-40B4-BE49-F238E27FC236}">
                <a16:creationId xmlns:a16="http://schemas.microsoft.com/office/drawing/2014/main" id="{19304E83-A4F0-49C5-BB01-F5773509A2B3}"/>
              </a:ext>
            </a:extLst>
          </p:cNvPr>
          <p:cNvSpPr txBox="1">
            <a:spLocks/>
          </p:cNvSpPr>
          <p:nvPr/>
        </p:nvSpPr>
        <p:spPr>
          <a:xfrm>
            <a:off x="432000" y="246743"/>
            <a:ext cx="7463771" cy="617257"/>
          </a:xfrm>
          <a:prstGeom prst="rect">
            <a:avLst/>
          </a:prstGeom>
        </p:spPr>
        <p:txBody>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r>
              <a:rPr lang="en-ZA" dirty="0" smtClean="0"/>
              <a:t>Steps to Find Match Pair</a:t>
            </a:r>
            <a:endParaRPr lang="en-ZA" dirty="0"/>
          </a:p>
        </p:txBody>
      </p:sp>
      <p:sp>
        <p:nvSpPr>
          <p:cNvPr id="6" name="Rectangle 5"/>
          <p:cNvSpPr/>
          <p:nvPr/>
        </p:nvSpPr>
        <p:spPr>
          <a:xfrm>
            <a:off x="432000" y="990053"/>
            <a:ext cx="8174972" cy="369332"/>
          </a:xfrm>
          <a:prstGeom prst="rect">
            <a:avLst/>
          </a:prstGeom>
        </p:spPr>
        <p:txBody>
          <a:bodyPr wrap="square">
            <a:spAutoFit/>
          </a:bodyPr>
          <a:lstStyle/>
          <a:p>
            <a:r>
              <a:rPr lang="en-GB" dirty="0" smtClean="0"/>
              <a:t>1. Find the companies which have the same </a:t>
            </a:r>
            <a:r>
              <a:rPr lang="en-GB" b="1" dirty="0" err="1" smtClean="0"/>
              <a:t>datadate</a:t>
            </a:r>
            <a:endParaRPr lang="en-GB" dirty="0"/>
          </a:p>
        </p:txBody>
      </p:sp>
      <p:graphicFrame>
        <p:nvGraphicFramePr>
          <p:cNvPr id="7" name="Table 6"/>
          <p:cNvGraphicFramePr>
            <a:graphicFrameLocks noGrp="1"/>
          </p:cNvGraphicFramePr>
          <p:nvPr>
            <p:extLst>
              <p:ext uri="{D42A27DB-BD31-4B8C-83A1-F6EECF244321}">
                <p14:modId xmlns:p14="http://schemas.microsoft.com/office/powerpoint/2010/main" val="725803394"/>
              </p:ext>
            </p:extLst>
          </p:nvPr>
        </p:nvGraphicFramePr>
        <p:xfrm>
          <a:off x="765628" y="1485438"/>
          <a:ext cx="6847523" cy="1483360"/>
        </p:xfrm>
        <a:graphic>
          <a:graphicData uri="http://schemas.openxmlformats.org/drawingml/2006/table">
            <a:tbl>
              <a:tblPr firstRow="1" bandRow="1">
                <a:tableStyleId>{6E25E649-3F16-4E02-A733-19D2CDBF48F0}</a:tableStyleId>
              </a:tblPr>
              <a:tblGrid>
                <a:gridCol w="3302938">
                  <a:extLst>
                    <a:ext uri="{9D8B030D-6E8A-4147-A177-3AD203B41FA5}">
                      <a16:colId xmlns:a16="http://schemas.microsoft.com/office/drawing/2014/main" val="3028039319"/>
                    </a:ext>
                  </a:extLst>
                </a:gridCol>
                <a:gridCol w="1335641">
                  <a:extLst>
                    <a:ext uri="{9D8B030D-6E8A-4147-A177-3AD203B41FA5}">
                      <a16:colId xmlns:a16="http://schemas.microsoft.com/office/drawing/2014/main" val="357488330"/>
                    </a:ext>
                  </a:extLst>
                </a:gridCol>
                <a:gridCol w="820525">
                  <a:extLst>
                    <a:ext uri="{9D8B030D-6E8A-4147-A177-3AD203B41FA5}">
                      <a16:colId xmlns:a16="http://schemas.microsoft.com/office/drawing/2014/main" val="228538684"/>
                    </a:ext>
                  </a:extLst>
                </a:gridCol>
                <a:gridCol w="1388419">
                  <a:extLst>
                    <a:ext uri="{9D8B030D-6E8A-4147-A177-3AD203B41FA5}">
                      <a16:colId xmlns:a16="http://schemas.microsoft.com/office/drawing/2014/main" val="1093181400"/>
                    </a:ext>
                  </a:extLst>
                </a:gridCol>
              </a:tblGrid>
              <a:tr h="370840">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7905972"/>
                  </a:ext>
                </a:extLst>
              </a:tr>
              <a:tr h="370840">
                <a:tc>
                  <a:txBody>
                    <a:bodyPr/>
                    <a:lstStyle/>
                    <a:p>
                      <a:pPr algn="l"/>
                      <a:r>
                        <a:rPr lang="en-GB" dirty="0" smtClean="0"/>
                        <a:t>VIEWCAST.COM INC</a:t>
                      </a:r>
                      <a:endParaRPr lang="en-GB" dirty="0"/>
                    </a:p>
                  </a:txBody>
                  <a:tcPr/>
                </a:tc>
                <a:tc>
                  <a:txBody>
                    <a:bodyPr/>
                    <a:lstStyle/>
                    <a:p>
                      <a:pPr algn="l"/>
                      <a:r>
                        <a:rPr lang="en-GB" dirty="0" smtClean="0"/>
                        <a:t>31/06/2011</a:t>
                      </a:r>
                      <a:endParaRPr lang="en-GB" dirty="0"/>
                    </a:p>
                  </a:txBody>
                  <a:tcPr/>
                </a:tc>
                <a:tc>
                  <a:txBody>
                    <a:bodyPr/>
                    <a:lstStyle/>
                    <a:p>
                      <a:pPr algn="l"/>
                      <a:r>
                        <a:rPr lang="en-GB" dirty="0" smtClean="0"/>
                        <a:t>3663</a:t>
                      </a:r>
                      <a:endParaRPr lang="en-GB" dirty="0"/>
                    </a:p>
                  </a:txBody>
                  <a:tcPr/>
                </a:tc>
                <a:tc>
                  <a:txBody>
                    <a:bodyPr/>
                    <a:lstStyle/>
                    <a:p>
                      <a:pPr algn="l"/>
                      <a:r>
                        <a:rPr lang="en-GB" dirty="0" smtClean="0"/>
                        <a:t>604.2</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56918803"/>
                  </a:ext>
                </a:extLst>
              </a:tr>
              <a:tr h="370840">
                <a:tc>
                  <a:txBody>
                    <a:bodyPr/>
                    <a:lstStyle/>
                    <a:p>
                      <a:pPr algn="l"/>
                      <a:r>
                        <a:rPr lang="en-GB" dirty="0" smtClean="0"/>
                        <a:t>TELESTONE TECHNOLOGIES CORP</a:t>
                      </a:r>
                      <a:endParaRPr lang="en-GB" dirty="0"/>
                    </a:p>
                  </a:txBody>
                  <a:tcPr/>
                </a:tc>
                <a:tc>
                  <a:txBody>
                    <a:bodyPr/>
                    <a:lstStyle/>
                    <a:p>
                      <a:pPr algn="l"/>
                      <a:r>
                        <a:rPr lang="en-GB" dirty="0" smtClean="0"/>
                        <a:t>31/03/2011</a:t>
                      </a:r>
                      <a:endParaRPr lang="en-GB" dirty="0"/>
                    </a:p>
                  </a:txBody>
                  <a:tcPr/>
                </a:tc>
                <a:tc>
                  <a:txBody>
                    <a:bodyPr/>
                    <a:lstStyle/>
                    <a:p>
                      <a:pPr algn="l"/>
                      <a:r>
                        <a:rPr lang="en-GB" dirty="0" smtClean="0"/>
                        <a:t>3663</a:t>
                      </a:r>
                      <a:endParaRPr lang="en-GB" dirty="0"/>
                    </a:p>
                  </a:txBody>
                  <a:tcPr/>
                </a:tc>
                <a:tc>
                  <a:txBody>
                    <a:bodyPr/>
                    <a:lstStyle/>
                    <a:p>
                      <a:pPr algn="l"/>
                      <a:r>
                        <a:rPr lang="en-GB" dirty="0" smtClean="0"/>
                        <a:t>339.238</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48546667"/>
                  </a:ext>
                </a:extLst>
              </a:tr>
              <a:tr h="370840">
                <a:tc>
                  <a:txBody>
                    <a:bodyPr/>
                    <a:lstStyle/>
                    <a:p>
                      <a:pPr algn="l"/>
                      <a:r>
                        <a:rPr lang="en-GB" b="0" dirty="0" smtClean="0">
                          <a:solidFill>
                            <a:srgbClr val="000000"/>
                          </a:solidFill>
                          <a:latin typeface="+mn-lt"/>
                        </a:rPr>
                        <a:t>OMNICELL INC</a:t>
                      </a:r>
                      <a:r>
                        <a:rPr lang="en-GB" b="0" dirty="0" smtClean="0">
                          <a:latin typeface="+mn-lt"/>
                        </a:rPr>
                        <a:t> </a:t>
                      </a:r>
                      <a:endParaRPr lang="en-GB" b="0" dirty="0">
                        <a:latin typeface="+mn-lt"/>
                      </a:endParaRPr>
                    </a:p>
                  </a:txBody>
                  <a:tcPr/>
                </a:tc>
                <a:tc>
                  <a:txBody>
                    <a:bodyPr/>
                    <a:lstStyle/>
                    <a:p>
                      <a:pPr algn="l"/>
                      <a:r>
                        <a:rPr lang="en-GB" b="0" dirty="0" smtClean="0">
                          <a:latin typeface="+mn-lt"/>
                        </a:rPr>
                        <a:t>31/12/2011</a:t>
                      </a:r>
                      <a:endParaRPr lang="en-GB" b="0" dirty="0">
                        <a:latin typeface="+mn-lt"/>
                      </a:endParaRPr>
                    </a:p>
                  </a:txBody>
                  <a:tcPr/>
                </a:tc>
                <a:tc>
                  <a:txBody>
                    <a:bodyPr/>
                    <a:lstStyle/>
                    <a:p>
                      <a:pPr algn="l"/>
                      <a:r>
                        <a:rPr lang="en-GB" b="0" dirty="0" smtClean="0">
                          <a:latin typeface="+mn-lt"/>
                        </a:rPr>
                        <a:t>7373</a:t>
                      </a:r>
                      <a:endParaRPr lang="en-GB" b="0" dirty="0">
                        <a:latin typeface="+mn-lt"/>
                      </a:endParaRPr>
                    </a:p>
                  </a:txBody>
                  <a:tcPr/>
                </a:tc>
                <a:tc>
                  <a:txBody>
                    <a:bodyPr/>
                    <a:lstStyle/>
                    <a:p>
                      <a:pPr algn="l"/>
                      <a:r>
                        <a:rPr lang="en-GB" b="0" dirty="0" smtClean="0">
                          <a:solidFill>
                            <a:srgbClr val="000000"/>
                          </a:solidFill>
                          <a:latin typeface="+mn-lt"/>
                        </a:rPr>
                        <a:t>343.224</a:t>
                      </a:r>
                      <a:endParaRPr lang="en-GB" b="0" dirty="0">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86192869"/>
                  </a:ext>
                </a:extLst>
              </a:tr>
            </a:tbl>
          </a:graphicData>
        </a:graphic>
      </p:graphicFrame>
      <p:sp>
        <p:nvSpPr>
          <p:cNvPr id="8" name="Rectangle 7"/>
          <p:cNvSpPr/>
          <p:nvPr/>
        </p:nvSpPr>
        <p:spPr>
          <a:xfrm>
            <a:off x="431999" y="3152849"/>
            <a:ext cx="8987771" cy="369332"/>
          </a:xfrm>
          <a:prstGeom prst="rect">
            <a:avLst/>
          </a:prstGeom>
        </p:spPr>
        <p:txBody>
          <a:bodyPr wrap="square">
            <a:spAutoFit/>
          </a:bodyPr>
          <a:lstStyle/>
          <a:p>
            <a:r>
              <a:rPr lang="en-GB" dirty="0"/>
              <a:t>2</a:t>
            </a:r>
            <a:r>
              <a:rPr lang="en-GB" dirty="0" smtClean="0"/>
              <a:t>. Find the companies which have the same </a:t>
            </a:r>
            <a:r>
              <a:rPr lang="en-GB" b="1" dirty="0" smtClean="0"/>
              <a:t>SIC </a:t>
            </a:r>
            <a:r>
              <a:rPr lang="en-GB" dirty="0" smtClean="0"/>
              <a:t>from the set of companies in the same </a:t>
            </a:r>
            <a:r>
              <a:rPr lang="en-GB" dirty="0" err="1" smtClean="0"/>
              <a:t>datadate</a:t>
            </a:r>
            <a:endParaRPr lang="en-GB" dirty="0"/>
          </a:p>
        </p:txBody>
      </p:sp>
      <p:graphicFrame>
        <p:nvGraphicFramePr>
          <p:cNvPr id="9" name="Table 8"/>
          <p:cNvGraphicFramePr>
            <a:graphicFrameLocks noGrp="1"/>
          </p:cNvGraphicFramePr>
          <p:nvPr>
            <p:extLst>
              <p:ext uri="{D42A27DB-BD31-4B8C-83A1-F6EECF244321}">
                <p14:modId xmlns:p14="http://schemas.microsoft.com/office/powerpoint/2010/main" val="3637007881"/>
              </p:ext>
            </p:extLst>
          </p:nvPr>
        </p:nvGraphicFramePr>
        <p:xfrm>
          <a:off x="765628" y="3844009"/>
          <a:ext cx="6005042" cy="1381760"/>
        </p:xfrm>
        <a:graphic>
          <a:graphicData uri="http://schemas.openxmlformats.org/drawingml/2006/table">
            <a:tbl>
              <a:tblPr firstRow="1" bandRow="1">
                <a:tableStyleId>{6E25E649-3F16-4E02-A733-19D2CDBF48F0}</a:tableStyleId>
              </a:tblPr>
              <a:tblGrid>
                <a:gridCol w="2871424">
                  <a:extLst>
                    <a:ext uri="{9D8B030D-6E8A-4147-A177-3AD203B41FA5}">
                      <a16:colId xmlns:a16="http://schemas.microsoft.com/office/drawing/2014/main" val="3028039319"/>
                    </a:ext>
                  </a:extLst>
                </a:gridCol>
                <a:gridCol w="1335640">
                  <a:extLst>
                    <a:ext uri="{9D8B030D-6E8A-4147-A177-3AD203B41FA5}">
                      <a16:colId xmlns:a16="http://schemas.microsoft.com/office/drawing/2014/main" val="357488330"/>
                    </a:ext>
                  </a:extLst>
                </a:gridCol>
                <a:gridCol w="760288">
                  <a:extLst>
                    <a:ext uri="{9D8B030D-6E8A-4147-A177-3AD203B41FA5}">
                      <a16:colId xmlns:a16="http://schemas.microsoft.com/office/drawing/2014/main" val="228538684"/>
                    </a:ext>
                  </a:extLst>
                </a:gridCol>
                <a:gridCol w="1037690">
                  <a:extLst>
                    <a:ext uri="{9D8B030D-6E8A-4147-A177-3AD203B41FA5}">
                      <a16:colId xmlns:a16="http://schemas.microsoft.com/office/drawing/2014/main" val="1093181400"/>
                    </a:ext>
                  </a:extLst>
                </a:gridCol>
              </a:tblGrid>
              <a:tr h="370840">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7905972"/>
                  </a:ext>
                </a:extLst>
              </a:tr>
              <a:tr h="370840">
                <a:tc>
                  <a:txBody>
                    <a:bodyPr/>
                    <a:lstStyle/>
                    <a:p>
                      <a:pPr algn="l"/>
                      <a:r>
                        <a:rPr lang="en-GB" dirty="0" smtClean="0"/>
                        <a:t>VIEWCAST.COM INC</a:t>
                      </a:r>
                      <a:endParaRPr lang="en-GB" dirty="0"/>
                    </a:p>
                  </a:txBody>
                  <a:tcPr/>
                </a:tc>
                <a:tc>
                  <a:txBody>
                    <a:bodyPr/>
                    <a:lstStyle/>
                    <a:p>
                      <a:pPr algn="l"/>
                      <a:r>
                        <a:rPr lang="en-GB" dirty="0" smtClean="0"/>
                        <a:t>31/06/2011</a:t>
                      </a:r>
                      <a:endParaRPr lang="en-GB" dirty="0"/>
                    </a:p>
                  </a:txBody>
                  <a:tcPr/>
                </a:tc>
                <a:tc>
                  <a:txBody>
                    <a:bodyPr/>
                    <a:lstStyle/>
                    <a:p>
                      <a:pPr algn="l"/>
                      <a:r>
                        <a:rPr lang="en-GB" dirty="0" smtClean="0"/>
                        <a:t>3663</a:t>
                      </a:r>
                      <a:endParaRPr lang="en-GB" dirty="0"/>
                    </a:p>
                  </a:txBody>
                  <a:tcPr/>
                </a:tc>
                <a:tc>
                  <a:txBody>
                    <a:bodyPr/>
                    <a:lstStyle/>
                    <a:p>
                      <a:pPr algn="l"/>
                      <a:r>
                        <a:rPr lang="en-GB" dirty="0" smtClean="0"/>
                        <a:t>604.2</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56918803"/>
                  </a:ext>
                </a:extLst>
              </a:tr>
              <a:tr h="370840">
                <a:tc>
                  <a:txBody>
                    <a:bodyPr/>
                    <a:lstStyle/>
                    <a:p>
                      <a:pPr algn="l"/>
                      <a:r>
                        <a:rPr lang="en-GB" dirty="0" smtClean="0"/>
                        <a:t>TELESTONE TECHNOLOGIES CORP</a:t>
                      </a:r>
                      <a:endParaRPr lang="en-GB" dirty="0"/>
                    </a:p>
                  </a:txBody>
                  <a:tcPr/>
                </a:tc>
                <a:tc>
                  <a:txBody>
                    <a:bodyPr/>
                    <a:lstStyle/>
                    <a:p>
                      <a:pPr algn="l"/>
                      <a:r>
                        <a:rPr lang="en-GB" dirty="0" smtClean="0"/>
                        <a:t>31/03/2011</a:t>
                      </a:r>
                      <a:endParaRPr lang="en-GB" dirty="0"/>
                    </a:p>
                  </a:txBody>
                  <a:tcPr/>
                </a:tc>
                <a:tc>
                  <a:txBody>
                    <a:bodyPr/>
                    <a:lstStyle/>
                    <a:p>
                      <a:pPr algn="l"/>
                      <a:r>
                        <a:rPr lang="en-GB" dirty="0" smtClean="0"/>
                        <a:t>3663</a:t>
                      </a:r>
                      <a:endParaRPr lang="en-GB" dirty="0"/>
                    </a:p>
                  </a:txBody>
                  <a:tcPr/>
                </a:tc>
                <a:tc>
                  <a:txBody>
                    <a:bodyPr/>
                    <a:lstStyle/>
                    <a:p>
                      <a:pPr algn="l"/>
                      <a:r>
                        <a:rPr lang="en-GB" dirty="0" smtClean="0"/>
                        <a:t>339.238</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48546667"/>
                  </a:ext>
                </a:extLst>
              </a:tr>
            </a:tbl>
          </a:graphicData>
        </a:graphic>
      </p:graphicFrame>
      <p:sp>
        <p:nvSpPr>
          <p:cNvPr id="10" name="Rectangle 9"/>
          <p:cNvSpPr/>
          <p:nvPr/>
        </p:nvSpPr>
        <p:spPr>
          <a:xfrm>
            <a:off x="431999" y="5337863"/>
            <a:ext cx="10802058" cy="369332"/>
          </a:xfrm>
          <a:prstGeom prst="rect">
            <a:avLst/>
          </a:prstGeom>
        </p:spPr>
        <p:txBody>
          <a:bodyPr wrap="square">
            <a:spAutoFit/>
          </a:bodyPr>
          <a:lstStyle/>
          <a:p>
            <a:r>
              <a:rPr lang="en-GB" dirty="0" smtClean="0"/>
              <a:t>3. Find the companies which have the </a:t>
            </a:r>
            <a:r>
              <a:rPr lang="en-GB" b="1" dirty="0" smtClean="0"/>
              <a:t>closest AT </a:t>
            </a:r>
            <a:r>
              <a:rPr lang="en-GB" dirty="0" smtClean="0"/>
              <a:t>from the set of companies in the same </a:t>
            </a:r>
            <a:r>
              <a:rPr lang="en-GB" dirty="0" err="1" smtClean="0"/>
              <a:t>datadate</a:t>
            </a:r>
            <a:r>
              <a:rPr lang="en-GB" dirty="0" smtClean="0"/>
              <a:t> and same SIC</a:t>
            </a:r>
            <a:endParaRPr lang="en-GB" dirty="0"/>
          </a:p>
        </p:txBody>
      </p:sp>
      <p:graphicFrame>
        <p:nvGraphicFramePr>
          <p:cNvPr id="11" name="Table 10"/>
          <p:cNvGraphicFramePr>
            <a:graphicFrameLocks noGrp="1"/>
          </p:cNvGraphicFramePr>
          <p:nvPr>
            <p:extLst>
              <p:ext uri="{D42A27DB-BD31-4B8C-83A1-F6EECF244321}">
                <p14:modId xmlns:p14="http://schemas.microsoft.com/office/powerpoint/2010/main" val="3679381650"/>
              </p:ext>
            </p:extLst>
          </p:nvPr>
        </p:nvGraphicFramePr>
        <p:xfrm>
          <a:off x="765628" y="5745480"/>
          <a:ext cx="6756710" cy="741680"/>
        </p:xfrm>
        <a:graphic>
          <a:graphicData uri="http://schemas.openxmlformats.org/drawingml/2006/table">
            <a:tbl>
              <a:tblPr firstRow="1" bandRow="1">
                <a:tableStyleId>{6E25E649-3F16-4E02-A733-19D2CDBF48F0}</a:tableStyleId>
              </a:tblPr>
              <a:tblGrid>
                <a:gridCol w="3395406">
                  <a:extLst>
                    <a:ext uri="{9D8B030D-6E8A-4147-A177-3AD203B41FA5}">
                      <a16:colId xmlns:a16="http://schemas.microsoft.com/office/drawing/2014/main" val="3028039319"/>
                    </a:ext>
                  </a:extLst>
                </a:gridCol>
                <a:gridCol w="1397285">
                  <a:extLst>
                    <a:ext uri="{9D8B030D-6E8A-4147-A177-3AD203B41FA5}">
                      <a16:colId xmlns:a16="http://schemas.microsoft.com/office/drawing/2014/main" val="357488330"/>
                    </a:ext>
                  </a:extLst>
                </a:gridCol>
                <a:gridCol w="986319">
                  <a:extLst>
                    <a:ext uri="{9D8B030D-6E8A-4147-A177-3AD203B41FA5}">
                      <a16:colId xmlns:a16="http://schemas.microsoft.com/office/drawing/2014/main" val="228538684"/>
                    </a:ext>
                  </a:extLst>
                </a:gridCol>
                <a:gridCol w="977700">
                  <a:extLst>
                    <a:ext uri="{9D8B030D-6E8A-4147-A177-3AD203B41FA5}">
                      <a16:colId xmlns:a16="http://schemas.microsoft.com/office/drawing/2014/main" val="3259251378"/>
                    </a:ext>
                  </a:extLst>
                </a:gridCol>
              </a:tblGrid>
              <a:tr h="370840">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57905972"/>
                  </a:ext>
                </a:extLst>
              </a:tr>
              <a:tr h="370840">
                <a:tc>
                  <a:txBody>
                    <a:bodyPr/>
                    <a:lstStyle/>
                    <a:p>
                      <a:pPr algn="l"/>
                      <a:r>
                        <a:rPr lang="en-GB" dirty="0" smtClean="0"/>
                        <a:t>TELESTONE TECHNOLOGIES CORP</a:t>
                      </a:r>
                      <a:endParaRPr lang="en-GB" dirty="0"/>
                    </a:p>
                  </a:txBody>
                  <a:tcPr/>
                </a:tc>
                <a:tc>
                  <a:txBody>
                    <a:bodyPr/>
                    <a:lstStyle/>
                    <a:p>
                      <a:pPr algn="l"/>
                      <a:r>
                        <a:rPr lang="en-GB" dirty="0" smtClean="0"/>
                        <a:t>31/03/2011</a:t>
                      </a:r>
                      <a:endParaRPr lang="en-GB" dirty="0"/>
                    </a:p>
                  </a:txBody>
                  <a:tcPr/>
                </a:tc>
                <a:tc>
                  <a:txBody>
                    <a:bodyPr/>
                    <a:lstStyle/>
                    <a:p>
                      <a:pPr algn="l"/>
                      <a:r>
                        <a:rPr lang="en-GB" dirty="0" smtClean="0"/>
                        <a:t>3663</a:t>
                      </a:r>
                      <a:endParaRPr lang="en-GB" dirty="0"/>
                    </a:p>
                  </a:txBody>
                  <a:tcPr/>
                </a:tc>
                <a:tc>
                  <a:txBody>
                    <a:bodyPr/>
                    <a:lstStyle/>
                    <a:p>
                      <a:pPr algn="l"/>
                      <a:r>
                        <a:rPr lang="en-GB" dirty="0" smtClean="0"/>
                        <a:t>339.238</a:t>
                      </a:r>
                      <a:endParaRPr lang="en-GB"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48546667"/>
                  </a:ext>
                </a:extLst>
              </a:tr>
            </a:tbl>
          </a:graphicData>
        </a:graphic>
      </p:graphicFrame>
      <p:sp>
        <p:nvSpPr>
          <p:cNvPr id="17" name="Bent-Up Arrow 16"/>
          <p:cNvSpPr/>
          <p:nvPr/>
        </p:nvSpPr>
        <p:spPr>
          <a:xfrm rot="10800000" flipH="1" flipV="1">
            <a:off x="8985379" y="2259045"/>
            <a:ext cx="1670179" cy="484155"/>
          </a:xfrm>
          <a:prstGeom prst="bentUpArrow">
            <a:avLst>
              <a:gd name="adj1" fmla="val 7736"/>
              <a:gd name="adj2" fmla="val 14035"/>
              <a:gd name="adj3" fmla="val 25000"/>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18" name="Rounded Rectangle 17"/>
          <p:cNvSpPr/>
          <p:nvPr/>
        </p:nvSpPr>
        <p:spPr>
          <a:xfrm>
            <a:off x="9637123" y="1664448"/>
            <a:ext cx="1767635" cy="594597"/>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1200" b="1" dirty="0" smtClean="0">
                <a:solidFill>
                  <a:schemeClr val="tx1"/>
                </a:solidFill>
              </a:rPr>
              <a:t>Deleted, it doesn’t has same SIC</a:t>
            </a:r>
            <a:endParaRPr lang="en-GB" sz="1200" b="1" dirty="0">
              <a:solidFill>
                <a:schemeClr val="tx1"/>
              </a:solidFill>
            </a:endParaRPr>
          </a:p>
        </p:txBody>
      </p:sp>
      <p:sp>
        <p:nvSpPr>
          <p:cNvPr id="2" name="Right Arrow 1"/>
          <p:cNvSpPr/>
          <p:nvPr/>
        </p:nvSpPr>
        <p:spPr>
          <a:xfrm>
            <a:off x="8985379" y="4348065"/>
            <a:ext cx="839756" cy="15862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n w="22225">
                <a:solidFill>
                  <a:schemeClr val="accent2"/>
                </a:solidFill>
                <a:prstDash val="solid"/>
              </a:ln>
              <a:solidFill>
                <a:schemeClr val="accent2">
                  <a:lumMod val="40000"/>
                  <a:lumOff val="60000"/>
                </a:schemeClr>
              </a:solidFill>
            </a:endParaRPr>
          </a:p>
        </p:txBody>
      </p:sp>
      <p:sp>
        <p:nvSpPr>
          <p:cNvPr id="14" name="Rounded Rectangle 13"/>
          <p:cNvSpPr/>
          <p:nvPr/>
        </p:nvSpPr>
        <p:spPr>
          <a:xfrm>
            <a:off x="9916887" y="4130076"/>
            <a:ext cx="1690396" cy="541157"/>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1200" b="1" dirty="0">
                <a:solidFill>
                  <a:schemeClr val="tx1"/>
                </a:solidFill>
              </a:rPr>
              <a:t>Deleted, </a:t>
            </a:r>
            <a:r>
              <a:rPr lang="en-GB" sz="1200" b="1" dirty="0" smtClean="0">
                <a:solidFill>
                  <a:schemeClr val="tx1"/>
                </a:solidFill>
              </a:rPr>
              <a:t>it doesn’t has the closest AT</a:t>
            </a:r>
            <a:endParaRPr lang="en-GB" sz="1200" b="1" dirty="0">
              <a:solidFill>
                <a:schemeClr val="tx1"/>
              </a:solidFill>
            </a:endParaRPr>
          </a:p>
        </p:txBody>
      </p:sp>
      <p:sp>
        <p:nvSpPr>
          <p:cNvPr id="4" name="Oval 3"/>
          <p:cNvSpPr/>
          <p:nvPr/>
        </p:nvSpPr>
        <p:spPr>
          <a:xfrm>
            <a:off x="4623849" y="1765727"/>
            <a:ext cx="786809" cy="1318437"/>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sp>
        <p:nvSpPr>
          <p:cNvPr id="15" name="Oval 14"/>
          <p:cNvSpPr/>
          <p:nvPr/>
        </p:nvSpPr>
        <p:spPr>
          <a:xfrm>
            <a:off x="5300860" y="1855332"/>
            <a:ext cx="871340" cy="691345"/>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graphicFrame>
        <p:nvGraphicFramePr>
          <p:cNvPr id="19" name="Table 18"/>
          <p:cNvGraphicFramePr>
            <a:graphicFrameLocks noGrp="1"/>
          </p:cNvGraphicFramePr>
          <p:nvPr>
            <p:extLst>
              <p:ext uri="{D42A27DB-BD31-4B8C-83A1-F6EECF244321}">
                <p14:modId xmlns:p14="http://schemas.microsoft.com/office/powerpoint/2010/main" val="2892242789"/>
              </p:ext>
            </p:extLst>
          </p:nvPr>
        </p:nvGraphicFramePr>
        <p:xfrm>
          <a:off x="6040522" y="208601"/>
          <a:ext cx="5687134" cy="741680"/>
        </p:xfrm>
        <a:graphic>
          <a:graphicData uri="http://schemas.openxmlformats.org/drawingml/2006/table">
            <a:tbl>
              <a:tblPr firstRow="1" bandRow="1">
                <a:tableStyleId>{6E25E649-3F16-4E02-A733-19D2CDBF48F0}</a:tableStyleId>
              </a:tblPr>
              <a:tblGrid>
                <a:gridCol w="2641141">
                  <a:extLst>
                    <a:ext uri="{9D8B030D-6E8A-4147-A177-3AD203B41FA5}">
                      <a16:colId xmlns:a16="http://schemas.microsoft.com/office/drawing/2014/main" val="817231798"/>
                    </a:ext>
                  </a:extLst>
                </a:gridCol>
                <a:gridCol w="1417078">
                  <a:extLst>
                    <a:ext uri="{9D8B030D-6E8A-4147-A177-3AD203B41FA5}">
                      <a16:colId xmlns:a16="http://schemas.microsoft.com/office/drawing/2014/main" val="826070510"/>
                    </a:ext>
                  </a:extLst>
                </a:gridCol>
                <a:gridCol w="766483">
                  <a:extLst>
                    <a:ext uri="{9D8B030D-6E8A-4147-A177-3AD203B41FA5}">
                      <a16:colId xmlns:a16="http://schemas.microsoft.com/office/drawing/2014/main" val="2082083480"/>
                    </a:ext>
                  </a:extLst>
                </a:gridCol>
                <a:gridCol w="862432">
                  <a:extLst>
                    <a:ext uri="{9D8B030D-6E8A-4147-A177-3AD203B41FA5}">
                      <a16:colId xmlns:a16="http://schemas.microsoft.com/office/drawing/2014/main" val="3827441805"/>
                    </a:ext>
                  </a:extLst>
                </a:gridCol>
              </a:tblGrid>
              <a:tr h="370840">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tc>
                <a:extLst>
                  <a:ext uri="{0D108BD9-81ED-4DB2-BD59-A6C34878D82A}">
                    <a16:rowId xmlns:a16="http://schemas.microsoft.com/office/drawing/2014/main" val="1910767461"/>
                  </a:ext>
                </a:extLst>
              </a:tr>
              <a:tr h="370840">
                <a:tc>
                  <a:txBody>
                    <a:bodyPr/>
                    <a:lstStyle/>
                    <a:p>
                      <a:pPr algn="l"/>
                      <a:r>
                        <a:rPr lang="en-GB" dirty="0" smtClean="0"/>
                        <a:t>POWERWAVE T., INC.</a:t>
                      </a:r>
                      <a:endParaRPr lang="en-GB" dirty="0"/>
                    </a:p>
                  </a:txBody>
                  <a:tcPr/>
                </a:tc>
                <a:tc>
                  <a:txBody>
                    <a:bodyPr/>
                    <a:lstStyle/>
                    <a:p>
                      <a:pPr algn="l"/>
                      <a:r>
                        <a:rPr lang="en-GB" dirty="0" smtClean="0"/>
                        <a:t>31/12/2011</a:t>
                      </a:r>
                      <a:endParaRPr lang="en-GB" dirty="0"/>
                    </a:p>
                  </a:txBody>
                  <a:tcPr/>
                </a:tc>
                <a:tc>
                  <a:txBody>
                    <a:bodyPr/>
                    <a:lstStyle/>
                    <a:p>
                      <a:pPr algn="l"/>
                      <a:r>
                        <a:rPr lang="en-GB" dirty="0" smtClean="0"/>
                        <a:t>3663</a:t>
                      </a:r>
                      <a:endParaRPr lang="en-GB" dirty="0"/>
                    </a:p>
                  </a:txBody>
                  <a:tcPr/>
                </a:tc>
                <a:tc>
                  <a:txBody>
                    <a:bodyPr/>
                    <a:lstStyle/>
                    <a:p>
                      <a:pPr algn="l"/>
                      <a:r>
                        <a:rPr lang="en-GB" dirty="0" smtClean="0"/>
                        <a:t>342.33</a:t>
                      </a:r>
                      <a:endParaRPr lang="en-GB" dirty="0"/>
                    </a:p>
                  </a:txBody>
                  <a:tcPr/>
                </a:tc>
                <a:extLst>
                  <a:ext uri="{0D108BD9-81ED-4DB2-BD59-A6C34878D82A}">
                    <a16:rowId xmlns:a16="http://schemas.microsoft.com/office/drawing/2014/main" val="2707884031"/>
                  </a:ext>
                </a:extLst>
              </a:tr>
            </a:tbl>
          </a:graphicData>
        </a:graphic>
      </p:graphicFrame>
      <p:sp>
        <p:nvSpPr>
          <p:cNvPr id="12" name="TextBox 11"/>
          <p:cNvSpPr txBox="1"/>
          <p:nvPr/>
        </p:nvSpPr>
        <p:spPr>
          <a:xfrm>
            <a:off x="9587584" y="3602300"/>
            <a:ext cx="2349001" cy="52322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pPr marL="461963" indent="-461963"/>
            <a:r>
              <a:rPr lang="en-US" sz="1400" dirty="0"/>
              <a:t>∆</a:t>
            </a:r>
            <a:r>
              <a:rPr lang="en-US" sz="1400" dirty="0" smtClean="0"/>
              <a:t>AT</a:t>
            </a:r>
            <a:r>
              <a:rPr lang="en-US" sz="1400" dirty="0"/>
              <a:t> </a:t>
            </a:r>
            <a:r>
              <a:rPr lang="en-US" sz="1400" dirty="0" smtClean="0"/>
              <a:t>= |AT Normal Company – AT Bankrupt Company|</a:t>
            </a:r>
            <a:endParaRPr lang="en-US" sz="1400" dirty="0"/>
          </a:p>
        </p:txBody>
      </p:sp>
      <p:graphicFrame>
        <p:nvGraphicFramePr>
          <p:cNvPr id="20" name="Table 19"/>
          <p:cNvGraphicFramePr>
            <a:graphicFrameLocks noGrp="1"/>
          </p:cNvGraphicFramePr>
          <p:nvPr>
            <p:extLst>
              <p:ext uri="{D42A27DB-BD31-4B8C-83A1-F6EECF244321}">
                <p14:modId xmlns:p14="http://schemas.microsoft.com/office/powerpoint/2010/main" val="1632254658"/>
              </p:ext>
            </p:extLst>
          </p:nvPr>
        </p:nvGraphicFramePr>
        <p:xfrm>
          <a:off x="7704902" y="1485438"/>
          <a:ext cx="1280477" cy="1483360"/>
        </p:xfrm>
        <a:graphic>
          <a:graphicData uri="http://schemas.openxmlformats.org/drawingml/2006/table">
            <a:tbl>
              <a:tblPr firstRow="1" bandRow="1">
                <a:tableStyleId>{6E25E649-3F16-4E02-A733-19D2CDBF48F0}</a:tableStyleId>
              </a:tblPr>
              <a:tblGrid>
                <a:gridCol w="1280477">
                  <a:extLst>
                    <a:ext uri="{9D8B030D-6E8A-4147-A177-3AD203B41FA5}">
                      <a16:colId xmlns:a16="http://schemas.microsoft.com/office/drawing/2014/main" val="450252273"/>
                    </a:ext>
                  </a:extLst>
                </a:gridCol>
              </a:tblGrid>
              <a:tr h="370840">
                <a:tc>
                  <a:txBody>
                    <a:bodyPr/>
                    <a:lstStyle/>
                    <a:p>
                      <a:pPr algn="l"/>
                      <a:r>
                        <a:rPr lang="en-GB" dirty="0" smtClean="0"/>
                        <a:t>Deleted (√)</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4415279"/>
                  </a:ext>
                </a:extLst>
              </a:tr>
              <a:tr h="370840">
                <a:tc>
                  <a:txBody>
                    <a:bodyPr/>
                    <a:lstStyle/>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40880706"/>
                  </a:ext>
                </a:extLst>
              </a:tr>
              <a:tr h="370840">
                <a:tc>
                  <a:txBody>
                    <a:bodyPr/>
                    <a:lstStyle/>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22947881"/>
                  </a:ext>
                </a:extLst>
              </a:tr>
              <a:tr h="370840">
                <a:tc>
                  <a:txBody>
                    <a:bodyPr/>
                    <a:lstStyle/>
                    <a:p>
                      <a:pPr algn="ctr"/>
                      <a:r>
                        <a:rPr lang="en-GB" dirty="0" smtClean="0"/>
                        <a:t>√</a:t>
                      </a:r>
                      <a:endParaRPr lang="en-GB"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312122"/>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1191976274"/>
              </p:ext>
            </p:extLst>
          </p:nvPr>
        </p:nvGraphicFramePr>
        <p:xfrm>
          <a:off x="6862422" y="3834993"/>
          <a:ext cx="2122957" cy="1381760"/>
        </p:xfrm>
        <a:graphic>
          <a:graphicData uri="http://schemas.openxmlformats.org/drawingml/2006/table">
            <a:tbl>
              <a:tblPr firstRow="1" bandRow="1">
                <a:tableStyleId>{6E25E649-3F16-4E02-A733-19D2CDBF48F0}</a:tableStyleId>
              </a:tblPr>
              <a:tblGrid>
                <a:gridCol w="852755">
                  <a:extLst>
                    <a:ext uri="{9D8B030D-6E8A-4147-A177-3AD203B41FA5}">
                      <a16:colId xmlns:a16="http://schemas.microsoft.com/office/drawing/2014/main" val="2782171767"/>
                    </a:ext>
                  </a:extLst>
                </a:gridCol>
                <a:gridCol w="1270202">
                  <a:extLst>
                    <a:ext uri="{9D8B030D-6E8A-4147-A177-3AD203B41FA5}">
                      <a16:colId xmlns:a16="http://schemas.microsoft.com/office/drawing/2014/main" val="2016841693"/>
                    </a:ext>
                  </a:extLst>
                </a:gridCol>
              </a:tblGrid>
              <a:tr h="370840">
                <a:tc>
                  <a:txBody>
                    <a:bodyPr/>
                    <a:lstStyle/>
                    <a:p>
                      <a:pPr algn="l"/>
                      <a:r>
                        <a:rPr lang="en-GB" dirty="0" smtClean="0"/>
                        <a:t>∆AT</a:t>
                      </a:r>
                      <a:endParaRPr lang="en-GB"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Deleted (√)</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24402637"/>
                  </a:ext>
                </a:extLst>
              </a:tr>
              <a:tr h="370840">
                <a:tc>
                  <a:txBody>
                    <a:bodyPr/>
                    <a:lstStyle/>
                    <a:p>
                      <a:pPr algn="r"/>
                      <a:r>
                        <a:rPr lang="en-GB" dirty="0" smtClean="0"/>
                        <a:t>261.87</a:t>
                      </a:r>
                      <a:endParaRPr lang="en-GB" dirty="0"/>
                    </a:p>
                  </a:txBody>
                  <a:tcPr>
                    <a:lnL w="12700" cap="flat" cmpd="sng" algn="ctr">
                      <a:solidFill>
                        <a:schemeClr val="tx1"/>
                      </a:solidFill>
                      <a:prstDash val="solid"/>
                      <a:round/>
                      <a:headEnd type="none" w="med" len="med"/>
                      <a:tailEnd type="none" w="med" len="med"/>
                    </a:ln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smtClean="0"/>
                        <a:t>√</a:t>
                      </a:r>
                      <a:endParaRPr lang="en-GB" b="0" dirty="0" smtClean="0">
                        <a:latin typeface="+mn-lt"/>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12514394"/>
                  </a:ext>
                </a:extLst>
              </a:tr>
              <a:tr h="370840">
                <a:tc>
                  <a:txBody>
                    <a:bodyPr/>
                    <a:lstStyle/>
                    <a:p>
                      <a:pPr algn="r"/>
                      <a:r>
                        <a:rPr lang="en-GB" dirty="0" smtClean="0"/>
                        <a:t>3.092</a:t>
                      </a:r>
                      <a:endParaRPr lang="en-GB"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r"/>
                      <a:endParaRPr lang="en-GB" dirty="0" smtClean="0"/>
                    </a:p>
                    <a:p>
                      <a:pPr algn="r"/>
                      <a:endParaRPr lang="en-GB"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819056"/>
                  </a:ext>
                </a:extLst>
              </a:tr>
            </a:tbl>
          </a:graphicData>
        </a:graphic>
      </p:graphicFrame>
      <p:sp>
        <p:nvSpPr>
          <p:cNvPr id="16" name="Oval 15"/>
          <p:cNvSpPr/>
          <p:nvPr/>
        </p:nvSpPr>
        <p:spPr>
          <a:xfrm>
            <a:off x="6791888" y="4521296"/>
            <a:ext cx="1038408" cy="493329"/>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768514578"/>
      </p:ext>
    </p:extLst>
  </p:cSld>
  <p:clrMapOvr>
    <a:masterClrMapping/>
  </p:clrMapOvr>
  <mc:AlternateContent xmlns:mc="http://schemas.openxmlformats.org/markup-compatibility/2006" xmlns:p14="http://schemas.microsoft.com/office/powerpoint/2010/main">
    <mc:Choice Requires="p14">
      <p:transition spd="slow" p14:dur="2000" advTm="91315">
        <p:cut/>
      </p:transition>
    </mc:Choice>
    <mc:Fallback xmlns="">
      <p:transition spd="slow" advTm="91315">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circle(in)">
                                      <p:cBhvr>
                                        <p:cTn id="27" dur="2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42"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1000"/>
                                        <p:tgtEl>
                                          <p:spTgt spid="18"/>
                                        </p:tgtEl>
                                      </p:cBhvr>
                                    </p:animEffect>
                                    <p:anim calcmode="lin" valueType="num">
                                      <p:cBhvr>
                                        <p:cTn id="38" dur="1000" fill="hold"/>
                                        <p:tgtEl>
                                          <p:spTgt spid="18"/>
                                        </p:tgtEl>
                                        <p:attrNameLst>
                                          <p:attrName>ppt_x</p:attrName>
                                        </p:attrNameLst>
                                      </p:cBhvr>
                                      <p:tavLst>
                                        <p:tav tm="0">
                                          <p:val>
                                            <p:strVal val="#ppt_x"/>
                                          </p:val>
                                        </p:tav>
                                        <p:tav tm="100000">
                                          <p:val>
                                            <p:strVal val="#ppt_x"/>
                                          </p:val>
                                        </p:tav>
                                      </p:tavLst>
                                    </p:anim>
                                    <p:anim calcmode="lin" valueType="num">
                                      <p:cBhvr>
                                        <p:cTn id="3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down)">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par>
                          <p:cTn id="59" fill="hold">
                            <p:stCondLst>
                              <p:cond delay="500"/>
                            </p:stCondLst>
                            <p:childTnLst>
                              <p:par>
                                <p:cTn id="60" presetID="2" presetClass="entr" presetSubtype="4"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ppt_x</p:attrName>
                                        </p:attrNameLst>
                                      </p:cBhvr>
                                      <p:tavLst>
                                        <p:tav tm="0">
                                          <p:val>
                                            <p:strVal val="#ppt_x"/>
                                          </p:val>
                                        </p:tav>
                                        <p:tav tm="100000">
                                          <p:val>
                                            <p:strVal val="#ppt_x"/>
                                          </p:val>
                                        </p:tav>
                                      </p:tavLst>
                                    </p:anim>
                                    <p:anim calcmode="lin" valueType="num">
                                      <p:cBhvr additive="base">
                                        <p:cTn id="63" dur="500" fill="hold"/>
                                        <p:tgtEl>
                                          <p:spTgt spid="16"/>
                                        </p:tgtEl>
                                        <p:attrNameLst>
                                          <p:attrName>ppt_y</p:attrName>
                                        </p:attrNameLst>
                                      </p:cBhvr>
                                      <p:tavLst>
                                        <p:tav tm="0">
                                          <p:val>
                                            <p:strVal val="1+#ppt_h/2"/>
                                          </p:val>
                                        </p:tav>
                                        <p:tav tm="100000">
                                          <p:val>
                                            <p:strVal val="#ppt_y"/>
                                          </p:val>
                                        </p:tav>
                                      </p:tavLst>
                                    </p:anim>
                                  </p:childTnLst>
                                </p:cTn>
                              </p:par>
                              <p:par>
                                <p:cTn id="64" presetID="16" presetClass="entr" presetSubtype="21" fill="hold" grpId="0" nodeType="with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barn(inVertical)">
                                      <p:cBhvr>
                                        <p:cTn id="66" dur="500"/>
                                        <p:tgtEl>
                                          <p:spTgt spid="2"/>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1000"/>
                                        <p:tgtEl>
                                          <p:spTgt spid="14"/>
                                        </p:tgtEl>
                                      </p:cBhvr>
                                    </p:animEffect>
                                    <p:anim calcmode="lin" valueType="num">
                                      <p:cBhvr>
                                        <p:cTn id="70" dur="1000" fill="hold"/>
                                        <p:tgtEl>
                                          <p:spTgt spid="14"/>
                                        </p:tgtEl>
                                        <p:attrNameLst>
                                          <p:attrName>ppt_x</p:attrName>
                                        </p:attrNameLst>
                                      </p:cBhvr>
                                      <p:tavLst>
                                        <p:tav tm="0">
                                          <p:val>
                                            <p:strVal val="#ppt_x"/>
                                          </p:val>
                                        </p:tav>
                                        <p:tav tm="100000">
                                          <p:val>
                                            <p:strVal val="#ppt_x"/>
                                          </p:val>
                                        </p:tav>
                                      </p:tavLst>
                                    </p:anim>
                                    <p:anim calcmode="lin" valueType="num">
                                      <p:cBhvr>
                                        <p:cTn id="7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7" grpId="0" animBg="1"/>
      <p:bldP spid="18" grpId="0" animBg="1"/>
      <p:bldP spid="2" grpId="0" animBg="1"/>
      <p:bldP spid="14" grpId="0" animBg="1"/>
      <p:bldP spid="4" grpId="0" animBg="1"/>
      <p:bldP spid="15" grpId="0" animBg="1"/>
      <p:bldP spid="12" grpId="0" animBg="1"/>
      <p:bldP spid="16" grpId="0" animBg="1"/>
    </p:bldLst>
  </p:timing>
  <p:extLst mod="1">
    <p:ext uri="{3A86A75C-4F4B-4683-9AE1-C65F6400EC91}">
      <p14:laserTraceLst xmlns:p14="http://schemas.microsoft.com/office/powerpoint/2010/main">
        <p14:tracePtLst>
          <p14:tracePt t="1455" x="733425" y="5356225"/>
          <p14:tracePt t="1494" x="739775" y="5356225"/>
          <p14:tracePt t="1510" x="747713" y="5348288"/>
          <p14:tracePt t="1519" x="790575" y="5334000"/>
          <p14:tracePt t="1527" x="835025" y="5319713"/>
          <p14:tracePt t="1544" x="1052513" y="5218113"/>
          <p14:tracePt t="1561" x="1444625" y="5051425"/>
          <p14:tracePt t="1577" x="1995488" y="4811713"/>
          <p14:tracePt t="1594" x="2481263" y="4608513"/>
          <p14:tracePt t="1611" x="2909888" y="4427538"/>
          <p14:tracePt t="1628" x="3222625" y="4281488"/>
          <p14:tracePt t="1644" x="3592513" y="4129088"/>
          <p14:tracePt t="1661" x="4005263" y="3948113"/>
          <p14:tracePt t="1678" x="4637088" y="3614738"/>
          <p14:tracePt t="1694" x="5057775" y="3381375"/>
          <p14:tracePt t="1711" x="5370513" y="3192463"/>
          <p14:tracePt t="1727" x="5573713" y="3055938"/>
          <p14:tracePt t="1744" x="5726113" y="2938463"/>
          <p14:tracePt t="1761" x="5842000" y="2859088"/>
          <p14:tracePt t="1778" x="5957888" y="2765425"/>
          <p14:tracePt t="1794" x="6073775" y="2655888"/>
          <p14:tracePt t="1811" x="6183313" y="2554288"/>
          <p14:tracePt t="1828" x="6327775" y="2401888"/>
          <p14:tracePt t="1844" x="6437313" y="2300288"/>
          <p14:tracePt t="1861" x="6494463" y="2243138"/>
          <p14:tracePt t="1878" x="6561138" y="2198688"/>
          <p14:tracePt t="1894" x="6589713" y="2176463"/>
          <p14:tracePt t="1911" x="6632575" y="2147888"/>
          <p14:tracePt t="1928" x="6734175" y="2068513"/>
          <p14:tracePt t="1944" x="6872288" y="1966913"/>
          <p14:tracePt t="1961" x="6996113" y="1820863"/>
          <p14:tracePt t="1978" x="7104063" y="1684338"/>
          <p14:tracePt t="1994" x="7199313" y="1560513"/>
          <p14:tracePt t="2011" x="7278688" y="1450975"/>
          <p14:tracePt t="2028" x="7373938" y="1335088"/>
          <p14:tracePt t="2045" x="7445375" y="1227138"/>
          <p14:tracePt t="2061" x="7504113" y="1168400"/>
          <p14:tracePt t="2078" x="7532688" y="1139825"/>
          <p14:tracePt t="2094" x="7546975" y="1117600"/>
          <p14:tracePt t="2111" x="7561263" y="1095375"/>
          <p14:tracePt t="2128" x="7577138" y="1074738"/>
          <p14:tracePt t="2144" x="7597775" y="1052513"/>
          <p14:tracePt t="2161" x="7620000" y="1016000"/>
          <p14:tracePt t="2178" x="7627938" y="1008063"/>
          <p14:tracePt t="2431" x="7597775" y="1008063"/>
          <p14:tracePt t="2438" x="7554913" y="1008063"/>
          <p14:tracePt t="2447" x="7496175" y="1023938"/>
          <p14:tracePt t="2461" x="7431088" y="1030288"/>
          <p14:tracePt t="2478" x="7292975" y="1030288"/>
          <p14:tracePt t="2495" x="7104063" y="1030288"/>
          <p14:tracePt t="2511" x="7018338" y="1030288"/>
          <p14:tracePt t="2528" x="6959600" y="1023938"/>
          <p14:tracePt t="2545" x="6872288" y="1008063"/>
          <p14:tracePt t="2561" x="6778625" y="987425"/>
          <p14:tracePt t="2578" x="6646863" y="950913"/>
          <p14:tracePt t="2595" x="6494463" y="900113"/>
          <p14:tracePt t="2611" x="6342063" y="841375"/>
          <p14:tracePt t="2628" x="6240463" y="798513"/>
          <p14:tracePt t="2645" x="6169025" y="762000"/>
          <p14:tracePt t="2661" x="6118225" y="733425"/>
          <p14:tracePt t="2678" x="6073775" y="674688"/>
          <p14:tracePt t="2695" x="6067425" y="601663"/>
          <p14:tracePt t="2711" x="6067425" y="515938"/>
          <p14:tracePt t="2728" x="6067425" y="414338"/>
          <p14:tracePt t="2746" x="6073775" y="333375"/>
          <p14:tracePt t="2761" x="6118225" y="239713"/>
          <p14:tracePt t="2778" x="6183313" y="160338"/>
          <p14:tracePt t="2795" x="6270625" y="73025"/>
          <p14:tracePt t="2812" x="6378575" y="14288"/>
          <p14:tracePt t="3097" x="8113713" y="22225"/>
          <p14:tracePt t="3103" x="8178800" y="42863"/>
          <p14:tracePt t="3111" x="8237538" y="73025"/>
          <p14:tracePt t="3128" x="8359775" y="144463"/>
          <p14:tracePt t="3145" x="8475663" y="188913"/>
          <p14:tracePt t="3161" x="8548688" y="225425"/>
          <p14:tracePt t="3178" x="8593138" y="246063"/>
          <p14:tracePt t="3195" x="8607425" y="246063"/>
          <p14:tracePt t="3212" x="8628063" y="268288"/>
          <p14:tracePt t="3228" x="8658225" y="296863"/>
          <p14:tracePt t="3246" x="8701088" y="355600"/>
          <p14:tracePt t="3262" x="8737600" y="414338"/>
          <p14:tracePt t="3279" x="8759825" y="449263"/>
          <p14:tracePt t="3295" x="8766175" y="485775"/>
          <p14:tracePt t="3313" x="8780463" y="522288"/>
          <p14:tracePt t="3328" x="8796338" y="550863"/>
          <p14:tracePt t="3345" x="8796338" y="595313"/>
          <p14:tracePt t="3362" x="8802688" y="623888"/>
          <p14:tracePt t="3378" x="8802688" y="652463"/>
          <p14:tracePt t="3395" x="8802688" y="674688"/>
          <p14:tracePt t="3412" x="8802688" y="696913"/>
          <p14:tracePt t="3428" x="8802688" y="725488"/>
          <p14:tracePt t="3446" x="8802688" y="769938"/>
          <p14:tracePt t="3449" x="8780463" y="804863"/>
          <p14:tracePt t="3462" x="8737600" y="855663"/>
          <p14:tracePt t="3478" x="8709025" y="892175"/>
          <p14:tracePt t="3496" x="8686800" y="906463"/>
          <p14:tracePt t="3512" x="8664575" y="922338"/>
          <p14:tracePt t="3529" x="8628063" y="936625"/>
          <p14:tracePt t="3545" x="8607425" y="936625"/>
          <p14:tracePt t="3562" x="8570913" y="957263"/>
          <p14:tracePt t="3578" x="8526463" y="973138"/>
          <p14:tracePt t="3595" x="8475663" y="987425"/>
          <p14:tracePt t="3612" x="8389938" y="1008063"/>
          <p14:tracePt t="3628" x="8308975" y="1023938"/>
          <p14:tracePt t="3646" x="8215313" y="1030288"/>
          <p14:tracePt t="3662" x="8128000" y="1052513"/>
          <p14:tracePt t="3679" x="8048625" y="1052513"/>
          <p14:tracePt t="3695" x="7983538" y="1058863"/>
          <p14:tracePt t="3712" x="7910513" y="1074738"/>
          <p14:tracePt t="3729" x="7851775" y="1081088"/>
          <p14:tracePt t="3746" x="7823200" y="1081088"/>
          <p14:tracePt t="3762" x="7800975" y="1089025"/>
          <p14:tracePt t="3778" x="7786688" y="1089025"/>
          <p14:tracePt t="3797" x="7772400" y="1089025"/>
          <p14:tracePt t="3812" x="7772400" y="1095375"/>
          <p14:tracePt t="3829" x="7764463" y="1095375"/>
          <p14:tracePt t="4040" x="7758113" y="1095375"/>
          <p14:tracePt t="4072" x="7743825" y="1095375"/>
          <p14:tracePt t="4135" x="7735888" y="1095375"/>
          <p14:tracePt t="4143" x="7735888" y="1103313"/>
          <p14:tracePt t="4160" x="7729538" y="1103313"/>
          <p14:tracePt t="23191" x="7729538" y="1109663"/>
          <p14:tracePt t="23199" x="7786688" y="1131888"/>
          <p14:tracePt t="23210" x="7910513" y="1146175"/>
          <p14:tracePt t="23223" x="8128000" y="1190625"/>
          <p14:tracePt t="23235" x="8251825" y="1211263"/>
          <p14:tracePt t="23251" x="8461375" y="1233488"/>
          <p14:tracePt t="23268" x="8745538" y="1255713"/>
          <p14:tracePt t="23285" x="9013825" y="1255713"/>
          <p14:tracePt t="23302" x="9245600" y="1255713"/>
          <p14:tracePt t="23318" x="9318625" y="1255713"/>
          <p14:tracePt t="23335" x="9507538" y="1255713"/>
          <p14:tracePt t="23352" x="9609138" y="1255713"/>
          <p14:tracePt t="23368" x="9688513" y="1255713"/>
          <p14:tracePt t="23385" x="9739313" y="1255713"/>
          <p14:tracePt t="23401" x="9775825" y="1241425"/>
          <p14:tracePt t="23419" x="9790113" y="1241425"/>
          <p14:tracePt t="23435" x="9826625" y="1233488"/>
          <p14:tracePt t="23440" x="9855200" y="1233488"/>
          <p14:tracePt t="23451" x="9906000" y="1227138"/>
          <p14:tracePt t="23468" x="10007600" y="1204913"/>
          <p14:tracePt t="23485" x="10109200" y="1182688"/>
          <p14:tracePt t="23502" x="10160000" y="1160463"/>
          <p14:tracePt t="23518" x="10167938" y="1146175"/>
          <p14:tracePt t="23535" x="10174288" y="1139825"/>
          <p14:tracePt t="23568" x="10174288" y="1125538"/>
          <p14:tracePt t="23585" x="10182225" y="1125538"/>
          <p14:tracePt t="23601" x="10182225" y="1117600"/>
          <p14:tracePt t="23618" x="10182225" y="1109663"/>
          <p14:tracePt t="23651" x="10182225" y="1103313"/>
          <p14:tracePt t="23740" x="10167938" y="1103313"/>
          <p14:tracePt t="23749" x="10137775" y="1103313"/>
          <p14:tracePt t="23764" x="10066338" y="1103313"/>
          <p14:tracePt t="23779" x="9942513" y="1103313"/>
          <p14:tracePt t="23791" x="9818688" y="1103313"/>
          <p14:tracePt t="23807" x="9739313" y="1103313"/>
          <p14:tracePt t="23818" x="9688513" y="1103313"/>
          <p14:tracePt t="23836" x="9644063" y="1095375"/>
          <p14:tracePt t="23852" x="9601200" y="1089025"/>
          <p14:tracePt t="23872" x="9528175" y="1074738"/>
          <p14:tracePt t="23887" x="9507538" y="1058863"/>
          <p14:tracePt t="23905" x="9471025" y="1038225"/>
          <p14:tracePt t="23922" x="9456738" y="1023938"/>
          <p14:tracePt t="23937" x="9434513" y="993775"/>
          <p14:tracePt t="23942" x="9420225" y="965200"/>
          <p14:tracePt t="23952" x="9398000" y="928688"/>
          <p14:tracePt t="23968" x="9369425" y="885825"/>
          <p14:tracePt t="23989" x="9361488" y="871538"/>
          <p14:tracePt t="24002" x="9347200" y="841375"/>
          <p14:tracePt t="24018" x="9339263" y="835025"/>
          <p14:tracePt t="24036" x="9339263" y="820738"/>
          <p14:tracePt t="24052" x="9339263" y="798513"/>
          <p14:tracePt t="24069" x="9339263" y="769938"/>
          <p14:tracePt t="24085" x="9339263" y="733425"/>
          <p14:tracePt t="24103" x="9339263" y="703263"/>
          <p14:tracePt t="24118" x="9339263" y="696913"/>
          <p14:tracePt t="24136" x="9339263" y="674688"/>
          <p14:tracePt t="24153" x="9347200" y="660400"/>
          <p14:tracePt t="24169" x="9355138" y="638175"/>
          <p14:tracePt t="24186" x="9375775" y="617538"/>
          <p14:tracePt t="24202" x="9398000" y="601663"/>
          <p14:tracePt t="24218" x="9412288" y="587375"/>
          <p14:tracePt t="24235" x="9420225" y="587375"/>
          <p14:tracePt t="24251" x="9434513" y="573088"/>
          <p14:tracePt t="24268" x="9471025" y="573088"/>
          <p14:tracePt t="24285" x="9485313" y="558800"/>
          <p14:tracePt t="24301" x="9491663" y="558800"/>
          <p14:tracePt t="24318" x="9507538" y="550863"/>
          <p14:tracePt t="24335" x="9521825" y="550863"/>
          <p14:tracePt t="24351" x="9536113" y="550863"/>
          <p14:tracePt t="24368" x="9564688" y="536575"/>
          <p14:tracePt t="24385" x="9572625" y="536575"/>
          <p14:tracePt t="24402" x="9578975" y="536575"/>
          <p14:tracePt t="24418" x="9593263" y="536575"/>
          <p14:tracePt t="24434" x="9601200" y="536575"/>
          <p14:tracePt t="24455" x="9609138" y="536575"/>
          <p14:tracePt t="24468" x="9615488" y="536575"/>
          <p14:tracePt t="24485" x="9623425" y="536575"/>
          <p14:tracePt t="24501" x="9629775" y="536575"/>
          <p14:tracePt t="24518" x="9644063" y="530225"/>
          <p14:tracePt t="24535" x="9659938" y="530225"/>
          <p14:tracePt t="24568" x="9666288" y="530225"/>
          <p14:tracePt t="24599" x="9688513" y="522288"/>
          <p14:tracePt t="24606" x="9694863" y="522288"/>
          <p14:tracePt t="24618" x="9717088" y="522288"/>
          <p14:tracePt t="24635" x="9761538" y="522288"/>
          <p14:tracePt t="24652" x="9775825" y="522288"/>
          <p14:tracePt t="24685" x="9790113" y="522288"/>
          <p14:tracePt t="24702" x="9832975" y="536575"/>
          <p14:tracePt t="24718" x="9855200" y="536575"/>
          <p14:tracePt t="24735" x="9863138" y="550863"/>
          <p14:tracePt t="24751" x="9877425" y="558800"/>
          <p14:tracePt t="24768" x="9883775" y="566738"/>
          <p14:tracePt t="24785" x="9906000" y="587375"/>
          <p14:tracePt t="24801" x="9942513" y="617538"/>
          <p14:tracePt t="24818" x="9971088" y="638175"/>
          <p14:tracePt t="24835" x="9979025" y="652463"/>
          <p14:tracePt t="24851" x="9979025" y="660400"/>
          <p14:tracePt t="24868" x="9993313" y="674688"/>
          <p14:tracePt t="24885" x="9993313" y="682625"/>
          <p14:tracePt t="24902" x="10015538" y="711200"/>
          <p14:tracePt t="24918" x="10029825" y="739775"/>
          <p14:tracePt t="24952" x="10036175" y="762000"/>
          <p14:tracePt t="24968" x="10044113" y="769938"/>
          <p14:tracePt t="24985" x="10050463" y="784225"/>
          <p14:tracePt t="25002" x="10058400" y="812800"/>
          <p14:tracePt t="25018" x="10066338" y="835025"/>
          <p14:tracePt t="25035" x="10072688" y="863600"/>
          <p14:tracePt t="25051" x="10072688" y="885825"/>
          <p14:tracePt t="25068" x="10080625" y="900113"/>
          <p14:tracePt t="25085" x="10086975" y="922338"/>
          <p14:tracePt t="25102" x="10086975" y="936625"/>
          <p14:tracePt t="25118" x="10086975" y="950913"/>
          <p14:tracePt t="25135" x="10086975" y="957263"/>
          <p14:tracePt t="25154" x="10086975" y="965200"/>
          <p14:tracePt t="25169" x="10086975" y="973138"/>
          <p14:tracePt t="25189" x="10086975" y="987425"/>
          <p14:tracePt t="25202" x="10080625" y="993775"/>
          <p14:tracePt t="25219" x="10066338" y="1001713"/>
          <p14:tracePt t="25240" x="10036175" y="1016000"/>
          <p14:tracePt t="25252" x="10029825" y="1023938"/>
          <p14:tracePt t="25269" x="9999663" y="1038225"/>
          <p14:tracePt t="25286" x="9979025" y="1044575"/>
          <p14:tracePt t="25303" x="9964738" y="1044575"/>
          <p14:tracePt t="25319" x="9956800" y="1044575"/>
          <p14:tracePt t="25336" x="9934575" y="1052513"/>
          <p14:tracePt t="25352" x="9928225" y="1052513"/>
          <p14:tracePt t="25369" x="9906000" y="1052513"/>
          <p14:tracePt t="25386" x="9883775" y="1052513"/>
          <p14:tracePt t="25402" x="9869488" y="1052513"/>
          <p14:tracePt t="25423" x="9840913" y="1052513"/>
          <p14:tracePt t="25439" x="9812338" y="1052513"/>
          <p14:tracePt t="25448" x="9796463" y="1052513"/>
          <p14:tracePt t="25460" x="9782175" y="1052513"/>
          <p14:tracePt t="25472" x="9753600" y="1052513"/>
          <p14:tracePt t="25485" x="9739313" y="1052513"/>
          <p14:tracePt t="25502" x="9717088" y="1052513"/>
          <p14:tracePt t="25518" x="9694863" y="1052513"/>
          <p14:tracePt t="25552" x="9688513" y="1052513"/>
          <p14:tracePt t="25569" x="9674225" y="1052513"/>
          <p14:tracePt t="25585" x="9666288" y="1052513"/>
          <p14:tracePt t="25602" x="9644063" y="1052513"/>
          <p14:tracePt t="25619" x="9615488" y="1044575"/>
          <p14:tracePt t="25637" x="9586913" y="1030288"/>
          <p14:tracePt t="25652" x="9572625" y="1016000"/>
          <p14:tracePt t="25671" x="9550400" y="1008063"/>
          <p14:tracePt t="25687" x="9542463" y="1001713"/>
          <p14:tracePt t="25704" x="9528175" y="993775"/>
          <p14:tracePt t="25718" x="9521825" y="987425"/>
          <p14:tracePt t="25737" x="9513888" y="987425"/>
          <p14:tracePt t="25752" x="9499600" y="979488"/>
          <p14:tracePt t="25769" x="9491663" y="979488"/>
          <p14:tracePt t="25785" x="9485313" y="973138"/>
          <p14:tracePt t="25819" x="9477375" y="965200"/>
          <p14:tracePt t="26049" x="9471025" y="965200"/>
          <p14:tracePt t="26068" x="9471025" y="950913"/>
          <p14:tracePt t="26091" x="9471025" y="942975"/>
          <p14:tracePt t="26103" x="9471025" y="936625"/>
          <p14:tracePt t="26117" x="9477375" y="922338"/>
          <p14:tracePt t="26130" x="9477375" y="906463"/>
          <p14:tracePt t="26144" x="9499600" y="885825"/>
          <p14:tracePt t="26155" x="9499600" y="877888"/>
          <p14:tracePt t="26169" x="9499600" y="863600"/>
          <p14:tracePt t="26186" x="9513888" y="835025"/>
          <p14:tracePt t="26202" x="9528175" y="812800"/>
          <p14:tracePt t="26219" x="9536113" y="784225"/>
          <p14:tracePt t="26238" x="9550400" y="769938"/>
          <p14:tracePt t="26252" x="9564688" y="747713"/>
          <p14:tracePt t="26269" x="9586913" y="719138"/>
          <p14:tracePt t="26286" x="9623425" y="688975"/>
          <p14:tracePt t="26302" x="9644063" y="674688"/>
          <p14:tracePt t="26319" x="9659938" y="668338"/>
          <p14:tracePt t="26336" x="9680575" y="660400"/>
          <p14:tracePt t="26353" x="9694863" y="652463"/>
          <p14:tracePt t="26369" x="9710738" y="646113"/>
          <p14:tracePt t="26385" x="9725025" y="638175"/>
          <p14:tracePt t="26402" x="9745663" y="638175"/>
          <p14:tracePt t="26419" x="9775825" y="623888"/>
          <p14:tracePt t="26438" x="9804400" y="623888"/>
          <p14:tracePt t="26442" x="9818688" y="623888"/>
          <p14:tracePt t="26452" x="9826625" y="623888"/>
          <p14:tracePt t="26469" x="9855200" y="623888"/>
          <p14:tracePt t="26486" x="9869488" y="623888"/>
          <p14:tracePt t="26502" x="9883775" y="623888"/>
          <p14:tracePt t="26519" x="9898063" y="638175"/>
          <p14:tracePt t="26536" x="9906000" y="660400"/>
          <p14:tracePt t="26552" x="9913938" y="688975"/>
          <p14:tracePt t="26569" x="9920288" y="733425"/>
          <p14:tracePt t="26585" x="9920288" y="769938"/>
          <p14:tracePt t="26602" x="9920288" y="790575"/>
          <p14:tracePt t="26619" x="9920288" y="820738"/>
          <p14:tracePt t="26638" x="9906000" y="835025"/>
          <p14:tracePt t="26652" x="9863138" y="855663"/>
          <p14:tracePt t="26671" x="9710738" y="892175"/>
          <p14:tracePt t="26687" x="9536113" y="914400"/>
          <p14:tracePt t="26702" x="9361488" y="942975"/>
          <p14:tracePt t="26719" x="9107488" y="973138"/>
          <p14:tracePt t="26737" x="8715375" y="1023938"/>
          <p14:tracePt t="26752" x="8316913" y="1074738"/>
          <p14:tracePt t="26769" x="7845425" y="1154113"/>
          <p14:tracePt t="26786" x="7119938" y="1247775"/>
          <p14:tracePt t="26802" x="6604000" y="1335088"/>
          <p14:tracePt t="26819" x="6262688" y="1393825"/>
          <p14:tracePt t="26835" x="6059488" y="1436688"/>
          <p14:tracePt t="26852" x="5915025" y="1473200"/>
          <p14:tracePt t="26869" x="5768975" y="1509713"/>
          <p14:tracePt t="26886" x="5667375" y="1546225"/>
          <p14:tracePt t="26902" x="5630863" y="1552575"/>
          <p14:tracePt t="26919" x="5616575" y="1560513"/>
          <p14:tracePt t="26935" x="5602288" y="1566863"/>
          <p14:tracePt t="26953" x="5559425" y="1589088"/>
          <p14:tracePt t="26969" x="5449888" y="1639888"/>
          <p14:tracePt t="26985" x="5348288" y="1684338"/>
          <p14:tracePt t="27002" x="5260975" y="1735138"/>
          <p14:tracePt t="27019" x="5210175" y="1763713"/>
          <p14:tracePt t="27035" x="5203825" y="1778000"/>
          <p14:tracePt t="27069" x="5195888" y="1785938"/>
          <p14:tracePt t="27086" x="5173663" y="1806575"/>
          <p14:tracePt t="27102" x="5159375" y="1836738"/>
          <p14:tracePt t="27119" x="5153025" y="1836738"/>
          <p14:tracePt t="27226" x="5145088" y="1836738"/>
          <p14:tracePt t="27239" x="5108575" y="1806575"/>
          <p14:tracePt t="27248" x="5072063" y="1785938"/>
          <p14:tracePt t="27254" x="5051425" y="1763713"/>
          <p14:tracePt t="27269" x="5006975" y="1749425"/>
          <p14:tracePt t="27286" x="4884738" y="1712913"/>
          <p14:tracePt t="27302" x="4848225" y="1712913"/>
          <p14:tracePt t="27319" x="4797425" y="1712913"/>
          <p14:tracePt t="27336" x="4732338" y="1727200"/>
          <p14:tracePt t="27352" x="4622800" y="1806575"/>
          <p14:tracePt t="27369" x="4521200" y="1930400"/>
          <p14:tracePt t="27386" x="4427538" y="2046288"/>
          <p14:tracePt t="27404" x="4368800" y="2155825"/>
          <p14:tracePt t="27420" x="4340225" y="2257425"/>
          <p14:tracePt t="27436" x="4332288" y="2365375"/>
          <p14:tracePt t="27444" x="4332288" y="2409825"/>
          <p14:tracePt t="27456" x="4332288" y="2517775"/>
          <p14:tracePt t="27469" x="4332288" y="2576513"/>
          <p14:tracePt t="27486" x="4332288" y="2655888"/>
          <p14:tracePt t="27503" x="4354513" y="2786063"/>
          <p14:tracePt t="27519" x="4411663" y="2895600"/>
          <p14:tracePt t="27536" x="4492625" y="3005138"/>
          <p14:tracePt t="27552" x="4572000" y="3113088"/>
          <p14:tracePt t="27569" x="4637088" y="3178175"/>
          <p14:tracePt t="27586" x="4695825" y="3208338"/>
          <p14:tracePt t="27603" x="4746625" y="3208338"/>
          <p14:tracePt t="27619" x="4789488" y="3222625"/>
          <p14:tracePt t="27637" x="4876800" y="3222625"/>
          <p14:tracePt t="27653" x="4956175" y="3222625"/>
          <p14:tracePt t="27671" x="5037138" y="3208338"/>
          <p14:tracePt t="27686" x="5057775" y="3200400"/>
          <p14:tracePt t="27703" x="5130800" y="3178175"/>
          <p14:tracePt t="27719" x="5195888" y="3149600"/>
          <p14:tracePt t="27736" x="5224463" y="3113088"/>
          <p14:tracePt t="27753" x="5246688" y="3076575"/>
          <p14:tracePt t="27769" x="5246688" y="3019425"/>
          <p14:tracePt t="27786" x="5275263" y="2938463"/>
          <p14:tracePt t="27803" x="5297488" y="2852738"/>
          <p14:tracePt t="27819" x="5326063" y="2765425"/>
          <p14:tracePt t="27836" x="5356225" y="2700338"/>
          <p14:tracePt t="27852" x="5370513" y="2649538"/>
          <p14:tracePt t="27869" x="5376863" y="2582863"/>
          <p14:tracePt t="27887" x="5384800" y="2409825"/>
          <p14:tracePt t="27903" x="5384800" y="2278063"/>
          <p14:tracePt t="27919" x="5384800" y="2147888"/>
          <p14:tracePt t="27936" x="5384800" y="2046288"/>
          <p14:tracePt t="27953" x="5392738" y="1966913"/>
          <p14:tracePt t="27970" x="5392738" y="1893888"/>
          <p14:tracePt t="27987" x="5384800" y="1820863"/>
          <p14:tracePt t="28003" x="5356225" y="1763713"/>
          <p14:tracePt t="28019" x="5341938" y="1712913"/>
          <p14:tracePt t="28036" x="5311775" y="1676400"/>
          <p14:tracePt t="28053" x="5275263" y="1633538"/>
          <p14:tracePt t="28070" x="5254625" y="1603375"/>
          <p14:tracePt t="28086" x="5218113" y="1589088"/>
          <p14:tracePt t="28103" x="5181600" y="1574800"/>
          <p14:tracePt t="28119" x="5138738" y="1574800"/>
          <p14:tracePt t="28136" x="5130800" y="1574800"/>
          <p14:tracePt t="28153" x="5116513" y="1574800"/>
          <p14:tracePt t="28170" x="5087938" y="1574800"/>
          <p14:tracePt t="28186" x="5065713" y="1574800"/>
          <p14:tracePt t="28204" x="5043488" y="1582738"/>
          <p14:tracePt t="28219" x="5029200" y="1582738"/>
          <p14:tracePt t="28238" x="5000625" y="1597025"/>
          <p14:tracePt t="28253" x="4978400" y="1617663"/>
          <p14:tracePt t="28270" x="4913313" y="1684338"/>
          <p14:tracePt t="28286" x="4899025" y="1704975"/>
          <p14:tracePt t="28303" x="4854575" y="1763713"/>
          <p14:tracePt t="28319" x="4833938" y="1814513"/>
          <p14:tracePt t="28337" x="4818063" y="1851025"/>
          <p14:tracePt t="28353" x="4797425" y="1893888"/>
          <p14:tracePt t="28369" x="4783138" y="1952625"/>
          <p14:tracePt t="28387" x="4760913" y="1995488"/>
          <p14:tracePt t="28403" x="4738688" y="2046288"/>
          <p14:tracePt t="28422" x="4710113" y="2105025"/>
          <p14:tracePt t="28436" x="4695825" y="2170113"/>
          <p14:tracePt t="28440" x="4695825" y="2220913"/>
          <p14:tracePt t="28453" x="4687888" y="2263775"/>
          <p14:tracePt t="28470" x="4673600" y="2373313"/>
          <p14:tracePt t="28486" x="4673600" y="2452688"/>
          <p14:tracePt t="28503" x="4673600" y="2525713"/>
          <p14:tracePt t="28519" x="4673600" y="2633663"/>
          <p14:tracePt t="28536" x="4687888" y="2728913"/>
          <p14:tracePt t="28553" x="4710113" y="2808288"/>
          <p14:tracePt t="28570" x="4732338" y="2844800"/>
          <p14:tracePt t="28586" x="4752975" y="2903538"/>
          <p14:tracePt t="28603" x="4775200" y="2946400"/>
          <p14:tracePt t="28620" x="4818063" y="3033713"/>
          <p14:tracePt t="28636" x="4876800" y="3113088"/>
          <p14:tracePt t="28655" x="4941888" y="3171825"/>
          <p14:tracePt t="28670" x="4949825" y="3178175"/>
          <p14:tracePt t="28687" x="4992688" y="3200400"/>
          <p14:tracePt t="28703" x="5029200" y="3208338"/>
          <p14:tracePt t="28720" x="5102225" y="3222625"/>
          <p14:tracePt t="28736" x="5181600" y="3222625"/>
          <p14:tracePt t="28754" x="5240338" y="3222625"/>
          <p14:tracePt t="28770" x="5268913" y="3222625"/>
          <p14:tracePt t="28786" x="5297488" y="3186113"/>
          <p14:tracePt t="28803" x="5311775" y="3113088"/>
          <p14:tracePt t="28820" x="5334000" y="3025775"/>
          <p14:tracePt t="28836" x="5348288" y="2960688"/>
          <p14:tracePt t="28853" x="5376863" y="2852738"/>
          <p14:tracePt t="28870" x="5384800" y="2771775"/>
          <p14:tracePt t="28887" x="5399088" y="2633663"/>
          <p14:tracePt t="28903" x="5399088" y="2532063"/>
          <p14:tracePt t="28920" x="5399088" y="2401888"/>
          <p14:tracePt t="28937" x="5399088" y="2293938"/>
          <p14:tracePt t="28953" x="5399088" y="2227263"/>
          <p14:tracePt t="28970" x="5399088" y="2176463"/>
          <p14:tracePt t="28986" x="5392738" y="2125663"/>
          <p14:tracePt t="29003" x="5392738" y="2082800"/>
          <p14:tracePt t="29020" x="5376863" y="2046288"/>
          <p14:tracePt t="29036" x="5356225" y="1989138"/>
          <p14:tracePt t="29053" x="5334000" y="1958975"/>
          <p14:tracePt t="29070" x="5305425" y="1916113"/>
          <p14:tracePt t="29086" x="5275263" y="1901825"/>
          <p14:tracePt t="29103" x="5246688" y="1887538"/>
          <p14:tracePt t="29120" x="5203825" y="1879600"/>
          <p14:tracePt t="29136" x="5159375" y="1879600"/>
          <p14:tracePt t="29153" x="5122863" y="1879600"/>
          <p14:tracePt t="29170" x="5102225" y="1879600"/>
          <p14:tracePt t="29186" x="5072063" y="1887538"/>
          <p14:tracePt t="29203" x="5051425" y="1893888"/>
          <p14:tracePt t="29220" x="5043488" y="1908175"/>
          <p14:tracePt t="41275" x="5051425" y="1908175"/>
          <p14:tracePt t="41283" x="5116513" y="1893888"/>
          <p14:tracePt t="41292" x="5195888" y="1857375"/>
          <p14:tracePt t="41308" x="5413375" y="1763713"/>
          <p14:tracePt t="41324" x="5595938" y="1676400"/>
          <p14:tracePt t="41341" x="5740400" y="1597025"/>
          <p14:tracePt t="41357" x="5827713" y="1538288"/>
          <p14:tracePt t="41373" x="5929313" y="1501775"/>
          <p14:tracePt t="41391" x="6067425" y="1422400"/>
          <p14:tracePt t="41407" x="6146800" y="1379538"/>
          <p14:tracePt t="41427" x="6205538" y="1335088"/>
          <p14:tracePt t="41441" x="6234113" y="1320800"/>
          <p14:tracePt t="41447" x="6248400" y="1298575"/>
          <p14:tracePt t="41457" x="6262688" y="1292225"/>
          <p14:tracePt t="41474" x="6321425" y="1241425"/>
          <p14:tracePt t="41490" x="6429375" y="1176338"/>
          <p14:tracePt t="41507" x="6545263" y="1109663"/>
          <p14:tracePt t="41524" x="6632575" y="1052513"/>
          <p14:tracePt t="41541" x="6719888" y="1008063"/>
          <p14:tracePt t="41559" x="6880225" y="950913"/>
          <p14:tracePt t="41577" x="7038975" y="942975"/>
          <p14:tracePt t="41591" x="7256463" y="942975"/>
          <p14:tracePt t="41610" x="7540625" y="942975"/>
          <p14:tracePt t="41624" x="7837488" y="942975"/>
          <p14:tracePt t="41640" x="8170863" y="942975"/>
          <p14:tracePt t="41657" x="8548688" y="885825"/>
          <p14:tracePt t="41673" x="8861425" y="863600"/>
          <p14:tracePt t="41690" x="9158288" y="863600"/>
          <p14:tracePt t="41707" x="9347200" y="863600"/>
          <p14:tracePt t="41723" x="9499600" y="863600"/>
          <p14:tracePt t="41740" x="9674225" y="863600"/>
          <p14:tracePt t="41757" x="9826625" y="863600"/>
          <p14:tracePt t="41773" x="10015538" y="863600"/>
          <p14:tracePt t="41790" x="10253663" y="863600"/>
          <p14:tracePt t="41807" x="10355263" y="877888"/>
          <p14:tracePt t="41823" x="10391775" y="877888"/>
          <p14:tracePt t="41840" x="10406063" y="877888"/>
          <p14:tracePt t="41874" x="10428288" y="885825"/>
          <p14:tracePt t="41890" x="10456863" y="892175"/>
          <p14:tracePt t="41907" x="10501313" y="892175"/>
          <p14:tracePt t="41925" x="10537825" y="892175"/>
          <p14:tracePt t="41940" x="10580688" y="892175"/>
          <p14:tracePt t="41942" x="10609263" y="892175"/>
          <p14:tracePt t="41957" x="10639425" y="906463"/>
          <p14:tracePt t="41973" x="10645775" y="906463"/>
          <p14:tracePt t="42079" x="10631488" y="906463"/>
          <p14:tracePt t="42087" x="10617200" y="906463"/>
          <p14:tracePt t="42095" x="10594975" y="906463"/>
          <p14:tracePt t="42107" x="10566400" y="906463"/>
          <p14:tracePt t="42123" x="10501313" y="906463"/>
          <p14:tracePt t="42140" x="10436225" y="906463"/>
          <p14:tracePt t="42157" x="10399713" y="906463"/>
          <p14:tracePt t="42174" x="10385425" y="906463"/>
          <p14:tracePt t="42190" x="10371138" y="906463"/>
          <p14:tracePt t="44110" x="10363200" y="906463"/>
          <p14:tracePt t="44121" x="10334625" y="922338"/>
          <p14:tracePt t="44132" x="10269538" y="957263"/>
          <p14:tracePt t="44146" x="10202863" y="993775"/>
          <p14:tracePt t="44159" x="10086975" y="1058863"/>
          <p14:tracePt t="44175" x="9956800" y="1139825"/>
          <p14:tracePt t="44191" x="9790113" y="1227138"/>
          <p14:tracePt t="44209" x="9572625" y="1328738"/>
          <p14:tracePt t="44226" x="9282113" y="1465263"/>
          <p14:tracePt t="44241" x="9064625" y="1552575"/>
          <p14:tracePt t="44258" x="8912225" y="1611313"/>
          <p14:tracePt t="44275" x="8824913" y="1633538"/>
          <p14:tracePt t="44291" x="8737600" y="1647825"/>
          <p14:tracePt t="44307" x="8650288" y="1647825"/>
          <p14:tracePt t="44325" x="8548688" y="1668463"/>
          <p14:tracePt t="44341" x="8475663" y="1668463"/>
          <p14:tracePt t="44343" x="8455025" y="1668463"/>
          <p14:tracePt t="44360" x="8410575" y="1668463"/>
          <p14:tracePt t="44375" x="8359775" y="1668463"/>
          <p14:tracePt t="44391" x="8294688" y="1668463"/>
          <p14:tracePt t="44408" x="8207375" y="1668463"/>
          <p14:tracePt t="44426" x="8150225" y="1668463"/>
          <p14:tracePt t="44441" x="8105775" y="1668463"/>
          <p14:tracePt t="44448" x="8077200" y="1668463"/>
          <p14:tracePt t="44459" x="8026400" y="1668463"/>
          <p14:tracePt t="44475" x="7910513" y="1668463"/>
          <p14:tracePt t="44492" x="7743825" y="1676400"/>
          <p14:tracePt t="44508" x="7605713" y="1704975"/>
          <p14:tracePt t="44527" x="7467600" y="1719263"/>
          <p14:tracePt t="44542" x="7445375" y="1719263"/>
          <p14:tracePt t="44559" x="7366000" y="1719263"/>
          <p14:tracePt t="44576" x="7278688" y="1719263"/>
          <p14:tracePt t="44592" x="7177088" y="1690688"/>
          <p14:tracePt t="44608" x="7083425" y="1662113"/>
          <p14:tracePt t="44624" x="6973888" y="1633538"/>
          <p14:tracePt t="44642" x="6829425" y="1617663"/>
          <p14:tracePt t="44658" x="6691313" y="1611313"/>
          <p14:tracePt t="44674" x="6581775" y="1611313"/>
          <p14:tracePt t="44691" x="6465888" y="1611313"/>
          <p14:tracePt t="44708" x="6386513" y="1611313"/>
          <p14:tracePt t="44725" x="6321425" y="1611313"/>
          <p14:tracePt t="44741" x="6205538" y="1611313"/>
          <p14:tracePt t="44758" x="6037263" y="1611313"/>
          <p14:tracePt t="44775" x="5805488" y="1611313"/>
          <p14:tracePt t="44791" x="5661025" y="1611313"/>
          <p14:tracePt t="44809" x="5529263" y="1611313"/>
          <p14:tracePt t="44826" x="5376863" y="1597025"/>
          <p14:tracePt t="44841" x="5224463" y="1597025"/>
          <p14:tracePt t="44858" x="5130800" y="1597025"/>
          <p14:tracePt t="44874" x="5065713" y="1597025"/>
          <p14:tracePt t="44891" x="5006975" y="1617663"/>
          <p14:tracePt t="44908" x="4949825" y="1625600"/>
          <p14:tracePt t="44925" x="4862513" y="1633538"/>
          <p14:tracePt t="44941" x="4760913" y="1654175"/>
          <p14:tracePt t="44944" x="4716463" y="1662113"/>
          <p14:tracePt t="44958" x="4665663" y="1676400"/>
          <p14:tracePt t="44974" x="4549775" y="1741488"/>
          <p14:tracePt t="44991" x="4470400" y="1792288"/>
          <p14:tracePt t="45008" x="4419600" y="1843088"/>
          <p14:tracePt t="45025" x="4376738" y="1893888"/>
          <p14:tracePt t="45041" x="4346575" y="1952625"/>
          <p14:tracePt t="45058" x="4332288" y="2024063"/>
          <p14:tracePt t="45075" x="4310063" y="2105025"/>
          <p14:tracePt t="45091" x="4289425" y="2162175"/>
          <p14:tracePt t="45108" x="4275138" y="2206625"/>
          <p14:tracePt t="45125" x="4275138" y="2227263"/>
          <p14:tracePt t="45141" x="4275138" y="2235200"/>
          <p14:tracePt t="45158" x="4259263" y="2263775"/>
          <p14:tracePt t="45175" x="4259263" y="2308225"/>
          <p14:tracePt t="45191" x="4259263" y="2336800"/>
          <p14:tracePt t="45208" x="4259263" y="2359025"/>
          <p14:tracePt t="45225" x="4259263" y="2395538"/>
          <p14:tracePt t="45241" x="4267200" y="2446338"/>
          <p14:tracePt t="45258" x="4289425" y="2497138"/>
          <p14:tracePt t="45275" x="4354513" y="2554288"/>
          <p14:tracePt t="45291" x="4433888" y="2613025"/>
          <p14:tracePt t="45308" x="4498975" y="2649538"/>
          <p14:tracePt t="45326" x="4586288" y="2692400"/>
          <p14:tracePt t="45341" x="4622800" y="2692400"/>
          <p14:tracePt t="45358" x="4783138" y="2751138"/>
          <p14:tracePt t="45375" x="4941888" y="2771775"/>
          <p14:tracePt t="45391" x="5087938" y="2794000"/>
          <p14:tracePt t="45408" x="5203825" y="2794000"/>
          <p14:tracePt t="45425" x="5291138" y="2794000"/>
          <p14:tracePt t="45441" x="5392738" y="2794000"/>
          <p14:tracePt t="45458" x="5464175" y="2786063"/>
          <p14:tracePt t="45475" x="5545138" y="2757488"/>
          <p14:tracePt t="45491" x="5610225" y="2720975"/>
          <p14:tracePt t="45508" x="5646738" y="2684463"/>
          <p14:tracePt t="45525" x="5681663" y="2627313"/>
          <p14:tracePt t="45542" x="5718175" y="2547938"/>
          <p14:tracePt t="45558" x="5726113" y="2517775"/>
          <p14:tracePt t="45576" x="5740400" y="2409825"/>
          <p14:tracePt t="45591" x="5740400" y="2314575"/>
          <p14:tracePt t="45608" x="5740400" y="2227263"/>
          <p14:tracePt t="45625" x="5740400" y="2162175"/>
          <p14:tracePt t="45642" x="5726113" y="2119313"/>
          <p14:tracePt t="45658" x="5711825" y="2074863"/>
          <p14:tracePt t="45675" x="5675313" y="2032000"/>
          <p14:tracePt t="45691" x="5630863" y="1981200"/>
          <p14:tracePt t="45708" x="5565775" y="1930400"/>
          <p14:tracePt t="45725" x="5551488" y="1916113"/>
          <p14:tracePt t="45742" x="5514975" y="1901825"/>
          <p14:tracePt t="45758" x="5494338" y="1893888"/>
          <p14:tracePt t="45775" x="5464175" y="1879600"/>
          <p14:tracePt t="45791" x="5435600" y="1879600"/>
          <p14:tracePt t="45808" x="5392738" y="1865313"/>
          <p14:tracePt t="45826" x="5341938" y="1851025"/>
          <p14:tracePt t="45841" x="5291138" y="1851025"/>
          <p14:tracePt t="45858" x="5268913" y="1851025"/>
          <p14:tracePt t="45875" x="5240338" y="1843088"/>
          <p14:tracePt t="45891" x="5195888" y="1843088"/>
          <p14:tracePt t="45908" x="5181600" y="1843088"/>
          <p14:tracePt t="45925" x="5159375" y="1843088"/>
          <p14:tracePt t="45942" x="5145088" y="1843088"/>
          <p14:tracePt t="45958" x="5094288" y="1851025"/>
          <p14:tracePt t="45975" x="5043488" y="1857375"/>
          <p14:tracePt t="45991" x="5000625" y="1879600"/>
          <p14:tracePt t="46008" x="4941888" y="1930400"/>
          <p14:tracePt t="46025" x="4884738" y="1989138"/>
          <p14:tracePt t="46042" x="4826000" y="2074863"/>
          <p14:tracePt t="46058" x="4775200" y="2155825"/>
          <p14:tracePt t="46077" x="4738688" y="2220913"/>
          <p14:tracePt t="46091" x="4724400" y="2278063"/>
          <p14:tracePt t="46108" x="4710113" y="2336800"/>
          <p14:tracePt t="46125" x="4702175" y="2416175"/>
          <p14:tracePt t="46142" x="4702175" y="2517775"/>
          <p14:tracePt t="46158" x="4702175" y="2613025"/>
          <p14:tracePt t="46175" x="4702175" y="2663825"/>
          <p14:tracePt t="46191" x="4702175" y="2692400"/>
          <p14:tracePt t="46208" x="4702175" y="2751138"/>
          <p14:tracePt t="46225" x="4724400" y="2822575"/>
          <p14:tracePt t="46241" x="4767263" y="2895600"/>
          <p14:tracePt t="46258" x="4783138" y="2938463"/>
          <p14:tracePt t="46275" x="4811713" y="2974975"/>
          <p14:tracePt t="46292" x="4818063" y="2982913"/>
          <p14:tracePt t="46308" x="4833938" y="2997200"/>
          <p14:tracePt t="46326" x="4862513" y="3019425"/>
          <p14:tracePt t="46342" x="4905375" y="3076575"/>
          <p14:tracePt t="46358" x="4935538" y="3098800"/>
          <p14:tracePt t="46375" x="4964113" y="3121025"/>
          <p14:tracePt t="46392" x="4978400" y="3121025"/>
          <p14:tracePt t="46408" x="4992688" y="3127375"/>
          <p14:tracePt t="46425" x="5000625" y="3135313"/>
          <p14:tracePt t="46442" x="5014913" y="3141663"/>
          <p14:tracePt t="46458" x="5057775" y="3141663"/>
          <p14:tracePt t="46475" x="5087938" y="3141663"/>
          <p14:tracePt t="46492" x="5102225" y="3141663"/>
          <p14:tracePt t="46508" x="5116513" y="3141663"/>
          <p14:tracePt t="46525" x="5130800" y="3141663"/>
          <p14:tracePt t="46542" x="5153025" y="3141663"/>
          <p14:tracePt t="46559" x="5189538" y="3141663"/>
          <p14:tracePt t="46575" x="5203825" y="3141663"/>
          <p14:tracePt t="46592" x="5218113" y="3141663"/>
          <p14:tracePt t="66387" x="5246688" y="3141663"/>
          <p14:tracePt t="66395" x="5356225" y="3121025"/>
          <p14:tracePt t="66404" x="5457825" y="3113088"/>
          <p14:tracePt t="66416" x="5559425" y="3113088"/>
          <p14:tracePt t="66432" x="5616575" y="3098800"/>
          <p14:tracePt t="66448" x="5726113" y="3084513"/>
          <p14:tracePt t="66457" x="5813425" y="3076575"/>
          <p14:tracePt t="66468" x="5915025" y="3055938"/>
          <p14:tracePt t="66484" x="6146800" y="3019425"/>
          <p14:tracePt t="66499" x="6480175" y="2974975"/>
          <p14:tracePt t="66516" x="6778625" y="2938463"/>
          <p14:tracePt t="66531" x="7018338" y="2909888"/>
          <p14:tracePt t="66549" x="7256463" y="2895600"/>
          <p14:tracePt t="66565" x="7481888" y="2895600"/>
          <p14:tracePt t="66581" x="7693025" y="2895600"/>
          <p14:tracePt t="66598" x="7888288" y="2859088"/>
          <p14:tracePt t="66615" x="8156575" y="2822575"/>
          <p14:tracePt t="66632" x="8302625" y="2794000"/>
          <p14:tracePt t="66648" x="8396288" y="2794000"/>
          <p14:tracePt t="66666" x="8475663" y="2779713"/>
          <p14:tracePt t="66682" x="8585200" y="2765425"/>
          <p14:tracePt t="66698" x="8694738" y="2751138"/>
          <p14:tracePt t="66716" x="8796338" y="2728913"/>
          <p14:tracePt t="66732" x="8867775" y="2706688"/>
          <p14:tracePt t="66748" x="8932863" y="2670175"/>
          <p14:tracePt t="66767" x="8999538" y="2649538"/>
          <p14:tracePt t="66782" x="9056688" y="2627313"/>
          <p14:tracePt t="66798" x="9121775" y="2619375"/>
          <p14:tracePt t="66815" x="9324975" y="2605088"/>
          <p14:tracePt t="66832" x="9471025" y="2605088"/>
          <p14:tracePt t="66848" x="9578975" y="2605088"/>
          <p14:tracePt t="66865" x="9694863" y="2649538"/>
          <p14:tracePt t="66882" x="9883775" y="2873375"/>
          <p14:tracePt t="66898" x="10050463" y="3214688"/>
          <p14:tracePt t="66916" x="10131425" y="3425825"/>
          <p14:tracePt t="66932" x="10160000" y="3533775"/>
          <p14:tracePt t="66948" x="10188575" y="3598863"/>
          <p14:tracePt t="66954" x="10202863" y="3643313"/>
          <p14:tracePt t="66965" x="10225088" y="3679825"/>
          <p14:tracePt t="66982" x="10283825" y="3787775"/>
          <p14:tracePt t="66998" x="10326688" y="3860800"/>
          <p14:tracePt t="67015" x="10363200" y="3911600"/>
          <p14:tracePt t="67032" x="10399713" y="3948113"/>
          <p14:tracePt t="67048" x="10450513" y="3984625"/>
          <p14:tracePt t="67065" x="10493375" y="4013200"/>
          <p14:tracePt t="67082" x="10523538" y="4041775"/>
          <p14:tracePt t="67098" x="10594975" y="4092575"/>
          <p14:tracePt t="67115" x="10625138" y="4122738"/>
          <p14:tracePt t="67132" x="10653713" y="4151313"/>
          <p14:tracePt t="67148" x="10668000" y="4157663"/>
          <p14:tracePt t="67167" x="10675938" y="4165600"/>
          <p14:tracePt t="67182" x="10682288" y="4173538"/>
          <p14:tracePt t="67200" x="10690225" y="4173538"/>
          <p14:tracePt t="67215" x="10704513" y="4173538"/>
          <p14:tracePt t="67234" x="10733088" y="4173538"/>
          <p14:tracePt t="67248" x="10741025" y="4173538"/>
          <p14:tracePt t="67266" x="10755313" y="4173538"/>
          <p14:tracePt t="67518" x="10783888" y="4173538"/>
          <p14:tracePt t="67553" x="10791825" y="4157663"/>
          <p14:tracePt t="67564" x="10791825" y="4137025"/>
          <p14:tracePt t="67572" x="10791825" y="4129088"/>
          <p14:tracePt t="67584" x="10806113" y="4078288"/>
          <p14:tracePt t="67600" x="10820400" y="4041775"/>
          <p14:tracePt t="67616" x="10856913" y="3976688"/>
          <p14:tracePt t="67632" x="10885488" y="3919538"/>
          <p14:tracePt t="67649" x="10950575" y="3838575"/>
          <p14:tracePt t="67666" x="10995025" y="3773488"/>
          <p14:tracePt t="67682" x="11037888" y="3736975"/>
          <p14:tracePt t="67699" x="11052175" y="3722688"/>
          <p14:tracePt t="67717" x="11066463" y="3708400"/>
          <p14:tracePt t="67735" x="11102975" y="3694113"/>
          <p14:tracePt t="67749" x="11117263" y="3694113"/>
          <p14:tracePt t="67768" x="11176000" y="3679825"/>
          <p14:tracePt t="67782" x="11190288" y="3679825"/>
          <p14:tracePt t="67798" x="11255375" y="3679825"/>
          <p14:tracePt t="67815" x="11299825" y="3679825"/>
          <p14:tracePt t="67831" x="11328400" y="3679825"/>
          <p14:tracePt t="67848" x="11350625" y="3679825"/>
          <p14:tracePt t="67865" x="11379200" y="3679825"/>
          <p14:tracePt t="67898" x="11393488" y="3679825"/>
          <p14:tracePt t="67915" x="11401425" y="3679825"/>
          <p14:tracePt t="67932" x="11407775" y="3686175"/>
          <p14:tracePt t="67941" x="11407775" y="3694113"/>
          <p14:tracePt t="67950" x="11407775" y="3700463"/>
          <p14:tracePt t="67967" x="11422063" y="3730625"/>
          <p14:tracePt t="67984" x="11422063" y="3736975"/>
          <p14:tracePt t="67999" x="11430000" y="3751263"/>
          <p14:tracePt t="68110" x="11430000" y="3759200"/>
          <p14:tracePt t="68147" x="11430000" y="3773488"/>
          <p14:tracePt t="68157" x="11422063" y="3781425"/>
          <p14:tracePt t="68173" x="11415713" y="3781425"/>
          <p14:tracePt t="68189" x="11401425" y="3781425"/>
          <p14:tracePt t="68204" x="11393488" y="3787775"/>
          <p14:tracePt t="68226" x="11387138" y="3795713"/>
          <p14:tracePt t="68239" x="11371263" y="3802063"/>
          <p14:tracePt t="68250" x="11364913" y="3802063"/>
          <p14:tracePt t="68266" x="11336338" y="3810000"/>
          <p14:tracePt t="68282" x="11314113" y="3810000"/>
          <p14:tracePt t="68299" x="11285538" y="3824288"/>
          <p14:tracePt t="68316" x="11269663" y="3832225"/>
          <p14:tracePt t="68332" x="11255375" y="3838575"/>
          <p14:tracePt t="68349" x="11241088" y="3838575"/>
          <p14:tracePt t="68366" x="11234738" y="3846513"/>
          <p14:tracePt t="68383" x="11226800" y="3846513"/>
          <p14:tracePt t="68399" x="11212513" y="3846513"/>
          <p14:tracePt t="68416" x="11198225" y="3846513"/>
          <p14:tracePt t="68432" x="11190288" y="3846513"/>
          <p14:tracePt t="68450" x="11168063" y="3846513"/>
          <p14:tracePt t="68466" x="11147425" y="3846513"/>
          <p14:tracePt t="68485" x="11125200" y="3838575"/>
          <p14:tracePt t="68500" x="11102975" y="3838575"/>
          <p14:tracePt t="68516" x="11074400" y="3824288"/>
          <p14:tracePt t="68533" x="11066463" y="3824288"/>
          <p14:tracePt t="68549" x="11052175" y="3824288"/>
          <p14:tracePt t="68567" x="11045825" y="3824288"/>
          <p14:tracePt t="68599" x="11045825" y="3817938"/>
          <p14:tracePt t="68615" x="11037888" y="3817938"/>
          <p14:tracePt t="68633" x="11023600" y="3810000"/>
          <p14:tracePt t="68649" x="11015663" y="3802063"/>
          <p14:tracePt t="68667" x="11009313" y="3802063"/>
          <p14:tracePt t="68698" x="11001375" y="3802063"/>
          <p14:tracePt t="68762" x="10995025" y="3795713"/>
          <p14:tracePt t="68891" x="10987088" y="3795713"/>
          <p14:tracePt t="68923" x="10980738" y="3787775"/>
          <p14:tracePt t="74746" x="10972800" y="3787775"/>
          <p14:tracePt t="74757" x="10893425" y="3787775"/>
          <p14:tracePt t="74769" x="10653713" y="3787775"/>
          <p14:tracePt t="74784" x="10298113" y="3787775"/>
          <p14:tracePt t="74801" x="10050463" y="3787775"/>
          <p14:tracePt t="74817" x="9898063" y="3787775"/>
          <p14:tracePt t="74834" x="9767888" y="3810000"/>
          <p14:tracePt t="74851" x="9659938" y="3817938"/>
          <p14:tracePt t="74867" x="9558338" y="3817938"/>
          <p14:tracePt t="74884" x="9448800" y="3817938"/>
          <p14:tracePt t="74901" x="9375775" y="3824288"/>
          <p14:tracePt t="74920" x="9245600" y="3846513"/>
          <p14:tracePt t="74934" x="9202738" y="3852863"/>
          <p14:tracePt t="74939" x="9151938" y="3875088"/>
          <p14:tracePt t="74951" x="9070975" y="3889375"/>
          <p14:tracePt t="74968" x="8977313" y="3911600"/>
          <p14:tracePt t="74984" x="8918575" y="3919538"/>
          <p14:tracePt t="75001" x="8853488" y="3933825"/>
          <p14:tracePt t="75017" x="8788400" y="3940175"/>
          <p14:tracePt t="75034" x="8715375" y="3954463"/>
          <p14:tracePt t="75051" x="8643938" y="3990975"/>
          <p14:tracePt t="75068" x="8562975" y="4027488"/>
          <p14:tracePt t="75084" x="8512175" y="4056063"/>
          <p14:tracePt t="75101" x="8447088" y="4100513"/>
          <p14:tracePt t="75117" x="8367713" y="4179888"/>
          <p14:tracePt t="75134" x="8272463" y="4303713"/>
          <p14:tracePt t="75136" x="8215313" y="4376738"/>
          <p14:tracePt t="75151" x="8135938" y="4478338"/>
          <p14:tracePt t="75168" x="8091488" y="4513263"/>
          <p14:tracePt t="75184" x="8062913" y="4535488"/>
          <p14:tracePt t="75201" x="8034338" y="4557713"/>
          <p14:tracePt t="75218" x="7989888" y="4600575"/>
          <p14:tracePt t="75234" x="7947025" y="4645025"/>
          <p14:tracePt t="75251" x="7916863" y="4665663"/>
          <p14:tracePt t="75268" x="7902575" y="4681538"/>
          <p14:tracePt t="75285" x="7888288" y="4681538"/>
          <p14:tracePt t="75301" x="7881938" y="4695825"/>
          <p14:tracePt t="75317" x="7874000" y="4695825"/>
          <p14:tracePt t="75337" x="7866063" y="4702175"/>
          <p14:tracePt t="75351" x="7851775" y="4702175"/>
          <p14:tracePt t="75368" x="7845425" y="4710113"/>
          <p14:tracePt t="75385" x="7837488" y="4710113"/>
          <p14:tracePt t="75700" x="7815263" y="4695825"/>
          <p14:tracePt t="75708" x="7808913" y="4673600"/>
          <p14:tracePt t="75720" x="7800975" y="4645025"/>
          <p14:tracePt t="75734" x="7800975" y="4614863"/>
          <p14:tracePt t="75751" x="7800975" y="4586288"/>
          <p14:tracePt t="75769" x="7800975" y="4564063"/>
          <p14:tracePt t="75785" x="7800975" y="4543425"/>
          <p14:tracePt t="75801" x="7800975" y="4529138"/>
          <p14:tracePt t="75818" x="7800975" y="4521200"/>
          <p14:tracePt t="75839" x="7800975" y="4513263"/>
          <p14:tracePt t="75858" x="7808913" y="4506913"/>
          <p14:tracePt t="75903" x="7808913" y="4498975"/>
          <p14:tracePt t="75920" x="7815263" y="4498975"/>
          <p14:tracePt t="75928" x="7831138" y="4506913"/>
          <p14:tracePt t="75936" x="7837488" y="4521200"/>
          <p14:tracePt t="75951" x="7859713" y="4549775"/>
          <p14:tracePt t="75967" x="7866063" y="4564063"/>
          <p14:tracePt t="75984" x="7874000" y="4594225"/>
          <p14:tracePt t="76001" x="7874000" y="4600575"/>
          <p14:tracePt t="76018" x="7874000" y="4608513"/>
          <p14:tracePt t="76120" x="7881938" y="4608513"/>
          <p14:tracePt t="76129" x="7881938" y="4594225"/>
          <p14:tracePt t="76140" x="7881938" y="4579938"/>
          <p14:tracePt t="76151" x="7874000" y="4572000"/>
          <p14:tracePt t="76168" x="7874000" y="4564063"/>
          <p14:tracePt t="76188" x="7874000" y="4557713"/>
          <p14:tracePt t="76210" x="7874000" y="4549775"/>
          <p14:tracePt t="76218" x="7874000" y="4543425"/>
          <p14:tracePt t="76234" x="7866063" y="4529138"/>
          <p14:tracePt t="76251" x="7859713" y="4513263"/>
          <p14:tracePt t="76267" x="7859713" y="4506913"/>
          <p14:tracePt t="76284" x="7859713" y="4498975"/>
          <p14:tracePt t="76406" x="7859713" y="4492625"/>
          <p14:tracePt t="76617" x="7851775" y="4492625"/>
          <p14:tracePt t="76624" x="7845425" y="4492625"/>
          <p14:tracePt t="76635" x="7831138" y="4492625"/>
          <p14:tracePt t="76651" x="7808913" y="4492625"/>
          <p14:tracePt t="76668" x="7758113" y="4492625"/>
          <p14:tracePt t="76685" x="7735888" y="4492625"/>
          <p14:tracePt t="76702" x="7713663" y="4492625"/>
          <p14:tracePt t="76719" x="7662863" y="4492625"/>
          <p14:tracePt t="76735" x="7627938" y="4492625"/>
          <p14:tracePt t="76751" x="7597775" y="4492625"/>
          <p14:tracePt t="76768" x="7554913" y="4492625"/>
          <p14:tracePt t="76785" x="7526338" y="4492625"/>
          <p14:tracePt t="76801" x="7496175" y="4492625"/>
          <p14:tracePt t="76818" x="7467600" y="4492625"/>
          <p14:tracePt t="76836" x="7424738" y="4492625"/>
          <p14:tracePt t="76851" x="7394575" y="4492625"/>
          <p14:tracePt t="76868" x="7373938" y="4492625"/>
          <p14:tracePt t="76885" x="7351713" y="4492625"/>
          <p14:tracePt t="76903" x="7315200" y="4492625"/>
          <p14:tracePt t="76921" x="7272338" y="4492625"/>
          <p14:tracePt t="76935" x="7227888" y="4492625"/>
          <p14:tracePt t="76952" x="7191375" y="4492625"/>
          <p14:tracePt t="76968" x="7154863" y="4492625"/>
          <p14:tracePt t="76984" x="7134225" y="4492625"/>
          <p14:tracePt t="77001" x="7104063" y="4492625"/>
          <p14:tracePt t="77018" x="7075488" y="4492625"/>
          <p14:tracePt t="77036" x="7053263" y="4492625"/>
          <p14:tracePt t="77052" x="7024688" y="4492625"/>
          <p14:tracePt t="77069" x="7010400" y="4492625"/>
          <p14:tracePt t="77085" x="6981825" y="4492625"/>
          <p14:tracePt t="77103" x="6908800" y="4492625"/>
          <p14:tracePt t="77118" x="6886575" y="4492625"/>
          <p14:tracePt t="77136" x="6850063" y="4484688"/>
          <p14:tracePt t="77152" x="6821488" y="4484688"/>
          <p14:tracePt t="77188" x="6807200" y="4478338"/>
          <p14:tracePt t="77204" x="6799263" y="4470400"/>
          <p14:tracePt t="77219" x="6792913" y="4462463"/>
          <p14:tracePt t="77236" x="6784975" y="4456113"/>
          <p14:tracePt t="77269" x="6778625" y="4441825"/>
          <p14:tracePt t="77287" x="6770688" y="4411663"/>
          <p14:tracePt t="77303" x="6770688" y="4376738"/>
          <p14:tracePt t="77319" x="6770688" y="4360863"/>
          <p14:tracePt t="77335" x="6770688" y="4325938"/>
          <p14:tracePt t="77352" x="6770688" y="4318000"/>
          <p14:tracePt t="77368" x="6784975" y="4295775"/>
          <p14:tracePt t="77385" x="6792913" y="4281488"/>
          <p14:tracePt t="77402" x="6807200" y="4252913"/>
          <p14:tracePt t="77419" x="6821488" y="4216400"/>
          <p14:tracePt t="77436" x="6835775" y="4202113"/>
          <p14:tracePt t="77445" x="6850063" y="4187825"/>
          <p14:tracePt t="77456" x="6900863" y="4173538"/>
          <p14:tracePt t="77468" x="6923088" y="4151313"/>
          <p14:tracePt t="77489" x="6981825" y="4129088"/>
          <p14:tracePt t="77503" x="7018338" y="4122738"/>
          <p14:tracePt t="77519" x="7024688" y="4114800"/>
          <p14:tracePt t="77537" x="7075488" y="4106863"/>
          <p14:tracePt t="77552" x="7126288" y="4100513"/>
          <p14:tracePt t="77568" x="7199313" y="4092575"/>
          <p14:tracePt t="77585" x="7278688" y="4092575"/>
          <p14:tracePt t="77602" x="7329488" y="4092575"/>
          <p14:tracePt t="77618" x="7358063" y="4092575"/>
          <p14:tracePt t="77638" x="7394575" y="4092575"/>
          <p14:tracePt t="77652" x="7431088" y="4092575"/>
          <p14:tracePt t="77669" x="7526338" y="4114800"/>
          <p14:tracePt t="77689" x="7721600" y="4179888"/>
          <p14:tracePt t="77703" x="7800975" y="4194175"/>
          <p14:tracePt t="77719" x="7831138" y="4216400"/>
          <p14:tracePt t="77739" x="7837488" y="4224338"/>
          <p14:tracePt t="77752" x="7845425" y="4230688"/>
          <p14:tracePt t="77769" x="7874000" y="4252913"/>
          <p14:tracePt t="77785" x="7910513" y="4281488"/>
          <p14:tracePt t="77802" x="7932738" y="4310063"/>
          <p14:tracePt t="77819" x="7939088" y="4318000"/>
          <p14:tracePt t="77836" x="7953375" y="4340225"/>
          <p14:tracePt t="77852" x="7953375" y="4354513"/>
          <p14:tracePt t="77869" x="7953375" y="4383088"/>
          <p14:tracePt t="77888" x="7961313" y="4411663"/>
          <p14:tracePt t="77905" x="7961313" y="4419600"/>
          <p14:tracePt t="77920" x="7961313" y="4427538"/>
          <p14:tracePt t="77938" x="7961313" y="4433888"/>
          <p14:tracePt t="77953" x="7961313" y="4456113"/>
          <p14:tracePt t="77969" x="7947025" y="4470400"/>
          <p14:tracePt t="77989" x="7924800" y="4484688"/>
          <p14:tracePt t="78002" x="7902575" y="4506913"/>
          <p14:tracePt t="78019" x="7866063" y="4506913"/>
          <p14:tracePt t="78036" x="7845425" y="4513263"/>
          <p14:tracePt t="78051" x="7808913" y="4529138"/>
          <p14:tracePt t="78068" x="7764463" y="4543425"/>
          <p14:tracePt t="78085" x="7713663" y="4557713"/>
          <p14:tracePt t="78102" x="7662863" y="4557713"/>
          <p14:tracePt t="78118" x="7634288" y="4564063"/>
          <p14:tracePt t="78136" x="7605713" y="4572000"/>
          <p14:tracePt t="78153" x="7583488" y="4572000"/>
          <p14:tracePt t="78170" x="7546975" y="4572000"/>
          <p14:tracePt t="78186" x="7510463" y="4572000"/>
          <p14:tracePt t="78203" x="7489825" y="4572000"/>
          <p14:tracePt t="78219" x="7459663" y="4572000"/>
          <p14:tracePt t="78239" x="7424738" y="4572000"/>
          <p14:tracePt t="78252" x="7402513" y="4572000"/>
          <p14:tracePt t="78269" x="7366000" y="4586288"/>
          <p14:tracePt t="78285" x="7343775" y="4586288"/>
          <p14:tracePt t="78302" x="7315200" y="4586288"/>
          <p14:tracePt t="78303" x="7307263" y="4586288"/>
          <p14:tracePt t="78318" x="7300913" y="4586288"/>
          <p14:tracePt t="78335" x="7278688" y="4586288"/>
          <p14:tracePt t="78352" x="7264400" y="4586288"/>
          <p14:tracePt t="78368" x="7227888" y="4586288"/>
          <p14:tracePt t="78386" x="7221538" y="4586288"/>
          <p14:tracePt t="78402" x="7205663" y="4586288"/>
          <p14:tracePt t="78436" x="7199313" y="4586288"/>
          <p14:tracePt t="78452" x="7177088" y="4586288"/>
          <p14:tracePt t="78468" x="7177088" y="4579938"/>
          <p14:tracePt t="78485" x="7162800" y="4572000"/>
          <p14:tracePt t="78502" x="7154863" y="4564063"/>
          <p14:tracePt t="78518" x="7126288" y="4543425"/>
          <p14:tracePt t="78535" x="7126288" y="4535488"/>
          <p14:tracePt t="78552" x="7112000" y="4529138"/>
          <p14:tracePt t="78568" x="7104063" y="4521200"/>
          <p14:tracePt t="78608" x="7104063" y="4513263"/>
          <p14:tracePt t="78624" x="7097713" y="4513263"/>
          <p14:tracePt t="79359" x="7097713" y="4506913"/>
          <p14:tracePt t="79367" x="7104063" y="4492625"/>
          <p14:tracePt t="79375" x="7112000" y="4484688"/>
          <p14:tracePt t="79386" x="7126288" y="4470400"/>
          <p14:tracePt t="79404" x="7140575" y="4470400"/>
          <p14:tracePt t="79419" x="7148513" y="4462463"/>
          <p14:tracePt t="79439" x="7185025" y="4448175"/>
          <p14:tracePt t="79447" x="7191375" y="4448175"/>
          <p14:tracePt t="79456" x="7221538" y="4441825"/>
          <p14:tracePt t="79469" x="7250113" y="4433888"/>
          <p14:tracePt t="79489" x="7431088" y="4405313"/>
          <p14:tracePt t="79502" x="7467600" y="4397375"/>
          <p14:tracePt t="79519" x="7526338" y="4383088"/>
          <p14:tracePt t="79536" x="7554913" y="4383088"/>
          <p14:tracePt t="79552" x="7583488" y="4383088"/>
          <p14:tracePt t="79569" x="7634288" y="4383088"/>
          <p14:tracePt t="79586" x="7707313" y="4383088"/>
          <p14:tracePt t="79603" x="7794625" y="4383088"/>
          <p14:tracePt t="79619" x="7851775" y="4383088"/>
          <p14:tracePt t="79636" x="7902575" y="4383088"/>
          <p14:tracePt t="79653" x="7939088" y="4383088"/>
          <p14:tracePt t="79670" x="7989888" y="4383088"/>
          <p14:tracePt t="79689" x="8091488" y="4383088"/>
          <p14:tracePt t="79703" x="8113713" y="4383088"/>
          <p14:tracePt t="79719" x="8135938" y="4391025"/>
          <p14:tracePt t="79739" x="8142288" y="4391025"/>
          <p14:tracePt t="79774" x="8142288" y="4397375"/>
          <p14:tracePt t="79793" x="8150225" y="4405313"/>
          <p14:tracePt t="79803" x="8150225" y="4411663"/>
          <p14:tracePt t="79819" x="8156575" y="4411663"/>
          <p14:tracePt t="79843" x="8164513" y="4419600"/>
          <p14:tracePt t="79899" x="8164513" y="4427538"/>
          <p14:tracePt t="79913" x="8164513" y="4441825"/>
          <p14:tracePt t="79929" x="8164513" y="4448175"/>
          <p14:tracePt t="79947" x="8164513" y="4462463"/>
          <p14:tracePt t="79959" x="8156575" y="4470400"/>
          <p14:tracePt t="79986" x="8156575" y="4478338"/>
          <p14:tracePt t="80010" x="8156575" y="4484688"/>
          <p14:tracePt t="81554" x="8170863" y="4484688"/>
          <p14:tracePt t="81564" x="8280400" y="4419600"/>
          <p14:tracePt t="81573" x="8389938" y="4332288"/>
          <p14:tracePt t="81586" x="8628063" y="4114800"/>
          <p14:tracePt t="81603" x="8897938" y="3787775"/>
          <p14:tracePt t="81620" x="9253538" y="3389313"/>
          <p14:tracePt t="81637" x="9609138" y="3076575"/>
          <p14:tracePt t="81654" x="10015538" y="2728913"/>
          <p14:tracePt t="81674" x="10507663" y="2263775"/>
          <p14:tracePt t="81688" x="10726738" y="2009775"/>
          <p14:tracePt t="81703" x="10914063" y="1763713"/>
          <p14:tracePt t="81720" x="11074400" y="1509713"/>
          <p14:tracePt t="81736" x="11183938" y="1335088"/>
          <p14:tracePt t="81753" x="11263313" y="1211263"/>
          <p14:tracePt t="81770" x="11314113" y="1125538"/>
          <p14:tracePt t="81787" x="11342688" y="1074738"/>
          <p14:tracePt t="81803" x="11379200" y="1023938"/>
          <p14:tracePt t="81820" x="11407775" y="957263"/>
          <p14:tracePt t="81836" x="11437938" y="863600"/>
          <p14:tracePt t="81853" x="11466513" y="784225"/>
          <p14:tracePt t="81871" x="11480800" y="725488"/>
          <p14:tracePt t="81889" x="11503025" y="682625"/>
          <p14:tracePt t="81903" x="11545888" y="609600"/>
          <p14:tracePt t="81922" x="11568113" y="558800"/>
          <p14:tracePt t="81938" x="11590338" y="530225"/>
          <p14:tracePt t="82034" x="11590338" y="522288"/>
          <p14:tracePt t="82048" x="11568113" y="530225"/>
          <p14:tracePt t="82063" x="11553825" y="544513"/>
          <p14:tracePt t="82072" x="11545888" y="550863"/>
          <p14:tracePt t="82087" x="11517313" y="581025"/>
          <p14:tracePt t="82103" x="11488738" y="631825"/>
          <p14:tracePt t="82120" x="11472863" y="660400"/>
          <p14:tracePt t="82136" x="11458575" y="688975"/>
          <p14:tracePt t="82153" x="11452225" y="703263"/>
          <p14:tracePt t="82171" x="11430000" y="719138"/>
          <p14:tracePt t="82186" x="11422063" y="719138"/>
          <p14:tracePt t="82203" x="11407775" y="733425"/>
          <p14:tracePt t="82220" x="11407775" y="739775"/>
          <p14:tracePt t="82237" x="11407775" y="747713"/>
          <p14:tracePt t="82253" x="11407775" y="754063"/>
          <p14:tracePt t="82297" x="11407775" y="762000"/>
          <p14:tracePt t="82312" x="11407775" y="776288"/>
          <p14:tracePt t="82320" x="11407775" y="784225"/>
          <p14:tracePt t="82336" x="11407775" y="804863"/>
          <p14:tracePt t="82353" x="11407775" y="827088"/>
          <p14:tracePt t="82370" x="11407775" y="841375"/>
          <p14:tracePt t="89239" x="11401425" y="835025"/>
          <p14:tracePt t="89249" x="11387138" y="820738"/>
          <p14:tracePt t="89258" x="11379200" y="798513"/>
          <p14:tracePt t="89273" x="11342688" y="739775"/>
          <p14:tracePt t="89289" x="11306175" y="674688"/>
          <p14:tracePt t="89306" x="11306175" y="536575"/>
          <p14:tracePt t="89325" x="11328400" y="333375"/>
          <p14:tracePt t="89722" x="10066338" y="14288"/>
          <p14:tracePt t="89735" x="9971088" y="65088"/>
          <p14:tracePt t="89748" x="9928225" y="87313"/>
          <p14:tracePt t="89757" x="9898063" y="101600"/>
          <p14:tracePt t="89774" x="9826625" y="144463"/>
          <p14:tracePt t="89789" x="9753600" y="188913"/>
          <p14:tracePt t="89809" x="9680575" y="211138"/>
          <p14:tracePt t="89823" x="9659938" y="211138"/>
          <p14:tracePt t="89839" x="9558338" y="217488"/>
          <p14:tracePt t="89858" x="9434513" y="231775"/>
          <p14:tracePt t="89872" x="9259888" y="268288"/>
          <p14:tracePt t="89889" x="9101138" y="296863"/>
          <p14:tracePt t="89905" x="8955088" y="347663"/>
          <p14:tracePt t="89922" x="8816975" y="406400"/>
          <p14:tracePt t="89938" x="8715375" y="449263"/>
          <p14:tracePt t="89955" x="8599488" y="500063"/>
          <p14:tracePt t="89972" x="8505825" y="536575"/>
          <p14:tracePt t="89988" x="8410575" y="573088"/>
          <p14:tracePt t="90005" x="8339138" y="587375"/>
          <p14:tracePt t="90022" x="8272463" y="609600"/>
          <p14:tracePt t="90039" x="8178800" y="660400"/>
          <p14:tracePt t="90056" x="8120063" y="668338"/>
          <p14:tracePt t="90072" x="8091488" y="682625"/>
          <p14:tracePt t="90089" x="8085138" y="688975"/>
          <p14:tracePt t="90152" x="8085138" y="696913"/>
          <p14:tracePt t="90159" x="8077200" y="696913"/>
          <p14:tracePt t="90175" x="8077200" y="703263"/>
        </p14:tracePtLst>
      </p14:laserTrace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19B51A1E-902D-48AF-9020-955120F399B6}" type="slidenum">
              <a:rPr lang="en-ZA" smtClean="0"/>
              <a:pPr/>
              <a:t>16</a:t>
            </a:fld>
            <a:endParaRPr lang="en-ZA" dirty="0"/>
          </a:p>
        </p:txBody>
      </p:sp>
      <p:sp>
        <p:nvSpPr>
          <p:cNvPr id="5" name="Title 1">
            <a:extLst>
              <a:ext uri="{FF2B5EF4-FFF2-40B4-BE49-F238E27FC236}">
                <a16:creationId xmlns:a16="http://schemas.microsoft.com/office/drawing/2014/main" id="{19304E83-A4F0-49C5-BB01-F5773509A2B3}"/>
              </a:ext>
            </a:extLst>
          </p:cNvPr>
          <p:cNvSpPr txBox="1">
            <a:spLocks/>
          </p:cNvSpPr>
          <p:nvPr/>
        </p:nvSpPr>
        <p:spPr>
          <a:xfrm>
            <a:off x="432000" y="246743"/>
            <a:ext cx="7463771" cy="617257"/>
          </a:xfrm>
          <a:prstGeom prst="rect">
            <a:avLst/>
          </a:prstGeom>
        </p:spPr>
        <p:txBody>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r>
              <a:rPr lang="en-ZA" dirty="0" smtClean="0"/>
              <a:t>Steps to Find Match Pair</a:t>
            </a:r>
            <a:endParaRPr lang="en-ZA" dirty="0"/>
          </a:p>
        </p:txBody>
      </p:sp>
      <p:sp>
        <p:nvSpPr>
          <p:cNvPr id="6" name="Rectangle 5"/>
          <p:cNvSpPr/>
          <p:nvPr/>
        </p:nvSpPr>
        <p:spPr>
          <a:xfrm>
            <a:off x="432000" y="990053"/>
            <a:ext cx="8174972" cy="369332"/>
          </a:xfrm>
          <a:prstGeom prst="rect">
            <a:avLst/>
          </a:prstGeom>
        </p:spPr>
        <p:txBody>
          <a:bodyPr wrap="square">
            <a:spAutoFit/>
          </a:bodyPr>
          <a:lstStyle/>
          <a:p>
            <a:r>
              <a:rPr lang="en-GB" dirty="0" smtClean="0"/>
              <a:t>The matched pair company</a:t>
            </a:r>
            <a:endParaRPr lang="en-GB" dirty="0"/>
          </a:p>
        </p:txBody>
      </p:sp>
      <p:graphicFrame>
        <p:nvGraphicFramePr>
          <p:cNvPr id="7" name="Table 6"/>
          <p:cNvGraphicFramePr>
            <a:graphicFrameLocks noGrp="1"/>
          </p:cNvGraphicFramePr>
          <p:nvPr>
            <p:extLst>
              <p:ext uri="{D42A27DB-BD31-4B8C-83A1-F6EECF244321}">
                <p14:modId xmlns:p14="http://schemas.microsoft.com/office/powerpoint/2010/main" val="3591745327"/>
              </p:ext>
            </p:extLst>
          </p:nvPr>
        </p:nvGraphicFramePr>
        <p:xfrm>
          <a:off x="765627" y="1485438"/>
          <a:ext cx="9046029" cy="1112520"/>
        </p:xfrm>
        <a:graphic>
          <a:graphicData uri="http://schemas.openxmlformats.org/drawingml/2006/table">
            <a:tbl>
              <a:tblPr firstRow="1" bandRow="1">
                <a:tableStyleId>{6E25E649-3F16-4E02-A733-19D2CDBF48F0}</a:tableStyleId>
              </a:tblPr>
              <a:tblGrid>
                <a:gridCol w="1877859">
                  <a:extLst>
                    <a:ext uri="{9D8B030D-6E8A-4147-A177-3AD203B41FA5}">
                      <a16:colId xmlns:a16="http://schemas.microsoft.com/office/drawing/2014/main" val="1105208508"/>
                    </a:ext>
                  </a:extLst>
                </a:gridCol>
                <a:gridCol w="3597072">
                  <a:extLst>
                    <a:ext uri="{9D8B030D-6E8A-4147-A177-3AD203B41FA5}">
                      <a16:colId xmlns:a16="http://schemas.microsoft.com/office/drawing/2014/main" val="3028039319"/>
                    </a:ext>
                  </a:extLst>
                </a:gridCol>
                <a:gridCol w="1352044">
                  <a:extLst>
                    <a:ext uri="{9D8B030D-6E8A-4147-A177-3AD203B41FA5}">
                      <a16:colId xmlns:a16="http://schemas.microsoft.com/office/drawing/2014/main" val="357488330"/>
                    </a:ext>
                  </a:extLst>
                </a:gridCol>
                <a:gridCol w="979872">
                  <a:extLst>
                    <a:ext uri="{9D8B030D-6E8A-4147-A177-3AD203B41FA5}">
                      <a16:colId xmlns:a16="http://schemas.microsoft.com/office/drawing/2014/main" val="228538684"/>
                    </a:ext>
                  </a:extLst>
                </a:gridCol>
                <a:gridCol w="1239182">
                  <a:extLst>
                    <a:ext uri="{9D8B030D-6E8A-4147-A177-3AD203B41FA5}">
                      <a16:colId xmlns:a16="http://schemas.microsoft.com/office/drawing/2014/main" val="1093181400"/>
                    </a:ext>
                  </a:extLst>
                </a:gridCol>
              </a:tblGrid>
              <a:tr h="370840">
                <a:tc>
                  <a:txBody>
                    <a:bodyPr/>
                    <a:lstStyle/>
                    <a:p>
                      <a:pPr algn="l"/>
                      <a:r>
                        <a:rPr lang="en-GB" dirty="0" smtClean="0"/>
                        <a:t>Status Company</a:t>
                      </a:r>
                      <a:endParaRPr lang="en-GB" dirty="0"/>
                    </a:p>
                  </a:txBody>
                  <a:tcPr/>
                </a:tc>
                <a:tc>
                  <a:txBody>
                    <a:bodyPr/>
                    <a:lstStyle/>
                    <a:p>
                      <a:pPr algn="l"/>
                      <a:r>
                        <a:rPr lang="en-GB" dirty="0" smtClean="0"/>
                        <a:t>Company</a:t>
                      </a:r>
                      <a:r>
                        <a:rPr lang="en-GB" baseline="0" dirty="0" smtClean="0"/>
                        <a:t> Name</a:t>
                      </a:r>
                      <a:endParaRPr lang="en-GB" dirty="0"/>
                    </a:p>
                  </a:txBody>
                  <a:tcPr/>
                </a:tc>
                <a:tc>
                  <a:txBody>
                    <a:bodyPr/>
                    <a:lstStyle/>
                    <a:p>
                      <a:pPr algn="l"/>
                      <a:r>
                        <a:rPr lang="en-GB" dirty="0" err="1" smtClean="0"/>
                        <a:t>Datadate</a:t>
                      </a:r>
                      <a:endParaRPr lang="en-GB" dirty="0"/>
                    </a:p>
                  </a:txBody>
                  <a:tcPr/>
                </a:tc>
                <a:tc>
                  <a:txBody>
                    <a:bodyPr/>
                    <a:lstStyle/>
                    <a:p>
                      <a:pPr algn="l"/>
                      <a:r>
                        <a:rPr lang="en-GB" dirty="0" smtClean="0"/>
                        <a:t>SIC</a:t>
                      </a:r>
                      <a:endParaRPr lang="en-GB" dirty="0"/>
                    </a:p>
                  </a:txBody>
                  <a:tcPr/>
                </a:tc>
                <a:tc>
                  <a:txBody>
                    <a:bodyPr/>
                    <a:lstStyle/>
                    <a:p>
                      <a:pPr algn="l"/>
                      <a:r>
                        <a:rPr lang="en-GB" dirty="0" smtClean="0"/>
                        <a:t>AT</a:t>
                      </a:r>
                      <a:endParaRPr lang="en-GB" dirty="0"/>
                    </a:p>
                  </a:txBody>
                  <a:tcPr/>
                </a:tc>
                <a:extLst>
                  <a:ext uri="{0D108BD9-81ED-4DB2-BD59-A6C34878D82A}">
                    <a16:rowId xmlns:a16="http://schemas.microsoft.com/office/drawing/2014/main" val="557905972"/>
                  </a:ext>
                </a:extLst>
              </a:tr>
              <a:tr h="370840">
                <a:tc>
                  <a:txBody>
                    <a:bodyPr/>
                    <a:lstStyle/>
                    <a:p>
                      <a:pPr algn="l"/>
                      <a:r>
                        <a:rPr lang="en-GB" dirty="0" smtClean="0"/>
                        <a:t>Bankrupt</a:t>
                      </a:r>
                      <a:endParaRPr lang="en-GB" dirty="0"/>
                    </a:p>
                  </a:txBody>
                  <a:tcPr/>
                </a:tc>
                <a:tc>
                  <a:txBody>
                    <a:bodyPr/>
                    <a:lstStyle/>
                    <a:p>
                      <a:pPr algn="l"/>
                      <a:r>
                        <a:rPr lang="en-GB" dirty="0" smtClean="0"/>
                        <a:t>POWERWAVE TECHNOLOGIES, INC.</a:t>
                      </a:r>
                      <a:endParaRPr lang="en-GB" dirty="0"/>
                    </a:p>
                  </a:txBody>
                  <a:tcPr/>
                </a:tc>
                <a:tc>
                  <a:txBody>
                    <a:bodyPr/>
                    <a:lstStyle/>
                    <a:p>
                      <a:pPr algn="l"/>
                      <a:r>
                        <a:rPr lang="en-GB" b="1" dirty="0" smtClean="0"/>
                        <a:t>31/12/2011</a:t>
                      </a:r>
                      <a:endParaRPr lang="en-GB" b="1" dirty="0"/>
                    </a:p>
                  </a:txBody>
                  <a:tcPr/>
                </a:tc>
                <a:tc>
                  <a:txBody>
                    <a:bodyPr/>
                    <a:lstStyle/>
                    <a:p>
                      <a:pPr algn="l"/>
                      <a:r>
                        <a:rPr lang="en-GB" b="1" dirty="0" smtClean="0"/>
                        <a:t>3663</a:t>
                      </a:r>
                      <a:endParaRPr lang="en-GB" b="1" dirty="0"/>
                    </a:p>
                  </a:txBody>
                  <a:tcPr/>
                </a:tc>
                <a:tc>
                  <a:txBody>
                    <a:bodyPr/>
                    <a:lstStyle/>
                    <a:p>
                      <a:pPr algn="l"/>
                      <a:r>
                        <a:rPr lang="en-GB" b="1" dirty="0" smtClean="0"/>
                        <a:t>342.33</a:t>
                      </a:r>
                      <a:endParaRPr lang="en-GB" b="1" dirty="0"/>
                    </a:p>
                  </a:txBody>
                  <a:tcPr/>
                </a:tc>
                <a:extLst>
                  <a:ext uri="{0D108BD9-81ED-4DB2-BD59-A6C34878D82A}">
                    <a16:rowId xmlns:a16="http://schemas.microsoft.com/office/drawing/2014/main" val="3856918803"/>
                  </a:ext>
                </a:extLst>
              </a:tr>
              <a:tr h="370840">
                <a:tc>
                  <a:txBody>
                    <a:bodyPr/>
                    <a:lstStyle/>
                    <a:p>
                      <a:pPr algn="l"/>
                      <a:r>
                        <a:rPr lang="en-GB" dirty="0" smtClean="0"/>
                        <a:t>Normal</a:t>
                      </a:r>
                      <a:endParaRPr lang="en-GB" dirty="0"/>
                    </a:p>
                  </a:txBody>
                  <a:tcPr/>
                </a:tc>
                <a:tc>
                  <a:txBody>
                    <a:bodyPr/>
                    <a:lstStyle/>
                    <a:p>
                      <a:pPr algn="l"/>
                      <a:r>
                        <a:rPr lang="en-GB" dirty="0" smtClean="0"/>
                        <a:t>TELESTONE TECHNOLOGIES CORP</a:t>
                      </a:r>
                      <a:endParaRPr lang="en-GB" dirty="0"/>
                    </a:p>
                  </a:txBody>
                  <a:tcPr/>
                </a:tc>
                <a:tc>
                  <a:txBody>
                    <a:bodyPr/>
                    <a:lstStyle/>
                    <a:p>
                      <a:pPr algn="l"/>
                      <a:r>
                        <a:rPr lang="en-GB" b="1" dirty="0" smtClean="0"/>
                        <a:t>31/03/2011</a:t>
                      </a:r>
                      <a:endParaRPr lang="en-GB" b="1" dirty="0"/>
                    </a:p>
                  </a:txBody>
                  <a:tcPr/>
                </a:tc>
                <a:tc>
                  <a:txBody>
                    <a:bodyPr/>
                    <a:lstStyle/>
                    <a:p>
                      <a:pPr algn="l"/>
                      <a:r>
                        <a:rPr lang="en-GB" b="1" dirty="0" smtClean="0"/>
                        <a:t>3663</a:t>
                      </a:r>
                      <a:endParaRPr lang="en-GB" b="1" dirty="0"/>
                    </a:p>
                  </a:txBody>
                  <a:tcPr/>
                </a:tc>
                <a:tc>
                  <a:txBody>
                    <a:bodyPr/>
                    <a:lstStyle/>
                    <a:p>
                      <a:pPr algn="l"/>
                      <a:r>
                        <a:rPr lang="en-GB" b="1" dirty="0" smtClean="0"/>
                        <a:t>339.238</a:t>
                      </a:r>
                      <a:endParaRPr lang="en-GB" b="1" dirty="0"/>
                    </a:p>
                  </a:txBody>
                  <a:tcPr/>
                </a:tc>
                <a:extLst>
                  <a:ext uri="{0D108BD9-81ED-4DB2-BD59-A6C34878D82A}">
                    <a16:rowId xmlns:a16="http://schemas.microsoft.com/office/drawing/2014/main" val="3348546667"/>
                  </a:ext>
                </a:extLst>
              </a:tr>
            </a:tbl>
          </a:graphicData>
        </a:graphic>
      </p:graphicFrame>
      <p:sp>
        <p:nvSpPr>
          <p:cNvPr id="2" name="Oval 1"/>
          <p:cNvSpPr/>
          <p:nvPr/>
        </p:nvSpPr>
        <p:spPr>
          <a:xfrm>
            <a:off x="6045718" y="1179705"/>
            <a:ext cx="3700105" cy="1847462"/>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cxnSp>
        <p:nvCxnSpPr>
          <p:cNvPr id="12" name="Straight Arrow Connector 11"/>
          <p:cNvCxnSpPr>
            <a:endCxn id="2" idx="4"/>
          </p:cNvCxnSpPr>
          <p:nvPr/>
        </p:nvCxnSpPr>
        <p:spPr>
          <a:xfrm flipV="1">
            <a:off x="5317930" y="3027167"/>
            <a:ext cx="2577841" cy="1119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939143" y="3629608"/>
            <a:ext cx="2435290" cy="1520890"/>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GB" b="1" dirty="0" smtClean="0"/>
              <a:t>Satisfy the constraints, so that’s matched properly</a:t>
            </a:r>
            <a:endParaRPr lang="en-GB" b="1" dirty="0"/>
          </a:p>
        </p:txBody>
      </p:sp>
    </p:spTree>
    <p:custDataLst>
      <p:tags r:id="rId1"/>
    </p:custDataLst>
    <p:extLst>
      <p:ext uri="{BB962C8B-B14F-4D97-AF65-F5344CB8AC3E}">
        <p14:creationId xmlns:p14="http://schemas.microsoft.com/office/powerpoint/2010/main" val="2566442117"/>
      </p:ext>
    </p:extLst>
  </p:cSld>
  <p:clrMapOvr>
    <a:masterClrMapping/>
  </p:clrMapOvr>
  <mc:AlternateContent xmlns:mc="http://schemas.openxmlformats.org/markup-compatibility/2006" xmlns:p14="http://schemas.microsoft.com/office/powerpoint/2010/main">
    <mc:Choice Requires="p14">
      <p:transition spd="slow" p14:dur="2000" advTm="25709">
        <p:cut/>
      </p:transition>
    </mc:Choice>
    <mc:Fallback xmlns="">
      <p:transition spd="slow" advTm="25709">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16" presetClass="entr" presetSubtype="21"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Lst>
  </p:timing>
  <p:extLst mod="1">
    <p:ext uri="{3A86A75C-4F4B-4683-9AE1-C65F6400EC91}">
      <p14:laserTraceLst xmlns:p14="http://schemas.microsoft.com/office/powerpoint/2010/main">
        <p14:tracePtLst>
          <p14:tracePt t="9446" x="798513" y="5334000"/>
          <p14:tracePt t="9566" x="804863" y="5334000"/>
          <p14:tracePt t="9575" x="820738" y="5334000"/>
          <p14:tracePt t="9591" x="841375" y="5348288"/>
          <p14:tracePt t="9600" x="855663" y="5356225"/>
          <p14:tracePt t="9617" x="914400" y="5392738"/>
          <p14:tracePt t="9634" x="973138" y="5421313"/>
          <p14:tracePt t="9650" x="1038225" y="5449888"/>
          <p14:tracePt t="9667" x="1081088" y="5464175"/>
          <p14:tracePt t="9684" x="1095375" y="5472113"/>
          <p14:tracePt t="9734" x="1109663" y="5472113"/>
          <p14:tracePt t="9742" x="1131888" y="5449888"/>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Conclusion </a:t>
            </a:r>
            <a:r>
              <a:rPr lang="en-US" dirty="0" smtClean="0">
                <a:sym typeface="Wingdings" panose="05000000000000000000" pitchFamily="2" charset="2"/>
              </a:rPr>
              <a:t> </a:t>
            </a:r>
            <a:r>
              <a:rPr lang="en-US" dirty="0" smtClean="0"/>
              <a:t>RS vs SRS?</a:t>
            </a:r>
            <a:endParaRPr lang="en-US" dirty="0"/>
          </a:p>
        </p:txBody>
      </p:sp>
      <p:sp>
        <p:nvSpPr>
          <p:cNvPr id="8" name="Text Placeholder 7"/>
          <p:cNvSpPr>
            <a:spLocks noGrp="1"/>
          </p:cNvSpPr>
          <p:nvPr>
            <p:ph type="body" sz="quarter" idx="32"/>
          </p:nvPr>
        </p:nvSpPr>
        <p:spPr>
          <a:xfrm>
            <a:off x="362228" y="1248536"/>
            <a:ext cx="8105498" cy="735247"/>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Autofit/>
          </a:bodyPr>
          <a:lstStyle/>
          <a:p>
            <a:r>
              <a:rPr lang="en-US" dirty="0" smtClean="0"/>
              <a:t>Random Sampling 		Stratified </a:t>
            </a:r>
            <a:r>
              <a:rPr lang="en-US" dirty="0"/>
              <a:t>Random </a:t>
            </a:r>
            <a:r>
              <a:rPr lang="en-US" dirty="0" smtClean="0"/>
              <a:t>Sampling</a:t>
            </a:r>
            <a:r>
              <a:rPr lang="en-US" dirty="0"/>
              <a:t/>
            </a:r>
            <a:br>
              <a:rPr lang="en-US" dirty="0"/>
            </a:br>
            <a:r>
              <a:rPr lang="en-US" sz="2000" dirty="0" smtClean="0"/>
              <a:t>(No Constraints)			(Apply Constraints)</a:t>
            </a:r>
          </a:p>
        </p:txBody>
      </p:sp>
      <p:sp>
        <p:nvSpPr>
          <p:cNvPr id="9" name="Content Placeholder 8"/>
          <p:cNvSpPr>
            <a:spLocks noGrp="1"/>
          </p:cNvSpPr>
          <p:nvPr>
            <p:ph idx="1"/>
          </p:nvPr>
        </p:nvSpPr>
        <p:spPr>
          <a:xfrm>
            <a:off x="362227" y="2041743"/>
            <a:ext cx="4094305" cy="3563893"/>
          </a:xfrm>
        </p:spPr>
        <p:txBody>
          <a:bodyPr>
            <a:normAutofit/>
          </a:bodyPr>
          <a:lstStyle/>
          <a:p>
            <a:r>
              <a:rPr lang="en-US" sz="2000" dirty="0" smtClean="0"/>
              <a:t>Imbalanced Data </a:t>
            </a:r>
            <a:br>
              <a:rPr lang="en-US" sz="2000" dirty="0" smtClean="0"/>
            </a:br>
            <a:r>
              <a:rPr lang="en-US" sz="2000" dirty="0" smtClean="0">
                <a:sym typeface="Wingdings" panose="05000000000000000000" pitchFamily="2" charset="2"/>
              </a:rPr>
              <a:t> Too much normal company</a:t>
            </a:r>
          </a:p>
          <a:p>
            <a:r>
              <a:rPr lang="en-US" sz="2000" dirty="0" smtClean="0"/>
              <a:t>Representative Data </a:t>
            </a:r>
            <a:br>
              <a:rPr lang="en-US" sz="2000" dirty="0" smtClean="0"/>
            </a:br>
            <a:r>
              <a:rPr lang="en-US" sz="2000" dirty="0" smtClean="0">
                <a:sym typeface="Wingdings" panose="05000000000000000000" pitchFamily="2" charset="2"/>
              </a:rPr>
              <a:t> Bankrupt and Normal company tends to have </a:t>
            </a:r>
            <a:r>
              <a:rPr lang="en-US" sz="2000" b="1" u="sng" dirty="0" smtClean="0">
                <a:sym typeface="Wingdings" panose="05000000000000000000" pitchFamily="2" charset="2"/>
              </a:rPr>
              <a:t>different characteristic </a:t>
            </a:r>
            <a:r>
              <a:rPr lang="en-US" sz="2000" dirty="0" smtClean="0">
                <a:sym typeface="Wingdings" panose="05000000000000000000" pitchFamily="2" charset="2"/>
              </a:rPr>
              <a:t>(not fair):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ym typeface="Wingdings" panose="05000000000000000000" pitchFamily="2" charset="2"/>
              </a:rPr>
              <a:t>Bad economy </a:t>
            </a:r>
            <a:r>
              <a:rPr lang="en-US" sz="2000" dirty="0" smtClean="0">
                <a:sym typeface="Wingdings" panose="05000000000000000000" pitchFamily="2" charset="2"/>
              </a:rPr>
              <a:t>in specific year;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ym typeface="Wingdings" panose="05000000000000000000" pitchFamily="2" charset="2"/>
              </a:rPr>
              <a:t>Distress </a:t>
            </a:r>
            <a:r>
              <a:rPr lang="en-US" sz="2000" dirty="0" smtClean="0">
                <a:sym typeface="Wingdings" panose="05000000000000000000" pitchFamily="2" charset="2"/>
              </a:rPr>
              <a:t>on one category of </a:t>
            </a:r>
            <a:r>
              <a:rPr lang="en-US" sz="2000" b="1" dirty="0" smtClean="0">
                <a:sym typeface="Wingdings" panose="05000000000000000000" pitchFamily="2" charset="2"/>
              </a:rPr>
              <a:t>industry type only </a:t>
            </a:r>
            <a:r>
              <a:rPr lang="en-US" sz="2000" dirty="0" smtClean="0">
                <a:sym typeface="Wingdings" panose="05000000000000000000" pitchFamily="2" charset="2"/>
              </a:rPr>
              <a:t>i.e. </a:t>
            </a:r>
            <a:r>
              <a:rPr lang="en-US" sz="2000" b="1" dirty="0" smtClean="0">
                <a:sym typeface="Wingdings" panose="05000000000000000000" pitchFamily="2" charset="2"/>
              </a:rPr>
              <a:t>agriculture</a:t>
            </a:r>
            <a:r>
              <a:rPr lang="en-US" sz="2000" dirty="0" smtClean="0">
                <a:sym typeface="Wingdings" panose="05000000000000000000" pitchFamily="2" charset="2"/>
              </a:rPr>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ym typeface="Wingdings" panose="05000000000000000000" pitchFamily="2" charset="2"/>
              </a:rPr>
              <a:t>Big/Small</a:t>
            </a:r>
            <a:r>
              <a:rPr lang="en-US" sz="2000" dirty="0" smtClean="0">
                <a:sym typeface="Wingdings" panose="05000000000000000000" pitchFamily="2" charset="2"/>
              </a:rPr>
              <a:t> company</a:t>
            </a:r>
            <a:endParaRPr lang="en-US" sz="2000" dirty="0"/>
          </a:p>
        </p:txBody>
      </p:sp>
      <p:sp>
        <p:nvSpPr>
          <p:cNvPr id="6" name="Slide Number Placeholder 5"/>
          <p:cNvSpPr>
            <a:spLocks noGrp="1"/>
          </p:cNvSpPr>
          <p:nvPr>
            <p:ph type="sldNum" sz="quarter" idx="15"/>
          </p:nvPr>
        </p:nvSpPr>
        <p:spPr/>
        <p:txBody>
          <a:bodyPr/>
          <a:lstStyle/>
          <a:p>
            <a:fld id="{19B51A1E-902D-48AF-9020-955120F399B6}" type="slidenum">
              <a:rPr lang="en-ZA" smtClean="0"/>
              <a:pPr/>
              <a:t>17</a:t>
            </a:fld>
            <a:endParaRPr lang="en-ZA" dirty="0"/>
          </a:p>
        </p:txBody>
      </p:sp>
      <p:sp>
        <p:nvSpPr>
          <p:cNvPr id="11" name="Content Placeholder 10"/>
          <p:cNvSpPr>
            <a:spLocks noGrp="1"/>
          </p:cNvSpPr>
          <p:nvPr>
            <p:ph idx="33"/>
          </p:nvPr>
        </p:nvSpPr>
        <p:spPr>
          <a:xfrm>
            <a:off x="4456533" y="2034276"/>
            <a:ext cx="4011193" cy="3563893"/>
          </a:xfrm>
        </p:spPr>
        <p:txBody>
          <a:bodyPr>
            <a:normAutofit/>
          </a:bodyPr>
          <a:lstStyle/>
          <a:p>
            <a:r>
              <a:rPr lang="en-US" sz="2000" dirty="0" smtClean="0"/>
              <a:t>Imbalanced Data </a:t>
            </a:r>
            <a:br>
              <a:rPr lang="en-US" sz="2000" dirty="0" smtClean="0"/>
            </a:br>
            <a:r>
              <a:rPr lang="en-US" sz="2000" dirty="0" smtClean="0">
                <a:sym typeface="Wingdings" panose="05000000000000000000" pitchFamily="2" charset="2"/>
              </a:rPr>
              <a:t> Balanced normal-bankrupt company</a:t>
            </a:r>
          </a:p>
          <a:p>
            <a:r>
              <a:rPr lang="en-US" sz="2000" dirty="0" smtClean="0">
                <a:sym typeface="Wingdings" panose="05000000000000000000" pitchFamily="2" charset="2"/>
              </a:rPr>
              <a:t>Representative Data </a:t>
            </a:r>
            <a:br>
              <a:rPr lang="en-US" sz="2000" dirty="0" smtClean="0">
                <a:sym typeface="Wingdings" panose="05000000000000000000" pitchFamily="2" charset="2"/>
              </a:rPr>
            </a:br>
            <a:r>
              <a:rPr lang="en-US" sz="2000" dirty="0" smtClean="0">
                <a:sym typeface="Wingdings" panose="05000000000000000000" pitchFamily="2" charset="2"/>
              </a:rPr>
              <a:t> </a:t>
            </a:r>
            <a:r>
              <a:rPr lang="en-US" sz="2000" b="1" dirty="0" smtClean="0">
                <a:solidFill>
                  <a:schemeClr val="accent5"/>
                </a:solidFill>
                <a:sym typeface="Wingdings" panose="05000000000000000000" pitchFamily="2" charset="2"/>
              </a:rPr>
              <a:t>Strata</a:t>
            </a:r>
            <a:r>
              <a:rPr lang="en-US" sz="2000" dirty="0" smtClean="0">
                <a:sym typeface="Wingdings" panose="05000000000000000000" pitchFamily="2" charset="2"/>
              </a:rPr>
              <a:t>: Bankrupt and Normal company has the </a:t>
            </a:r>
            <a:r>
              <a:rPr lang="en-US" sz="2000" b="1" u="sng" dirty="0" smtClean="0">
                <a:sym typeface="Wingdings" panose="05000000000000000000" pitchFamily="2" charset="2"/>
              </a:rPr>
              <a:t>same characteristics</a:t>
            </a:r>
            <a:endParaRPr lang="en-US" sz="2000" dirty="0"/>
          </a:p>
        </p:txBody>
      </p:sp>
    </p:spTree>
    <p:extLst>
      <p:ext uri="{BB962C8B-B14F-4D97-AF65-F5344CB8AC3E}">
        <p14:creationId xmlns:p14="http://schemas.microsoft.com/office/powerpoint/2010/main" val="710289057"/>
      </p:ext>
    </p:extLst>
  </p:cSld>
  <p:clrMapOvr>
    <a:masterClrMapping/>
  </p:clrMapOvr>
  <mc:AlternateContent xmlns:mc="http://schemas.openxmlformats.org/markup-compatibility/2006" xmlns:p14="http://schemas.microsoft.com/office/powerpoint/2010/main">
    <mc:Choice Requires="p14">
      <p:transition spd="slow" p14:dur="2000" advTm="43641">
        <p:cut/>
      </p:transition>
    </mc:Choice>
    <mc:Fallback xmlns="">
      <p:transition spd="slow" advTm="43641">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12009" x="465138" y="5384800"/>
          <p14:tracePt t="12090" x="465138" y="5362575"/>
          <p14:tracePt t="12097" x="493713" y="5297488"/>
          <p14:tracePt t="12105" x="530225" y="5232400"/>
          <p14:tracePt t="12121" x="638175" y="5072063"/>
          <p14:tracePt t="12137" x="820738" y="4659313"/>
          <p14:tracePt t="12154" x="973138" y="4360863"/>
          <p14:tracePt t="12171" x="1081088" y="4035425"/>
          <p14:tracePt t="12187" x="1154113" y="3795713"/>
          <p14:tracePt t="12204" x="1176338" y="3621088"/>
          <p14:tracePt t="12221" x="1211263" y="3462338"/>
          <p14:tracePt t="12237" x="1241425" y="3324225"/>
          <p14:tracePt t="12254" x="1255713" y="3208338"/>
          <p14:tracePt t="12271" x="1270000" y="3055938"/>
          <p14:tracePt t="12287" x="1277938" y="2903538"/>
          <p14:tracePt t="12304" x="1306513" y="2751138"/>
          <p14:tracePt t="12321" x="1312863" y="2655888"/>
          <p14:tracePt t="12337" x="1328738" y="2547938"/>
          <p14:tracePt t="12354" x="1343025" y="2424113"/>
          <p14:tracePt t="12371" x="1357313" y="2308225"/>
          <p14:tracePt t="12387" x="1379538" y="2162175"/>
          <p14:tracePt t="12404" x="1393825" y="2039938"/>
          <p14:tracePt t="12421" x="1414463" y="1930400"/>
          <p14:tracePt t="12437" x="1422400" y="1851025"/>
          <p14:tracePt t="12455" x="1422400" y="1814513"/>
          <p14:tracePt t="12471" x="1422400" y="1770063"/>
          <p14:tracePt t="12487" x="1422400" y="1735138"/>
          <p14:tracePt t="12505" x="1430338" y="1690688"/>
          <p14:tracePt t="12538" x="1430338" y="1684338"/>
          <p14:tracePt t="12786" x="1430338" y="1668463"/>
          <p14:tracePt t="12793" x="1430338" y="1662113"/>
          <p14:tracePt t="12804" x="1444625" y="1654175"/>
          <p14:tracePt t="12821" x="1458913" y="1639888"/>
          <p14:tracePt t="12838" x="1487488" y="1625600"/>
          <p14:tracePt t="12854" x="1516063" y="1611313"/>
          <p14:tracePt t="12871" x="1552575" y="1603375"/>
          <p14:tracePt t="12888" x="1574800" y="1603375"/>
          <p14:tracePt t="12921" x="1589088" y="1603375"/>
          <p14:tracePt t="12938" x="1597025" y="1603375"/>
          <p14:tracePt t="12954" x="1611313" y="1603375"/>
          <p14:tracePt t="12971" x="1633538" y="1603375"/>
          <p14:tracePt t="12988" x="1662113" y="1603375"/>
          <p14:tracePt t="13005" x="1698625" y="1603375"/>
          <p14:tracePt t="13021" x="1719263" y="1617663"/>
          <p14:tracePt t="13038" x="1741488" y="1617663"/>
          <p14:tracePt t="13054" x="1763713" y="1633538"/>
          <p14:tracePt t="13071" x="1778000" y="1639888"/>
          <p14:tracePt t="13088" x="1800225" y="1647825"/>
          <p14:tracePt t="13104" x="1814513" y="1647825"/>
          <p14:tracePt t="13121" x="1836738" y="1647825"/>
          <p14:tracePt t="13154" x="1843088" y="1654175"/>
          <p14:tracePt t="13298" x="1857375" y="1654175"/>
          <p14:tracePt t="13322" x="1865313" y="1654175"/>
          <p14:tracePt t="14234" x="1871663" y="1654175"/>
          <p14:tracePt t="14241" x="1879600" y="1654175"/>
          <p14:tracePt t="14249" x="1908175" y="1654175"/>
          <p14:tracePt t="14257" x="1930400" y="1654175"/>
          <p14:tracePt t="14271" x="1958975" y="1654175"/>
          <p14:tracePt t="14314" x="1966913" y="1654175"/>
          <p14:tracePt t="14322" x="1981200" y="1662113"/>
          <p14:tracePt t="14330" x="1995488" y="1662113"/>
          <p14:tracePt t="14338" x="2017713" y="1668463"/>
          <p14:tracePt t="14355" x="2060575" y="1676400"/>
          <p14:tracePt t="14371" x="2074863" y="1676400"/>
          <p14:tracePt t="14388" x="2082800" y="1684338"/>
          <p14:tracePt t="14405" x="2105025" y="1684338"/>
          <p14:tracePt t="14421" x="2141538" y="1698625"/>
          <p14:tracePt t="14438" x="2184400" y="1712913"/>
          <p14:tracePt t="14455" x="2220913" y="1719263"/>
          <p14:tracePt t="14472" x="2227263" y="1727200"/>
          <p14:tracePt t="14488" x="2249488" y="1735138"/>
          <p14:tracePt t="14505" x="2263775" y="1741488"/>
          <p14:tracePt t="14538" x="2278063" y="1749425"/>
          <p14:tracePt t="14585" x="2286000" y="1763713"/>
          <p14:tracePt t="14593" x="2293938" y="1770063"/>
          <p14:tracePt t="14605" x="2308225" y="1785938"/>
          <p14:tracePt t="14622" x="2314575" y="1792288"/>
          <p14:tracePt t="14638" x="2322513" y="1806575"/>
          <p14:tracePt t="14655" x="2328863" y="1806575"/>
          <p14:tracePt t="14671" x="2328863" y="1814513"/>
          <p14:tracePt t="15457" x="2359025" y="1814513"/>
          <p14:tracePt t="15465" x="2395538" y="1792288"/>
          <p14:tracePt t="15474" x="2401888" y="1792288"/>
          <p14:tracePt t="16946" x="2416175" y="1792288"/>
          <p14:tracePt t="16953" x="2424113" y="1785938"/>
          <p14:tracePt t="16962" x="2452688" y="1785938"/>
          <p14:tracePt t="16972" x="2481263" y="1778000"/>
          <p14:tracePt t="16989" x="2517775" y="1763713"/>
          <p14:tracePt t="17006" x="2568575" y="1763713"/>
          <p14:tracePt t="17022" x="2605088" y="1755775"/>
          <p14:tracePt t="17039" x="2670175" y="1755775"/>
          <p14:tracePt t="17056" x="2751138" y="1755775"/>
          <p14:tracePt t="17072" x="2822575" y="1755775"/>
          <p14:tracePt t="17089" x="2881313" y="1755775"/>
          <p14:tracePt t="17106" x="2887663" y="1755775"/>
          <p14:tracePt t="17257" x="2881313" y="1755775"/>
          <p14:tracePt t="17265" x="2873375" y="1755775"/>
          <p14:tracePt t="17282" x="2867025" y="1755775"/>
          <p14:tracePt t="17289" x="2859088" y="1755775"/>
          <p14:tracePt t="17306" x="2852738" y="1763713"/>
          <p14:tracePt t="17322" x="2836863" y="1770063"/>
          <p14:tracePt t="17339" x="2822575" y="1778000"/>
          <p14:tracePt t="17356" x="2808288" y="1800225"/>
          <p14:tracePt t="17372" x="2801938" y="1806575"/>
          <p14:tracePt t="17389" x="2786063" y="1820863"/>
          <p14:tracePt t="17406" x="2771775" y="1836738"/>
          <p14:tracePt t="17422" x="2765425" y="1843088"/>
          <p14:tracePt t="17440" x="2757488" y="1851025"/>
          <p14:tracePt t="17456" x="2735263" y="1857375"/>
          <p14:tracePt t="17473" x="2728913" y="1865313"/>
          <p14:tracePt t="17489" x="2720975" y="1865313"/>
          <p14:tracePt t="17506" x="2714625" y="1865313"/>
          <p14:tracePt t="17522" x="2706688" y="1871663"/>
          <p14:tracePt t="17585" x="2700338" y="1871663"/>
          <p14:tracePt t="17826" x="2700338" y="1887538"/>
          <p14:tracePt t="17842" x="2706688" y="1893888"/>
          <p14:tracePt t="17849" x="2720975" y="1901825"/>
          <p14:tracePt t="17857" x="2728913" y="1908175"/>
          <p14:tracePt t="17872" x="2757488" y="1922463"/>
          <p14:tracePt t="17889" x="2765425" y="1930400"/>
          <p14:tracePt t="17906" x="2771775" y="1938338"/>
          <p14:tracePt t="17923" x="2779713" y="1944688"/>
          <p14:tracePt t="17939" x="2786063" y="1952625"/>
          <p14:tracePt t="17956" x="2794000" y="1958975"/>
          <p14:tracePt t="17986" x="2794000" y="1966913"/>
          <p14:tracePt t="17993" x="2794000" y="1973263"/>
          <p14:tracePt t="18009" x="2794000" y="1981200"/>
          <p14:tracePt t="18023" x="2794000" y="1995488"/>
          <p14:tracePt t="18039" x="2794000" y="2024063"/>
          <p14:tracePt t="18056" x="2794000" y="2060575"/>
          <p14:tracePt t="18073" x="2794000" y="2119313"/>
          <p14:tracePt t="18089" x="2801938" y="2162175"/>
          <p14:tracePt t="18106" x="2801938" y="2212975"/>
          <p14:tracePt t="18123" x="2816225" y="2278063"/>
          <p14:tracePt t="18139" x="2816225" y="2351088"/>
          <p14:tracePt t="18156" x="2830513" y="2430463"/>
          <p14:tracePt t="18173" x="2859088" y="2503488"/>
          <p14:tracePt t="18190" x="2887663" y="2576513"/>
          <p14:tracePt t="18206" x="2917825" y="2663825"/>
          <p14:tracePt t="18223" x="2932113" y="2728913"/>
          <p14:tracePt t="18239" x="2938463" y="2757488"/>
          <p14:tracePt t="18256" x="2938463" y="2808288"/>
          <p14:tracePt t="18273" x="2938463" y="2830513"/>
          <p14:tracePt t="18289" x="2938463" y="2844800"/>
          <p14:tracePt t="18306" x="2938463" y="2852738"/>
          <p14:tracePt t="18323" x="2938463" y="2859088"/>
          <p14:tracePt t="18417" x="2932113" y="2859088"/>
          <p14:tracePt t="18433" x="2924175" y="2859088"/>
          <p14:tracePt t="18562" x="2917825" y="2859088"/>
          <p14:tracePt t="18586" x="2903538" y="2859088"/>
          <p14:tracePt t="18618" x="2887663" y="2859088"/>
          <p14:tracePt t="18634" x="2881313" y="2859088"/>
          <p14:tracePt t="18650" x="2867025" y="2859088"/>
          <p14:tracePt t="18682" x="2859088" y="2852738"/>
          <p14:tracePt t="18697" x="2852738" y="2852738"/>
          <p14:tracePt t="18705" x="2844800" y="2852738"/>
          <p14:tracePt t="18713" x="2836863" y="2852738"/>
          <p14:tracePt t="18723" x="2830513" y="2844800"/>
          <p14:tracePt t="18739" x="2822575" y="2844800"/>
          <p14:tracePt t="18757" x="2808288" y="2836863"/>
          <p14:tracePt t="18789" x="2801938" y="2836863"/>
          <p14:tracePt t="18833" x="2794000" y="2836863"/>
          <p14:tracePt t="18850" x="2786063" y="2836863"/>
          <p14:tracePt t="18882" x="2771775" y="2830513"/>
          <p14:tracePt t="18922" x="2765425" y="2830513"/>
          <p14:tracePt t="18946" x="2757488" y="2830513"/>
          <p14:tracePt t="18962" x="2751138" y="2830513"/>
          <p14:tracePt t="19713" x="2743200" y="2830513"/>
          <p14:tracePt t="19786" x="2735263" y="2830513"/>
          <p14:tracePt t="19945" x="2728913" y="2830513"/>
          <p14:tracePt t="19962" x="2720975" y="2830513"/>
          <p14:tracePt t="19977" x="2714625" y="2830513"/>
          <p14:tracePt t="19993" x="2706688" y="2830513"/>
          <p14:tracePt t="20002" x="2700338" y="2830513"/>
          <p14:tracePt t="20009" x="2692400" y="2830513"/>
          <p14:tracePt t="20023" x="2684463" y="2830513"/>
          <p14:tracePt t="20040" x="2670175" y="2830513"/>
          <p14:tracePt t="20056" x="2633663" y="2816225"/>
          <p14:tracePt t="20073" x="2627313" y="2816225"/>
          <p14:tracePt t="20090" x="2619375" y="2816225"/>
          <p14:tracePt t="20107" x="2613025" y="2816225"/>
          <p14:tracePt t="20123" x="2598738" y="2816225"/>
          <p14:tracePt t="20140" x="2582863" y="2816225"/>
          <p14:tracePt t="20157" x="2540000" y="2816225"/>
          <p14:tracePt t="20174" x="2489200" y="2816225"/>
          <p14:tracePt t="20190" x="2446338" y="2816225"/>
          <p14:tracePt t="20207" x="2409825" y="2816225"/>
          <p14:tracePt t="20224" x="2387600" y="2816225"/>
          <p14:tracePt t="20240" x="2359025" y="2816225"/>
          <p14:tracePt t="20257" x="2336800" y="2808288"/>
          <p14:tracePt t="20273" x="2293938" y="2794000"/>
          <p14:tracePt t="20290" x="2257425" y="2779713"/>
          <p14:tracePt t="20307" x="2220913" y="2743200"/>
          <p14:tracePt t="20323" x="2155825" y="2663825"/>
          <p14:tracePt t="20340" x="2133600" y="2590800"/>
          <p14:tracePt t="20357" x="2111375" y="2540000"/>
          <p14:tracePt t="20373" x="2097088" y="2497138"/>
          <p14:tracePt t="20390" x="2082800" y="2474913"/>
          <p14:tracePt t="20434" x="2082800" y="2466975"/>
          <p14:tracePt t="20466" x="2082800" y="2460625"/>
          <p14:tracePt t="20473" x="2082800" y="2452688"/>
          <p14:tracePt t="20481" x="2082800" y="2446338"/>
          <p14:tracePt t="20506" x="2074863" y="2446338"/>
          <p14:tracePt t="20513" x="2074863" y="2438400"/>
          <p14:tracePt t="20530" x="2068513" y="2430463"/>
          <p14:tracePt t="20545" x="2060575" y="2424113"/>
          <p14:tracePt t="20557" x="2032000" y="2387600"/>
          <p14:tracePt t="20573" x="1995488" y="2322513"/>
          <p14:tracePt t="20590" x="1966913" y="2257425"/>
          <p14:tracePt t="20607" x="1944688" y="2198688"/>
          <p14:tracePt t="20623" x="1944688" y="2170113"/>
          <p14:tracePt t="20640" x="1944688" y="2147888"/>
          <p14:tracePt t="20657" x="1973263" y="2097088"/>
          <p14:tracePt t="20674" x="2017713" y="2068513"/>
          <p14:tracePt t="20691" x="2119313" y="2032000"/>
          <p14:tracePt t="20707" x="2263775" y="1995488"/>
          <p14:tracePt t="20724" x="2387600" y="1981200"/>
          <p14:tracePt t="20740" x="2446338" y="1973263"/>
          <p14:tracePt t="20757" x="2474913" y="1973263"/>
          <p14:tracePt t="20790" x="2489200" y="1973263"/>
          <p14:tracePt t="20807" x="2497138" y="1973263"/>
          <p14:tracePt t="20824" x="2540000" y="1973263"/>
          <p14:tracePt t="20840" x="2598738" y="1995488"/>
          <p14:tracePt t="20857" x="2641600" y="2032000"/>
          <p14:tracePt t="20873" x="2663825" y="2068513"/>
          <p14:tracePt t="20890" x="2678113" y="2105025"/>
          <p14:tracePt t="20907" x="2692400" y="2155825"/>
          <p14:tracePt t="20923" x="2706688" y="2212975"/>
          <p14:tracePt t="20941" x="2720975" y="2257425"/>
          <p14:tracePt t="20957" x="2728913" y="2300288"/>
          <p14:tracePt t="20973" x="2728913" y="2336800"/>
          <p14:tracePt t="20991" x="2735263" y="2359025"/>
          <p14:tracePt t="21007" x="2735263" y="2379663"/>
          <p14:tracePt t="21024" x="2735263" y="2395538"/>
          <p14:tracePt t="21040" x="2735263" y="2401888"/>
          <p14:tracePt t="21057" x="2735263" y="2424113"/>
          <p14:tracePt t="21073" x="2735263" y="2438400"/>
          <p14:tracePt t="21090" x="2735263" y="2446338"/>
          <p14:tracePt t="21107" x="2735263" y="2460625"/>
          <p14:tracePt t="21124" x="2735263" y="2466975"/>
          <p14:tracePt t="21140" x="2735263" y="2481263"/>
          <p14:tracePt t="21157" x="2735263" y="2489200"/>
          <p14:tracePt t="21174" x="2735263" y="2503488"/>
          <p14:tracePt t="21191" x="2735263" y="2525713"/>
          <p14:tracePt t="21207" x="2735263" y="2540000"/>
          <p14:tracePt t="23458" x="2735263" y="2562225"/>
          <p14:tracePt t="23465" x="2751138" y="2576513"/>
          <p14:tracePt t="23474" x="2765425" y="2590800"/>
          <p14:tracePt t="23491" x="2779713" y="2605088"/>
          <p14:tracePt t="23508" x="2808288" y="2627313"/>
          <p14:tracePt t="23524" x="2852738" y="2655888"/>
          <p14:tracePt t="23541" x="2917825" y="2684463"/>
          <p14:tracePt t="23557" x="2982913" y="2720975"/>
          <p14:tracePt t="23574" x="3025775" y="2743200"/>
          <p14:tracePt t="23591" x="3048000" y="2751138"/>
          <p14:tracePt t="23608" x="3055938" y="2751138"/>
          <p14:tracePt t="23624" x="3070225" y="2757488"/>
          <p14:tracePt t="23641" x="3113088" y="2771775"/>
          <p14:tracePt t="23658" x="3149600" y="2779713"/>
          <p14:tracePt t="23675" x="3171825" y="2786063"/>
          <p14:tracePt t="23737" x="3178175" y="2794000"/>
          <p14:tracePt t="23745" x="3186113" y="2808288"/>
          <p14:tracePt t="23754" x="3200400" y="2816225"/>
          <p14:tracePt t="23761" x="3200400" y="2836863"/>
          <p14:tracePt t="23774" x="3208338" y="2844800"/>
          <p14:tracePt t="23791" x="3228975" y="2873375"/>
          <p14:tracePt t="23808" x="3228975" y="2887663"/>
          <p14:tracePt t="23824" x="3228975" y="2917825"/>
          <p14:tracePt t="23841" x="3228975" y="2960688"/>
          <p14:tracePt t="23858" x="3228975" y="3011488"/>
          <p14:tracePt t="23874" x="3228975" y="3070225"/>
          <p14:tracePt t="23891" x="3208338" y="3149600"/>
          <p14:tracePt t="23908" x="3171825" y="3214688"/>
          <p14:tracePt t="23924" x="3127375" y="3265488"/>
          <p14:tracePt t="23941" x="3098800" y="3316288"/>
          <p14:tracePt t="23958" x="3062288" y="3360738"/>
          <p14:tracePt t="23974" x="3011488" y="3425825"/>
          <p14:tracePt t="23991" x="2960688" y="3482975"/>
          <p14:tracePt t="24008" x="2917825" y="3519488"/>
          <p14:tracePt t="24024" x="2881313" y="3541713"/>
          <p14:tracePt t="24041" x="2836863" y="3563938"/>
          <p14:tracePt t="24058" x="2794000" y="3578225"/>
          <p14:tracePt t="24074" x="2720975" y="3621088"/>
          <p14:tracePt t="24091" x="2692400" y="3635375"/>
          <p14:tracePt t="24124" x="2684463" y="3643313"/>
          <p14:tracePt t="24141" x="2678113" y="3643313"/>
          <p14:tracePt t="24158" x="2670175" y="3643313"/>
          <p14:tracePt t="24175" x="2649538" y="3649663"/>
          <p14:tracePt t="24191" x="2619375" y="3649663"/>
          <p14:tracePt t="24208" x="2605088" y="3649663"/>
          <p14:tracePt t="24225" x="2598738" y="3649663"/>
          <p14:tracePt t="27587" x="2582863" y="3649663"/>
          <p14:tracePt t="27595" x="2576513" y="3649663"/>
          <p14:tracePt t="27609" x="2554288" y="3649663"/>
          <p14:tracePt t="27627" x="2503488" y="3649663"/>
          <p14:tracePt t="27643" x="2365375" y="3643313"/>
          <p14:tracePt t="27660" x="2125663" y="3598863"/>
          <p14:tracePt t="27676" x="2054225" y="3548063"/>
          <p14:tracePt t="27693" x="2017713" y="3505200"/>
          <p14:tracePt t="27709" x="1995488" y="3482975"/>
          <p14:tracePt t="27726" x="1995488" y="3446463"/>
          <p14:tracePt t="27742" x="1995488" y="3411538"/>
          <p14:tracePt t="27759" x="1995488" y="3381375"/>
          <p14:tracePt t="27776" x="2024063" y="3338513"/>
          <p14:tracePt t="27793" x="2054225" y="3316288"/>
          <p14:tracePt t="27809" x="2090738" y="3279775"/>
          <p14:tracePt t="27826" x="2119313" y="3265488"/>
          <p14:tracePt t="27843" x="2155825" y="3259138"/>
          <p14:tracePt t="27859" x="2198688" y="3259138"/>
          <p14:tracePt t="27877" x="2249488" y="3259138"/>
          <p14:tracePt t="27893" x="2293938" y="3251200"/>
          <p14:tracePt t="27910" x="2336800" y="3251200"/>
          <p14:tracePt t="27915" x="2359025" y="3251200"/>
          <p14:tracePt t="27926" x="2379663" y="3251200"/>
          <p14:tracePt t="27944" x="2446338" y="3265488"/>
          <p14:tracePt t="27959" x="2525713" y="3302000"/>
          <p14:tracePt t="27977" x="2613025" y="3344863"/>
          <p14:tracePt t="27993" x="2619375" y="3344863"/>
          <p14:tracePt t="28009" x="2649538" y="3375025"/>
          <p14:tracePt t="28026" x="2663825" y="3417888"/>
          <p14:tracePt t="28043" x="2684463" y="3468688"/>
          <p14:tracePt t="28060" x="2692400" y="3519488"/>
          <p14:tracePt t="28076" x="2700338" y="3548063"/>
          <p14:tracePt t="28093" x="2706688" y="3563938"/>
          <p14:tracePt t="28109" x="2706688" y="3578225"/>
          <p14:tracePt t="28143" x="2706688" y="3592513"/>
          <p14:tracePt t="28161" x="2706688" y="3598863"/>
          <p14:tracePt t="29156" x="2720975" y="3606800"/>
          <p14:tracePt t="29171" x="2735263" y="3621088"/>
          <p14:tracePt t="29182" x="2751138" y="3621088"/>
          <p14:tracePt t="29194" x="2873375" y="3621088"/>
          <p14:tracePt t="29210" x="3098800" y="3621088"/>
          <p14:tracePt t="29227" x="3403600" y="3563938"/>
          <p14:tracePt t="29243" x="3679825" y="3482975"/>
          <p14:tracePt t="29260" x="3954463" y="3403600"/>
          <p14:tracePt t="29276" x="4252913" y="3324225"/>
          <p14:tracePt t="29293" x="4529138" y="3243263"/>
          <p14:tracePt t="29310" x="4789488" y="3163888"/>
          <p14:tracePt t="29326" x="4978400" y="3113088"/>
          <p14:tracePt t="29343" x="5094288" y="3076575"/>
          <p14:tracePt t="29360" x="5138738" y="3055938"/>
          <p14:tracePt t="29378" x="5181600" y="3025775"/>
          <p14:tracePt t="29393" x="5195888" y="2997200"/>
          <p14:tracePt t="29411" x="5246688" y="2954338"/>
          <p14:tracePt t="29428" x="5334000" y="2887663"/>
          <p14:tracePt t="29444" x="5464175" y="2816225"/>
          <p14:tracePt t="29460" x="5595938" y="2751138"/>
          <p14:tracePt t="29478" x="5667375" y="2706688"/>
          <p14:tracePt t="29493" x="5703888" y="2684463"/>
          <p14:tracePt t="29510" x="5732463" y="2670175"/>
          <p14:tracePt t="29527" x="5783263" y="2670175"/>
          <p14:tracePt t="29543" x="5849938" y="2655888"/>
          <p14:tracePt t="29560" x="5921375" y="2655888"/>
          <p14:tracePt t="29578" x="6016625" y="2655888"/>
          <p14:tracePt t="29593" x="6059488" y="2655888"/>
          <p14:tracePt t="29610" x="6103938" y="2655888"/>
          <p14:tracePt t="29628" x="6175375" y="2655888"/>
          <p14:tracePt t="29643" x="6276975" y="2670175"/>
          <p14:tracePt t="29661" x="6364288" y="2692400"/>
          <p14:tracePt t="29676" x="6459538" y="2720975"/>
          <p14:tracePt t="29694" x="6530975" y="2728913"/>
          <p14:tracePt t="29710" x="6589713" y="2757488"/>
          <p14:tracePt t="29728" x="6632575" y="2779713"/>
          <p14:tracePt t="29743" x="6669088" y="2801938"/>
          <p14:tracePt t="29760" x="6719888" y="2836863"/>
          <p14:tracePt t="29778" x="6778625" y="2881313"/>
          <p14:tracePt t="29793" x="6792913" y="2903538"/>
          <p14:tracePt t="29810" x="6799263" y="2909888"/>
          <p14:tracePt t="29827" x="6807200" y="2917825"/>
          <p14:tracePt t="29843" x="6815138" y="2924175"/>
          <p14:tracePt t="29860" x="6821488" y="2932113"/>
          <p14:tracePt t="30069" x="6815138" y="2932113"/>
          <p14:tracePt t="30084" x="6807200" y="2932113"/>
          <p14:tracePt t="30101" x="6799263" y="2932113"/>
          <p14:tracePt t="30107" x="6792913" y="2932113"/>
          <p14:tracePt t="30116" x="6784975" y="2932113"/>
          <p14:tracePt t="30128" x="6770688" y="2932113"/>
          <p14:tracePt t="30143" x="6748463" y="2932113"/>
          <p14:tracePt t="30161" x="6705600" y="2946400"/>
          <p14:tracePt t="30179" x="6669088" y="2946400"/>
          <p14:tracePt t="30194" x="6618288" y="2954338"/>
          <p14:tracePt t="30211" x="6596063" y="2960688"/>
          <p14:tracePt t="30227" x="6575425" y="2960688"/>
          <p14:tracePt t="30244" x="6553200" y="2960688"/>
          <p14:tracePt t="30260" x="6524625" y="2960688"/>
          <p14:tracePt t="30277" x="6494463" y="2960688"/>
          <p14:tracePt t="30294" x="6465888" y="2960688"/>
          <p14:tracePt t="30310" x="6443663" y="2960688"/>
          <p14:tracePt t="30327" x="6423025" y="2960688"/>
          <p14:tracePt t="30343" x="6400800" y="2960688"/>
          <p14:tracePt t="30360" x="6378575" y="2960688"/>
          <p14:tracePt t="30378" x="6350000" y="2960688"/>
          <p14:tracePt t="30394" x="6327775" y="2960688"/>
          <p14:tracePt t="30411" x="6299200" y="2960688"/>
          <p14:tracePt t="30429" x="6276975" y="2960688"/>
          <p14:tracePt t="30443" x="6256338" y="2960688"/>
          <p14:tracePt t="30461" x="6234113" y="2960688"/>
          <p14:tracePt t="30477" x="6211888" y="2960688"/>
          <p14:tracePt t="30494" x="6197600" y="2960688"/>
          <p14:tracePt t="30510" x="6175375" y="2960688"/>
          <p14:tracePt t="30527" x="6138863" y="2960688"/>
          <p14:tracePt t="30543" x="6110288" y="2960688"/>
          <p14:tracePt t="30560" x="6081713" y="2960688"/>
          <p14:tracePt t="30577" x="6045200" y="2960688"/>
          <p14:tracePt t="30594" x="6008688" y="2960688"/>
          <p14:tracePt t="30610" x="6002338" y="2954338"/>
          <p14:tracePt t="30628" x="5980113" y="2946400"/>
          <p14:tracePt t="30644" x="5951538" y="2938463"/>
          <p14:tracePt t="30660" x="5929313" y="2924175"/>
          <p14:tracePt t="30678" x="5915025" y="2917825"/>
          <p14:tracePt t="30694" x="5900738" y="2909888"/>
          <p14:tracePt t="30711" x="5884863" y="2895600"/>
          <p14:tracePt t="30727" x="5870575" y="2887663"/>
          <p14:tracePt t="30743" x="5849938" y="2873375"/>
          <p14:tracePt t="30763" x="5813425" y="2844800"/>
          <p14:tracePt t="30777" x="5776913" y="2808288"/>
          <p14:tracePt t="30794" x="5748338" y="2779713"/>
          <p14:tracePt t="30810" x="5740400" y="2765425"/>
          <p14:tracePt t="30827" x="5726113" y="2751138"/>
          <p14:tracePt t="30843" x="5711825" y="2714625"/>
          <p14:tracePt t="30860" x="5697538" y="2670175"/>
          <p14:tracePt t="30878" x="5689600" y="2633663"/>
          <p14:tracePt t="30893" x="5689600" y="2590800"/>
          <p14:tracePt t="30910" x="5689600" y="2562225"/>
          <p14:tracePt t="30914" x="5689600" y="2554288"/>
          <p14:tracePt t="30927" x="5689600" y="2540000"/>
          <p14:tracePt t="30943" x="5689600" y="2525713"/>
          <p14:tracePt t="30960" x="5689600" y="2503488"/>
          <p14:tracePt t="30977" x="5689600" y="2481263"/>
          <p14:tracePt t="30993" x="5689600" y="2452688"/>
          <p14:tracePt t="31010" x="5703888" y="2416175"/>
          <p14:tracePt t="31027" x="5718175" y="2387600"/>
          <p14:tracePt t="31043" x="5732463" y="2359025"/>
          <p14:tracePt t="31060" x="5732463" y="2351088"/>
          <p14:tracePt t="31077" x="5740400" y="2344738"/>
          <p14:tracePt t="32116" x="5748338" y="2336800"/>
          <p14:tracePt t="32122" x="5754688" y="2336800"/>
          <p14:tracePt t="32130" x="5762625" y="2336800"/>
          <p14:tracePt t="32144" x="5768975" y="2336800"/>
          <p14:tracePt t="32161" x="5791200" y="2336800"/>
          <p14:tracePt t="32177" x="5799138" y="2336800"/>
          <p14:tracePt t="32194" x="5805488" y="2336800"/>
          <p14:tracePt t="32210" x="5827713" y="2336800"/>
          <p14:tracePt t="32228" x="5842000" y="2344738"/>
          <p14:tracePt t="32244" x="5864225" y="2359025"/>
          <p14:tracePt t="32261" x="5900738" y="2365375"/>
          <p14:tracePt t="32277" x="5921375" y="2379663"/>
          <p14:tracePt t="32294" x="5972175" y="2401888"/>
          <p14:tracePt t="32311" x="6022975" y="2424113"/>
          <p14:tracePt t="32327" x="6059488" y="2446338"/>
          <p14:tracePt t="32344" x="6096000" y="2460625"/>
          <p14:tracePt t="32361" x="6175375" y="2489200"/>
          <p14:tracePt t="32378" x="6234113" y="2511425"/>
          <p14:tracePt t="32394" x="6240463" y="2511425"/>
          <p14:tracePt t="32546" x="6248400" y="2511425"/>
          <p14:tracePt t="32763" x="6248400" y="2503488"/>
          <p14:tracePt t="32811" x="6248400" y="2497138"/>
          <p14:tracePt t="33540" x="6262688" y="2489200"/>
          <p14:tracePt t="33554" x="6270625" y="2497138"/>
          <p14:tracePt t="33563" x="6276975" y="2497138"/>
          <p14:tracePt t="33571" x="6284913" y="2497138"/>
          <p14:tracePt t="33578" x="6299200" y="2503488"/>
          <p14:tracePt t="33594" x="6321425" y="2525713"/>
          <p14:tracePt t="33611" x="6364288" y="2554288"/>
          <p14:tracePt t="33629" x="6386513" y="2590800"/>
          <p14:tracePt t="33644" x="6400800" y="2619375"/>
          <p14:tracePt t="33661" x="6423025" y="2655888"/>
          <p14:tracePt t="33678" x="6465888" y="2720975"/>
          <p14:tracePt t="33694" x="6494463" y="2801938"/>
          <p14:tracePt t="33711" x="6530975" y="2873375"/>
          <p14:tracePt t="33728" x="6567488" y="2924175"/>
          <p14:tracePt t="33745" x="6604000" y="2968625"/>
          <p14:tracePt t="33761" x="6618288" y="3005138"/>
          <p14:tracePt t="33778" x="6618288" y="3011488"/>
          <p14:tracePt t="33795" x="6618288" y="3019425"/>
          <p14:tracePt t="33811" x="6618288" y="3025775"/>
          <p14:tracePt t="33828" x="6618288" y="3040063"/>
          <p14:tracePt t="33844" x="6618288" y="3055938"/>
          <p14:tracePt t="33861" x="6618288" y="3070225"/>
          <p14:tracePt t="33879" x="6596063" y="3090863"/>
          <p14:tracePt t="33894" x="6581775" y="3106738"/>
          <p14:tracePt t="33911" x="6567488" y="3121025"/>
          <p14:tracePt t="33915" x="6561138" y="3127375"/>
          <p14:tracePt t="33928" x="6545263" y="3127375"/>
          <p14:tracePt t="33944" x="6524625" y="3141663"/>
          <p14:tracePt t="33961" x="6465888" y="3149600"/>
          <p14:tracePt t="33978" x="6408738" y="3171825"/>
          <p14:tracePt t="33994" x="6372225" y="3171825"/>
          <p14:tracePt t="34011" x="6350000" y="3171825"/>
          <p14:tracePt t="34028" x="6335713" y="3171825"/>
          <p14:tracePt t="34044" x="6327775" y="3171825"/>
          <p14:tracePt t="34061" x="6313488" y="3171825"/>
          <p14:tracePt t="34094" x="6307138" y="3171825"/>
          <p14:tracePt t="34112" x="6299200" y="3171825"/>
          <p14:tracePt t="34129" x="6284913" y="3157538"/>
          <p14:tracePt t="34145" x="6256338" y="3127375"/>
          <p14:tracePt t="34161" x="6248400" y="3084513"/>
          <p14:tracePt t="34178" x="6248400" y="3040063"/>
          <p14:tracePt t="34194" x="6248400" y="3033713"/>
          <p14:tracePt t="34211" x="6248400" y="3011488"/>
          <p14:tracePt t="34228" x="6248400" y="2989263"/>
          <p14:tracePt t="34244" x="6270625" y="2960688"/>
          <p14:tracePt t="34261" x="6313488" y="2924175"/>
          <p14:tracePt t="34278" x="6342063" y="2903538"/>
          <p14:tracePt t="34294" x="6400800" y="2873375"/>
          <p14:tracePt t="34311" x="6459538" y="2859088"/>
          <p14:tracePt t="34328" x="6524625" y="2830513"/>
          <p14:tracePt t="34345" x="6589713" y="2816225"/>
          <p14:tracePt t="34361" x="6677025" y="2801938"/>
          <p14:tracePt t="34379" x="6742113" y="2794000"/>
          <p14:tracePt t="34395" x="6784975" y="2786063"/>
          <p14:tracePt t="34411" x="6843713" y="2779713"/>
          <p14:tracePt t="34428" x="6886575" y="2779713"/>
          <p14:tracePt t="34444" x="6931025" y="2779713"/>
          <p14:tracePt t="34461" x="6967538" y="2779713"/>
          <p14:tracePt t="34478" x="7018338" y="2794000"/>
          <p14:tracePt t="34494" x="7075488" y="2816225"/>
          <p14:tracePt t="34511" x="7126288" y="2844800"/>
          <p14:tracePt t="34528" x="7148513" y="2873375"/>
          <p14:tracePt t="34545" x="7191375" y="2924175"/>
          <p14:tracePt t="34562" x="7221538" y="2989263"/>
          <p14:tracePt t="34578" x="7242175" y="3025775"/>
          <p14:tracePt t="34595" x="7256463" y="3055938"/>
          <p14:tracePt t="34611" x="7264400" y="3070225"/>
          <p14:tracePt t="34629" x="7264400" y="3084513"/>
          <p14:tracePt t="34645" x="7264400" y="3090863"/>
          <p14:tracePt t="34661" x="7264400" y="3098800"/>
          <p14:tracePt t="34678" x="7264400" y="3121025"/>
          <p14:tracePt t="34695" x="7264400" y="3135313"/>
          <p14:tracePt t="34711" x="7264400" y="3141663"/>
          <p14:tracePt t="34745" x="7264400" y="3149600"/>
          <p14:tracePt t="34763" x="7264400" y="3157538"/>
          <p14:tracePt t="38467" x="7278688" y="3171825"/>
          <p14:tracePt t="38474" x="7300913" y="3186113"/>
          <p14:tracePt t="38482" x="7329488" y="3186113"/>
          <p14:tracePt t="38496" x="7366000" y="3200400"/>
          <p14:tracePt t="38513" x="7416800" y="3222625"/>
          <p14:tracePt t="38529" x="7445375" y="3228975"/>
          <p14:tracePt t="38546" x="7475538" y="3243263"/>
          <p14:tracePt t="38562" x="7518400" y="3251200"/>
          <p14:tracePt t="38580" x="7554913" y="3259138"/>
          <p14:tracePt t="38596" x="7591425" y="3279775"/>
          <p14:tracePt t="38612" x="7642225" y="3309938"/>
          <p14:tracePt t="38629" x="7678738" y="3330575"/>
          <p14:tracePt t="38646" x="7729538" y="3381375"/>
          <p14:tracePt t="38662" x="7800975" y="3440113"/>
          <p14:tracePt t="38680" x="7845425" y="3482975"/>
          <p14:tracePt t="38696" x="7888288" y="3541713"/>
          <p14:tracePt t="38713" x="7910513" y="3570288"/>
          <p14:tracePt t="38729" x="7924800" y="3606800"/>
          <p14:tracePt t="38746" x="7924800" y="3614738"/>
          <p14:tracePt t="38762" x="7924800" y="3629025"/>
          <p14:tracePt t="38779" x="7924800" y="3643313"/>
          <p14:tracePt t="38796" x="7924800" y="3649663"/>
          <p14:tracePt t="38813" x="7924800" y="3657600"/>
          <p14:tracePt t="38831" x="7916863" y="3665538"/>
          <p14:tracePt t="38847" x="7910513" y="3671888"/>
          <p14:tracePt t="38868" x="7902575" y="3679825"/>
          <p14:tracePt t="38894" x="7902575" y="3686175"/>
          <p14:tracePt t="38910" x="7896225" y="3686175"/>
          <p14:tracePt t="38933" x="7896225" y="3694113"/>
          <p14:tracePt t="38942" x="7888288" y="3694113"/>
          <p14:tracePt t="38958" x="7888288" y="3700463"/>
          <p14:tracePt t="38966" x="7874000" y="3700463"/>
          <p14:tracePt t="38981" x="7859713" y="3708400"/>
          <p14:tracePt t="38996" x="7859713" y="3716338"/>
          <p14:tracePt t="39014" x="7851775" y="3716338"/>
          <p14:tracePt t="39030" x="7837488" y="3722688"/>
          <p14:tracePt t="39053" x="7815263" y="3722688"/>
          <p14:tracePt t="39077" x="7800975" y="3736975"/>
          <p14:tracePt t="39093" x="7794625" y="3736975"/>
          <p14:tracePt t="39109" x="7780338" y="3736975"/>
          <p14:tracePt t="39150" x="7764463" y="3744913"/>
          <p14:tracePt t="39175" x="7758113" y="3744913"/>
          <p14:tracePt t="39183" x="7758113" y="3751263"/>
          <p14:tracePt t="39196" x="7750175" y="3751263"/>
          <p14:tracePt t="39213" x="7735888" y="3759200"/>
          <p14:tracePt t="39236" x="7729538" y="3767138"/>
          <p14:tracePt t="39326" x="7713663" y="3767138"/>
          <p14:tracePt t="39340" x="7707313" y="3767138"/>
          <p14:tracePt t="39351" x="7699375" y="3767138"/>
          <p14:tracePt t="39363" x="7693025" y="3767138"/>
          <p14:tracePt t="39382" x="7685088" y="3767138"/>
          <p14:tracePt t="41903" x="7662863" y="3767138"/>
          <p14:tracePt t="41911" x="7612063" y="3781425"/>
          <p14:tracePt t="41920" x="7554913" y="3795713"/>
          <p14:tracePt t="41931" x="7416800" y="3846513"/>
          <p14:tracePt t="41947" x="7199313" y="3919538"/>
          <p14:tracePt t="41964" x="6981825" y="4005263"/>
          <p14:tracePt t="41981" x="6764338" y="4071938"/>
          <p14:tracePt t="41997" x="6618288" y="4114800"/>
          <p14:tracePt t="42014" x="6494463" y="4137025"/>
          <p14:tracePt t="42030" x="6443663" y="4137025"/>
          <p14:tracePt t="42047" x="6415088" y="4137025"/>
          <p14:tracePt t="42065" x="6386513" y="4137025"/>
          <p14:tracePt t="42082" x="6307138" y="4114800"/>
          <p14:tracePt t="42097" x="6240463" y="4092575"/>
          <p14:tracePt t="42114" x="6138863" y="4056063"/>
          <p14:tracePt t="42132" x="6016625" y="4035425"/>
          <p14:tracePt t="42147" x="5935663" y="4027488"/>
          <p14:tracePt t="42164" x="5878513" y="4021138"/>
          <p14:tracePt t="42181" x="5834063" y="4005263"/>
          <p14:tracePt t="42198" x="5827713" y="4005263"/>
          <p14:tracePt t="42214" x="5819775" y="4005263"/>
          <p14:tracePt t="42247" x="5805488" y="3998913"/>
          <p14:tracePt t="43216" x="5805488" y="3990975"/>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5"/>
          </p:nvPr>
        </p:nvSpPr>
        <p:spPr/>
        <p:txBody>
          <a:bodyPr/>
          <a:lstStyle/>
          <a:p>
            <a:fld id="{19B51A1E-902D-48AF-9020-955120F399B6}" type="slidenum">
              <a:rPr lang="en-ZA" smtClean="0"/>
              <a:pPr/>
              <a:t>18</a:t>
            </a:fld>
            <a:endParaRPr lang="en-ZA" dirty="0"/>
          </a:p>
        </p:txBody>
      </p:sp>
      <p:sp>
        <p:nvSpPr>
          <p:cNvPr id="4" name="Title 3"/>
          <p:cNvSpPr>
            <a:spLocks noGrp="1"/>
          </p:cNvSpPr>
          <p:nvPr>
            <p:ph type="ctrTitle"/>
          </p:nvPr>
        </p:nvSpPr>
        <p:spPr>
          <a:xfrm>
            <a:off x="5213404" y="2312742"/>
            <a:ext cx="1796995" cy="539345"/>
          </a:xfrm>
        </p:spPr>
        <p:txBody>
          <a:bodyPr/>
          <a:lstStyle/>
          <a:p>
            <a:pPr algn="ctr"/>
            <a:r>
              <a:rPr lang="en-GB" dirty="0" smtClean="0"/>
              <a:t>THANK YOU </a:t>
            </a:r>
            <a:endParaRPr lang="en-GB" dirty="0"/>
          </a:p>
        </p:txBody>
      </p:sp>
    </p:spTree>
    <p:extLst>
      <p:ext uri="{BB962C8B-B14F-4D97-AF65-F5344CB8AC3E}">
        <p14:creationId xmlns:p14="http://schemas.microsoft.com/office/powerpoint/2010/main" val="2224147184"/>
      </p:ext>
    </p:extLst>
  </p:cSld>
  <p:clrMapOvr>
    <a:masterClrMapping/>
  </p:clrMapOvr>
  <mc:AlternateContent xmlns:mc="http://schemas.openxmlformats.org/markup-compatibility/2006" xmlns:p14="http://schemas.microsoft.com/office/powerpoint/2010/main">
    <mc:Choice Requires="p14">
      <p:transition spd="slow" p14:dur="2000" advTm="3444">
        <p:cut/>
      </p:transition>
    </mc:Choice>
    <mc:Fallback xmlns="">
      <p:transition spd="slow" advTm="3444">
        <p:cut/>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4|2.5|6.6"/>
</p:tagLst>
</file>

<file path=ppt/tags/tag2.xml><?xml version="1.0" encoding="utf-8"?>
<p:tagLst xmlns:a="http://schemas.openxmlformats.org/drawingml/2006/main" xmlns:r="http://schemas.openxmlformats.org/officeDocument/2006/relationships" xmlns:p="http://schemas.openxmlformats.org/presentationml/2006/main">
  <p:tag name="TIMING" val="|39.1|17.3|3.3|14.9"/>
</p:tagLst>
</file>

<file path=ppt/tags/tag3.xml><?xml version="1.0" encoding="utf-8"?>
<p:tagLst xmlns:a="http://schemas.openxmlformats.org/drawingml/2006/main" xmlns:r="http://schemas.openxmlformats.org/officeDocument/2006/relationships" xmlns:p="http://schemas.openxmlformats.org/presentationml/2006/main">
  <p:tag name="TIMING" val="|29.6|84|19.6|26.7"/>
</p:tagLst>
</file>

<file path=ppt/tags/tag4.xml><?xml version="1.0" encoding="utf-8"?>
<p:tagLst xmlns:a="http://schemas.openxmlformats.org/drawingml/2006/main" xmlns:r="http://schemas.openxmlformats.org/officeDocument/2006/relationships" xmlns:p="http://schemas.openxmlformats.org/presentationml/2006/main">
  <p:tag name="TIMING" val="|67.5"/>
</p:tagLst>
</file>

<file path=ppt/tags/tag5.xml><?xml version="1.0" encoding="utf-8"?>
<p:tagLst xmlns:a="http://schemas.openxmlformats.org/drawingml/2006/main" xmlns:r="http://schemas.openxmlformats.org/officeDocument/2006/relationships" xmlns:p="http://schemas.openxmlformats.org/presentationml/2006/main">
  <p:tag name="TIMING" val="|15|8.4|5.1|1.8"/>
</p:tagLst>
</file>

<file path=ppt/tags/tag6.xml><?xml version="1.0" encoding="utf-8"?>
<p:tagLst xmlns:a="http://schemas.openxmlformats.org/drawingml/2006/main" xmlns:r="http://schemas.openxmlformats.org/officeDocument/2006/relationships" xmlns:p="http://schemas.openxmlformats.org/presentationml/2006/main">
  <p:tag name="TIMING" val="|9.4|3.6|5.2|3"/>
</p:tagLst>
</file>

<file path=ppt/tags/tag7.xml><?xml version="1.0" encoding="utf-8"?>
<p:tagLst xmlns:a="http://schemas.openxmlformats.org/drawingml/2006/main" xmlns:r="http://schemas.openxmlformats.org/officeDocument/2006/relationships" xmlns:p="http://schemas.openxmlformats.org/presentationml/2006/main">
  <p:tag name="TIMING" val="|19.7|1.3|11|4|2.3|1.3|0.8|2.3|8.3|1.6|2.3|0.9|11.3|0.9|0.7|1.5|1.5"/>
</p:tagLst>
</file>

<file path=ppt/tags/tag8.xml><?xml version="1.0" encoding="utf-8"?>
<p:tagLst xmlns:a="http://schemas.openxmlformats.org/drawingml/2006/main" xmlns:r="http://schemas.openxmlformats.org/officeDocument/2006/relationships" xmlns:p="http://schemas.openxmlformats.org/presentationml/2006/main">
  <p:tag name="TIMING" val="|49.3|6.3|9.3|1|1.4|1.7|6.9|1.3|6|2.7|2.8"/>
</p:tagLst>
</file>

<file path=ppt/tags/tag9.xml><?xml version="1.0" encoding="utf-8"?>
<p:tagLst xmlns:a="http://schemas.openxmlformats.org/drawingml/2006/main" xmlns:r="http://schemas.openxmlformats.org/officeDocument/2006/relationships" xmlns:p="http://schemas.openxmlformats.org/presentationml/2006/main">
  <p:tag name="TIMING" val="|7.9|13.1|11.2|16.4|2.4|2.5|3.1|7.6|19.7"/>
</p:tagLst>
</file>

<file path=ppt/tags/tag10.xml><?xml version="1.0" encoding="utf-8"?>
<p:tagLst xmlns:a="http://schemas.openxmlformats.org/drawingml/2006/main" xmlns:r="http://schemas.openxmlformats.org/officeDocument/2006/relationships" xmlns:p="http://schemas.openxmlformats.org/presentationml/2006/main">
  <p:tag name="TIMING" val="|1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1966</Words>
  <Application>Microsoft Office PowerPoint</Application>
  <PresentationFormat>Widescreen</PresentationFormat>
  <Paragraphs>353</Paragraphs>
  <Slides>18</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ADAM.CG PRO</vt:lpstr>
      <vt:lpstr>맑은 고딕</vt:lpstr>
      <vt:lpstr>新細明體</vt:lpstr>
      <vt:lpstr>Agency FB</vt:lpstr>
      <vt:lpstr>Arial</vt:lpstr>
      <vt:lpstr>Calibri</vt:lpstr>
      <vt:lpstr>Calibri Light</vt:lpstr>
      <vt:lpstr>Times New Roman</vt:lpstr>
      <vt:lpstr>Wingdings</vt:lpstr>
      <vt:lpstr>Office Theme</vt:lpstr>
      <vt:lpstr>STRATIFIED RANDOM SAMPLING (Bankruptcy Prediction-case)</vt:lpstr>
      <vt:lpstr>OUTLINE</vt:lpstr>
      <vt:lpstr>PowerPoint Presentation</vt:lpstr>
      <vt:lpstr>Company Distribution</vt:lpstr>
      <vt:lpstr>Learning Objective</vt:lpstr>
      <vt:lpstr>RS vs SRS - Bankruptcy Prediction Case?</vt:lpstr>
      <vt:lpstr>RS vs SRS - Bankruptcy Prediction Case?</vt:lpstr>
      <vt:lpstr>Random Sampling in  Imbalanced Data set (Bankruptcy Prediction)</vt:lpstr>
      <vt:lpstr>Stratified Random Sampling  (Bankruptcy Prediction)</vt:lpstr>
      <vt:lpstr>PowerPoint Presentation</vt:lpstr>
      <vt:lpstr>PowerPoint Presentation</vt:lpstr>
      <vt:lpstr>Stratified Random Sampling for Matching Pairs Data</vt:lpstr>
      <vt:lpstr>One to one matching constraints :</vt:lpstr>
      <vt:lpstr>PowerPoint Presentation</vt:lpstr>
      <vt:lpstr>PowerPoint Presentation</vt:lpstr>
      <vt:lpstr>PowerPoint Presentation</vt:lpstr>
      <vt:lpstr>Conclusion  RS vs SRS?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2019-01-16T03:49:48Z</dcterms:created>
  <dcterms:modified xsi:type="dcterms:W3CDTF">2022-04-12T15:45:22Z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2018-08-01T18:28:11.6786671Z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