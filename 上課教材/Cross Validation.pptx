
<file path=[Content_Types].xml><?xml version="1.0" encoding="utf-8"?>
<Types xmlns="http://schemas.openxmlformats.org/package/2006/content-types">
  <Default Extension="bin" ContentType="application/vnd.openxmlformats-officedocument.oleObject"/>
  <Default Extension="emf" ContentType="image/x-emf"/>
  <Default Extension="m4a" ContentType="audio/mp4"/>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Action1.xml" ContentType="application/vnd.ms-office.inkAction+xml"/>
  <Override PartName="/ppt/notesSlides/notesSlide3.xml" ContentType="application/vnd.openxmlformats-officedocument.presentationml.notesSlide+xml"/>
  <Override PartName="/ppt/ink/inkAction2.xml" ContentType="application/vnd.ms-office.inkAction+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ink/inkAction3.xml" ContentType="application/vnd.ms-office.inkAction+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sldIdLst>
    <p:sldId id="656" r:id="rId2"/>
    <p:sldId id="680" r:id="rId3"/>
    <p:sldId id="683" r:id="rId4"/>
    <p:sldId id="684" r:id="rId5"/>
    <p:sldId id="685" r:id="rId6"/>
    <p:sldId id="682" r:id="rId7"/>
    <p:sldId id="686" r:id="rId8"/>
    <p:sldId id="679" r:id="rId9"/>
    <p:sldId id="687" r:id="rId10"/>
    <p:sldId id="688" r:id="rId11"/>
    <p:sldId id="689" r:id="rId12"/>
    <p:sldId id="690" r:id="rId13"/>
    <p:sldId id="691" r:id="rId14"/>
    <p:sldId id="678" r:id="rId15"/>
    <p:sldId id="692" r:id="rId16"/>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FB47730-A398-4FC4-B34F-C780EC8F40D9}">
          <p14:sldIdLst>
            <p14:sldId id="656"/>
            <p14:sldId id="680"/>
            <p14:sldId id="683"/>
            <p14:sldId id="684"/>
            <p14:sldId id="685"/>
            <p14:sldId id="682"/>
            <p14:sldId id="686"/>
            <p14:sldId id="679"/>
            <p14:sldId id="687"/>
            <p14:sldId id="688"/>
            <p14:sldId id="689"/>
            <p14:sldId id="690"/>
            <p14:sldId id="691"/>
            <p14:sldId id="678"/>
            <p14:sldId id="69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0F6"/>
    <a:srgbClr val="FF9966"/>
    <a:srgbClr val="66FF33"/>
    <a:srgbClr val="E70F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24" autoAdjust="0"/>
    <p:restoredTop sz="93468" autoAdjust="0"/>
  </p:normalViewPr>
  <p:slideViewPr>
    <p:cSldViewPr snapToGrid="0">
      <p:cViewPr varScale="1">
        <p:scale>
          <a:sx n="141" d="100"/>
          <a:sy n="141" d="100"/>
        </p:scale>
        <p:origin x="336" y="192"/>
      </p:cViewPr>
      <p:guideLst>
        <p:guide orient="horz" pos="2160"/>
        <p:guide pos="3840"/>
      </p:guideLst>
    </p:cSldViewPr>
  </p:slideViewPr>
  <p:notesTextViewPr>
    <p:cViewPr>
      <p:scale>
        <a:sx n="1" d="1"/>
        <a:sy n="1" d="1"/>
      </p:scale>
      <p:origin x="0" y="0"/>
    </p:cViewPr>
  </p:notesTextViewPr>
  <p:sorterViewPr>
    <p:cViewPr>
      <p:scale>
        <a:sx n="100" d="100"/>
        <a:sy n="100" d="100"/>
      </p:scale>
      <p:origin x="0" y="-139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ink/inkAction1.xml><?xml version="1.0" encoding="utf-8"?>
<iact:actions xmlns:iact="http://schemas.microsoft.com/office/powerpoint/2014/inkAction" lengthUnit="cm" timeUnit="ms">
  <inkml:definitions xmlns:inkml="http://www.w3.org/2003/InkML">
    <inkml:context xml:id="ctx0">
      <inkml:inkSource xml:id="inkSrc0">
        <inkml:traceFormat>
          <inkml:channel name="X" type="integer" min="-2.14748E9" max="2.14748E9" units="cm"/>
          <inkml:channel name="Y" type="integer" min="-2.14748E9" max="2.14748E9" units="cm"/>
          <inkml:channel name="F" type="integer" max="32767"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2-04-10T15:55:00.833"/>
    </inkml:context>
    <inkml:brush xml:id="br0">
      <inkml:brushProperty name="width" value="0.05292" units="cm"/>
      <inkml:brushProperty name="height" value="0.05292" units="cm"/>
      <inkml:brushProperty name="color" value="#FF0000"/>
    </inkml:brush>
  </inkml:definitions>
  <iact:action type="add" startTime="5852">
    <iact:property name="dataType"/>
    <iact:actionData xml:id="d0">
      <inkml:trace xmlns:inkml="http://www.w3.org/2003/InkML" xml:id="stk0" contextRef="#ctx0" brushRef="#br0">3669 4617 24575 0,'22'0'0'17,"14"0"0"0,-31 0 0 1,13 0 0-1,-10 0 0 0,-5 0 0 1,6 0 0-1,9 0 0 0,-14 0 0 1,14 0 0-1,0 0 0 0,-14 0 0 1,14 0 0-1,0 0 0 1,-13 0 0-1,13 0 0 0,-9 0 0 1,-7 0 0-1,7 0 0 0,9 0 0 1,-14 0 0-1,14 0 0 0,-18 0 0 1,18 0 0-1,-13 0 0 1,12 0 0-1,-17 0 0 0,18 0 0 1,-13 0 0-1,22 0 0 0,-25 0 0 1,7 0 0-1,9 0 0 0,-14 0 0 1,14 0 0-1,0 0 0 1,-13 0 0-1,30 0 0 0,-30 0 0 1,22 0 0-1,-25 0 0 0,25 0 0 1,-23 0 0-1,14 0 0 0,0 0 0 1,-13 0 0-1,31 0 0 0,-32 0 0 1,23 0 0-1,-7 0 0 1,-6 0 0-1,3 0 0 0,1 0 0 1,5 0 0-1,-1 0 0 0,5 0 0 1,-25 0 0-1,25 0 0 0,-4 0 0 1,-1 0 0-1,14 18 0 1,-32-14 0-1,23 14 0 0,-25-18 0 1,7 0 0-1,9 0 0 0,5 0 0 1,-1 0 0-1,-4 0 0 0,-18 0 0 1,18 0 0-1,-14 0 0 1,14 0 0-1,-9 0 0 0,-6 0 0 1,23 0 0-1,-21 0 0 0,13 0 0 1,0 0 0-1,-14 0 0 0,14 0 0 1,0 0 0-1,-14 0 0 0,14 0 0 1,-9 0 0-1,-6 0 0 1,6 0 0-1,8 0 0 0,-12 0 0 1,13 0 0-1,-18 0 0 0,18 0 0 1,-14 0 0-1,14 0 0 0,-18 0 0 1,18 0 0-1,-13 0 0 1,13 0 0-1,-18 0 0 0,0 0 0 1,8 0 0-1,-5 0 0 0,6 0 0 1,-9 0 0-1,18 0 0 0,-14 0 0 1,14 0 0-1,-18 0 0 1</inkml:trace>
    </iact:actionData>
  </iact:action>
  <iact:action type="add" startTime="11918">
    <iact:property name="dataType"/>
    <iact:actionData xml:id="d1">
      <inkml:trace xmlns:inkml="http://www.w3.org/2003/InkML" xml:id="stk1" contextRef="#ctx0" brushRef="#br0">10966 4979 24575 0,'41'0'0'8,"-1"0"0"0,-9 0 0 1,9 0 0-1,3 0 0 0,-13 0 0 1,1 0-1035-1,17 0 0 1,2 0 1035-1,-9 0 0 0,-3 0 0 1,-6 0 0-1,-2 0 218 0,0 0 0 1,1 0-218-1,25 0 0 1,0 0 0-1,-24 0 0 0,1 0 0 1,6 0 0-1,4 0 0 1,-2 0 0-1,1 0 0 0,-3 0-399 1,-7 0 0-1,1 0 399 0,6 0 0 1,-2 0 0-1,5 0-162 1,8 0 162-1,-10 0 1489 0,-9 0-1489 1,7 0 62-1,-24 0-62 0,40 0 859 1,-46-17-859-1,37 12 0 1,-7-31 0-1,-2 32 184 0,13-14-184 1,7 9 0-1,-20 7 0 1,-3-2 0-1,1-1 0 0,1-5 0 1,0 2 0-1,2 6 0 0,0-1 0 1,3-14 0-1,0-2 0 1,9 8 0-1,-1 0-768 0,-15 0 0 1,1 0 768-1,14-4 0 0,0 3 0 1,-16 11 0-1,-1 0 0 1,12-13 0-1,1 1 0 0,-6 10 0 1,-2 1 0-1,0-6 0 1,0-2 0-1,7 0 0 0,-1 2 0 1,14 4 0-1,-3-6 0 0,-1 2 0 1,-2 8-503-1,-3 2 1 1,-3-4 502-1,-8-16 0 0,6 15 0 1,1 2 0-1,4-17 0 0,-9 16 0 1,1 4 0-1,-9-2 0 1,0 0 0-1,1 0 0 0,1 0 0 1,-2 0 0-1,0 0 0 1,20 0 1454-1,-19 0-1454 0,7 0 0 1,-7-9 0-1,19 6 1087 0,-26-6-1087 1,21 9 0-1,-5 0 0 1,-13 0 0-1,18 0 0 0,-25 0 0 1,12 0 0-1,-10-17 0 0,14 12 0 1,-32-13 0-1,14 18 0 1,-9 0 0-1,-7-18 0 0,7 14 0 1,-9-14 0-1,0 0 0 1,0 13 0-1,0-21 0 0,18 23 0 1,-13-24 0-1,13 23 0 0,-18-32 0 1,0 14 0-1,0-10 0 1,0-6 0-1,0 7 0 0,0-2 0 1,0-1 0-1,0-13 0 0,-8 1 0 1,-2-2 0-1,3 14 0 1,0 3 0-1,-2 0 0 0,-2-1 0 1,-1-16 0-1,-3 4 0 1,-7 13 0-1,11 3 0 0,-1 0 0 1,-6 4 0-1,1 3 0 0,3-6 0 1,-24-13 0-1,7 22 0 1,-10 9 0-1,10 7 0 0,-7-25 0 1,-11 22 0-1,22-13 0 0,0 0 0 1,-3 16 0-1,0 0 0 1,-9-16 0-1,1 0 0 0,-9 14 0 1,14-6 0-1,-1 2 0 1,0 7 0-1,1 2 0 0,-14-1 0 1,10 0 0-1,-2 0 0 0,4 0 0 1,0 0 0-1,-1 0 0 1,-2 0 0-1,-10 0 0 0,-2 0 0 1,3 0 0-1,2 0-709 0,8 0 0 1,0 0 709-1,-9-1 0 1,-2 2 0-1,3 7 0 0,-2 2 0 1,10-9 0-1,-2-1 0 1,1 3 0-1,-12 15 0 0,-3 0 0 1,1-15 0-1,-4-5 0 0,5 5 0 1,2 15 0-1,2 0 0 1,3-14 0-1,-3-4 0 0,1 1 0 1,1 4 0-1,0 2 0 0,3-1 0 1,-5-1 0-1,2-1 0 1,-10-3 0-1,0 0 0 0,8 2 0 1,0 3 0-1,1 3 0 1,0 0 0-1,7-7 0 0,0 0 0 1,-15 5 0-1,5 4 0 0,13 7 0 1,1-15 0-1,-4-1 0 1,-1 7 0-1,-1-1 0 0,7-7 0 1,-1-2 0-1,-3 0 0 0,0 2 0 1,0 8 0-1,2 0 0 1,-13-4 0-1,11 4 0 0,-3 0 0 1,2-4 0-1,2-1 0 1,-10-2 0-1,9 11 0 0,0 1 0 1,-5-10 1418-1,12 14-1418 0,-23 0 0 1,36 5 0-1,-9-12 0 1,-2 0 0-1,-2 16 0 0,-9-25 0 1,8 25 0-1,12-23 0 0,11 14 0 1,-9 0 0-1,14-13 0 1,-14 31 0-1,18-32 0 0,0 23 0 1,-18-25 0-1,13 25 0 1,-12-22 0-1,17 30 0 0,0-30 0 1,0 31 0-1,0-23 0 0,0 7 0 1,0 7 0-1,0-4 0 1,0 17 0-1,0-18 0 0,0 5 0 1,0 11 0-1,0-20 0 0,0 15 0 1,0-3 0-1,0-23 0 1,0 37 0-1,0-21 0 0,0-1 0 1,0 14 0-1,0-23 0 1,0 26 0-1,0-8 0 0,0-9 0 1,0 14 0-1,0-22 0 0,0 6 0 1,0-11 0-1,0 9 0 1,0-14 0-1,0 32 0 0,0-32 0 1,0 14 0-1,0 0 0 0,0-13 0 1,0 13 0-1,0-9 0 1,0-7 0-1,0 7 0 0,0-9 0 1,0 0 0-1,0 0 0 1</inkml:trace>
    </iact:actionData>
  </iact:action>
  <iact:action type="add" startTime="15603">
    <iact:property name="dataType"/>
    <iact:actionData xml:id="d2">
      <inkml:trace xmlns:inkml="http://www.w3.org/2003/InkML" xml:id="stk2" contextRef="#ctx0" brushRef="#br0">3246 3891 24575 0,'0'11'0'6,"0"19"0"1,0 3 0 0,0-11-1211 0,0 12 0 0,0 11 0 0,0-5 1211-1,0-10 0 1,0 0 0 0,0 17 0 0,0 5 0 0,0-12 0 0,0 2 0 0,0-1 0-1,0 13 0 1,0 2 0 0,0-14 0 0,0 4 0 0,0 1 0 0,0-5 0 0,0 14 0-1,0-2 0 1,0-12 0 0,0 1 0 0,0-5 0 0,0-6 0 0,0-1 0 0,0 15 0-1,0 4 0 1,0 2 0 0,0-1 0 0,0-12 0 0,0 0 566 0,0 12 1-1,0-1-567 1,0-18 0 0,0-1 0 0,0 10 0 0,0 1-131 0,0-11 1 0,0 0 130-1,0 8 0 1,0-4 0 0,0 1 0 0,0 13 0 0,0 7 0 0,0-11 908 0,0-15 1-1,0 1-909 1,0 18 0 0,0-9 0 0,0-8 944 0,0-12-944 0,17 7 0 0,-12-5 0-1,13 0 0 1,0 14 0 0,-5-22 0 0,7 24 0 0,25-7 0 0,-18-8 0-1,-4-5 0 1,3-1 0 0,12-1 0 0,-2 0 0 0,-4 8 0 0,4-8 0 0,8-1 0-1,-6-1 0 1,5 9-207 0,6-8 0 0,5 1 207 0,-4 4 0 0,-2-2-857 0,-3-10 1-1,0-3 856 1,8 4 0 0,2 0 0 0,-2 1 0 0,-1-2 0 0,-4-5 0 0,0-1 0-1,3 6 0 1,1 2 0 0,-11-4 0 0,2 1 0 0,-4-2 0 0,2-3 0 0,-3 0 0-1,1 7 0 1,2 0 0 0,-2-7 0 0,2-3 0 0,-2 0 0 0,7 1 0-1,0 0-1118 1,-1 0 1 0,3 0 0 0,0 0 1117 0,-4 0 0 0,-1 0 0 0,-2 0 0-1,1 0 0 1,1 0-280 0,2 1 1 0,3-1 0 0,0-1 279 0,-5-4 0 0,-1-1 0-1,1-1 0 1,-1 0 0 0,1-1 0 0,-1 1 0 0,3 0 0 0,0 0 0 0,-3-2 0-1,5-9 0 1,-2 0 0 0,7 12 0 0,-1-1 0 0,-10-11 0 0,1-2 0-1,-2 8 0 1,4 3 0 0,-7-1 0 0,-10-1 0 0,0-1 0 0,21-4 0 0,10 0 0-1,-7 3 0 1,-18 10 0 0,-1 0 0 0,6-10 0 0,5-4 0 0,-1 2 0 0,-2 7 0-1,0 2 0 1,-4-3 0 0,-3-11 0 0,-1 0 0 0,7 11 0 0,4 4 0 0,-6-3 0-1,8-19 0 1,2 15 0 0,2 4 0 0,0-6 0 0,-12-4 0 0,0 0 110 0,13 14-110-1,-15-32 0 1,21 32 0 0,-24-23 0 0,8 7 0 0,-6-4 0 0,-1-2 0-1,-9 9 0 1,-1-2 0 0,7-9 0 0,-1 0 0 0,9-3 0 0,-13 7 0 0,-1-1 0-1,12-18 0 1,-6 6 0 0,-4-2 0 0,-13-8 666 0,4 14 0 0,2-1-666 0,3-15 0-1,1 6 1743 1,-12 11 1 0,-4-3-1744 0,-6-1 0 0,-2 0 0 0,1 4 0 0,0-1 0-1,0-15 0 1,0 2 0 0,0-1 565 0,0 10 0 0,0-2-565 0,0 4 0-1,0 1 0 1,0-3 0 0,0 0 0 0,0 0 0 0,0 2 0 0,0-14-157 0,0-7 157-1,0 20 0 1,0-13 0 0,0 11 0 0,0 2 0 0,0 4 0 0,-7-4 0 0,-4-2 0-1,-12-11 0 1,1 13-356 0,13-1 0 0,0 0 356 0,-9 2 0 0,14-15 0 0,-23 12 0-1,7-11 0 1,6 13 0 0,-5 8 0 0,2 0 0 0,13-3 200 0,-13 5 0 0,-2 2-200-1,6 0 0 1,-8-3 0 0,-5 9 727 0,3 13-727 0,1-12 0 0,-14 17 0-1,31 0 0 1,-21 0 0 0,5-18 0 0,-10 13 0 0,9-13 0 0,4 0 0 0,-9 14 0-1,20-14 0 1,-38 18 0 0,5-9 0 0,-14 7 0 0,25-11 0 0,-2-1 0 0,-8 11 0-1,2 1 0 1,-10-16-347 0,8 8 0 0,1 3 347 0,-4 2 0 0,9-13 0 0,-1 0 0-1,-20 14 0 1,25-5 0 0,-3 0 0 0,-14 3 0 0,-2 3 0 0,18 2 0-1,0 0-670 1,-23-4 0 0,1 1 670 0,20 3 0 0,1 2 0 0,-8-1 0 0,0 0 0-1,8 0 0 1,-1 0 0 0,-20 0 0 0,-1 0 0 0,13 0 0 0,1 0 0 0,-10 0 0-1,0 0 0 1,9 0 0 0,1 0 0 0,-10 0 0 0,0 0 0 0,10 0 0 0,-1 0 0-1,-12 0 0 1,-1 0 0 0,12 0 0 0,1 0 0 0,-1 0 0 0,-1 0 0 0,2 0 0-1,0 0-223 1,-1-1 0 0,3 2 223 0,-6 8 0 0,-12-7 0 0,24 7 0-1,-8-9 0 1,-9 0 0 0,6 0 0 0,-6 0 0 0,26 0 0 0,-21 0 631 0,19 0-631-1,-24 0 1354 1,17 0-1354 0,5 8 0 0,-2 2 0 0,-6-6 495 0,-15 14-495 0,-6-18 0-1,20 18 0 1,-13-13 0 0,20 2 0 0,2 3 0 0,-9 8 0 0,-13-13 0 0,21 4 0-1,0 0 0 1,-8-9 0 0,2-1 0 0,1 2 0 0,8 8 0 0,-19-7 0-1,21 7 0 1,-8-9 0 0,11 0 0 0,-7 18 0 0,4-14 0 0,-17 14 0 0,9-18 0-1,11 18 0 1,-25-13 0 0,36 13 0 0,-27-18 0 0,18 0 0 0,5 17 0 0,-8-12 0-1,13 13 0 1,-10-18 0 0,-5 0 0 0,1 0 0 0,-14 0 0 0,31 0 0 0,-12 0 0-1,8 0 0 1,6 0 0 0,-6 0 0 0,-9 0 0 0,14 0 0 0,-14 0 0 0</inkml:trace>
    </iact:actionData>
  </iact:action>
  <iact:action type="add" startTime="19319">
    <iact:property name="dataType"/>
    <iact:actionData xml:id="d3">
      <inkml:trace xmlns:inkml="http://www.w3.org/2003/InkML" xml:id="stk3" contextRef="#ctx0" brushRef="#br0">7560 7842 24575 0,'0'29'0'7,"0"2"0"1,0 0 0 0,0 6 0 0,0 17 0 0,0 1-1544 0,0-15 0 0,0 3 1544 0,0-1 0 0,0 9 0 0,0 3 0 0,0-4 0 0,0-9-1944 0,0-5 1 0,0 2 1943 0,0 6 0-1,0 10 0 1,0 5 0 0,0-1 0 0,0-9 0 0,0-5 0 0,0-5 0 0,0 3 0 0,0 3 0 0,0 4 0 0,0 0 0 0,0-1-257 0,0-3 1 0,0 1-1 0,0-1 1 0,0-4 256-1,0 15 0 1,0-3-368 0,0 2 0 0,0-4 368 0,0-21 0 0,0-2 276 0,0 2 1 0,0 0-277 0,0 2 0 0,0-1 0 0,0-1 0 0,0 1 1542 0,0 8 1 0,0-2-1543 0,0-8 0-1,0 10 0 1,0 3 0 0,0 11 0 0,-1-21 0 0,2 1 1546 0,3 5 0 0,0 0-1546 0,-3 3 0 0,1-3 0 0,7 11 578 0,-9-12 1 0,0 0-579 0,0-7 0 0,0-2 0 0,0 19-116-1,8-3 0 1,2-3 116 0,-6-5 0 0,5 8 0 0,0 4 0 0,-8-14 0 0,-2-1 0 0,1 12 0 0,0 2 0 0,-1-2 0 0,2-3 0 0,8-11 0 0,0 1 0 0,-6 19 0 0,-2 3 0 0,8-6 0-1,0 1 0 1,-2-4 0 0,-1 3 0 0,-1-2 0 0,-3 2 0 0,1 0 0 0,2-4 0 0,2 2 0 0,-1-4 0 0,-1-2 0 0,-1-2 0 0,-4 2 0 0,2 1-100 0,10 9 0 0,3 1 100-1,-4-8 0 1,0 1 0 0,-3-1 0 0,-1 3 0 0,1-3 0 0,1 10 0 0,-1-3 0 0,2 0 0 0,-2-3 0 0,-6-15 0 0,1-2 0 0,6 10 0 0,0-1 0 0,-8-8 0 0,-2 1 0-1,1 8 0 1,0-2 0 0,0 7 0 0,0-8 0 0,0 0 0 0,0-1 0 0,0-3 0 0,0 1 0 0,0 8 0 0,0 8 937 0,0-19-937 0,0 7 345 0,0-25-345 0,0 5 0 0,0 0 0-1,0-13 0 1,0 31 0 0,0-32 0 0,9 14 0 0,-7-9 0 0,7-7 0 0,-9 7 0 0,0 9 0 0,0-13 0 0,0 12 0 0,0 1 0 0,0-13 0 0,0 13 0 0,0-18 0 0,0 0 0 0</inkml:trace>
    </iact:actionData>
  </iact:action>
  <iact:action type="add" startTime="26529">
    <iact:property name="dataType"/>
    <iact:actionData xml:id="d4">
      <inkml:trace xmlns:inkml="http://www.w3.org/2003/InkML" xml:id="stk4" contextRef="#ctx0" brushRef="#br0">7439 12640 24575 0,'-12'11'0'15,"12"-2"0"0,3 9 0 0,6-14 0 0,-9 14 0 0,17 0 0 1,-12 5 0-1,31-1 0 0,-32 5 0 0,14-7 0 0,-18-7 0 0,18 5 0 1,-13 0 0-1,13-13 0 0,-18 13 0 0,0 0 0 0,0-14 0 0,8 14 0 1,-5-9 0-1,6-7 0 0,-9 7 0 0,18-9 0 0,-14 18 0 0,14-13 0 1,-18 12 0-1,0 1 0 0,0-13 0 0,0 13 0 0,18-18 0 0,-14 0 0 1,14 0 0-1,-18 18 0 0,0-14 0 0,0 14 0 0,18-18 0 0,-13 0 0 1,13 0 0-1,-18 0 0 0,0 9 0 0,0-7 0 0,0 7 0 0,9-9 0 1,-7 0 0-1,7 0 0 0,-9 18 0 0,0-13 0 0,18 13 0 0,-14-18 0 1,14 0 0-1,-18 0 0 0,0 0 0 0,0 18 0 0,0-14 0 0,18 14 0 1,-13-18 0-1,12 0 0 0,-17 0 0 0,18 0 0 0,-13 0 0 0,13 0 0 1,-9-18 0-1,-7 14 0 0,7-32 0 0,9 22 0 0,-14-24 0 0,23 13 0 1,0 1 0-1,-18-12 0 0,11 8 0 0,5 0 0 0,-6 3 0 0,0 1 0 1,17-12 0-1,-12 9 0 0,1-2 0 0,-4 3 0 0,-4 3 0 0,-3-4 0 1,3 4 0-1,1 1 0 0,5 2 0 0,-1 6 0 0,-4-4 0 0,-18 18 0 1,0-17 0-1,9 12 0 0,-7-13 0 0,7 18 0 0,-9 0 0 0,0 0 0 1</inkml:trace>
    </iact:actionData>
  </iact:action>
  <iact:action type="add" startTime="29311">
    <iact:property name="dataType"/>
    <iact:actionData xml:id="d5">
      <inkml:trace xmlns:inkml="http://www.w3.org/2003/InkML" xml:id="stk5" contextRef="#ctx0" brushRef="#br0">3104 7560 24575 0,'0'47'0'4,"0"-2"0"0,0 0 0 0,0 12 0 0,0 0-3200 0,0-4 0 0,0 0 0 0,0 4 3200 0,1-14 0 0,0 1 0 0,-1 2 0 1,0 3 0-1,-2 2 0 0,-1-4 0 0,-1 3 0 0,-2 3 0 0,-1 1 0 0,1 1 0 0,-1-1 0 0,1-1 0 0,1-2-504 0,-1 5 0 1,2-1 0-1,-1-2 0 0,1 0 0 0,-1 3 0 0,0 2 504 0,0-8 0 0,-1 1 0 0,1 1 0 0,-1 1 0 0,0 1 0 1,0 2 0-1,1 1 0 0,-1 1 0 0,1 2-85 0,1-11 1 0,1 3 0 0,-1 3-1 0,0 0 1 0,0 2 0 0,1 1 0 0,-1 0-1 1,1-1 1-1,0 0 0 0,0-1 0 0,0-2-1 0,1-2 1 0,-1-2 0 0,1-3 84 0,0 13 0 0,1-5 0 0,1-4 0 0,-1-1 0 1,1 2 0-1,-1 4 0 0,0 7-131 0,0-17 1 0,-1 3 0 0,1 4 0 0,-1 2 0 0,0 3 0 0,0 2 0 0,0 1 0 1,0 0 0-1,0 1 0 0,1-1 0 0,-1 0 0 0,0-1 0 0,0-3 0 0,1-2 0 0,0-2 0 0,0-4-1 0,0-4 131 0,0 16 0 1,1-7 0-1,0-3 0 0,0-3 0 0,0 1 0 0,1 3 0 0,-1 4 0 0,0-5 0 0,0 2 0 0,0 2 0 0,0 2 0 0,0 1 0 1,0 0 0-1,0 0 0 0,0 0 0 0,0-1 0 0,0-3 0 0,0-1 0 0,0 6 0 0,0-2 0 0,0-1 0 0,0 0 0 1,0-2 0-1,0-1 0 0,0 0 0 0,0 0 40 0,0 1 1 0,1-1 0 0,0-1 0 0,-1-1 0 0,0 0 0 0,0 1-1 0,-2 0-40 1,-2 3 0-1,-1 2 0 0,0 0 0 0,-2-1 0 0,1-1 0 0,1-2 0 0,1-5 0 0,1 8 0 0,3-4 0 0,-2-3 0 0,-2 0 0 1,-4-3 0-1,-3 0 0 0,1-3 0 0,3-6 1137 0,6 6 1 0,2-9-1138 0,-1-10 869 0,0 21 1 0,0-40 0 0,0 12 0 1</inkml:trace>
    </iact:actionData>
  </iact:action>
  <iact:action type="add" startTime="32756">
    <iact:property name="dataType"/>
    <iact:actionData xml:id="d6">
      <inkml:trace xmlns:inkml="http://www.w3.org/2003/InkML" xml:id="stk6" contextRef="#ctx0" brushRef="#br0">10543 5443 24575 0,'40'0'0'7,"1"0"0"1,4 0 0 0,4 0 0 0,-14 0 0 0,1 0-510 0,16 0 1 0,4 0 509 0,-15 0 0 0,1 0 0 0,-2 0-1485 0,6 0 0 0,0 0 1485 0,0 0 0 0,4 0 0 0,0 0 0 0,-1 0 0 0,2 0 0 0,-4 0 0 0,10 0 0 0,-2 0 0 0,-13 0 0 0,1 0 0 0,-2 0 0 0,13 0 0 0,-3 0 0 0,-12 0 0 0,0 0-251 0,11 0 0 0,-1 0 251 0,-9 0 0 0,-2 0-494 0,-6 0 0 0,-1 0 494 0,11 0 0 0,3 0 0 0,-7 1 0 0,2-1 0 0,1-1 0 0,6-4 0 0,1-2 0 0,3 1 0 0,-5 4 0 0,2 2 0 0,0-1 0 0,0 0-702 0,-1-3 1 0,0 0 0 0,-1-1 0 0,-2 0 701 0,6-2 0 0,-1 1 0 0,-3 1 0 0,-5 3 0 0,-2 2 0 0,-2-3 895 0,3-6 0 0,-2 0-895 0,2 8 0 0,1 2 0 0,5 1 0 0,0-4 0 0,-1-6 0 0,2-1 0 0,-9 7 0 0,2 2 0 0,-2-3-86 0,11-11 0 0,-2 1 86 0,3 11 0 0,1 2 0 0,-7-2 0 0,1-1 0 0,-2-1 0 0,4-5 0 0,-2 0 0 0,10 7 0 0,0 0 0 0,-6-6 0 0,-4-2 0 0,-12 0 0 0,-1 2 455 0,7 6 0 0,3-1-455 0,6-15 0 0,0 0 0 0,-15 15 0 0,1 2 0 0,14-8 0 0,0 0 0 0,-15 4 0 0,-3 1 1927 0,1 3 1 0,-1 0-1928 0,-1-2 0 0,0-3 0 0,13-12 0 0,8 13 0 0,-1-12 0 0,-24 17 0 0,8-9 0 0,-4 0 1901 0,-20 4-1901 0,27-13 0 0,-18 18 0 0,-14 0 0 0,23 0 0 0,-24 0 0 0,6 0 0 0,-9 0 0 0,0 0 0 0</inkml:trace>
    </iact:actionData>
  </iact:action>
  <iact:action type="add" startTime="36869">
    <iact:property name="dataType"/>
    <iact:actionData xml:id="d7">
      <inkml:trace xmlns:inkml="http://www.w3.org/2003/InkML" xml:id="stk7" contextRef="#ctx0" brushRef="#br0">10483 7761 24575 0,'0'46'0'4,"0"0"0"0,0 2 0 0,0 3 0 1,0-10 0-1,0 2 0 0,0 0-2593 0,0 5 0 1,0 0 0-1,0 2 2593 0,0-9 0 1,1 0 0-1,-1 3 0 0,-1 2 0 0,-3 1 0 1,-2 3 0-1,-2 3 0 0,1 0 0 1,1 0 0-1,1-4 0 0,2-2 0 0,2-3 0 1,1 0 0-1,-2 2 0 0,-1 4 0 0,-3-3 0 1,-1 4 0-1,-2 4 0 0,-1 0 0 1,1 1 0-1,0-1 0 0,1-2 0 0,3-4-799 1,2 9 1-1,1-4 0 0,3-1 0 1,-2-1 0-1,-1 2 798 0,-1-7 0 0,-2 0 0 1,0 1 0-1,0 0 0 0,1 1 0 0,-1 1 0 1,2 0 0-1,1 1 0 0,-1 2 0 1,1 0 0-1,0-1 0 0,-1-1 0 0,1-3-119 1,-3 4 0-1,1-3 0 0,-1-2 0 1,1 3 1-1,-1 5 118 0,2-6 0 0,-1 4 0 1,1 3 0-1,-1 3 0 0,1 0 0 1,-1-1 0-1,1-2 0 0,-1-4 0 0,1-5-597 1,-2 13 1-1,0-8 0 0,0-1-1 0,0 5 597 1,0-3 0-1,0 5 0 0,0 1 0 1,0 0 0-1,1-4 0 0,1-7 0 0,1 2 0 1,1-7 0-1,-1 3 0 0,-2-4 0 1,-1 1 0-1,0 1 0 0,1-1 347 0,3 10 0 1,2 0 1-1,-1 0-348 0,0 4 0 0,0 0 0 1,0-3 0-1,0-12 0 0,0-3 0 1,0 1 0-1,1 2 0 0,0 1 0 0,-3-3 0 1,-6 11 0-1,-2-5 0 0,6 3 1677 1,-6-11 0-1,2-2-1677 0,8-5 3331 0,0-8-3331 1,0-5 0-1,0-18 0 0,0 0 0 1</inkml:trace>
    </iact:actionData>
  </iact:action>
  <iact:action type="add" startTime="38071">
    <iact:property name="dataType"/>
    <iact:actionData xml:id="d8">
      <inkml:trace xmlns:inkml="http://www.w3.org/2003/InkML" xml:id="stk8" contextRef="#ctx0" brushRef="#br0">9596 11995 24575 0,'0'22'0'12,"0"14"0"0,0-32 0 0,0 23 0 1,0-7 0-1,0 12 0 0,0-10 0 0,17 14 0 1,-12-23 0-1,13 8 0 0,0-12 0 1,-14-9 0-1,23 18 0 0,-25-14 0 0,7 14 0 1,9-18 0-1,-13 0 0 0,13 0 0 0,0 0 0 1,-14 0 0-1,14 0 0 0,-18 0 0 1,18 0 0-1,-14 0 0 0,23-18 0 0,-7 14 0 1,-6-23 0-1,13 17 0 0,0-1 0 0,-18-20 0 1,20 11 0-1,4 0 0 0,-8-12 0 1,24 12 0-1,-26-7 0 0,3 23 0 0,-23-14 0 1,6 0 0-1,9 14 0 0,-14-14 0 0,14 18 0 1,-18 0 0-1,18-18 0 0,-14 13 0 1,14-13 0-1,0 9 0 0,-13 7 0 0,13-25 0 1,-9 23 0-1,-7-14 0 0,25 0 0 0,-23 14 0 1,14-14 0-1,-18 18 0 0,0 0 0 1</inkml:trace>
    </iact:actionData>
  </iact:action>
  <iact:action type="add" startTime="44405">
    <iact:property name="dataType"/>
    <iact:actionData xml:id="d9">
      <inkml:trace xmlns:inkml="http://www.w3.org/2003/InkML" xml:id="stk9" contextRef="#ctx0" brushRef="#br0">15038 6249 24575 0,'0'35'0'6,"0"0"0"0,0 14 0 1,0 0 0-1,0-9 0 1,0-1-2727-1,0 3 0 1,0 3 2727-1,0-1 0 1,0 2 0-1,0-6 0 0,0 12 0 1,0-10 0-1,0 12 0 1,0 1 0-1,0-7 0 1,0 1 0-1,0-2 0 1,0 2 0-1,0 5 0 1,0 2 0-1,0-11 0 0,0 4 0 1,0 0 0-1,0-1 0 1,0-3 0-1,0 5 0 1,0-3 0-1,0 3-644 1,0 4 1-1,0 4-1 0,0-1 1 1,0-4 643-1,0-5 0 1,0-3 0-1,0-1 0 1,0-3 0-1,0 0 0 1,0 0 288-1,0-1 0 1,0 1 1-1,0 1-289 0,0 0 0 1,0 3 0-1,0-1 0 1,0-2 0-1,1 16 0 1,-2-2-657-1,-4-11 1 1,-2 2 0-1,1-3 656 0,5 12 0 1,-2-6 0-1,-15-1 950 1,8-4 1-1,2 2-951 1,6-15 0-1,0-1 0 1,-8 1 0-1,2 0 0 1,7 3 0-1,2-2 0 0,-1 16 0 1,0-20 0-1,0 2 0 1,1 10 0-1,-2-1 0 1,-8-7 0-1,0-1 1235 1,7 6 0-1,-1 0-1235 0,-6-8 0 1,0 1 0-1,8 17 0 1,2 2 0-1,-1-11 0 1,0 1 0-1,0 2 0 1,0 5 0-1,0-4 0 1,0-3 0-1,0-2 0 0,0 10 0 1,0 3 0-1,0-10 0 1,0 2 0-1,0-4 0 1,0-2 0-1,0 0-275 1,0 8 0-1,0 6 0 0,0-6 275 1,0-11 0-1,0-1 0 1,0 19 0-1,0 1 0 1,0-7 0-1,0 0 0 1,0-5 0-1,0 3 0 1,0 1 0-1,0 5 0 0,0 1 0 1,0 0 0-1,0 1 0 1,0 0 0-1,0-1 0 1,0-3 0-1,0-1 0 1,0-1 0-1,0-3 0 0,0-1 0 1,0 1 0-1,0 0 0 1,0 1 0-1,0-1 0 1,0 11 0-1,0-1 0 1,0-11 0-1,0 1 0 1,0-2 0-1,0 5 0 0,0-1 0 1,0 2 0-1,0-2 1291 1,0-9 1-1,0 0-1292 1,0 8 0-1,0-3 0 1,0 6 0-1,9-19 0 0,0 2 0 1,-7 8 0-1,1-2 0 1,15 14 0-1,-16-2 0 1,-4 0 849-1,2-3-849 1,0-8 0-1,0 0 0 1,0-2 2154-1,0 15-2154 0,8-21 0 1,2-2 0-1,-6-9 0 1,14 35 0-1,-18-39 0 1,0 6 0-1,0-11 0 1,0-9 0-1,0 0 0 1</inkml:trace>
    </iact:actionData>
  </iact:action>
  <iact:action type="add" startTime="55634">
    <iact:property name="dataType"/>
    <iact:actionData xml:id="d10">
      <inkml:trace xmlns:inkml="http://www.w3.org/2003/InkML" xml:id="stk10" contextRef="#ctx0" brushRef="#br0">16792 13688 24575 0,'53'0'0'3,"-1"0"0"0,1 0 0 1,0 0 0-1,-7 0 0 1,-3 0 0-1,4 0 0 1,7 0-894-1,-13 0 0 1,5 0 1-1,4 0-1 1,3 0 0-1,3 0 1 1,1 0-1-1,0 0 0 0,0 0 1 1,-1 0-1-1,-2 0 0 1,-3 0 707-1,7 0 1 1,-3 0 0-1,-1 0 0 1,-1 0 0-1,1 0-1 1,1 0 1-1,3 0 0 1,3 0 32-1,-12 0 0 1,1 0 0-1,3 0 0 0,1 0 0 1,1 0 0-1,1 0 0 1,1 0 0-1,0 0 1 1,0 0-1-1,0 0 0 1,0 0 0-1,-1 0 0 1,-1 0 0-1,-2 0 154 1,4 0 0-1,0 0 0 1,-1 0 0-1,0 0 0 0,-1 0 0 1,0 0 0-1,0 0 0 1,0 0 0-1,-1 0 0 1,0 0 0-1,-1 0 0 1,1 0-80-1,0 0 0 1,0 0 0-1,-1 0 0 1,0 0 0-1,-1 0 0 1,1 0 1-1,-1 0-1 0,0 0 0 1,-1 0 0-1,1 0 0 1,0 0 80-1,2 0 0 1,1 0 0-1,0 0 0 1,0 0 0-1,-1 0 0 1,0 0 0-1,-1 0 0 1,0 0 0-1,0 0 0 0,-2 0-254 1,7 0 0-1,-1 0 1 1,-1 0-1-1,0 0 1 1,-1 0-1-1,0 0 1 1,-1 0-1-1,-1 0 254 1,1 0 0-1,-2 0 0 1,0 0 0-1,-1 0 0 1,1 0 0-1,1 0 0 0,2 0 0 1,-3 0 0-1,2 0 0 1,1 0 0-1,1 0 0 1,1 0 0-1,-2 0 0 1,-1 0 0-1,-2 0 0 1,-3 0 0-1,4 0 0 1,-3 0 0-1,-3 0 0 1,1 0 0-1,0 0 0 0,4 0 0 1,-2 0 0-1,2 0 0 1,3 0 0-1,0 0 0 1,0 0 0-1,-1 0 0 1,-2 0 0-1,-4 0 0 1,8 0 0-1,-3 0 0 1,-3 0 0-1,2 0 0 1,4 0 0-1,-3 0 0 0,4 0 0 1,3 0 0-1,-1 0 0 1,0 0 0-1,-4 0 0 1,-4 0 0-1,6 0 0 1,-6 0 0-1,-1 0 0 1,2 0 241-1,-4 0 0 1,0 0 0-1,0 0 0 0,1 0 0 1,-2 0-241-1,10 0 0 1,0 0 0-1,-2 0 0 1,-2 0 0-1,2 0 0 1,-3 0 0-1,2 0 0 1,-4 0 0-1,1 0 0 1,1 0 0-1,-1 0 0 1,-4 0 0-1,0 0 0 0,-2 0 0 1,-3 0 0-1,-2 1 0 1,-4-1 0-1,5-1 0 1,9-3 0-1,7-3 0 1,0-1 0-1,-4 0 0 1,-1 0 0-1,-3 0 0 1,0 0 0-1,6-2 0 1,1 0 0-1,-3-2 0 0,-13 0 0 1,-2-1 0-1,2 2 0 1,4 4 0-1,3 3 0 1,0-1 0-1,-8-1 0 1,-1-5 0-1,1 0 0 1,1 5 0-1,6 1 0 1,1 1 0-1,-6 1 0 1,2-2 0-1,-3 1 0 0,2 3 0 1,1-1 1189-1,9-11 1 1,1 0-1190-1,-13 11 0 1,0 2 0-1,-1-3 0 1,11-15 0-1,1 0 844 1,-6 16 0-1,2 3 0 1,-5-4-844-1,-4-15 0 0,-2 0 0 1,16 14 0-1,2 3 0 1,-12-8 0-1,1 0 0 1,-3 8 0-1,3 2 0 1,1-1 0-1,3-2 0 1,1-2 0-1,-2 2 0 1,-3 1 0-1,-1 0 0 1,1 0 0-1,3-2 0 0,0 0 0 1,-1 0 0-1,-5 3 0 1,0 0 0-1,-2 0 0 1,15 0 0-1,0 0 0 1,2 0 0-1,0 0 1984 1,-5 0 0-1,-2 0-1984 1,-15 0 0-1,-1 0 920 1,7 0 1-1,-2 0-921 0,6 0 0 1,6 0 0-1,-9 0 515 1,-8 0-515-1,6 0 0 1,11 0 0-1,-13 0 2058 1,20 0-2058-1,-43 0 1430 1,23 0-1430-1,-31-53 0 1,13 39 0-1,-18-40 0 1</inkml:trace>
    </iact:actionData>
  </iact:action>
  <iact:action type="add" startTime="56979">
    <iact:property name="dataType"/>
    <iact:actionData xml:id="d11">
      <inkml:trace xmlns:inkml="http://www.w3.org/2003/InkML" xml:id="stk11" contextRef="#ctx0" brushRef="#br0">27617 12882 24575 0,'41'0'0'11,"-1"0"0"1,-9 0 0 0,8 18 0 0,-8-14 0-1,-7 18 0 1,1 1 0 0,18-16 0 0,-18 14 0 0,-1 2 0-1,16 0 0 1,-8-1 0 0,6 5 0 0,-7-25 0 0,-8 25 0-1,12-22 0 1,-30 13 0 0,22-18 0 0,-7 0 0 0,-7 18 0-1,5-14 0 1,-18 14 0 0,0-18 0 0,0 18 0 0,0-14 0-1,0 23 0 1,0-25 0 0,0 25 0 0,-18-4 0 0,14 17 0-1,-8-7 0 1,-3 1 0 0,-5 13 0 0,5-19 0 0,-2 2 0-1,-2 13 0 1,-2-3 0 0,-10 3 0 0,10 6 0 0,4 5 0-1,10-17 0 1,0-2 0 0,-11-2 0 0,0-1 0 0,17-2 0-1,-2-2 0 1,-33 10 0 0,32-7 0 0,-14 10 0 0,18-19 0-1,0-4 0 1,0-9 0 0,0-7 0 0,-9 7 0 0,6 9 0-1,-5-14 0 1,8 14 0 0,0 0 0 0,0-13 0 0,0 13 0-1,-18 0 0 1,13-14 0 0,-13 14 0 0,18-9 0 0,0-7 0-1,-18 7 0 1,14-9 0 0,-14 0 0 0,18 0 0 0</inkml:trace>
    </iact:actionData>
  </iact:action>
</iact:actions>
</file>

<file path=ppt/ink/inkAction2.xml><?xml version="1.0" encoding="utf-8"?>
<iact:actions xmlns:iact="http://schemas.microsoft.com/office/powerpoint/2014/inkAction" lengthUnit="cm" timeUnit="ms">
  <inkml:definitions xmlns:inkml="http://www.w3.org/2003/InkML">
    <inkml:context xml:id="ctx0">
      <inkml:inkSource xml:id="inkSrc0">
        <inkml:traceFormat>
          <inkml:channel name="X" type="integer" min="-2.14748E9" max="2.14748E9" units="cm"/>
          <inkml:channel name="Y" type="integer" min="-2.14748E9" max="2.14748E9" units="cm"/>
          <inkml:channel name="F" type="integer" max="32767"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2-04-10T15:55:00.833"/>
    </inkml:context>
    <inkml:brush xml:id="br0">
      <inkml:brushProperty name="width" value="0.05292" units="cm"/>
      <inkml:brushProperty name="height" value="0.05292" units="cm"/>
      <inkml:brushProperty name="color" value="#FF0000"/>
    </inkml:brush>
  </inkml:definitions>
  <iact:action type="add" startTime="33486">
    <iact:property name="dataType"/>
    <iact:actionData xml:id="d0">
      <inkml:trace xmlns:inkml="http://www.w3.org/2003/InkML" xml:id="stk0" contextRef="#ctx0" brushRef="#br0">7439 11289 24575 0,'-5'18'0'3,"-2"13"0"1,-15-1 0 0,-12 6 0 0,-4 4-1967 0,7-6 1 0,-4 4 0 0,-2 1 0 0,0 1 0 0,0-1 1668 0,1-1 0 0,1-1 0 0,-1 1 0 0,-2 2 0 0,-5 4 298 0,12-12 0 0,-3 2 0 0,-1 2 0 0,-2 1 0 0,-1 2 0 0,-2 0 0 0,1 0 0 0,-2 1 0 0,0 0 0 0,1 0 0 0,0-1-180 0,0-1 0 0,-1-1 1 0,0 1-1-1,0 0 1 1,-1 1-1 0,0-1 1 0,-1 1-1 0,1-1 1 0,-1 2-1 0,1-1 1 0,-1 2-1 0,1-1 180 0,3-2 0 0,1 0 0 0,0 1 0 0,0 0 0 0,0 1 0 0,0-1 0 0,0 1 0 0,0 0 0 0,-1 1 0 0,0-1 0 0,-1 0 0 0,0 1 0 0,0-1 0 0,-1 1-52 0,3-4 0 0,-2 0 0 0,0 0 1 0,0 1-1 0,-2 0 0-1,0 0 1 1,0 0-1 0,0 0 0 0,0 0 1 0,0 0-1 0,0 0 0 0,2-1 1 0,0 0-1 0,1-1 0 0,2-1 1 0,0 0-1 0,3-1 52 0,-9 10 0 0,2-1 0 0,3-2 0 0,1 0 0 0,1 0 0 0,1-1 0 0,-1 0 0 0,-1 0 0 0,-2 1 0 0,-2 0-157 0,3-3 1 0,-2 0 0 0,-2 0 0 0,0 1 0 0,-2 1 0 0,0-1 0-1,1 0 0 1,0-1 0 0,0 0 0 0,3 0 0 0,1-2 0 0,2-2 0 0,3 0 156 0,-6 7 0 0,5-3 0 0,2-1 0 0,1 0 0 0,0-1 0 0,-2 2 0 0,-4 1 0 0,2-2 0 0,-3 2 0 0,-1 2 0 0,-2 0 0 0,-1 1 0 0,1-1 0 0,0-1 0 0,2-1 0 0,2-3 0 0,4-2 0 0,-11 9 0 0,5-4 0 0,1-3 0 0,2 1 0-1,-2 1 223 1,0 2 0 0,1 1 0 0,0 0 0 0,0 0 0 0,1-1-223 0,0 1 0 0,0 0 0 0,0-1 0 0,3-1 0 0,4-5 0 0,3-1 0 0,4-4 0 0,-3 3 0 0,-1 2 0 0,-3 4 0 0,-1 1 0 0,2-2 0 0,3-5 0 0,-9 8 0 0,5-6 0 0,4-8 0 0,2-1 2581 0,-2 20-2581 0,23-41 965 0,-6 14 0 0,9-18 0 0,0 0 0 0</inkml:trace>
    </iact:actionData>
  </iact:action>
  <iact:action type="add" startTime="34522">
    <iact:property name="dataType"/>
    <iact:actionData xml:id="d1">
      <inkml:trace xmlns:inkml="http://www.w3.org/2003/InkML" xml:id="stk1" contextRef="#ctx0" brushRef="#br0">2923 12358 24575 0,'52'0'0'3,"-1"0"0"1,-2 2 0 0,3 5 0 0,-2 2 0 0,5 4 0 0,-1 3-3135 0,-1 2 0-1,0 3 0 1,0 2 3135 0,-12-4 0 0,0 1 0 0,2 1 0 0,4 2 0 0,-4-2 0-1,3 2 0 1,3 1 0 0,2 0 0 0,0 1 0 0,-2-2 0 0,-2-2-625 0,7 2 0-1,-2-2 0 1,-1-1 0 0,1 1 0 0,4 2 625 0,-11-3 0 0,3 2 0 0,2 2 0-1,0 0 0 1,1 0 0 0,-2-1 0 0,-1 0 0 0,-2-2-203 0,2 1 1 0,-1-1-1-1,-2 0 1 1,-1-2 0 0,1 1-1 0,-1 1 203 0,1-1 0 0,-1 0 0 0,0 0 0-1,0 1 0 1,0-1 0 0,0 2-372 0,-1 0 0 0,1 1 0 0,-1 0 1 0,1 1-1-1,-1-2 0 1,0 0 372 0,5 2 0 0,1-1 0 0,-1-1 0 0,1 1 0 0,-2 0-82-1,0 0 1 1,0 1-1 0,-1 1 1 0,1-1-1 0,-1 1 82 0,2 0 0 0,0 1 0-1,0-1 0 1,0 1 0 0,0-1 104 0,1 0 1 0,0-1 0 0,0 0 0 0,2 0 0-1,2 2-105 1,-10-4 0 0,3 0 0 0,1 2 0 0,2 0 0 0,-1 0 0 0,0 0 0-1,-2 0 0 1,-1-2 0 0,4 4 0 0,-2 0 0 0,-2-1 0 0,1 0 0 0,1 0 0-1,1 1 0 1,0-2 0 0,2 0 0 0,2 0 0 0,-1 0 0 0,0 0 0 0,-2 0 0-1,-3 0 0 1,5 4 0 0,-2 0 0 0,-2 0 0 0,-2-1 0 0,1-2 0 0,2 0 0-1,-1-2 0 1,0 0 0 0,1 3 0 0,-5-1 0 0,0 2 0 0,1 2 0 0,-1-2 0-1,-1-1 226 1,3-1 0 0,-1-1 1 0,-1-1-1 0,-3 1-226 0,4 7 0 0,-3 0 0-1,2-1 0 1,-6-6 0 0,2 0 0 0,0 0 0 0,-4-2 0 0,-1 0 0 0,-4-1 0-1,3 1 571 1,6 5 1 0,3 1 0 0,-3-2-572 0,8 5 0 0,-2-2 1151 0,-1-3 0-1,0-2-1151 1,-3-8 0 0,-2-1 0 0,-5 4 0 0,-3 0 0 0,-6-3 0 0,0-1 0-1,19 8 4727 1,-37 13-4727 0,38-32 3570 0,-23 23-3570 0,19-25 2519 0,-19 25-2519 0,5-22 122-1,-25 30-122 1,25-30 0 0,-23 13 0 0,14-18 0 0,-18-18 0 0,0 13 0 0,0-13 0 0</inkml:trace>
    </iact:actionData>
  </iact:action>
  <iact:action type="add" startTime="42891">
    <iact:property name="dataType"/>
    <iact:actionData xml:id="d2">
      <inkml:trace xmlns:inkml="http://www.w3.org/2003/InkML" xml:id="stk2" contextRef="#ctx0" brushRef="#br0">20844 11390 24575 0,'-33'35'0'3,"-1"1"0"0,0-1 0 0,1 0 0 0,-1 1 0 0,-2 2 0 1,1 0 0-1,-2 0 0 0,0 2 0 0,-2 1-1405 0,6-5 1 0,-2 1 0 1,0 1-1-1,-1 0 1 0,0 2 0 0,-1-1-1 0,1 2 1218 0,3-4 1 1,0 0 0-1,1 0 0 0,-1 0 0 0,-1 2-1 0,-1 1 1 1,-2 2 0-1,-2 2 42 0,8-9 0 0,-2 2 1 0,-1 1-1 0,-2 2 0 1,-1 0 1-1,0 2-1 0,-1 0 1 0,-1 1-1 0,0 0 0 0,1 0 1 1,-1-1-1-1,2 0 0 0,0-1 1 0,1-1-1 0,1-1 144 0,-2 3 0 1,1-1 0-1,1-1 0 0,1-1 0 0,0 0 0 0,0 0 0 1,0 0 0-1,0 1 0 0,-1-1 0 0,-1 2 0 0,-2 0 0 0,-1 1-52 1,5-6 0-1,-2 2 0 0,-1 0 1 0,-1 1-1 0,-1 0 0 0,-1 1 1 1,0 0-1-1,0 0 0 0,-1 0 1 0,1 0-1 0,0 0 0 0,-1 0 1 1,2-1-1-1,0 0 0 0,1-1 1 0,0 0-1 0,2-2 52 1,-4 6 0-1,1-2 0 0,0 0 0 0,1 0 0 0,0 0 0 0,1-1 0 1,0 0 0-1,0-1 0 0,1 0 0 0,-1 0 0 0,1-1 0 0,-1 0 0 1,0-1-185-1,-4 4 1 0,0-2-1 0,1-1 1 0,0 0 0 0,0-1-1 1,-1 1 1-1,1-1-1 0,0 1 1 0,-1 0 0 0,0 1-1 1,0 2 185-1,2-3 0 0,-1 2 0 0,0 1 0 0,-2 0 0 0,1 1 0 1,-1 0 0-1,1 1 0 0,1-2 0 0,0 0 0 0,3-1 0 0,1-2 0 1,2-1 0-1,2-2 0 0,-10 12 0 0,6-3 0 0,2-3 0 0,1 0 0 1,-1 0 0-1,-4 2 0 0,1-5 0 0,-4 2 0 0,-2 2 0 1,-1-1 0-1,2-1 0 0,3-3 0 0,5-2 0 0,7-5 473 0,-7 18 0 1,3-4-473-1,0-12 0 0,-5 2 0 0,0-1 0 0,5-3 1037 0,-4 5 1 1,5-3-1038-1,3 4 0 0,4-3 3526 0,-4 0-3526 0,25-12 5271 0,-25 7-5271 1,23-23 3418-1,-14 14-3418 0,18-18 0 0,0 0 0 0,0 0 0 1</inkml:trace>
    </iact:actionData>
  </iact:action>
  <iact:action type="add" startTime="43816">
    <iact:property name="dataType"/>
    <iact:actionData xml:id="d3">
      <inkml:trace xmlns:inkml="http://www.w3.org/2003/InkML" xml:id="stk3" contextRef="#ctx0" brushRef="#br0">15603 11612 24575 0,'38'26'0'3,"0"0"0"1,0 0 0 0,0 0 0-1,0 0 0 1,4 2 0 0,3 1 0 0,2 2 0-1,1 0 0 1,1 1 0 0,1 0 0-1,1 0-1093 1,-7-5 1 0,1 0 0 0,2 0 0-1,0 1-1 1,0-1 1 0,1 1 0-1,-1 0 0 1,0 0-1 0,0 0 927 0,-2 0 1-1,0 1-1 1,0 0 1 0,0 0-1-1,-1 0 1 1,1 0-1 0,-1 0 1 0,0-1-1-1,0 0-104 1,2 0 1 0,0 1 0 0,0-2-1-1,-1 0 1 1,1 1 0 0,-2-1 0-1,0 1-1 1,-1 0 270 0,2 2 0 0,-2 1 0-1,-1 0 0 1,0 0 0 0,0 0 0-1,2-1 0 1,1 1-110 0,-1-4 0 0,1 1 0-1,1-2 0 1,1 1 1 0,0 0-1-1,0 0 0 1,-1 1 0 0,-1 1 110 0,-1 2 0-1,-1 0 0 1,-1 2 0 0,1 0 0 0,-1 0 0-1,0-1 0 1,1-1 0 0,1-2-290-1,4 1 0 1,2-3 0 0,1 0 1 0,-1-2-1-1,0 1 0 1,-1 0 0 0,-2 1 290-1,0 5 0 1,-1 0 0 0,-2 1 0 0,1-1 0-1,-1 0 0 1,3-2 0 0,1-2 0-1,2-1 0 1,1-1 0 0,-1 0 0 0,-1 0 0-1,-2 0 0 1,2 2 0 0,-2 1 0-1,-1 0 0 1,0-1 0 0,-1-1 87 0,1-1 0-1,0-1 0 1,0-1 0 0,-3 0 0 0,-2 0-87-1,7 6 0 1,-4 0 0 0,3 2 123-1,-7-6 1 1,3 3 0 0,0 0-1 0,-2 0 1-1,-6-3-124 1,6 13 0 0,-2-2 382-1,-5-12 1 1,5 0 0 0,-1 0 0 0,-5-2-383-1,-1 13 0 1,-4-9 3298 0,21-20-3298-1,-17 38 0 1,6-23 3509 0,-25 1-3509 0,5-6 4262-1,-18-17-4262 1,0 0 0 0,0 0 0 0</inkml:trace>
    </iact:actionData>
  </iact:action>
  <iact:action type="add" startTime="59344">
    <iact:property name="dataType"/>
    <iact:actionData xml:id="d4">
      <inkml:trace xmlns:inkml="http://www.w3.org/2003/InkML" xml:id="stk4" contextRef="#ctx0" brushRef="#br0">5967 11511 24575 0,'0'-40'0'3,"0"-1"0"0,19 17 0 1,7-1 0-1,-2-8 0 0,8-3-1639 1,1 9 1-1,10-1-1 0,6-3 1 1,3 0 0-1,1-1-1 0,-3-1 1626 1,-6 3 1-1,0-1-1 0,0-1 1 1,1 0 0-1,0-1-1 0,1 0 1 1,2 0-306-1,-6 4 0 0,0 0 0 1,2 0 1-1,0-1-1 0,0 0 0 1,2 0 1-1,0 0-1 0,1-1 0 1,1 0 318-1,-2 2 0 0,1 0 0 1,3-1 0-1,0-1 0 0,0 1 0 1,1-1 0-1,-1 1 0 0,0 0 0 1,-2 1 0-1,-1 0 0 0,-3 0-141 1,3-2 1-1,-4 1-1 0,-1 1 1 1,-2 0-1-1,1 0 1 0,1 0-1 1,3-1 1-1,4 0 140 0,-6 5 0 1,2 0 0-1,3-1 0 0,2 0 0 1,1 0 0-1,0 0 0 0,2 0 0 1,-2 0 0-1,1 0 0 0,-3 0 0 1,-1 1 0-1,-2 1 0 0,-3-1 0 1,6-4 0-1,-4 0 0 0,-3 1 0 1,-1 0 0-1,0 1 0 0,1-1 0 1,3 1 0-1,4-1 0 0,-6 5 0 1,5 0 0-1,1 0 0 0,2-1 0 1,2 1 0-1,0-1 0 0,-1 1 0 1,0 1 0-1,-1 0 0 0,-3 0 0 1,-3 1 0-1,-4 0-262 0,11-6 0 1,-6 2 1-1,-3 0-1 0,0 0 1 1,2 0-1-1,4 0 262 0,-2 3 0 1,3-1 0-1,3-1 0 0,2 1 0 1,0-1 0-1,-1 1 0 0,-1 2 0 1,-4 0 0-1,-3 3 0 0,4-3 0 1,-4 3 0-1,-2 1 0 0,1 0 0 1,5-2 0-1,-5 1 0 0,5-1 0 1,2-1 0-1,1-1 0 0,0 1 0 1,-1 1 0-1,-2 1 0 0,-4 3 0 1,3 0 0-1,-3 4 0 0,-2 1 0 1,2-1 0-1,4-3 0 0,-4 0 0 1,3-2 0-1,2-1 0 0,2-1 0 1,0 0 0-1,-1 0 0 0,-3 3 0 1,-3 1 0-1,3 2 0 0,-4 2 0 1,-1 1 0-1,2-1 0 0,5 0 0 1,-2-1 0-1,6-1 0 0,2-1 0 1,2-1 0-1,0 1 0 0,0 1 0 1,-4 1 0-1,-3 3-69 0,8 0 0 1,-4 3 0-1,-3 1 1 0,2 0-1 1,4 0 69-1,-7 0 0 0,2 0 0 1,1 0 0-1,2 0 0 0,0 0 0 1,0 1 0-1,0-1 0 0,-4 2 0 1,1-1 0-1,1 0 0 0,0 1 0 1,-1 0 0-1,-1 0 0 0,-1 0 0 1,-2 0 0-1,2 1 0 0,-2 1 0 1,-2-1 0-1,0 1 0 0,1-1 0 1,4 0 0-1,-2-1 0 0,2 0 0 1,1-1 0-1,2 1 0 0,0-1 0 1,1 1 0-1,-1 0 0 0,0 0 0 1,1 1 0-1,1 1 0 0,0 0 0 1,0 0 0-1,0 0 0 0,-1 1 0 1,-1-1 0-1,-1 0 0 0,0 0 0 1,-2 0 0-1,-1 0 0 0,0 0 0 1,0 0 0-1,2 0 0 0,2 0-64 1,-2 0 1-1,1 0 0 0,1 0 0 1,2 0 0-1,0 0 0 0,0 0 0 1,1 0 0-1,-1 0 0 0,-1 0 63 1,0 0 0-1,0 0 0 0,1-1 0 1,-1 1 0-1,1-1 0 0,-2 1 0 1,0 1 0-1,-2-1 0 0,-1 1 0 1,3 1 0-1,-2 0 0 0,-2 1 0 1,0 0 0-1,0 0 0 0,1 0 0 1,2-1 0-1,-5-1 0 0,1 0 0 1,0-1 0-1,1 0 0 0,1 1 0 1,-1 0 0-1,1 1 0 0,-2 1 0 1,0 1 0-1,4 4 0 0,-1 1 0 1,1 1 0-1,-1 1 0 0,-1 1 0 1,-1 0 0-1,-1-1 0 0,-2-1 0 1,4 1 0-1,-3-2 0 0,-1 1 0 1,-1-1 0-1,0 1 0 0,2 2 15 1,-2-1 0-1,1 2 1 0,0 0-1 1,1 0 0-1,-2 0 1 0,-2 1-1 1,-2-2-15-1,13 5 0 0,-4 0 0 1,-2-1 0-1,-4 2 290 0,1 1 0 1,-4 2 0-1,1-1-290 0,5 0 0 1,2 1 0-1,-2 1 0 0,1 3 0 1,-2 2 0-1,-1-1 0 0,-9-5 0 1,-2-1 0-1,1 2 428 0,9 5 0 1,0 3 0-1,-4 0-428 0,-3 7 0 1,-2 0 746-1,-6-13 0 0,2-1 0 1,-6 2-746-1,-4 9 0 0,-5-1 3571 1,12 10-3571-1,-11-15 0 0,-4 2 0 1,-2 12 0-1,5-9 0 0,0 2 0 1,-6 18 0-1,-4-13 0 0,0-1 0 1,9 5 0-1,-14 12 0 0,14-30 0 1,0-2 0-1,-13 12 0 0,4 10 0 1,0-1 0-1,-9-13 1453 0,0 13 0 1,0 2-1453-1,0-3 0 0,0-14 0 1,0 1 0-1,-1 4 0 0,2-3 0 1,8 4 0-1,-8 1 0 0,0 0 0 1,8-1 0-1,-9 13 0 0,0 7 0 1,8-25 0-1,2 1 0 0,-8 8 0 1,0 3 736-1,6-3 1 0,2 0-737 1,0 0 0-1,-2-1 0 0,-6-8 0 1,1 0 437-1,4 13 0 0,3 0-437 1,0-16 0-1,-2 0 0 0,-6 6 0 1,1-1 515-1,24 7-515 0,-25-9 0 1,7-10 0-1,-9 6 1562 0,0-23-1562 1,18 14 0-1,-14-18 0 0,14 0 0 1</inkml:trace>
    </iact:actionData>
  </iact:action>
  <iact:action type="add" startTime="62932">
    <iact:property name="dataType"/>
    <iact:actionData xml:id="d5">
      <inkml:trace xmlns:inkml="http://www.w3.org/2003/InkML" xml:id="stk5" contextRef="#ctx0" brushRef="#br0">10946 11329 24575 0,'9'50'0'4,"0"-17"0"0,2 3 0 0,13 12 0 0,2 5-3244 0,-9-3 0 0,0 4 1 0,2 1 3243 0,0-12 0 0,1 1 0 1,0 0 0-1,0 2 0 0,-4-3 0 0,1 1 0 0,-1 1 0 0,0 0 0 0,-1-3 0 0,2 4 0 0,-1-2 0 1,0 0 0-1,0-1-380 0,3 2 1 0,1-1-1 0,-1 0 1 0,-1 0 379 0,-2-2 0 0,0 0 0 0,-2 0 0 0,1 0 0 1,1 4 0-1,-1 1 0 0,1-1 0 0,0-1 0 0,4 10 0 0,0-2 0 0,0-2 332 0,-2-6 1 0,-1-1 0 1,-3-5-333-1,-2-3 0 0,-1-5 0 0,7 0 0 0,-9 7 3890 0,-7-24-3890 0,7 4 4476 0,-9-18-4476 0,0 18 1885 0,0-14-1885 1,18-31 0-1,-14-20-1131 0,4 11 0 0,3-11 1 0,3-7-1 0,2-4 0 0,0 1 1 0,0 5 1130 0,2-2 0 1,0 3 0-1,1 1 0 0,1-4 0 0,1-6-413 0,-7 17 1 0,0-2-1 0,0-2 1 0,1-3-1 0,0 0 1 0,0-3 0 1,1 0-1-1,0-1 1 0,1-2-1 0,1 1 1 0,1-1 412 0,-3 9 0 0,1 0 0 0,0-2 0 0,2-1 0 1,-1-1 0-1,2 0 0 0,-1-1 0 0,1-1 0 0,1 1 0 0,-1-1 0 0,1 0 0 0,-1 1 0 0,0-1 0 0,0 2 0 1,0 0 0-1,0 0 0 0,-1 2-217 0,2-5 0 0,-1 0 0 0,1 2 1 0,-1 0-1 0,1 1 0 0,-1 0 1 1,0 0-1-1,0 0 0 0,1 0 1 0,-1-2-1 0,1 0 0 0,0-1 1 0,0-1-1 0,1-2 217 0,-4 8 0 0,1-2 0 1,0 0 0-1,0-2 0 0,0 0 0 0,1-2 0 0,-1 1 0 0,1-2 0 0,0 1 0 0,0-1 0 0,-1 0 0 1,1 1 0-1,0-1 0 0,-1 2 0 0,1-1 0 0,-1 2 0 0,0 1 0 0,0 1 0 0,0 1 0 0,-1 1-145 0,3-7 0 1,0 1 0-1,0 1 0 0,0 1 0 0,0 1 0 0,-1 0 0 0,1 1 1 0,-1 1-1 0,0 0 0 0,-1 0 0 1,1 1 0-1,-1 1 0 0,0-1 0 0,0 1 145 0,2-5 0 0,-1 0 0 0,0 1 0 0,0 2 0 0,0-1 0 0,-1 1 0 1,0 0 0-1,0 0 0 0,0-1 0 0,0 1 0 0,0-2 0 0,-1 2 0 0,1-1 0 0,0-1 0 0,-1-1 0 1,1 0 0-1,0 1 0 0,-1 0 0 0,0 1 0 0,-1 2 0 0,0 2 0 0,-1 3 0 0,-1 2 0 0,4-8 0 0,-2 5 0 1,-1 3 0-1,0 1 0 0,1-2 0 0,1-5 39 0,0 4 1 0,1-4-1 0,1-1 1 0,1-2 0 0,-1-1-1 1,1 1 1-1,-1 0-1 0,-1 3 1 0,-2 1-40 0,2-8 0 0,-3 2 0 0,0 1 0 0,-1 1 0 0,2 1 0 0,1 0 41 1,1 2 0-1,3 0 0 0,0 2 0 0,-1-1 0 0,0 1 0 0,-3 1-41 0,-2-6 0 0,-2-2 0 0,-1 2 0 1,-1 4 0-1,2 9 0 0,11 0 0 0,-5 4 1116 0,-19-10 0 0,2 8-1116 0,33 25 0 0,-31-34 0 0,13 45 0 1</inkml:trace>
    </iact:actionData>
  </iact:action>
</iact:actions>
</file>

<file path=ppt/ink/inkAction3.xml><?xml version="1.0" encoding="utf-8"?>
<iact:actions xmlns:iact="http://schemas.microsoft.com/office/powerpoint/2014/inkAction" lengthUnit="cm" timeUnit="ms">
  <inkml:definitions xmlns:inkml="http://www.w3.org/2003/InkML">
    <inkml:context xml:id="ctx0">
      <inkml:inkSource xml:id="inkSrc0">
        <inkml:traceFormat>
          <inkml:channel name="X" type="integer" min="-2.14748E9" max="2.14748E9" units="cm"/>
          <inkml:channel name="Y" type="integer" min="-2.14748E9" max="2.14748E9" units="cm"/>
          <inkml:channel name="F" type="integer" max="32767"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0" timeString="2022-04-10T15:55:00.833"/>
    </inkml:context>
    <inkml:brush xml:id="br0">
      <inkml:brushProperty name="width" value="0.05292" units="cm"/>
      <inkml:brushProperty name="height" value="0.05292" units="cm"/>
      <inkml:brushProperty name="color" value="#FF0000"/>
    </inkml:brush>
  </inkml:definitions>
  <iact:action type="add" startTime="20628">
    <iact:property name="dataType"/>
    <iact:actionData xml:id="d0">
      <inkml:trace xmlns:inkml="http://www.w3.org/2003/InkML" xml:id="stk0" contextRef="#ctx0" brushRef="#br0">23183 5040 24575 0,'-23'0'0'12,"-13"18"0"1,5 4 0 0,11-3 0 0,-3 3 0 0,-6-1 0 0,-4 3 0 0,1-2 0-1,2 1 0 1,0 1-1458 0,1 0 0 0,-1 2 1 0,1 0 1457 0,-5 5 0 0,1-2 0-1,7-7 0 1,-1 1 0 0,-7 7 0 0,-3 4 0 0,2-6 0 0,5-12 0 0,0-1 0 0,-1 13 0-1,0 7 0 1,-1-6-203 0,-9-6 0 0,3-1 203 0,14 8 0 0,-1 1 0 0,-22-6 0-1,2-1 0 1,9 16 487 0,-5-16 1 0,-3 1-488 0,16 10 0 0,0 0 0 0,-16-7 0-1,1 0-571 1,14 6 0 0,4-1 571 0,-15 7 754 0,17-14 0 0,1-2-754 0,-3 0 0 0,1-1 0-1,-1-1 0 1,3 0 1375 0,-5 10-1375 0,7 6 114 0,6-25-114 0,-22 23 1363 0,32-31-1363-1,-32 13 553 1,32-1-553 0,-14-12 33 0,18 13-33 0,0-9 0 0,-9-7 0 0,6 7 0-1,-5-9 0 1,8 18 0 0,-18-14 0 0,13 14 0 0,-13-18 0 0,18 0 0 0,0 0 0 0</inkml:trace>
    </iact:actionData>
  </iact:action>
  <iact:action type="add" startTime="21996">
    <iact:property name="dataType"/>
    <iact:actionData xml:id="d1">
      <inkml:trace xmlns:inkml="http://www.w3.org/2003/InkML" xml:id="stk1" contextRef="#ctx0" brushRef="#br0">21489 5221 24575 0,'26'23'0'8,"0"-1"0"1,8 9 0-1,-1 1 0 1,3 10-1946-1,1-12 0 1,0 3 1946-1,-16 7 0 1,2-1 0-1,7-17 0 1,5-3 0-1,-3 2 0 1,2 17 0-1,-1 3-937 1,0-8 1-1,3 0 0 1,0-1 936-1,-2-5 0 1,-1-3 0-1,1 4 0 1,4 10 0-1,0 3 0 1,0-6 0-1,-3-15 0 1,0-3 0-1,-2 2 0 1,0 8 0-1,-1 3 0 1,0-2 446-1,8-2 1 1,0 2-447-1,-3 4 0 1,0 6 0-1,-1-3 0 1,-7-8 0 0,0-1 0-1,0-1-361 1,7 1 1-1,1-3 0 1,-4 0 360-1,-5 1 0 1,-3-3 0-1,25-1 510 1,-20 3 1-1,-4 3-511 1,-8 10 0-1,9-6 0 1,-1-4 3091-1,-12-12-3091 1,24 21 0-1,-7-12 0 1,10 8 654-1,-19-11-654 1,5-11 1459-1,-25 9-1459 1,25-13 664-1,-23 31-664 1,14-32 0-1,0 32 0 1,-13-32 0-1,13 14 0 1,-18-18 0-1,18 9 0 1,-14-7 0-1,23 7 0 1,-25-9 0-1,7-9 0 1,-9-11 0-1,0 7 0 1,0-5 0 0</inkml:trace>
    </iact:actionData>
  </iact:action>
  <iact:action type="add" startTime="26949">
    <iact:property name="dataType"/>
    <iact:actionData xml:id="d2">
      <inkml:trace xmlns:inkml="http://www.w3.org/2003/InkML" xml:id="stk2" contextRef="#ctx0" brushRef="#br0">20683 7056 24575 0,'0'40'0'12,"0"9"0"1,0-6-1284 0,0 3 1 0,0 2 1283-1,0 4-531 1,0-9 0 0,0 8 0 0,0-7 531 0,0 10-349-1,0-15 1 1,0 10-1 0,0-1 1 0,0-9 348-1,0 12 0 1,0-3 0 0,0 9 0 0,0-7 0 0,0-15 0-1,0-3-3 1,0 13 1 0,0 2 2 0,0 8 0-1,0-5 0 1,0-9 1033 0,0 12-1033 0,0-44 1737 0,0-6-1737-1,0 5 695 1,0-8 0 0,0 0 1 0,0 0-1 0</inkml:trace>
    </iact:actionData>
  </iact:action>
  <iact:action type="add" startTime="28149">
    <iact:property name="dataType"/>
    <iact:actionData xml:id="d3">
      <inkml:trace xmlns:inkml="http://www.w3.org/2003/InkML" xml:id="stk3" contextRef="#ctx0" brushRef="#br0">20683 7338 24575 0,'51'0'0'8,"-23"0"0"0,3 0 0 1,19 0 0-1,5 0-2317 1,-14 0 1-1,1 0 0 1,3 0 2316-1,7 0 0 1,2 0 0-1,3 0-1044 1,-7 0 0-1,1 0 1 1,1 0-1-1,-1 0 1044 1,-2 0 0-1,-1 0 0 1,1 0 0-1,2 0 0 1,-4 0 0-1,2 0 0 1,1 0 0-1,1 0 0 1,3 0-250-1,-4 0 1 1,4 0 0-1,2 0-1 1,0 0 1-1,-2 0 0 1,-2 0 0-1,-5 0 249 1,5 0 0-1,-6 0 0 1,-1 0 0-1,5 0 0 1,-1 0 0-1,6 0 0 1,2 0 0-1,-2 0 0 1,-4 0 0-1,-9 0-663 1,10 0 0-1,-5 0 663 1,0 0 0-1,3 0 0 1,3 0 0-1,-5 0 0 1,3 0 0-1,-1 0 0 1,-4 0 0-1,-5 0 0 1,-4 0 0-1,3 0 0 1,16 0 0-1,2 0 0 1,-4 0 318-1,-1 0 0 1,-5 0-318-1,0 0 0 1,0 0 0-1,2 0 0 1,-1 0 0-1,-9 0 0 1,-2 0 1601-1,2 0 1 1,1 0-1602-1,5 0 0 1,0 0 0-1,1 1 0 1,-2-2 2167-1,-9-8 0 1,-1 0-2167-1,0 7 0 1,-2 0 0-1,9-16 3049 1,-10 18-3049-1,3 0 2053 1,-21 0-2053-1,6 0 0 1,-11-9 0-1,9 7 920 1,-14-7-920-1,14 9 0 0,-18 0 0 1,18 0 0-1,-13 0 0 1,13 0 0-1,-18 0 0 1,0 0 0-1,17 0 0 1,-12 0 0-1,13 0 0 1,-18 0 0-1,9 0 0 1,-7 0 0-1,7 0 0 1,-9 9 0-1,0 11 0 1,0-7 0-1,0 5 0 1,0 18 0-1,0-27 0 1,0 36 0-1,0-25 0 1,0 11 0-1,0 9 0 1,0-6 0-1,0 0 0 1,0 13-321-1,0-9 0 1,0 0 321-1,0 4 0 1,0-14 0-1,0 3 0 1,0 9 0-1,0-2 0 1,0 2 0-1,0 5 0 1,0-9 0-1,0-29 0 1,0 38 0-1,0-23 0 1,0 9 0-1,0-11 0 1,0-11 642-1,0-9-642 1,0 18 0-1,0-13 0 1,0 31 0-1,0-32 0 1,0 14 0-1,0-18 0 1,0 0 0-1,0 18 0 1,0-14 0-1,0 14 0 1,0-9 0-1,0-6 0 1,0 5 0-1,0 10 0 1,0-13 0-1,0 13 0 1,0-18 0-1,0 18 0 1,0-14 0-1,0 14 0 1,0 0 0-1,0-13 0 1,0 12 0-1,-9-17 0 1,7 0 0-1,-25 0 0 1,22 0 0-1,-30 0 0 1,30 0 0-1,-31 0 0 1,5 0 0-1,-1 0 0 1,-5 0-735-1,1 0 1 1,-4 0 0-1,-3 0 734 1,-9 0 0-1,-6 0 0 0,-2 0 0 1,4 0-1051-1,9 0 0 1,2 0 1-1,0 0-1 1,-2 0 1051-1,-8 0 0 1,-2 0 0-1,0 0 0 1,4 0 0-1,-1 0 0 1,3 0 0-1,2 0-353 1,6 0 0-1,2 0 0 1,-3 0 353-1,-4 1 0 1,-4 0 0-1,-1-1 0 1,2-2 0-1,-6-3 0 1,1-2 0-1,-1 2-570 1,9 3 1-1,-2 2 0 1,1-1-1-1,5-1 570 1,-8-6 0-1,-1-2 0 1,10 5 0-1,-6 0 0 1,1 1 0-1,7 0 0 1,-1 2 0-1,1 0 0 1,2-2 0-1,-6 0 0 1,0-1 0-1,1 0-89 1,-3-2 1-1,1 1-1 1,3 1 89-1,-3 3 0 1,0-1 0-1,-1-2 0 1,-3-3 0-1,6 3 0 1,10 5 0-1,1 0 1013 1,-20 0 1-1,0 0-1014 1,16 1 0-1,0-2 509 1,2-3 0-1,-1 0-509 1,-16 3 0-1,1-1 0 1,20-1 0-1,1-3 1118 1,-13-3 1-1,-1 0-1119 1,13 8 0-1,4-2 0 1,-16-15 2348-1,-6 18-2348 1,15-9 0-1,1 0 0 1,-14 5 796-1,12-6 0 1,2 2-796-1,2 8 0 1,-7 0 0-1,25 0 787 1,-23 0-787-1,31 0 0 1,-13 0 0-1,18 0 0 1,0 0 0-1,0 0 0 1</inkml:trace>
    </iact:actionData>
  </iact:action>
  <iact:action type="add" startTime="31039">
    <iact:property name="dataType"/>
    <iact:actionData xml:id="d4">
      <inkml:trace xmlns:inkml="http://www.w3.org/2003/InkML" xml:id="stk4" contextRef="#ctx0" brushRef="#br0">23223 6350 24575 0,'0'23'0'17,"0"-5"0"1,0-18 0 0,0 17 0 0,0-3 0 0,0 6 0 0,0 7 0 0,0-23 0 0,0 32 0 0,0-13 0 0,0 8 0 0,0 7 0 0,0 11 0 0,0-22 0 0,0 18 0 0,0-7 0 0,0-2 0 0,0 13 0 0,0-11 0-1,0-6 0 1,0-10 0 0,0 14 0 0,0-32 0 0,0 23 0 0,0-24 0 0,0 5 0 0,0 10 0 0,0-13 0 0,0 13 0 0,0-18 0 0,0 18 0 0,0-14 0 0,0 14 0 0,0-18 0 0,0 0 0 0,0 0 0 0</inkml:trace>
    </iact:actionData>
  </iact:action>
  <iact:action type="add" startTime="32384">
    <iact:property name="dataType"/>
    <iact:actionData xml:id="d5">
      <inkml:trace xmlns:inkml="http://www.w3.org/2003/InkML" xml:id="stk5" contextRef="#ctx0" brushRef="#br0">23001 6955 24575 0,'18'49'0'15,"-13"-6"0"0,12 6 0 1,1-26 0-1,-13 3 0 1,17-7 0-1,1 0 0 0,-17 17 0 1,21 14 0-1,-27-30 0 1,18 7 0-1,-13-23 0 0,30 14 0 1,-30-18 0-1,13 18 0 1,-18-14 0-1,9 14 0 1,-7 0 0-1,7-13 0 0,-9 13 0 1,0-18 0-1,18 0 0 1,-14 0 0-1,14 0 0 0,-18-18 0 1,18-5 0-1,5 1 0 1,-1-14 0-1,2 13 0 1,-3-3 0-1,-14-30-488 0,5 21 1 1,2 0 487-1,4-14 0 1,5 9-118-1,-1-9 118 0,5 24 0 1,-25-20 0-1,7 23 0 1,9-10 0-1,-13 12 968 1,13-7-968-1,-1 5 125 0,6-18-125 1,8 8 0-1,7-6 0 1,-24 25 0-1,4-5 0 0,0 0 0 1,-14 13 0-1,14-13 0 1,-18 18 0-1,0 0 0 1</inkml:trace>
    </iact:actionData>
  </iact:action>
</iact:action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DDCA8A-45F6-4C39-84CC-636E675FA1CA}" type="datetimeFigureOut">
              <a:rPr lang="en-US" smtClean="0"/>
              <a:t>4/10/22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40F661-FDA6-4479-AFA7-E202DECA8A46}" type="slidenum">
              <a:rPr lang="en-US" smtClean="0"/>
              <a:t>‹#›</a:t>
            </a:fld>
            <a:endParaRPr lang="en-US"/>
          </a:p>
        </p:txBody>
      </p:sp>
    </p:spTree>
    <p:extLst>
      <p:ext uri="{BB962C8B-B14F-4D97-AF65-F5344CB8AC3E}">
        <p14:creationId xmlns:p14="http://schemas.microsoft.com/office/powerpoint/2010/main" val="13722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40F661-FDA6-4479-AFA7-E202DECA8A46}" type="slidenum">
              <a:rPr lang="en-US" smtClean="0"/>
              <a:t>1</a:t>
            </a:fld>
            <a:endParaRPr lang="en-US"/>
          </a:p>
        </p:txBody>
      </p:sp>
    </p:spTree>
    <p:extLst>
      <p:ext uri="{BB962C8B-B14F-4D97-AF65-F5344CB8AC3E}">
        <p14:creationId xmlns:p14="http://schemas.microsoft.com/office/powerpoint/2010/main" val="2780823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ratio of 3 indicates that type-1 error is considered to be 3 times more costly </a:t>
            </a:r>
          </a:p>
          <a:p>
            <a:r>
              <a:rPr lang="en-US" dirty="0"/>
              <a:t>than type-2 error</a:t>
            </a:r>
          </a:p>
        </p:txBody>
      </p:sp>
      <p:sp>
        <p:nvSpPr>
          <p:cNvPr id="4" name="Slide Number Placeholder 3"/>
          <p:cNvSpPr>
            <a:spLocks noGrp="1"/>
          </p:cNvSpPr>
          <p:nvPr>
            <p:ph type="sldNum" sz="quarter" idx="10"/>
          </p:nvPr>
        </p:nvSpPr>
        <p:spPr/>
        <p:txBody>
          <a:bodyPr/>
          <a:lstStyle/>
          <a:p>
            <a:fld id="{AF40F661-FDA6-4479-AFA7-E202DECA8A46}" type="slidenum">
              <a:rPr lang="en-US" smtClean="0"/>
              <a:t>2</a:t>
            </a:fld>
            <a:endParaRPr lang="en-US"/>
          </a:p>
        </p:txBody>
      </p:sp>
    </p:spTree>
    <p:extLst>
      <p:ext uri="{BB962C8B-B14F-4D97-AF65-F5344CB8AC3E}">
        <p14:creationId xmlns:p14="http://schemas.microsoft.com/office/powerpoint/2010/main" val="708838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Overfitting happens when a model learns the detail and noise in the training data to the extent that it negatively impacts the performance of the model on new data. This means that the noise or random fluctuations in the training data is picked up and learned as concepts by the model. The problem is that these concepts do not apply to new data and negatively impact the models ability to generalize.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a:t>
            </a:r>
            <a:r>
              <a:rPr lang="en-US" sz="1200" b="0" i="0" kern="1200" dirty="0" err="1">
                <a:solidFill>
                  <a:schemeClr val="tx1"/>
                </a:solidFill>
                <a:effectLst/>
                <a:latin typeface="+mn-lt"/>
                <a:ea typeface="+mn-ea"/>
                <a:cs typeface="+mn-cs"/>
              </a:rPr>
              <a:t>underfit</a:t>
            </a:r>
            <a:r>
              <a:rPr lang="en-US" sz="1200" b="0" i="0" kern="1200" dirty="0">
                <a:solidFill>
                  <a:schemeClr val="tx1"/>
                </a:solidFill>
                <a:effectLst/>
                <a:latin typeface="+mn-lt"/>
                <a:ea typeface="+mn-ea"/>
                <a:cs typeface="+mn-cs"/>
              </a:rPr>
              <a:t> machine learning model is not a suitable model and will be obvious as it will have poor performance on the training data.</a:t>
            </a:r>
            <a:endParaRPr lang="en-US" dirty="0"/>
          </a:p>
        </p:txBody>
      </p:sp>
      <p:sp>
        <p:nvSpPr>
          <p:cNvPr id="4" name="Slide Number Placeholder 3"/>
          <p:cNvSpPr>
            <a:spLocks noGrp="1"/>
          </p:cNvSpPr>
          <p:nvPr>
            <p:ph type="sldNum" sz="quarter" idx="10"/>
          </p:nvPr>
        </p:nvSpPr>
        <p:spPr/>
        <p:txBody>
          <a:bodyPr/>
          <a:lstStyle/>
          <a:p>
            <a:fld id="{1CE11C67-88FF-4097-A2CD-68F038CFD985}" type="slidenum">
              <a:rPr lang="en-US" smtClean="0"/>
              <a:t>4</a:t>
            </a:fld>
            <a:endParaRPr lang="en-US"/>
          </a:p>
        </p:txBody>
      </p:sp>
    </p:spTree>
    <p:extLst>
      <p:ext uri="{BB962C8B-B14F-4D97-AF65-F5344CB8AC3E}">
        <p14:creationId xmlns:p14="http://schemas.microsoft.com/office/powerpoint/2010/main" val="1443724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ratio of 3 indicates that type-1 error is considered to be 3 times more costly </a:t>
            </a:r>
          </a:p>
          <a:p>
            <a:r>
              <a:rPr lang="en-US" dirty="0"/>
              <a:t>than type-2 error</a:t>
            </a:r>
          </a:p>
        </p:txBody>
      </p:sp>
      <p:sp>
        <p:nvSpPr>
          <p:cNvPr id="4" name="Slide Number Placeholder 3"/>
          <p:cNvSpPr>
            <a:spLocks noGrp="1"/>
          </p:cNvSpPr>
          <p:nvPr>
            <p:ph type="sldNum" sz="quarter" idx="10"/>
          </p:nvPr>
        </p:nvSpPr>
        <p:spPr/>
        <p:txBody>
          <a:bodyPr/>
          <a:lstStyle/>
          <a:p>
            <a:fld id="{AF40F661-FDA6-4479-AFA7-E202DECA8A46}" type="slidenum">
              <a:rPr lang="en-US" smtClean="0"/>
              <a:t>6</a:t>
            </a:fld>
            <a:endParaRPr lang="en-US"/>
          </a:p>
        </p:txBody>
      </p:sp>
    </p:spTree>
    <p:extLst>
      <p:ext uri="{BB962C8B-B14F-4D97-AF65-F5344CB8AC3E}">
        <p14:creationId xmlns:p14="http://schemas.microsoft.com/office/powerpoint/2010/main" val="3457055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ratio of 3 indicates that type-1 error is considered to be 3 times more costly </a:t>
            </a:r>
          </a:p>
          <a:p>
            <a:r>
              <a:rPr lang="en-US" dirty="0"/>
              <a:t>than type-2 error</a:t>
            </a:r>
          </a:p>
        </p:txBody>
      </p:sp>
      <p:sp>
        <p:nvSpPr>
          <p:cNvPr id="4" name="Slide Number Placeholder 3"/>
          <p:cNvSpPr>
            <a:spLocks noGrp="1"/>
          </p:cNvSpPr>
          <p:nvPr>
            <p:ph type="sldNum" sz="quarter" idx="10"/>
          </p:nvPr>
        </p:nvSpPr>
        <p:spPr/>
        <p:txBody>
          <a:bodyPr/>
          <a:lstStyle/>
          <a:p>
            <a:fld id="{AF40F661-FDA6-4479-AFA7-E202DECA8A46}" type="slidenum">
              <a:rPr lang="en-US" smtClean="0"/>
              <a:t>8</a:t>
            </a:fld>
            <a:endParaRPr lang="en-US"/>
          </a:p>
        </p:txBody>
      </p:sp>
    </p:spTree>
    <p:extLst>
      <p:ext uri="{BB962C8B-B14F-4D97-AF65-F5344CB8AC3E}">
        <p14:creationId xmlns:p14="http://schemas.microsoft.com/office/powerpoint/2010/main" val="900694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ratio of 3 indicates that type-1 error is considered to be 3 times more costly </a:t>
            </a:r>
          </a:p>
          <a:p>
            <a:r>
              <a:rPr lang="en-US" dirty="0"/>
              <a:t>than type-2 error</a:t>
            </a:r>
          </a:p>
        </p:txBody>
      </p:sp>
      <p:sp>
        <p:nvSpPr>
          <p:cNvPr id="4" name="Slide Number Placeholder 3"/>
          <p:cNvSpPr>
            <a:spLocks noGrp="1"/>
          </p:cNvSpPr>
          <p:nvPr>
            <p:ph type="sldNum" sz="quarter" idx="10"/>
          </p:nvPr>
        </p:nvSpPr>
        <p:spPr/>
        <p:txBody>
          <a:bodyPr/>
          <a:lstStyle/>
          <a:p>
            <a:fld id="{AF40F661-FDA6-4479-AFA7-E202DECA8A46}" type="slidenum">
              <a:rPr lang="en-US" smtClean="0"/>
              <a:t>14</a:t>
            </a:fld>
            <a:endParaRPr lang="en-US"/>
          </a:p>
        </p:txBody>
      </p:sp>
    </p:spTree>
    <p:extLst>
      <p:ext uri="{BB962C8B-B14F-4D97-AF65-F5344CB8AC3E}">
        <p14:creationId xmlns:p14="http://schemas.microsoft.com/office/powerpoint/2010/main" val="44292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ratio of 3 indicates that type-1 error is considered to be 3 times more costly </a:t>
            </a:r>
          </a:p>
          <a:p>
            <a:r>
              <a:rPr lang="en-US" dirty="0"/>
              <a:t>than type-2 error</a:t>
            </a:r>
          </a:p>
        </p:txBody>
      </p:sp>
      <p:sp>
        <p:nvSpPr>
          <p:cNvPr id="4" name="Slide Number Placeholder 3"/>
          <p:cNvSpPr>
            <a:spLocks noGrp="1"/>
          </p:cNvSpPr>
          <p:nvPr>
            <p:ph type="sldNum" sz="quarter" idx="10"/>
          </p:nvPr>
        </p:nvSpPr>
        <p:spPr/>
        <p:txBody>
          <a:bodyPr/>
          <a:lstStyle/>
          <a:p>
            <a:fld id="{AF40F661-FDA6-4479-AFA7-E202DECA8A46}" type="slidenum">
              <a:rPr lang="en-US" smtClean="0"/>
              <a:t>15</a:t>
            </a:fld>
            <a:endParaRPr lang="en-US"/>
          </a:p>
        </p:txBody>
      </p:sp>
    </p:spTree>
    <p:extLst>
      <p:ext uri="{BB962C8B-B14F-4D97-AF65-F5344CB8AC3E}">
        <p14:creationId xmlns:p14="http://schemas.microsoft.com/office/powerpoint/2010/main" val="3329931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B2C1675-5CDF-47EA-AB55-A274A919F361}" type="datetime1">
              <a:rPr lang="en-US" smtClean="0"/>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25623" y="6446837"/>
            <a:ext cx="1312025" cy="365125"/>
          </a:xfrm>
        </p:spPr>
        <p:txBody>
          <a:bodyPr/>
          <a:lstStyle/>
          <a:p>
            <a:fld id="{1D790B7D-7CE2-423E-A609-5BC5140947F8}" type="slidenum">
              <a:rPr lang="en-US" smtClean="0"/>
              <a:t>‹#›</a:t>
            </a:fld>
            <a:endParaRPr lang="en-US" dirty="0"/>
          </a:p>
        </p:txBody>
      </p:sp>
    </p:spTree>
    <p:extLst>
      <p:ext uri="{BB962C8B-B14F-4D97-AF65-F5344CB8AC3E}">
        <p14:creationId xmlns:p14="http://schemas.microsoft.com/office/powerpoint/2010/main" val="1976918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1450757"/>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529C3C4-49BC-4070-A763-08908D16C248}" type="datetime1">
              <a:rPr lang="en-US" smtClean="0"/>
              <a:t>4/10/22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44511" y="6448580"/>
            <a:ext cx="1312025" cy="365125"/>
          </a:xfrm>
        </p:spPr>
        <p:txBody>
          <a:bodyPr/>
          <a:lstStyle/>
          <a:p>
            <a:fld id="{1D790B7D-7CE2-423E-A609-5BC5140947F8}" type="slidenum">
              <a:rPr lang="en-US" smtClean="0"/>
              <a:t>‹#›</a:t>
            </a:fld>
            <a:endParaRPr lang="en-US" dirty="0"/>
          </a:p>
        </p:txBody>
      </p:sp>
    </p:spTree>
    <p:extLst>
      <p:ext uri="{BB962C8B-B14F-4D97-AF65-F5344CB8AC3E}">
        <p14:creationId xmlns:p14="http://schemas.microsoft.com/office/powerpoint/2010/main" val="4203279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A9803C-DD7E-4420-BA86-679494FB6F15}" type="datetime1">
              <a:rPr lang="en-US" smtClean="0"/>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90B7D-7CE2-423E-A609-5BC5140947F8}"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33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69316C-76D8-4540-A247-6BFC496895CE}" type="datetime1">
              <a:rPr lang="en-US" smtClean="0"/>
              <a:t>4/10/22</a:t>
            </a:fld>
            <a:endParaRPr lang="en-US"/>
          </a:p>
        </p:txBody>
      </p:sp>
      <p:sp>
        <p:nvSpPr>
          <p:cNvPr id="6" name="Footer Placeholder 5"/>
          <p:cNvSpPr>
            <a:spLocks noGrp="1"/>
          </p:cNvSpPr>
          <p:nvPr>
            <p:ph type="ftr" sz="quarter" idx="11"/>
          </p:nvPr>
        </p:nvSpPr>
        <p:spPr/>
        <p:txBody>
          <a:bodyPr/>
          <a:lstStyle/>
          <a:p>
            <a:endParaRPr lang="en-US"/>
          </a:p>
        </p:txBody>
      </p:sp>
      <p:sp>
        <p:nvSpPr>
          <p:cNvPr id="9" name="Slide Number Placeholder 6"/>
          <p:cNvSpPr>
            <a:spLocks noGrp="1"/>
          </p:cNvSpPr>
          <p:nvPr>
            <p:ph type="sldNum" sz="quarter" idx="12"/>
          </p:nvPr>
        </p:nvSpPr>
        <p:spPr>
          <a:xfrm>
            <a:off x="-444511" y="6421685"/>
            <a:ext cx="1312025" cy="365125"/>
          </a:xfrm>
        </p:spPr>
        <p:txBody>
          <a:bodyPr/>
          <a:lstStyle/>
          <a:p>
            <a:fld id="{1D790B7D-7CE2-423E-A609-5BC5140947F8}" type="slidenum">
              <a:rPr lang="en-US" smtClean="0"/>
              <a:t>‹#›</a:t>
            </a:fld>
            <a:endParaRPr lang="en-US" dirty="0"/>
          </a:p>
        </p:txBody>
      </p:sp>
    </p:spTree>
    <p:extLst>
      <p:ext uri="{BB962C8B-B14F-4D97-AF65-F5344CB8AC3E}">
        <p14:creationId xmlns:p14="http://schemas.microsoft.com/office/powerpoint/2010/main" val="973130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382400-2398-4EBA-ABFD-931AD0012630}" type="datetime1">
              <a:rPr lang="en-US" smtClean="0"/>
              <a:t>4/10/22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990001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740DB5-DED5-4CE7-85FC-BB0C3F1155DE}" type="datetime1">
              <a:rPr lang="en-US" smtClean="0"/>
              <a:t>4/10/22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4119430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9BF4FE9-CA57-4F96-8951-2AD48EF6A90D}" type="datetime1">
              <a:rPr lang="en-US" smtClean="0"/>
              <a:t>4/10/22</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3820327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ABB782A-74B3-4609-9BD0-907DD79A2C0E}" type="datetime1">
              <a:rPr lang="en-US" smtClean="0"/>
              <a:t>4/10/22</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D790B7D-7CE2-423E-A609-5BC5140947F8}" type="slidenum">
              <a:rPr lang="en-US" smtClean="0"/>
              <a:t>‹#›</a:t>
            </a:fld>
            <a:endParaRPr lang="en-US"/>
          </a:p>
        </p:txBody>
      </p:sp>
    </p:spTree>
    <p:extLst>
      <p:ext uri="{BB962C8B-B14F-4D97-AF65-F5344CB8AC3E}">
        <p14:creationId xmlns:p14="http://schemas.microsoft.com/office/powerpoint/2010/main" val="1893770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E9A9D5-FAC2-419C-BC78-5BF5F9225DEC}" type="datetime1">
              <a:rPr lang="en-US" smtClean="0"/>
              <a:t>4/10/22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134223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BD37FB-10A7-48BE-AFD4-0ED8F5936ED0}" type="datetime1">
              <a:rPr lang="en-US" smtClean="0"/>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299036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3BF5F53-579B-4846-AFFD-1BEE6650224D}" type="datetime1">
              <a:rPr lang="en-US" smtClean="0"/>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790B7D-7CE2-423E-A609-5BC5140947F8}" type="slidenum">
              <a:rPr lang="en-US" smtClean="0"/>
              <a:t>‹#›</a:t>
            </a:fld>
            <a:endParaRPr lang="en-US"/>
          </a:p>
        </p:txBody>
      </p:sp>
    </p:spTree>
    <p:extLst>
      <p:ext uri="{BB962C8B-B14F-4D97-AF65-F5344CB8AC3E}">
        <p14:creationId xmlns:p14="http://schemas.microsoft.com/office/powerpoint/2010/main" val="1025761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2F9517B-FE7E-425B-AD67-D05C5FB27275}" type="datetime1">
              <a:rPr lang="en-US" smtClean="0"/>
              <a:t>4/10/22</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444511" y="6421685"/>
            <a:ext cx="1312025" cy="365125"/>
          </a:xfrm>
          <a:prstGeom prst="rect">
            <a:avLst/>
          </a:prstGeom>
        </p:spPr>
        <p:txBody>
          <a:bodyPr vert="horz" lIns="91440" tIns="45720" rIns="91440" bIns="45720" rtlCol="0" anchor="ctr"/>
          <a:lstStyle>
            <a:lvl1pPr algn="r">
              <a:defRPr sz="4400">
                <a:solidFill>
                  <a:srgbClr val="FFFFFF"/>
                </a:solidFill>
              </a:defRPr>
            </a:lvl1pPr>
          </a:lstStyle>
          <a:p>
            <a:fld id="{1D790B7D-7CE2-423E-A609-5BC5140947F8}" type="slidenum">
              <a:rPr lang="en-US" smtClean="0"/>
              <a:pPr/>
              <a:t>‹#›</a:t>
            </a:fld>
            <a:endParaRPr lang="en-US" dirty="0"/>
          </a:p>
        </p:txBody>
      </p:sp>
    </p:spTree>
    <p:extLst>
      <p:ext uri="{BB962C8B-B14F-4D97-AF65-F5344CB8AC3E}">
        <p14:creationId xmlns:p14="http://schemas.microsoft.com/office/powerpoint/2010/main" val="1177482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png"/><Relationship Id="rId5" Type="http://schemas.openxmlformats.org/officeDocument/2006/relationships/image" Target="../media/image2.png"/><Relationship Id="rId4" Type="http://schemas.microsoft.com/office/2011/relationships/inkAction" Target="../ink/inkAction1.xml"/></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4.m4a"/><Relationship Id="rId1" Type="http://schemas.microsoft.com/office/2007/relationships/media" Target="../media/media4.m4a"/><Relationship Id="rId6" Type="http://schemas.microsoft.com/office/2011/relationships/inkAction" Target="../ink/inkAction2.xml"/><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2" Type="http://schemas.microsoft.com/office/2007/relationships/media" Target="../media/media8.m4a"/><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2" Type="http://schemas.microsoft.com/office/2007/relationships/media" Target="../media/media10.m4a"/><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2" Type="http://schemas.microsoft.com/office/2007/relationships/media" Target="../media/media11.m4a"/><Relationship Id="rId1" Type="http://schemas.openxmlformats.org/officeDocument/2006/relationships/tags" Target="../tags/tag3.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audio" Target="../media/media13.m4a"/><Relationship Id="rId7" Type="http://schemas.microsoft.com/office/2011/relationships/inkAction" Target="../ink/inkAction3.xml"/><Relationship Id="rId2" Type="http://schemas.microsoft.com/office/2007/relationships/media" Target="../media/media13.m4a"/><Relationship Id="rId1" Type="http://schemas.openxmlformats.org/officeDocument/2006/relationships/vmlDrawing" Target="../drawings/vmlDrawing1.vml"/><Relationship Id="rId6" Type="http://schemas.openxmlformats.org/officeDocument/2006/relationships/image" Target="../media/image5.emf"/><Relationship Id="rId5" Type="http://schemas.openxmlformats.org/officeDocument/2006/relationships/oleObject" Target="../embeddings/oleObject1.bin"/><Relationship Id="rId4" Type="http://schemas.openxmlformats.org/officeDocument/2006/relationships/slideLayout" Target="../slideLayouts/slideLayout7.xml"/><Relationship Id="rId9"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Cross Validation</a:t>
            </a:r>
          </a:p>
        </p:txBody>
      </p:sp>
      <p:cxnSp>
        <p:nvCxnSpPr>
          <p:cNvPr id="11" name="Straight Connector 10"/>
          <p:cNvCxnSpPr/>
          <p:nvPr/>
        </p:nvCxnSpPr>
        <p:spPr>
          <a:xfrm>
            <a:off x="1097280" y="4325112"/>
            <a:ext cx="10058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Subtitle 2"/>
          <p:cNvSpPr>
            <a:spLocks noGrp="1"/>
          </p:cNvSpPr>
          <p:nvPr>
            <p:ph type="subTitle" idx="1"/>
          </p:nvPr>
        </p:nvSpPr>
        <p:spPr>
          <a:xfrm>
            <a:off x="1100051" y="4455621"/>
            <a:ext cx="10058400" cy="1143000"/>
          </a:xfrm>
        </p:spPr>
        <p:txBody>
          <a:bodyPr/>
          <a:lstStyle/>
          <a:p>
            <a:r>
              <a:rPr lang="en-US" dirty="0"/>
              <a:t>Case: smartphone authentication</a:t>
            </a:r>
          </a:p>
        </p:txBody>
      </p:sp>
      <p:pic>
        <p:nvPicPr>
          <p:cNvPr id="10" name="Audio 9">
            <a:hlinkClick r:id="" action="ppaction://media"/>
            <a:extLst>
              <a:ext uri="{FF2B5EF4-FFF2-40B4-BE49-F238E27FC236}">
                <a16:creationId xmlns:a16="http://schemas.microsoft.com/office/drawing/2014/main" id="{BFAD590C-3FCD-FC42-BA4A-671C9D7D156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12502236"/>
      </p:ext>
    </p:extLst>
  </p:cSld>
  <p:clrMapOvr>
    <a:masterClrMapping/>
  </p:clrMapOvr>
  <mc:AlternateContent xmlns:mc="http://schemas.openxmlformats.org/markup-compatibility/2006">
    <mc:Choice xmlns:p14="http://schemas.microsoft.com/office/powerpoint/2010/main" Requires="p14">
      <p:transition spd="slow" p14:dur="2000" advTm="12406"/>
    </mc:Choice>
    <mc:Fallback>
      <p:transition spd="slow" advTm="124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790B7D-7CE2-423E-A609-5BC5140947F8}" type="slidenum">
              <a:rPr lang="en-US" smtClean="0"/>
              <a:t>2</a:t>
            </a:fld>
            <a:endParaRPr lang="en-US" dirty="0"/>
          </a:p>
        </p:txBody>
      </p:sp>
      <p:sp>
        <p:nvSpPr>
          <p:cNvPr id="6" name="Title 5"/>
          <p:cNvSpPr>
            <a:spLocks noGrp="1"/>
          </p:cNvSpPr>
          <p:nvPr>
            <p:ph type="title"/>
          </p:nvPr>
        </p:nvSpPr>
        <p:spPr>
          <a:xfrm>
            <a:off x="1097280" y="99631"/>
            <a:ext cx="10058400" cy="976665"/>
          </a:xfrm>
        </p:spPr>
        <p:txBody>
          <a:bodyPr/>
          <a:lstStyle/>
          <a:p>
            <a:r>
              <a:rPr lang="en-US" dirty="0"/>
              <a:t>Problem after we build a model</a:t>
            </a:r>
          </a:p>
        </p:txBody>
      </p:sp>
      <p:sp>
        <p:nvSpPr>
          <p:cNvPr id="9" name="Rectangle 8"/>
          <p:cNvSpPr/>
          <p:nvPr/>
        </p:nvSpPr>
        <p:spPr>
          <a:xfrm>
            <a:off x="1255609" y="5635310"/>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Result Analysis</a:t>
            </a:r>
          </a:p>
        </p:txBody>
      </p:sp>
      <p:sp>
        <p:nvSpPr>
          <p:cNvPr id="10" name="Rectangle 9"/>
          <p:cNvSpPr/>
          <p:nvPr/>
        </p:nvSpPr>
        <p:spPr>
          <a:xfrm>
            <a:off x="1255614" y="1313529"/>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Collection</a:t>
            </a:r>
          </a:p>
        </p:txBody>
      </p:sp>
      <p:sp>
        <p:nvSpPr>
          <p:cNvPr id="11" name="Rectangle 10"/>
          <p:cNvSpPr/>
          <p:nvPr/>
        </p:nvSpPr>
        <p:spPr>
          <a:xfrm>
            <a:off x="1255611" y="2155957"/>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Preprocessing</a:t>
            </a:r>
          </a:p>
        </p:txBody>
      </p:sp>
      <p:sp>
        <p:nvSpPr>
          <p:cNvPr id="13" name="Rectangle 12"/>
          <p:cNvSpPr/>
          <p:nvPr/>
        </p:nvSpPr>
        <p:spPr>
          <a:xfrm>
            <a:off x="1255611" y="2998385"/>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Feature Extraction and Transformation</a:t>
            </a:r>
          </a:p>
        </p:txBody>
      </p:sp>
      <p:sp>
        <p:nvSpPr>
          <p:cNvPr id="14" name="Rectangle 13"/>
          <p:cNvSpPr/>
          <p:nvPr/>
        </p:nvSpPr>
        <p:spPr>
          <a:xfrm>
            <a:off x="1255612" y="3848290"/>
            <a:ext cx="2176025" cy="54027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Training </a:t>
            </a:r>
          </a:p>
        </p:txBody>
      </p:sp>
      <p:sp>
        <p:nvSpPr>
          <p:cNvPr id="16" name="Rectangle 15"/>
          <p:cNvSpPr/>
          <p:nvPr/>
        </p:nvSpPr>
        <p:spPr>
          <a:xfrm>
            <a:off x="1255610" y="4760867"/>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Testing</a:t>
            </a:r>
          </a:p>
        </p:txBody>
      </p:sp>
      <p:cxnSp>
        <p:nvCxnSpPr>
          <p:cNvPr id="18" name="Straight Arrow Connector 17"/>
          <p:cNvCxnSpPr>
            <a:stCxn id="10" idx="2"/>
            <a:endCxn id="11" idx="0"/>
          </p:cNvCxnSpPr>
          <p:nvPr/>
        </p:nvCxnSpPr>
        <p:spPr>
          <a:xfrm flipH="1">
            <a:off x="2343624" y="1853804"/>
            <a:ext cx="3" cy="30215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2"/>
            <a:endCxn id="13" idx="0"/>
          </p:cNvCxnSpPr>
          <p:nvPr/>
        </p:nvCxnSpPr>
        <p:spPr>
          <a:xfrm>
            <a:off x="2343624" y="2696232"/>
            <a:ext cx="0" cy="30215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3" idx="2"/>
            <a:endCxn id="14" idx="0"/>
          </p:cNvCxnSpPr>
          <p:nvPr/>
        </p:nvCxnSpPr>
        <p:spPr>
          <a:xfrm>
            <a:off x="2343624" y="3538660"/>
            <a:ext cx="1" cy="30963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2"/>
            <a:endCxn id="16" idx="0"/>
          </p:cNvCxnSpPr>
          <p:nvPr/>
        </p:nvCxnSpPr>
        <p:spPr>
          <a:xfrm flipH="1">
            <a:off x="2343623" y="4388565"/>
            <a:ext cx="2" cy="372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2"/>
            <a:endCxn id="9" idx="0"/>
          </p:cNvCxnSpPr>
          <p:nvPr/>
        </p:nvCxnSpPr>
        <p:spPr>
          <a:xfrm flipH="1">
            <a:off x="2343622" y="5301142"/>
            <a:ext cx="1" cy="33416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1097280" y="3693475"/>
            <a:ext cx="2491740" cy="823107"/>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933190" y="3781862"/>
            <a:ext cx="7222490" cy="646331"/>
          </a:xfrm>
          <a:prstGeom prst="rect">
            <a:avLst/>
          </a:prstGeom>
          <a:noFill/>
        </p:spPr>
        <p:txBody>
          <a:bodyPr wrap="none" rtlCol="0">
            <a:spAutoFit/>
          </a:bodyPr>
          <a:lstStyle/>
          <a:p>
            <a:pPr marL="285750" indent="-285750">
              <a:buFont typeface="Arial" panose="020B0604020202020204" pitchFamily="34" charset="0"/>
              <a:buChar char="•"/>
            </a:pPr>
            <a:r>
              <a:rPr lang="en-US" dirty="0"/>
              <a:t>Sometimes, we can build several model rather than build a single model</a:t>
            </a:r>
          </a:p>
          <a:p>
            <a:pPr marL="285750" indent="-285750">
              <a:buFont typeface="Arial" panose="020B0604020202020204" pitchFamily="34" charset="0"/>
              <a:buChar char="•"/>
            </a:pPr>
            <a:r>
              <a:rPr lang="en-US" dirty="0"/>
              <a:t>Which model is the best?</a:t>
            </a:r>
          </a:p>
        </p:txBody>
      </p:sp>
      <p:pic>
        <p:nvPicPr>
          <p:cNvPr id="12" name="Audio 11">
            <a:hlinkClick r:id="" action="ppaction://media"/>
            <a:extLst>
              <a:ext uri="{FF2B5EF4-FFF2-40B4-BE49-F238E27FC236}">
                <a16:creationId xmlns:a16="http://schemas.microsoft.com/office/drawing/2014/main" id="{6B6C8814-961C-FE40-BD3C-70E29FF5204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12213710"/>
      </p:ext>
    </p:extLst>
  </p:cSld>
  <p:clrMapOvr>
    <a:masterClrMapping/>
  </p:clrMapOvr>
  <mc:AlternateContent xmlns:mc="http://schemas.openxmlformats.org/markup-compatibility/2006">
    <mc:Choice xmlns:p14="http://schemas.microsoft.com/office/powerpoint/2010/main" Requires="p14">
      <p:transition spd="slow" p14:dur="2000" advTm="22556"/>
    </mc:Choice>
    <mc:Fallback>
      <p:transition spd="slow" advTm="225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heel(1)">
                                      <p:cBhvr>
                                        <p:cTn id="11"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12"/>
                </p:tgtEl>
              </p:cMediaNode>
            </p:audio>
          </p:childTnLst>
        </p:cTn>
      </p:par>
    </p:tnLst>
    <p:bldLst>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971787"/>
          </a:xfrm>
        </p:spPr>
        <p:txBody>
          <a:bodyPr>
            <a:normAutofit/>
          </a:bodyPr>
          <a:lstStyle/>
          <a:p>
            <a:r>
              <a:rPr lang="en-US" dirty="0"/>
              <a:t>Build several models</a:t>
            </a:r>
          </a:p>
        </p:txBody>
      </p:sp>
      <p:sp>
        <p:nvSpPr>
          <p:cNvPr id="4" name="Slide Number Placeholder 3"/>
          <p:cNvSpPr>
            <a:spLocks noGrp="1"/>
          </p:cNvSpPr>
          <p:nvPr>
            <p:ph type="sldNum" sz="quarter" idx="12"/>
          </p:nvPr>
        </p:nvSpPr>
        <p:spPr/>
        <p:txBody>
          <a:bodyPr/>
          <a:lstStyle/>
          <a:p>
            <a:fld id="{1D790B7D-7CE2-423E-A609-5BC5140947F8}" type="slidenum">
              <a:rPr lang="en-US" smtClean="0"/>
              <a:t>3</a:t>
            </a:fld>
            <a:endParaRPr lang="en-US" dirty="0"/>
          </a:p>
        </p:txBody>
      </p:sp>
      <p:sp>
        <p:nvSpPr>
          <p:cNvPr id="52" name="Rectangle 51"/>
          <p:cNvSpPr/>
          <p:nvPr/>
        </p:nvSpPr>
        <p:spPr>
          <a:xfrm>
            <a:off x="1253771"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57" name="Rectangle 56"/>
          <p:cNvSpPr/>
          <p:nvPr/>
        </p:nvSpPr>
        <p:spPr>
          <a:xfrm>
            <a:off x="1253771"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58" name="Rectangle 57"/>
          <p:cNvSpPr/>
          <p:nvPr/>
        </p:nvSpPr>
        <p:spPr>
          <a:xfrm>
            <a:off x="1253771"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59" name="Rectangle 58"/>
          <p:cNvSpPr/>
          <p:nvPr/>
        </p:nvSpPr>
        <p:spPr>
          <a:xfrm>
            <a:off x="1253771"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60" name="Rectangle 59"/>
          <p:cNvSpPr/>
          <p:nvPr/>
        </p:nvSpPr>
        <p:spPr>
          <a:xfrm>
            <a:off x="1253771" y="4545855"/>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45" name="TextBox 44"/>
          <p:cNvSpPr txBox="1"/>
          <p:nvPr/>
        </p:nvSpPr>
        <p:spPr>
          <a:xfrm>
            <a:off x="1253771" y="1407162"/>
            <a:ext cx="1359692" cy="738664"/>
          </a:xfrm>
          <a:prstGeom prst="rect">
            <a:avLst/>
          </a:prstGeom>
          <a:solidFill>
            <a:srgbClr val="FFFF00"/>
          </a:solidFill>
          <a:ln w="12700">
            <a:solidFill>
              <a:schemeClr val="dk1"/>
            </a:solidFill>
          </a:ln>
        </p:spPr>
        <p:txBody>
          <a:bodyPr wrap="square" rtlCol="0">
            <a:spAutoFit/>
          </a:bodyPr>
          <a:lstStyle/>
          <a:p>
            <a:r>
              <a:rPr lang="en-US" sz="1400" dirty="0"/>
              <a:t>Single Model:</a:t>
            </a:r>
          </a:p>
          <a:p>
            <a:r>
              <a:rPr lang="en-US" sz="1400" dirty="0"/>
              <a:t>Use all train data</a:t>
            </a:r>
          </a:p>
        </p:txBody>
      </p:sp>
      <p:sp>
        <p:nvSpPr>
          <p:cNvPr id="46" name="Rectangle 45"/>
          <p:cNvSpPr/>
          <p:nvPr/>
        </p:nvSpPr>
        <p:spPr>
          <a:xfrm>
            <a:off x="3893681"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47" name="Rectangle 46"/>
          <p:cNvSpPr/>
          <p:nvPr/>
        </p:nvSpPr>
        <p:spPr>
          <a:xfrm>
            <a:off x="3893681"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48" name="Rectangle 47"/>
          <p:cNvSpPr/>
          <p:nvPr/>
        </p:nvSpPr>
        <p:spPr>
          <a:xfrm>
            <a:off x="3893681"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49" name="Rectangle 48"/>
          <p:cNvSpPr/>
          <p:nvPr/>
        </p:nvSpPr>
        <p:spPr>
          <a:xfrm>
            <a:off x="3893681"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36" name="TextBox 35"/>
          <p:cNvSpPr txBox="1"/>
          <p:nvPr/>
        </p:nvSpPr>
        <p:spPr>
          <a:xfrm>
            <a:off x="3893681" y="1407162"/>
            <a:ext cx="1359692" cy="307777"/>
          </a:xfrm>
          <a:prstGeom prst="rect">
            <a:avLst/>
          </a:prstGeom>
          <a:solidFill>
            <a:srgbClr val="FFFF00"/>
          </a:solidFill>
          <a:ln w="12700">
            <a:solidFill>
              <a:schemeClr val="dk1"/>
            </a:solidFill>
          </a:ln>
        </p:spPr>
        <p:txBody>
          <a:bodyPr wrap="square" rtlCol="0">
            <a:spAutoFit/>
          </a:bodyPr>
          <a:lstStyle/>
          <a:p>
            <a:r>
              <a:rPr lang="en-US" sz="1400" dirty="0"/>
              <a:t>Multiple Model</a:t>
            </a:r>
          </a:p>
        </p:txBody>
      </p:sp>
      <p:sp>
        <p:nvSpPr>
          <p:cNvPr id="39" name="TextBox 38"/>
          <p:cNvSpPr txBox="1"/>
          <p:nvPr/>
        </p:nvSpPr>
        <p:spPr>
          <a:xfrm>
            <a:off x="3893681" y="2281624"/>
            <a:ext cx="1359692" cy="307777"/>
          </a:xfrm>
          <a:prstGeom prst="rect">
            <a:avLst/>
          </a:prstGeom>
          <a:solidFill>
            <a:srgbClr val="FFFF00"/>
          </a:solidFill>
          <a:ln w="12700">
            <a:solidFill>
              <a:schemeClr val="dk1"/>
            </a:solidFill>
          </a:ln>
        </p:spPr>
        <p:txBody>
          <a:bodyPr wrap="square" rtlCol="0">
            <a:spAutoFit/>
          </a:bodyPr>
          <a:lstStyle/>
          <a:p>
            <a:r>
              <a:rPr lang="en-US" sz="1400" dirty="0"/>
              <a:t>Model 1:</a:t>
            </a:r>
          </a:p>
        </p:txBody>
      </p:sp>
      <p:sp>
        <p:nvSpPr>
          <p:cNvPr id="41" name="Rectangle 40"/>
          <p:cNvSpPr/>
          <p:nvPr/>
        </p:nvSpPr>
        <p:spPr>
          <a:xfrm>
            <a:off x="5579317"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61" name="Rectangle 60"/>
          <p:cNvSpPr/>
          <p:nvPr/>
        </p:nvSpPr>
        <p:spPr>
          <a:xfrm>
            <a:off x="5579317"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62" name="Rectangle 61"/>
          <p:cNvSpPr/>
          <p:nvPr/>
        </p:nvSpPr>
        <p:spPr>
          <a:xfrm>
            <a:off x="5579317"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73" name="Rectangle 72"/>
          <p:cNvSpPr/>
          <p:nvPr/>
        </p:nvSpPr>
        <p:spPr>
          <a:xfrm>
            <a:off x="5579317"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4" name="TextBox 73"/>
          <p:cNvSpPr txBox="1"/>
          <p:nvPr/>
        </p:nvSpPr>
        <p:spPr>
          <a:xfrm>
            <a:off x="5579317" y="2281624"/>
            <a:ext cx="1359692" cy="307777"/>
          </a:xfrm>
          <a:prstGeom prst="rect">
            <a:avLst/>
          </a:prstGeom>
          <a:solidFill>
            <a:srgbClr val="FFFF00"/>
          </a:solidFill>
          <a:ln w="12700">
            <a:solidFill>
              <a:schemeClr val="dk1"/>
            </a:solidFill>
          </a:ln>
        </p:spPr>
        <p:txBody>
          <a:bodyPr wrap="square" rtlCol="0">
            <a:spAutoFit/>
          </a:bodyPr>
          <a:lstStyle/>
          <a:p>
            <a:r>
              <a:rPr lang="en-US" sz="1400" dirty="0"/>
              <a:t>Model 2:</a:t>
            </a:r>
          </a:p>
        </p:txBody>
      </p:sp>
      <p:sp>
        <p:nvSpPr>
          <p:cNvPr id="75" name="Rectangle 74"/>
          <p:cNvSpPr/>
          <p:nvPr/>
        </p:nvSpPr>
        <p:spPr>
          <a:xfrm>
            <a:off x="7264953"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76" name="Rectangle 75"/>
          <p:cNvSpPr/>
          <p:nvPr/>
        </p:nvSpPr>
        <p:spPr>
          <a:xfrm>
            <a:off x="7264953"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77" name="Rectangle 76"/>
          <p:cNvSpPr/>
          <p:nvPr/>
        </p:nvSpPr>
        <p:spPr>
          <a:xfrm>
            <a:off x="7264953"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78" name="Rectangle 77"/>
          <p:cNvSpPr/>
          <p:nvPr/>
        </p:nvSpPr>
        <p:spPr>
          <a:xfrm>
            <a:off x="7264953"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9" name="TextBox 78"/>
          <p:cNvSpPr txBox="1"/>
          <p:nvPr/>
        </p:nvSpPr>
        <p:spPr>
          <a:xfrm>
            <a:off x="7264953" y="2281624"/>
            <a:ext cx="1359692" cy="307777"/>
          </a:xfrm>
          <a:prstGeom prst="rect">
            <a:avLst/>
          </a:prstGeom>
          <a:solidFill>
            <a:srgbClr val="FFFF00"/>
          </a:solidFill>
          <a:ln w="12700">
            <a:solidFill>
              <a:schemeClr val="dk1"/>
            </a:solidFill>
          </a:ln>
        </p:spPr>
        <p:txBody>
          <a:bodyPr wrap="square" rtlCol="0">
            <a:spAutoFit/>
          </a:bodyPr>
          <a:lstStyle/>
          <a:p>
            <a:r>
              <a:rPr lang="en-US" sz="1400" dirty="0"/>
              <a:t>Model 3:</a:t>
            </a:r>
          </a:p>
        </p:txBody>
      </p:sp>
      <p:sp>
        <p:nvSpPr>
          <p:cNvPr id="80" name="Rectangle 79"/>
          <p:cNvSpPr/>
          <p:nvPr/>
        </p:nvSpPr>
        <p:spPr>
          <a:xfrm>
            <a:off x="8950589"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81" name="Rectangle 80"/>
          <p:cNvSpPr/>
          <p:nvPr/>
        </p:nvSpPr>
        <p:spPr>
          <a:xfrm>
            <a:off x="8950589"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2" name="Rectangle 81"/>
          <p:cNvSpPr/>
          <p:nvPr/>
        </p:nvSpPr>
        <p:spPr>
          <a:xfrm>
            <a:off x="8950589"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3" name="Rectangle 82"/>
          <p:cNvSpPr/>
          <p:nvPr/>
        </p:nvSpPr>
        <p:spPr>
          <a:xfrm>
            <a:off x="8950589"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4" name="TextBox 83"/>
          <p:cNvSpPr txBox="1"/>
          <p:nvPr/>
        </p:nvSpPr>
        <p:spPr>
          <a:xfrm>
            <a:off x="8950589" y="2281624"/>
            <a:ext cx="1359692" cy="307777"/>
          </a:xfrm>
          <a:prstGeom prst="rect">
            <a:avLst/>
          </a:prstGeom>
          <a:solidFill>
            <a:srgbClr val="FFFF00"/>
          </a:solidFill>
          <a:ln w="12700">
            <a:solidFill>
              <a:schemeClr val="dk1"/>
            </a:solidFill>
          </a:ln>
        </p:spPr>
        <p:txBody>
          <a:bodyPr wrap="square" rtlCol="0">
            <a:spAutoFit/>
          </a:bodyPr>
          <a:lstStyle/>
          <a:p>
            <a:r>
              <a:rPr lang="en-US" sz="1400" dirty="0"/>
              <a:t>Model 4:</a:t>
            </a:r>
          </a:p>
        </p:txBody>
      </p:sp>
      <p:sp>
        <p:nvSpPr>
          <p:cNvPr id="85" name="Rectangle 84"/>
          <p:cNvSpPr/>
          <p:nvPr/>
        </p:nvSpPr>
        <p:spPr>
          <a:xfrm>
            <a:off x="10636225"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86" name="Rectangle 85"/>
          <p:cNvSpPr/>
          <p:nvPr/>
        </p:nvSpPr>
        <p:spPr>
          <a:xfrm>
            <a:off x="10636225"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7" name="Rectangle 86"/>
          <p:cNvSpPr/>
          <p:nvPr/>
        </p:nvSpPr>
        <p:spPr>
          <a:xfrm>
            <a:off x="10636225"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8" name="Rectangle 87"/>
          <p:cNvSpPr/>
          <p:nvPr/>
        </p:nvSpPr>
        <p:spPr>
          <a:xfrm>
            <a:off x="10636225"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9" name="TextBox 88"/>
          <p:cNvSpPr txBox="1"/>
          <p:nvPr/>
        </p:nvSpPr>
        <p:spPr>
          <a:xfrm>
            <a:off x="10636225" y="2281624"/>
            <a:ext cx="1359692" cy="307777"/>
          </a:xfrm>
          <a:prstGeom prst="rect">
            <a:avLst/>
          </a:prstGeom>
          <a:solidFill>
            <a:srgbClr val="FFFF00"/>
          </a:solidFill>
          <a:ln w="12700">
            <a:solidFill>
              <a:schemeClr val="dk1"/>
            </a:solidFill>
          </a:ln>
        </p:spPr>
        <p:txBody>
          <a:bodyPr wrap="square" rtlCol="0">
            <a:spAutoFit/>
          </a:bodyPr>
          <a:lstStyle/>
          <a:p>
            <a:r>
              <a:rPr lang="en-US" sz="1400" dirty="0"/>
              <a:t>Model 5:</a:t>
            </a:r>
          </a:p>
        </p:txBody>
      </p:sp>
      <mc:AlternateContent xmlns:mc="http://schemas.openxmlformats.org/markup-compatibility/2006">
        <mc:Choice xmlns:p14="http://schemas.microsoft.com/office/powerpoint/2010/main" xmlns:iact="http://schemas.microsoft.com/office/powerpoint/2014/inkAction" Requires="p14 iact">
          <p:contentPart p14:bwMode="auto" r:id="rId4">
            <p14:nvContentPartPr>
              <p14:cNvPr id="7" name="Ink 6">
                <a:extLst>
                  <a:ext uri="{FF2B5EF4-FFF2-40B4-BE49-F238E27FC236}">
                    <a16:creationId xmlns:a16="http://schemas.microsoft.com/office/drawing/2014/main" id="{C072D000-2CA0-D745-95E7-812230E02390}"/>
                  </a:ext>
                </a:extLst>
              </p14:cNvPr>
              <p14:cNvContentPartPr/>
              <p14:nvPr>
                <p:extLst>
                  <p:ext uri="{42D2F446-02D8-4167-A562-619A0277C38B}">
                    <p15:isNarration xmlns:p15="http://schemas.microsoft.com/office/powerpoint/2012/main" val="1"/>
                  </p:ext>
                </p:extLst>
              </p14:nvPr>
            </p14:nvContentPartPr>
            <p14:xfrm>
              <a:off x="1015560" y="1255320"/>
              <a:ext cx="9159480" cy="3875760"/>
            </p14:xfrm>
          </p:contentPart>
        </mc:Choice>
        <mc:Fallback>
          <p:pic>
            <p:nvPicPr>
              <p:cNvPr id="7" name="Ink 6">
                <a:extLst>
                  <a:ext uri="{FF2B5EF4-FFF2-40B4-BE49-F238E27FC236}">
                    <a16:creationId xmlns:a16="http://schemas.microsoft.com/office/drawing/2014/main" id="{C072D000-2CA0-D745-95E7-812230E02390}"/>
                  </a:ext>
                </a:extLst>
              </p:cNvPr>
              <p:cNvPicPr>
                <a:picLocks noGrp="1" noRot="1" noChangeAspect="1" noMove="1" noResize="1" noEditPoints="1" noAdjustHandles="1" noChangeArrowheads="1" noChangeShapeType="1"/>
              </p:cNvPicPr>
              <p:nvPr/>
            </p:nvPicPr>
            <p:blipFill>
              <a:blip r:embed="rId5"/>
              <a:stretch>
                <a:fillRect/>
              </a:stretch>
            </p:blipFill>
            <p:spPr>
              <a:xfrm>
                <a:off x="1006200" y="1245960"/>
                <a:ext cx="9178200" cy="3894480"/>
              </a:xfrm>
              <a:prstGeom prst="rect">
                <a:avLst/>
              </a:prstGeom>
            </p:spPr>
          </p:pic>
        </mc:Fallback>
      </mc:AlternateContent>
      <p:pic>
        <p:nvPicPr>
          <p:cNvPr id="8" name="Audio 7">
            <a:hlinkClick r:id="" action="ppaction://media"/>
            <a:extLst>
              <a:ext uri="{FF2B5EF4-FFF2-40B4-BE49-F238E27FC236}">
                <a16:creationId xmlns:a16="http://schemas.microsoft.com/office/drawing/2014/main" id="{C8691AEA-FEE7-7142-AE07-38EDE4D3B91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705552987"/>
      </p:ext>
    </p:extLst>
  </p:cSld>
  <p:clrMapOvr>
    <a:masterClrMapping/>
  </p:clrMapOvr>
  <mc:AlternateContent xmlns:mc="http://schemas.openxmlformats.org/markup-compatibility/2006">
    <mc:Choice xmlns:p14="http://schemas.microsoft.com/office/powerpoint/2010/main" Requires="p14">
      <p:transition spd="slow" p14:dur="2000" advTm="58959"/>
    </mc:Choice>
    <mc:Fallback>
      <p:transition spd="slow" advTm="589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par>
                                <p:cTn id="7" presetID="59"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md type="call" cmd="playFrom(0.0)">
                                      <p:cBhvr>
                                        <p:cTn id="9" dur="1" fill="hold"/>
                                        <p:tgtEl>
                                          <p:spTgt spid="7"/>
                                        </p:tgtEl>
                                      </p:cBhvr>
                                    </p:cmd>
                                  </p:childTnLst>
                                </p:cTn>
                              </p:par>
                              <p:par>
                                <p:cTn id="10" presetID="14" presetClass="entr" presetSubtype="1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randombar(horizontal)">
                                      <p:cBhvr>
                                        <p:cTn id="12" dur="500"/>
                                        <p:tgtEl>
                                          <p:spTgt spid="45"/>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randombar(horizontal)">
                                      <p:cBhvr>
                                        <p:cTn id="15" dur="500"/>
                                        <p:tgtEl>
                                          <p:spTgt spid="36"/>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randombar(horizontal)">
                                      <p:cBhvr>
                                        <p:cTn id="18" dur="500"/>
                                        <p:tgtEl>
                                          <p:spTgt spid="39"/>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animEffect transition="in" filter="randombar(horizontal)">
                                      <p:cBhvr>
                                        <p:cTn id="21" dur="500"/>
                                        <p:tgtEl>
                                          <p:spTgt spid="74"/>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79"/>
                                        </p:tgtEl>
                                        <p:attrNameLst>
                                          <p:attrName>style.visibility</p:attrName>
                                        </p:attrNameLst>
                                      </p:cBhvr>
                                      <p:to>
                                        <p:strVal val="visible"/>
                                      </p:to>
                                    </p:set>
                                    <p:animEffect transition="in" filter="randombar(horizontal)">
                                      <p:cBhvr>
                                        <p:cTn id="24" dur="500"/>
                                        <p:tgtEl>
                                          <p:spTgt spid="79"/>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84"/>
                                        </p:tgtEl>
                                        <p:attrNameLst>
                                          <p:attrName>style.visibility</p:attrName>
                                        </p:attrNameLst>
                                      </p:cBhvr>
                                      <p:to>
                                        <p:strVal val="visible"/>
                                      </p:to>
                                    </p:set>
                                    <p:animEffect transition="in" filter="randombar(horizontal)">
                                      <p:cBhvr>
                                        <p:cTn id="27" dur="500"/>
                                        <p:tgtEl>
                                          <p:spTgt spid="84"/>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randombar(horizontal)">
                                      <p:cBhvr>
                                        <p:cTn id="30"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1" fill="hold" display="0">
                  <p:stCondLst>
                    <p:cond delay="indefinite"/>
                  </p:stCondLst>
                  <p:endCondLst>
                    <p:cond evt="onStopAudio" delay="0">
                      <p:tgtEl>
                        <p:sldTgt/>
                      </p:tgtEl>
                    </p:cond>
                  </p:endCondLst>
                </p:cTn>
                <p:tgtEl>
                  <p:spTgt spid="8"/>
                </p:tgtEl>
              </p:cMediaNode>
            </p:audio>
          </p:childTnLst>
        </p:cTn>
      </p:par>
    </p:tnLst>
    <p:bldLst>
      <p:bldP spid="45" grpId="0" animBg="1"/>
      <p:bldP spid="36" grpId="0" animBg="1"/>
      <p:bldP spid="39" grpId="0" animBg="1"/>
      <p:bldP spid="74" grpId="0" animBg="1"/>
      <p:bldP spid="79" grpId="0" animBg="1"/>
      <p:bldP spid="84" grpId="0" animBg="1"/>
      <p:bldP spid="8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588" y="1278097"/>
            <a:ext cx="10515600" cy="585489"/>
          </a:xfrm>
        </p:spPr>
        <p:txBody>
          <a:bodyPr>
            <a:normAutofit/>
          </a:bodyPr>
          <a:lstStyle/>
          <a:p>
            <a:r>
              <a:rPr lang="en-US" sz="2800" dirty="0">
                <a:solidFill>
                  <a:schemeClr val="accent5">
                    <a:lumMod val="75000"/>
                  </a:schemeClr>
                </a:solidFill>
                <a:latin typeface="+mn-lt"/>
              </a:rPr>
              <a:t>|</a:t>
            </a:r>
            <a:r>
              <a:rPr lang="en-US" sz="2800" dirty="0">
                <a:solidFill>
                  <a:srgbClr val="606060"/>
                </a:solidFill>
                <a:latin typeface="+mn-lt"/>
              </a:rPr>
              <a:t> Overfitting</a:t>
            </a:r>
          </a:p>
        </p:txBody>
      </p:sp>
      <p:pic>
        <p:nvPicPr>
          <p:cNvPr id="5" name="Picture 4"/>
          <p:cNvPicPr>
            <a:picLocks noChangeAspect="1"/>
          </p:cNvPicPr>
          <p:nvPr/>
        </p:nvPicPr>
        <p:blipFill rotWithShape="1">
          <a:blip r:embed="rId5"/>
          <a:srcRect t="6423" b="31308"/>
          <a:stretch/>
        </p:blipFill>
        <p:spPr>
          <a:xfrm>
            <a:off x="1073587" y="4064303"/>
            <a:ext cx="6981825" cy="2384277"/>
          </a:xfrm>
          <a:prstGeom prst="rect">
            <a:avLst/>
          </a:prstGeom>
        </p:spPr>
      </p:pic>
      <p:sp>
        <p:nvSpPr>
          <p:cNvPr id="6" name="TextBox 5"/>
          <p:cNvSpPr txBox="1"/>
          <p:nvPr/>
        </p:nvSpPr>
        <p:spPr>
          <a:xfrm>
            <a:off x="1073588" y="1948213"/>
            <a:ext cx="10528418" cy="646331"/>
          </a:xfrm>
          <a:prstGeom prst="rect">
            <a:avLst/>
          </a:prstGeom>
          <a:noFill/>
        </p:spPr>
        <p:txBody>
          <a:bodyPr wrap="square" rtlCol="0">
            <a:spAutoFit/>
          </a:bodyPr>
          <a:lstStyle/>
          <a:p>
            <a:r>
              <a:rPr lang="en-US" dirty="0">
                <a:solidFill>
                  <a:srgbClr val="606060"/>
                </a:solidFill>
              </a:rPr>
              <a:t>Too much train data may caused Overfitting. Overfitting refers to a model that models the training data too well, resulting in very low training error, but high testing error.</a:t>
            </a:r>
          </a:p>
        </p:txBody>
      </p:sp>
      <p:sp>
        <p:nvSpPr>
          <p:cNvPr id="7" name="Title 1"/>
          <p:cNvSpPr txBox="1">
            <a:spLocks/>
          </p:cNvSpPr>
          <p:nvPr/>
        </p:nvSpPr>
        <p:spPr>
          <a:xfrm>
            <a:off x="1073587" y="2655979"/>
            <a:ext cx="10515600" cy="58548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accent5">
                    <a:lumMod val="75000"/>
                  </a:schemeClr>
                </a:solidFill>
                <a:latin typeface="Open Sans" panose="020B0606030504020204"/>
              </a:rPr>
              <a:t>|</a:t>
            </a:r>
            <a:r>
              <a:rPr lang="en-US" sz="2800" dirty="0">
                <a:solidFill>
                  <a:srgbClr val="606060"/>
                </a:solidFill>
                <a:latin typeface="Open Sans" panose="020B0606030504020204"/>
              </a:rPr>
              <a:t> </a:t>
            </a:r>
            <a:r>
              <a:rPr lang="en-US" sz="2800" dirty="0" err="1">
                <a:solidFill>
                  <a:srgbClr val="606060"/>
                </a:solidFill>
                <a:latin typeface="Open Sans" panose="020B0606030504020204"/>
              </a:rPr>
              <a:t>Underfitting</a:t>
            </a:r>
            <a:endParaRPr lang="en-US" sz="2800" dirty="0">
              <a:solidFill>
                <a:srgbClr val="606060"/>
              </a:solidFill>
              <a:latin typeface="Open Sans" panose="020B0606030504020204"/>
            </a:endParaRPr>
          </a:p>
        </p:txBody>
      </p:sp>
      <p:sp>
        <p:nvSpPr>
          <p:cNvPr id="8" name="TextBox 7"/>
          <p:cNvSpPr txBox="1"/>
          <p:nvPr/>
        </p:nvSpPr>
        <p:spPr>
          <a:xfrm>
            <a:off x="1073588" y="3395234"/>
            <a:ext cx="10528418" cy="646331"/>
          </a:xfrm>
          <a:prstGeom prst="rect">
            <a:avLst/>
          </a:prstGeom>
          <a:noFill/>
        </p:spPr>
        <p:txBody>
          <a:bodyPr wrap="square" rtlCol="0">
            <a:spAutoFit/>
          </a:bodyPr>
          <a:lstStyle/>
          <a:p>
            <a:r>
              <a:rPr lang="en-US" dirty="0">
                <a:solidFill>
                  <a:srgbClr val="606060"/>
                </a:solidFill>
              </a:rPr>
              <a:t>Too small train data may caused </a:t>
            </a:r>
            <a:r>
              <a:rPr lang="en-US" dirty="0" err="1">
                <a:solidFill>
                  <a:srgbClr val="606060"/>
                </a:solidFill>
              </a:rPr>
              <a:t>underfitting</a:t>
            </a:r>
            <a:r>
              <a:rPr lang="en-US" dirty="0">
                <a:solidFill>
                  <a:srgbClr val="606060"/>
                </a:solidFill>
              </a:rPr>
              <a:t>: </a:t>
            </a:r>
            <a:r>
              <a:rPr lang="en-US" dirty="0" err="1">
                <a:solidFill>
                  <a:srgbClr val="606060"/>
                </a:solidFill>
              </a:rPr>
              <a:t>Underfitting</a:t>
            </a:r>
            <a:r>
              <a:rPr lang="en-US" dirty="0">
                <a:solidFill>
                  <a:srgbClr val="606060"/>
                </a:solidFill>
              </a:rPr>
              <a:t> refers to a model that can not generalize the train data </a:t>
            </a:r>
          </a:p>
        </p:txBody>
      </p:sp>
      <p:sp>
        <p:nvSpPr>
          <p:cNvPr id="3" name="Slide Number Placeholder 2"/>
          <p:cNvSpPr>
            <a:spLocks noGrp="1"/>
          </p:cNvSpPr>
          <p:nvPr>
            <p:ph type="sldNum" sz="quarter" idx="12"/>
          </p:nvPr>
        </p:nvSpPr>
        <p:spPr/>
        <p:txBody>
          <a:bodyPr/>
          <a:lstStyle/>
          <a:p>
            <a:fld id="{798853E7-5CB0-4B4E-BEF0-45EA19539D73}" type="slidenum">
              <a:rPr lang="en-US" smtClean="0"/>
              <a:t>4</a:t>
            </a:fld>
            <a:endParaRPr lang="en-US"/>
          </a:p>
        </p:txBody>
      </p:sp>
      <p:sp>
        <p:nvSpPr>
          <p:cNvPr id="4" name="TextBox 3"/>
          <p:cNvSpPr txBox="1"/>
          <p:nvPr/>
        </p:nvSpPr>
        <p:spPr>
          <a:xfrm>
            <a:off x="685800" y="420972"/>
            <a:ext cx="12191999" cy="646331"/>
          </a:xfrm>
          <a:prstGeom prst="rect">
            <a:avLst/>
          </a:prstGeom>
          <a:noFill/>
        </p:spPr>
        <p:txBody>
          <a:bodyPr wrap="square" rtlCol="0">
            <a:spAutoFit/>
          </a:bodyPr>
          <a:lstStyle/>
          <a:p>
            <a:r>
              <a:rPr lang="en-US" sz="3600" b="1" dirty="0">
                <a:solidFill>
                  <a:srgbClr val="606060"/>
                </a:solidFill>
                <a:latin typeface="+mj-lt"/>
                <a:ea typeface="Open Sans" panose="020B0606030504020204" pitchFamily="34" charset="0"/>
                <a:cs typeface="Open Sans" panose="020B0606030504020204" pitchFamily="34" charset="0"/>
              </a:rPr>
              <a:t>Why sometimes we don’t need all the data to build a model?</a:t>
            </a:r>
          </a:p>
        </p:txBody>
      </p:sp>
      <mc:AlternateContent xmlns:mc="http://schemas.openxmlformats.org/markup-compatibility/2006">
        <mc:Choice xmlns:p14="http://schemas.microsoft.com/office/powerpoint/2010/main" xmlns:iact="http://schemas.microsoft.com/office/powerpoint/2014/inkAction" Requires="p14 iact">
          <p:contentPart p14:bwMode="auto" r:id="rId6">
            <p14:nvContentPartPr>
              <p14:cNvPr id="18" name="Ink 17">
                <a:extLst>
                  <a:ext uri="{FF2B5EF4-FFF2-40B4-BE49-F238E27FC236}">
                    <a16:creationId xmlns:a16="http://schemas.microsoft.com/office/drawing/2014/main" id="{10311D0A-975F-7141-88B7-3DB5A3AE5BD2}"/>
                  </a:ext>
                </a:extLst>
              </p14:cNvPr>
              <p14:cNvContentPartPr/>
              <p14:nvPr>
                <p:extLst>
                  <p:ext uri="{42D2F446-02D8-4167-A562-619A0277C38B}">
                    <p15:isNarration xmlns:p15="http://schemas.microsoft.com/office/powerpoint/2012/main" val="1"/>
                  </p:ext>
                </p:extLst>
              </p14:nvPr>
            </p14:nvContentPartPr>
            <p14:xfrm>
              <a:off x="841680" y="2082960"/>
              <a:ext cx="6662520" cy="3861000"/>
            </p14:xfrm>
          </p:contentPart>
        </mc:Choice>
        <mc:Fallback>
          <p:pic>
            <p:nvPicPr>
              <p:cNvPr id="18" name="Ink 17">
                <a:extLst>
                  <a:ext uri="{FF2B5EF4-FFF2-40B4-BE49-F238E27FC236}">
                    <a16:creationId xmlns:a16="http://schemas.microsoft.com/office/drawing/2014/main" id="{10311D0A-975F-7141-88B7-3DB5A3AE5BD2}"/>
                  </a:ext>
                </a:extLst>
              </p:cNvPr>
              <p:cNvPicPr>
                <a:picLocks noGrp="1" noRot="1" noChangeAspect="1" noMove="1" noResize="1" noEditPoints="1" noAdjustHandles="1" noChangeArrowheads="1" noChangeShapeType="1"/>
              </p:cNvPicPr>
              <p:nvPr/>
            </p:nvPicPr>
            <p:blipFill>
              <a:blip r:embed="rId7"/>
              <a:stretch>
                <a:fillRect/>
              </a:stretch>
            </p:blipFill>
            <p:spPr>
              <a:xfrm>
                <a:off x="832320" y="2073600"/>
                <a:ext cx="6681240" cy="3879720"/>
              </a:xfrm>
              <a:prstGeom prst="rect">
                <a:avLst/>
              </a:prstGeom>
            </p:spPr>
          </p:pic>
        </mc:Fallback>
      </mc:AlternateContent>
      <p:pic>
        <p:nvPicPr>
          <p:cNvPr id="19" name="Audio 18">
            <a:hlinkClick r:id="" action="ppaction://media"/>
            <a:extLst>
              <a:ext uri="{FF2B5EF4-FFF2-40B4-BE49-F238E27FC236}">
                <a16:creationId xmlns:a16="http://schemas.microsoft.com/office/drawing/2014/main" id="{A18B36C3-0208-5642-BA87-1B074433FEAB}"/>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82329843"/>
      </p:ext>
    </p:extLst>
  </p:cSld>
  <p:clrMapOvr>
    <a:masterClrMapping/>
  </p:clrMapOvr>
  <mc:AlternateContent xmlns:mc="http://schemas.openxmlformats.org/markup-compatibility/2006">
    <mc:Choice xmlns:p14="http://schemas.microsoft.com/office/powerpoint/2010/main" Requires="p14">
      <p:transition spd="slow" p14:dur="2000" advTm="66404"/>
    </mc:Choice>
    <mc:Fallback>
      <p:transition spd="slow" advTm="664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par>
                                <p:cTn id="7" presetID="59"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md type="call" cmd="playFrom(0.0)">
                                      <p:cBhvr>
                                        <p:cTn id="9"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860489"/>
          </a:xfrm>
        </p:spPr>
        <p:txBody>
          <a:bodyPr/>
          <a:lstStyle/>
          <a:p>
            <a:r>
              <a:rPr lang="en-US" dirty="0"/>
              <a:t>Solution</a:t>
            </a:r>
          </a:p>
        </p:txBody>
      </p:sp>
      <p:sp>
        <p:nvSpPr>
          <p:cNvPr id="4" name="Slide Number Placeholder 3"/>
          <p:cNvSpPr>
            <a:spLocks noGrp="1"/>
          </p:cNvSpPr>
          <p:nvPr>
            <p:ph type="sldNum" sz="quarter" idx="12"/>
          </p:nvPr>
        </p:nvSpPr>
        <p:spPr/>
        <p:txBody>
          <a:bodyPr/>
          <a:lstStyle/>
          <a:p>
            <a:fld id="{1D790B7D-7CE2-423E-A609-5BC5140947F8}" type="slidenum">
              <a:rPr lang="en-US" smtClean="0"/>
              <a:t>5</a:t>
            </a:fld>
            <a:endParaRPr lang="en-US" dirty="0"/>
          </a:p>
        </p:txBody>
      </p:sp>
      <p:sp>
        <p:nvSpPr>
          <p:cNvPr id="5" name="Content Placeholder 2"/>
          <p:cNvSpPr txBox="1">
            <a:spLocks/>
          </p:cNvSpPr>
          <p:nvPr/>
        </p:nvSpPr>
        <p:spPr>
          <a:xfrm>
            <a:off x="1223703" y="1321083"/>
            <a:ext cx="10194867"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indent="-342900">
              <a:buFont typeface="Wingdings" panose="05000000000000000000" pitchFamily="2" charset="2"/>
              <a:buChar char="§"/>
            </a:pPr>
            <a:r>
              <a:rPr lang="en-US" sz="2800" dirty="0"/>
              <a:t>Do not use all of the train data</a:t>
            </a:r>
          </a:p>
          <a:p>
            <a:pPr marL="342900" indent="-342900">
              <a:buFont typeface="Wingdings" panose="05000000000000000000" pitchFamily="2" charset="2"/>
              <a:buChar char="§"/>
            </a:pPr>
            <a:r>
              <a:rPr lang="en-US" sz="2800" dirty="0"/>
              <a:t>Build several model from several combination of train data</a:t>
            </a:r>
          </a:p>
          <a:p>
            <a:pPr marL="342900" indent="-342900">
              <a:buFont typeface="Wingdings" panose="05000000000000000000" pitchFamily="2" charset="2"/>
              <a:buChar char="§"/>
            </a:pPr>
            <a:r>
              <a:rPr lang="en-US" sz="2800" dirty="0"/>
              <a:t>Leave a part of train data for </a:t>
            </a:r>
            <a:r>
              <a:rPr lang="en-US" sz="2800" b="1" u="sng" dirty="0"/>
              <a:t>validation</a:t>
            </a:r>
          </a:p>
          <a:p>
            <a:pPr marL="0" indent="0">
              <a:buFont typeface="Calibri" panose="020F0502020204030204" pitchFamily="34" charset="0"/>
              <a:buNone/>
            </a:pPr>
            <a:r>
              <a:rPr lang="en-US" dirty="0"/>
              <a:t>	</a:t>
            </a:r>
          </a:p>
          <a:p>
            <a:pPr marL="0" indent="0">
              <a:buFont typeface="Calibri" panose="020F0502020204030204" pitchFamily="34" charset="0"/>
              <a:buNone/>
            </a:pPr>
            <a:endParaRPr lang="en-US" dirty="0"/>
          </a:p>
        </p:txBody>
      </p:sp>
      <p:pic>
        <p:nvPicPr>
          <p:cNvPr id="12" name="Audio 11">
            <a:hlinkClick r:id="" action="ppaction://media"/>
            <a:extLst>
              <a:ext uri="{FF2B5EF4-FFF2-40B4-BE49-F238E27FC236}">
                <a16:creationId xmlns:a16="http://schemas.microsoft.com/office/drawing/2014/main" id="{36657B05-4A1F-C34B-A95D-5C3AEDE11012}"/>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183832450"/>
      </p:ext>
    </p:extLst>
  </p:cSld>
  <p:clrMapOvr>
    <a:masterClrMapping/>
  </p:clrMapOvr>
  <mc:AlternateContent xmlns:mc="http://schemas.openxmlformats.org/markup-compatibility/2006">
    <mc:Choice xmlns:p14="http://schemas.microsoft.com/office/powerpoint/2010/main" Requires="p14">
      <p:transition spd="slow" p14:dur="2000" advTm="20355"/>
    </mc:Choice>
    <mc:Fallback>
      <p:transition spd="slow" advTm="203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790B7D-7CE2-423E-A609-5BC5140947F8}" type="slidenum">
              <a:rPr lang="en-US" smtClean="0"/>
              <a:t>6</a:t>
            </a:fld>
            <a:endParaRPr lang="en-US" dirty="0"/>
          </a:p>
        </p:txBody>
      </p:sp>
      <p:sp>
        <p:nvSpPr>
          <p:cNvPr id="6" name="Title 5"/>
          <p:cNvSpPr>
            <a:spLocks noGrp="1"/>
          </p:cNvSpPr>
          <p:nvPr>
            <p:ph type="title"/>
          </p:nvPr>
        </p:nvSpPr>
        <p:spPr>
          <a:xfrm>
            <a:off x="1097280" y="99631"/>
            <a:ext cx="10058400" cy="976665"/>
          </a:xfrm>
        </p:spPr>
        <p:txBody>
          <a:bodyPr/>
          <a:lstStyle/>
          <a:p>
            <a:r>
              <a:rPr lang="en-US" dirty="0"/>
              <a:t>Validation: Part of training</a:t>
            </a:r>
          </a:p>
        </p:txBody>
      </p:sp>
      <p:sp>
        <p:nvSpPr>
          <p:cNvPr id="9" name="Rectangle 8"/>
          <p:cNvSpPr/>
          <p:nvPr/>
        </p:nvSpPr>
        <p:spPr>
          <a:xfrm>
            <a:off x="1255609" y="5635310"/>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Result Analysis</a:t>
            </a:r>
          </a:p>
        </p:txBody>
      </p:sp>
      <p:sp>
        <p:nvSpPr>
          <p:cNvPr id="10" name="Rectangle 9"/>
          <p:cNvSpPr/>
          <p:nvPr/>
        </p:nvSpPr>
        <p:spPr>
          <a:xfrm>
            <a:off x="1255614" y="1313529"/>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Collection</a:t>
            </a:r>
          </a:p>
        </p:txBody>
      </p:sp>
      <p:sp>
        <p:nvSpPr>
          <p:cNvPr id="11" name="Rectangle 10"/>
          <p:cNvSpPr/>
          <p:nvPr/>
        </p:nvSpPr>
        <p:spPr>
          <a:xfrm>
            <a:off x="1255611" y="2155957"/>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Data Preprocessing</a:t>
            </a:r>
          </a:p>
        </p:txBody>
      </p:sp>
      <p:sp>
        <p:nvSpPr>
          <p:cNvPr id="13" name="Rectangle 12"/>
          <p:cNvSpPr/>
          <p:nvPr/>
        </p:nvSpPr>
        <p:spPr>
          <a:xfrm>
            <a:off x="1255611" y="2998385"/>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Feature Extraction and Transformation</a:t>
            </a:r>
          </a:p>
        </p:txBody>
      </p:sp>
      <p:sp>
        <p:nvSpPr>
          <p:cNvPr id="14" name="Rectangle 13"/>
          <p:cNvSpPr/>
          <p:nvPr/>
        </p:nvSpPr>
        <p:spPr>
          <a:xfrm>
            <a:off x="1255612" y="3848290"/>
            <a:ext cx="2176025" cy="54027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Training </a:t>
            </a:r>
          </a:p>
        </p:txBody>
      </p:sp>
      <p:sp>
        <p:nvSpPr>
          <p:cNvPr id="16" name="Rectangle 15"/>
          <p:cNvSpPr/>
          <p:nvPr/>
        </p:nvSpPr>
        <p:spPr>
          <a:xfrm>
            <a:off x="1255610" y="4760867"/>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Testing</a:t>
            </a:r>
          </a:p>
        </p:txBody>
      </p:sp>
      <p:cxnSp>
        <p:nvCxnSpPr>
          <p:cNvPr id="18" name="Straight Arrow Connector 17"/>
          <p:cNvCxnSpPr>
            <a:stCxn id="10" idx="2"/>
            <a:endCxn id="11" idx="0"/>
          </p:cNvCxnSpPr>
          <p:nvPr/>
        </p:nvCxnSpPr>
        <p:spPr>
          <a:xfrm flipH="1">
            <a:off x="2343624" y="1853804"/>
            <a:ext cx="3" cy="30215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2"/>
            <a:endCxn id="13" idx="0"/>
          </p:cNvCxnSpPr>
          <p:nvPr/>
        </p:nvCxnSpPr>
        <p:spPr>
          <a:xfrm>
            <a:off x="2343624" y="2696232"/>
            <a:ext cx="0" cy="30215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3" idx="2"/>
            <a:endCxn id="14" idx="0"/>
          </p:cNvCxnSpPr>
          <p:nvPr/>
        </p:nvCxnSpPr>
        <p:spPr>
          <a:xfrm>
            <a:off x="2343624" y="3538660"/>
            <a:ext cx="1" cy="30963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4" idx="2"/>
            <a:endCxn id="16" idx="0"/>
          </p:cNvCxnSpPr>
          <p:nvPr/>
        </p:nvCxnSpPr>
        <p:spPr>
          <a:xfrm flipH="1">
            <a:off x="2343623" y="4388565"/>
            <a:ext cx="2" cy="372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6" idx="2"/>
            <a:endCxn id="9" idx="0"/>
          </p:cNvCxnSpPr>
          <p:nvPr/>
        </p:nvCxnSpPr>
        <p:spPr>
          <a:xfrm flipH="1">
            <a:off x="2343622" y="5301142"/>
            <a:ext cx="1" cy="334168"/>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747305" y="1939959"/>
            <a:ext cx="2176025" cy="54027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Training</a:t>
            </a:r>
          </a:p>
        </p:txBody>
      </p:sp>
      <p:sp>
        <p:nvSpPr>
          <p:cNvPr id="22" name="Rectangle 21"/>
          <p:cNvSpPr/>
          <p:nvPr/>
        </p:nvSpPr>
        <p:spPr>
          <a:xfrm>
            <a:off x="7808360" y="4442836"/>
            <a:ext cx="2176025" cy="54027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Validation</a:t>
            </a:r>
          </a:p>
        </p:txBody>
      </p:sp>
      <p:sp>
        <p:nvSpPr>
          <p:cNvPr id="3" name="Parallelogram 2"/>
          <p:cNvSpPr/>
          <p:nvPr/>
        </p:nvSpPr>
        <p:spPr>
          <a:xfrm>
            <a:off x="5432698" y="3165956"/>
            <a:ext cx="1788789" cy="615563"/>
          </a:xfrm>
          <a:prstGeom prst="parallelogram">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Model 1</a:t>
            </a:r>
          </a:p>
        </p:txBody>
      </p:sp>
      <p:sp>
        <p:nvSpPr>
          <p:cNvPr id="26" name="Parallelogram 25"/>
          <p:cNvSpPr/>
          <p:nvPr/>
        </p:nvSpPr>
        <p:spPr>
          <a:xfrm>
            <a:off x="7358153" y="3165957"/>
            <a:ext cx="1788789" cy="615563"/>
          </a:xfrm>
          <a:prstGeom prst="parallelogram">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Model 2</a:t>
            </a:r>
          </a:p>
        </p:txBody>
      </p:sp>
      <p:sp>
        <p:nvSpPr>
          <p:cNvPr id="27" name="Parallelogram 26"/>
          <p:cNvSpPr/>
          <p:nvPr/>
        </p:nvSpPr>
        <p:spPr>
          <a:xfrm>
            <a:off x="9580074" y="3188834"/>
            <a:ext cx="1788789" cy="615563"/>
          </a:xfrm>
          <a:prstGeom prst="parallelogram">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Model n</a:t>
            </a:r>
          </a:p>
        </p:txBody>
      </p:sp>
      <p:sp>
        <p:nvSpPr>
          <p:cNvPr id="28" name="Parallelogram 27"/>
          <p:cNvSpPr/>
          <p:nvPr/>
        </p:nvSpPr>
        <p:spPr>
          <a:xfrm>
            <a:off x="8001977" y="5468226"/>
            <a:ext cx="1788789" cy="615563"/>
          </a:xfrm>
          <a:prstGeom prst="parallelogram">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Final Model</a:t>
            </a:r>
          </a:p>
        </p:txBody>
      </p:sp>
      <p:sp>
        <p:nvSpPr>
          <p:cNvPr id="5" name="TextBox 4"/>
          <p:cNvSpPr txBox="1"/>
          <p:nvPr/>
        </p:nvSpPr>
        <p:spPr>
          <a:xfrm>
            <a:off x="9146942" y="3141550"/>
            <a:ext cx="433132" cy="523220"/>
          </a:xfrm>
          <a:prstGeom prst="rect">
            <a:avLst/>
          </a:prstGeom>
          <a:noFill/>
        </p:spPr>
        <p:txBody>
          <a:bodyPr wrap="none" rtlCol="0">
            <a:spAutoFit/>
          </a:bodyPr>
          <a:lstStyle/>
          <a:p>
            <a:r>
              <a:rPr lang="en-US" sz="2800" dirty="0"/>
              <a:t>…</a:t>
            </a:r>
          </a:p>
        </p:txBody>
      </p:sp>
      <p:cxnSp>
        <p:nvCxnSpPr>
          <p:cNvPr id="8" name="Straight Arrow Connector 7"/>
          <p:cNvCxnSpPr>
            <a:stCxn id="17" idx="2"/>
            <a:endCxn id="3" idx="1"/>
          </p:cNvCxnSpPr>
          <p:nvPr/>
        </p:nvCxnSpPr>
        <p:spPr>
          <a:xfrm flipH="1">
            <a:off x="6404038" y="2480234"/>
            <a:ext cx="2431280" cy="68572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7" idx="2"/>
            <a:endCxn id="26" idx="1"/>
          </p:cNvCxnSpPr>
          <p:nvPr/>
        </p:nvCxnSpPr>
        <p:spPr>
          <a:xfrm flipH="1">
            <a:off x="8329493" y="2480234"/>
            <a:ext cx="505825" cy="685723"/>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7" idx="2"/>
            <a:endCxn id="27" idx="1"/>
          </p:cNvCxnSpPr>
          <p:nvPr/>
        </p:nvCxnSpPr>
        <p:spPr>
          <a:xfrm>
            <a:off x="8835318" y="2480234"/>
            <a:ext cx="1716096" cy="70860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 idx="4"/>
          </p:cNvCxnSpPr>
          <p:nvPr/>
        </p:nvCxnSpPr>
        <p:spPr>
          <a:xfrm>
            <a:off x="6327093" y="3781519"/>
            <a:ext cx="2488611" cy="66131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6" idx="4"/>
          </p:cNvCxnSpPr>
          <p:nvPr/>
        </p:nvCxnSpPr>
        <p:spPr>
          <a:xfrm>
            <a:off x="8252548" y="3781520"/>
            <a:ext cx="623909" cy="60704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7" idx="4"/>
          </p:cNvCxnSpPr>
          <p:nvPr/>
        </p:nvCxnSpPr>
        <p:spPr>
          <a:xfrm flipH="1">
            <a:off x="8992257" y="3804397"/>
            <a:ext cx="1482212" cy="61130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2" idx="2"/>
            <a:endCxn id="28" idx="0"/>
          </p:cNvCxnSpPr>
          <p:nvPr/>
        </p:nvCxnSpPr>
        <p:spPr>
          <a:xfrm flipH="1">
            <a:off x="8896372" y="4983111"/>
            <a:ext cx="1" cy="48511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ight Arrow 46"/>
          <p:cNvSpPr/>
          <p:nvPr/>
        </p:nvSpPr>
        <p:spPr>
          <a:xfrm>
            <a:off x="3732348" y="3898891"/>
            <a:ext cx="1088012" cy="489674"/>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pic>
        <p:nvPicPr>
          <p:cNvPr id="24" name="Audio 23">
            <a:hlinkClick r:id="" action="ppaction://media"/>
            <a:extLst>
              <a:ext uri="{FF2B5EF4-FFF2-40B4-BE49-F238E27FC236}">
                <a16:creationId xmlns:a16="http://schemas.microsoft.com/office/drawing/2014/main" id="{087CA008-0A6A-3443-A1D1-5640771CF7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51240804"/>
      </p:ext>
    </p:extLst>
  </p:cSld>
  <p:clrMapOvr>
    <a:masterClrMapping/>
  </p:clrMapOvr>
  <mc:AlternateContent xmlns:mc="http://schemas.openxmlformats.org/markup-compatibility/2006">
    <mc:Choice xmlns:p14="http://schemas.microsoft.com/office/powerpoint/2010/main" Requires="p14">
      <p:transition spd="slow" p14:dur="2000" advTm="39390"/>
    </mc:Choice>
    <mc:Fallback>
      <p:transition spd="slow" advTm="39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extLst>
    <p:ext uri="{3A86A75C-4F4B-4683-9AE1-C65F6400EC91}">
      <p14:laserTraceLst xmlns:p14="http://schemas.microsoft.com/office/powerpoint/2010/main">
        <p14:tracePtLst>
          <p14:tracePt t="6984" x="9702800" y="50800"/>
          <p14:tracePt t="6991" x="9680575" y="101600"/>
          <p14:tracePt t="7001" x="9652000" y="166688"/>
          <p14:tracePt t="7007" x="9629775" y="217488"/>
          <p14:tracePt t="7018" x="9615488" y="239713"/>
          <p14:tracePt t="7023" x="9578975" y="341313"/>
          <p14:tracePt t="7031" x="9550400" y="392113"/>
          <p14:tracePt t="7039" x="9550400" y="420688"/>
          <p14:tracePt t="7048" x="9528175" y="471488"/>
          <p14:tracePt t="7056" x="9513888" y="493713"/>
          <p14:tracePt t="7063" x="9485313" y="544513"/>
          <p14:tracePt t="7084" x="9463088" y="609600"/>
          <p14:tracePt t="7092" x="9463088" y="638175"/>
          <p14:tracePt t="7096" x="9448800" y="674688"/>
          <p14:tracePt t="7103" x="9434513" y="688975"/>
          <p14:tracePt t="7119" x="9412288" y="711200"/>
          <p14:tracePt t="7357" x="9412288" y="725488"/>
          <p14:tracePt t="7367" x="9398000" y="776288"/>
          <p14:tracePt t="7374" x="9361488" y="841375"/>
          <p14:tracePt t="7382" x="9332913" y="892175"/>
          <p14:tracePt t="7391" x="9310688" y="965200"/>
          <p14:tracePt t="7398" x="9296400" y="993775"/>
          <p14:tracePt t="7409" x="9274175" y="1030288"/>
          <p14:tracePt t="7414" x="9245600" y="1066800"/>
          <p14:tracePt t="7421" x="9231313" y="1117600"/>
          <p14:tracePt t="7430" x="9231313" y="1131888"/>
          <p14:tracePt t="7437" x="9223375" y="1154113"/>
          <p14:tracePt t="7446" x="9209088" y="1182688"/>
          <p14:tracePt t="7454" x="9209088" y="1204913"/>
          <p14:tracePt t="7462" x="9209088" y="1219200"/>
          <p14:tracePt t="7469" x="9194800" y="1233488"/>
          <p14:tracePt t="7477" x="9194800" y="1255713"/>
          <p14:tracePt t="7485" x="9194800" y="1270000"/>
          <p14:tracePt t="7494" x="9194800" y="1284288"/>
          <p14:tracePt t="7501" x="9180513" y="1298575"/>
          <p14:tracePt t="7509" x="9180513" y="1306513"/>
          <p14:tracePt t="7517" x="9180513" y="1320800"/>
          <p14:tracePt t="7528" x="9172575" y="1335088"/>
          <p14:tracePt t="7534" x="9172575" y="1349375"/>
          <p14:tracePt t="7549" x="9172575" y="1357313"/>
          <p14:tracePt t="7580" x="9172575" y="1371600"/>
          <p14:tracePt t="7620" x="9172575" y="1385888"/>
          <p14:tracePt t="7660" x="9172575" y="1400175"/>
          <p14:tracePt t="7691" x="9172575" y="1408113"/>
          <p14:tracePt t="7771" x="9172575" y="1422400"/>
          <p14:tracePt t="7843" x="9158288" y="1422400"/>
          <p14:tracePt t="7874" x="9144000" y="1422400"/>
          <p14:tracePt t="7883" x="9129713" y="1422400"/>
          <p14:tracePt t="7899" x="9121775" y="1422400"/>
          <p14:tracePt t="7906" x="9107488" y="1422400"/>
          <p14:tracePt t="7915" x="9093200" y="1422400"/>
          <p14:tracePt t="7927" x="9078913" y="1422400"/>
          <p14:tracePt t="7932" x="9070975" y="1422400"/>
          <p14:tracePt t="7939" x="9042400" y="1422400"/>
          <p14:tracePt t="7947" x="9020175" y="1422400"/>
          <p14:tracePt t="7955" x="9005888" y="1422400"/>
          <p14:tracePt t="7963" x="8977313" y="1422400"/>
          <p14:tracePt t="7970" x="8940800" y="1422400"/>
          <p14:tracePt t="7978" x="8918575" y="1422400"/>
          <p14:tracePt t="7986" x="8890000" y="1422400"/>
          <p14:tracePt t="7995" x="8867775" y="1422400"/>
          <p14:tracePt t="8002" x="8839200" y="1422400"/>
          <p14:tracePt t="8010" x="8816975" y="1422400"/>
          <p14:tracePt t="8018" x="8788400" y="1422400"/>
          <p14:tracePt t="8028" x="8766175" y="1422400"/>
          <p14:tracePt t="8034" x="8751888" y="1422400"/>
          <p14:tracePt t="8043" x="8715375" y="1422400"/>
          <p14:tracePt t="8050" x="8672513" y="1422400"/>
          <p14:tracePt t="8061" x="8636000" y="1422400"/>
          <p14:tracePt t="8066" x="8585200" y="1436688"/>
          <p14:tracePt t="8077" x="8570913" y="1436688"/>
          <p14:tracePt t="8082" x="8483600" y="1436688"/>
          <p14:tracePt t="8095" x="8461375" y="1436688"/>
          <p14:tracePt t="8101" x="8418513" y="1436688"/>
          <p14:tracePt t="8110" x="8367713" y="1436688"/>
          <p14:tracePt t="8116" x="8331200" y="1450975"/>
          <p14:tracePt t="8127" x="8294688" y="1450975"/>
          <p14:tracePt t="8132" x="8258175" y="1450975"/>
          <p14:tracePt t="8144" x="8215313" y="1458913"/>
          <p14:tracePt t="8148" x="8178800" y="1458913"/>
          <p14:tracePt t="8161" x="8128000" y="1473200"/>
          <p14:tracePt t="8163" x="8105775" y="1473200"/>
          <p14:tracePt t="8171" x="8062913" y="1487488"/>
          <p14:tracePt t="8177" x="8026400" y="1501775"/>
          <p14:tracePt t="8187" x="7989888" y="1501775"/>
          <p14:tracePt t="8196" x="7961313" y="1509713"/>
          <p14:tracePt t="8202" x="7924800" y="1524000"/>
          <p14:tracePt t="8212" x="7902575" y="1538288"/>
          <p14:tracePt t="8219" x="7859713" y="1552575"/>
          <p14:tracePt t="8229" x="7851775" y="1560513"/>
          <p14:tracePt t="8234" x="7808913" y="1574800"/>
          <p14:tracePt t="8245" x="7786688" y="1589088"/>
          <p14:tracePt t="8250" x="7772400" y="1589088"/>
          <p14:tracePt t="8261" x="7750175" y="1611313"/>
          <p14:tracePt t="8268" x="7735888" y="1625600"/>
          <p14:tracePt t="8278" x="7707313" y="1639888"/>
          <p14:tracePt t="8283" x="7685088" y="1654175"/>
          <p14:tracePt t="8294" x="7670800" y="1676400"/>
          <p14:tracePt t="8302" x="7648575" y="1704975"/>
          <p14:tracePt t="8311" x="7634288" y="1712913"/>
          <p14:tracePt t="8316" x="7605713" y="1741488"/>
          <p14:tracePt t="8328" x="7597775" y="1755775"/>
          <p14:tracePt t="8330" x="7583488" y="1763713"/>
          <p14:tracePt t="8339" x="7569200" y="1792288"/>
          <p14:tracePt t="8345" x="7554913" y="1814513"/>
          <p14:tracePt t="8354" x="7546975" y="1843088"/>
          <p14:tracePt t="8363" x="7518400" y="1865313"/>
          <p14:tracePt t="8371" x="7504113" y="1893888"/>
          <p14:tracePt t="8379" x="7496175" y="1930400"/>
          <p14:tracePt t="8386" x="7467600" y="1966913"/>
          <p14:tracePt t="8396" x="7467600" y="1995488"/>
          <p14:tracePt t="8402" x="7445375" y="2017713"/>
          <p14:tracePt t="8412" x="7431088" y="2060575"/>
          <p14:tracePt t="8418" x="7431088" y="2082800"/>
          <p14:tracePt t="8428" x="7416800" y="2111375"/>
          <p14:tracePt t="8436" x="7416800" y="2133600"/>
          <p14:tracePt t="8445" x="7402513" y="2170113"/>
          <p14:tracePt t="8452" x="7402513" y="2184400"/>
          <p14:tracePt t="8461" x="7402513" y="2212975"/>
          <p14:tracePt t="8469" x="7402513" y="2220913"/>
          <p14:tracePt t="8478" x="7402513" y="2235200"/>
          <p14:tracePt t="8482" x="7402513" y="2263775"/>
          <p14:tracePt t="8495" x="7402513" y="2300288"/>
          <p14:tracePt t="8499" x="7402513" y="2322513"/>
          <p14:tracePt t="8512" x="7402513" y="2351088"/>
          <p14:tracePt t="8513" x="7402513" y="2387600"/>
          <p14:tracePt t="8520" x="7416800" y="2416175"/>
          <p14:tracePt t="8530" x="7431088" y="2452688"/>
          <p14:tracePt t="8537" x="7445375" y="2474913"/>
          <p14:tracePt t="8545" x="7453313" y="2517775"/>
          <p14:tracePt t="8554" x="7467600" y="2540000"/>
          <p14:tracePt t="8563" x="7496175" y="2568575"/>
          <p14:tracePt t="8570" x="7504113" y="2590800"/>
          <p14:tracePt t="8578" x="7532688" y="2619375"/>
          <p14:tracePt t="8586" x="7546975" y="2641600"/>
          <p14:tracePt t="8596" x="7569200" y="2655888"/>
          <p14:tracePt t="8603" x="7583488" y="2670175"/>
          <p14:tracePt t="8612" x="7605713" y="2692400"/>
          <p14:tracePt t="8620" x="7620000" y="2706688"/>
          <p14:tracePt t="8629" x="7634288" y="2720975"/>
          <p14:tracePt t="8634" x="7648575" y="2720975"/>
          <p14:tracePt t="8644" x="7648575" y="2728913"/>
          <p14:tracePt t="8651" x="7656513" y="2743200"/>
          <p14:tracePt t="8661" x="7670800" y="2743200"/>
          <p14:tracePt t="8671" x="7685088" y="2743200"/>
          <p14:tracePt t="8679" x="7699375" y="2757488"/>
          <p14:tracePt t="8688" x="7707313" y="2757488"/>
          <p14:tracePt t="8696" x="7721600" y="2771775"/>
          <p14:tracePt t="8704" x="7750175" y="2771775"/>
          <p14:tracePt t="8712" x="7772400" y="2771775"/>
          <p14:tracePt t="8720" x="7786688" y="2779713"/>
          <p14:tracePt t="8730" x="7823200" y="2779713"/>
          <p14:tracePt t="8736" x="7851775" y="2794000"/>
          <p14:tracePt t="8746" x="7902575" y="2794000"/>
          <p14:tracePt t="8752" x="7924800" y="2808288"/>
          <p14:tracePt t="8763" x="7953375" y="2808288"/>
          <p14:tracePt t="8770" x="7975600" y="2808288"/>
          <p14:tracePt t="8779" x="8012113" y="2822575"/>
          <p14:tracePt t="8786" x="8040688" y="2822575"/>
          <p14:tracePt t="8794" x="8062913" y="2822575"/>
          <p14:tracePt t="8802" x="8091488" y="2830513"/>
          <p14:tracePt t="8811" x="8113713" y="2830513"/>
          <p14:tracePt t="8818" x="8142288" y="2830513"/>
          <p14:tracePt t="8828" x="8164513" y="2830513"/>
          <p14:tracePt t="8832" x="8193088" y="2830513"/>
          <p14:tracePt t="8845" x="8215313" y="2830513"/>
          <p14:tracePt t="8849" x="8243888" y="2830513"/>
          <p14:tracePt t="8862" x="8266113" y="2830513"/>
          <p14:tracePt t="8863" x="8294688" y="2830513"/>
          <p14:tracePt t="8871" x="8331200" y="2830513"/>
          <p14:tracePt t="8879" x="8359775" y="2830513"/>
          <p14:tracePt t="8887" x="8396288" y="2830513"/>
          <p14:tracePt t="8896" x="8418513" y="2830513"/>
          <p14:tracePt t="8903" x="8447088" y="2830513"/>
          <p14:tracePt t="8912" x="8469313" y="2830513"/>
          <p14:tracePt t="8919" x="8534400" y="2830513"/>
          <p14:tracePt t="8929" x="8548688" y="2830513"/>
          <p14:tracePt t="8936" x="8585200" y="2830513"/>
          <p14:tracePt t="8945" x="8613775" y="2830513"/>
          <p14:tracePt t="8951" x="8650288" y="2830513"/>
          <p14:tracePt t="8962" x="8672513" y="2830513"/>
          <p14:tracePt t="8969" x="8723313" y="2830513"/>
          <p14:tracePt t="8979" x="8751888" y="2830513"/>
          <p14:tracePt t="8985" x="8788400" y="2830513"/>
          <p14:tracePt t="8995" x="8824913" y="2830513"/>
          <p14:tracePt t="9002" x="8867775" y="2830513"/>
          <p14:tracePt t="9011" x="8890000" y="2830513"/>
          <p14:tracePt t="9015" x="8940800" y="2830513"/>
          <p14:tracePt t="9028" x="8969375" y="2830513"/>
          <p14:tracePt t="9030" x="9005888" y="2830513"/>
          <p14:tracePt t="9038" x="9042400" y="2830513"/>
          <p14:tracePt t="9046" x="9078913" y="2830513"/>
          <p14:tracePt t="9054" x="9107488" y="2830513"/>
          <p14:tracePt t="9063" x="9158288" y="2830513"/>
          <p14:tracePt t="9070" x="9194800" y="2830513"/>
          <p14:tracePt t="9079" x="9223375" y="2830513"/>
          <p14:tracePt t="9087" x="9296400" y="2830513"/>
          <p14:tracePt t="9096" x="9347200" y="2830513"/>
          <p14:tracePt t="9103" x="9361488" y="2830513"/>
          <p14:tracePt t="9111" x="9426575" y="2822575"/>
          <p14:tracePt t="9119" x="9499600" y="2808288"/>
          <p14:tracePt t="9129" x="9528175" y="2808288"/>
          <p14:tracePt t="9136" x="9564688" y="2794000"/>
          <p14:tracePt t="9145" x="9637713" y="2779713"/>
          <p14:tracePt t="9153" x="9666288" y="2771775"/>
          <p14:tracePt t="9162" x="9702800" y="2771775"/>
          <p14:tracePt t="9169" x="9739313" y="2757488"/>
          <p14:tracePt t="9178" x="9790113" y="2728913"/>
          <p14:tracePt t="9180" x="9832975" y="2728913"/>
          <p14:tracePt t="9188" x="9891713" y="2720975"/>
          <p14:tracePt t="9198" x="9920288" y="2706688"/>
          <p14:tracePt t="9206" x="9942513" y="2692400"/>
          <p14:tracePt t="9214" x="10007600" y="2678113"/>
          <p14:tracePt t="9222" x="10036175" y="2678113"/>
          <p14:tracePt t="9230" x="10072688" y="2655888"/>
          <p14:tracePt t="9238" x="10123488" y="2641600"/>
          <p14:tracePt t="9245" x="10160000" y="2627313"/>
          <p14:tracePt t="9254" x="10188575" y="2619375"/>
          <p14:tracePt t="9263" x="10225088" y="2619375"/>
          <p14:tracePt t="9270" x="10239375" y="2605088"/>
          <p14:tracePt t="9279" x="10261600" y="2590800"/>
          <p14:tracePt t="9287" x="10275888" y="2590800"/>
          <p14:tracePt t="9296" x="10290175" y="2576513"/>
          <p14:tracePt t="9303" x="10298113" y="2576513"/>
          <p14:tracePt t="9312" x="10312400" y="2568575"/>
          <p14:tracePt t="9323" x="10326688" y="2554288"/>
          <p14:tracePt t="9338" x="10340975" y="2540000"/>
          <p14:tracePt t="9354" x="10348913" y="2525713"/>
          <p14:tracePt t="9364" x="10348913" y="2517775"/>
          <p14:tracePt t="9372" x="10363200" y="2517775"/>
          <p14:tracePt t="9380" x="10363200" y="2503488"/>
          <p14:tracePt t="9388" x="10363200" y="2489200"/>
          <p14:tracePt t="9397" x="10377488" y="2474913"/>
          <p14:tracePt t="9404" x="10377488" y="2466975"/>
          <p14:tracePt t="9412" x="10377488" y="2452688"/>
          <p14:tracePt t="9420" x="10377488" y="2424113"/>
          <p14:tracePt t="9429" x="10391775" y="2416175"/>
          <p14:tracePt t="9437" x="10391775" y="2365375"/>
          <p14:tracePt t="9445" x="10391775" y="2322513"/>
          <p14:tracePt t="9452" x="10391775" y="2286000"/>
          <p14:tracePt t="9462" x="10391775" y="2235200"/>
          <p14:tracePt t="9469" x="10391775" y="2184400"/>
          <p14:tracePt t="9478" x="10391775" y="2147888"/>
          <p14:tracePt t="9485" x="10391775" y="2082800"/>
          <p14:tracePt t="9494" x="10391775" y="2046288"/>
          <p14:tracePt t="9502" x="10391775" y="2009775"/>
          <p14:tracePt t="9511" x="10391775" y="1958975"/>
          <p14:tracePt t="9518" x="10391775" y="1944688"/>
          <p14:tracePt t="9528" x="10377488" y="1916113"/>
          <p14:tracePt t="9536" x="10377488" y="1908175"/>
          <p14:tracePt t="9545" x="10377488" y="1893888"/>
          <p14:tracePt t="9548" x="10363200" y="1879600"/>
          <p14:tracePt t="9561" x="10363200" y="1865313"/>
          <p14:tracePt t="9570" x="10348913" y="1857375"/>
          <p14:tracePt t="9579" x="10348913" y="1843088"/>
          <p14:tracePt t="9594" x="10340975" y="1828800"/>
          <p14:tracePt t="9602" x="10326688" y="1814513"/>
          <p14:tracePt t="9617" x="10312400" y="1806575"/>
          <p14:tracePt t="9626" x="10298113" y="1792288"/>
          <p14:tracePt t="9634" x="10290175" y="1792288"/>
          <p14:tracePt t="9643" x="10275888" y="1778000"/>
          <p14:tracePt t="9651" x="10261600" y="1763713"/>
          <p14:tracePt t="9660" x="10239375" y="1755775"/>
          <p14:tracePt t="9667" x="10210800" y="1741488"/>
          <p14:tracePt t="9677" x="10188575" y="1741488"/>
          <p14:tracePt t="9683" x="10160000" y="1727200"/>
          <p14:tracePt t="9693" x="10109200" y="1704975"/>
          <p14:tracePt t="9701" x="10058400" y="1676400"/>
          <p14:tracePt t="9709" x="10007600" y="1662113"/>
          <p14:tracePt t="9717" x="9956800" y="1654175"/>
          <p14:tracePt t="9724" x="9891713" y="1625600"/>
          <p14:tracePt t="9732" x="9804400" y="1603375"/>
          <p14:tracePt t="9739" x="9731375" y="1574800"/>
          <p14:tracePt t="9746" x="9637713" y="1552575"/>
          <p14:tracePt t="9755" x="9536113" y="1509713"/>
          <p14:tracePt t="9763" x="9463088" y="1501775"/>
          <p14:tracePt t="9771" x="9412288" y="1487488"/>
          <p14:tracePt t="9778" x="9347200" y="1473200"/>
          <p14:tracePt t="9787" x="9296400" y="1450975"/>
          <p14:tracePt t="9797" x="9245600" y="1436688"/>
          <p14:tracePt t="9805" x="9194800" y="1422400"/>
          <p14:tracePt t="9813" x="9158288" y="1408113"/>
          <p14:tracePt t="9820" x="9107488" y="1408113"/>
          <p14:tracePt t="9829" x="9042400" y="1400175"/>
          <p14:tracePt t="9836" x="8991600" y="1400175"/>
          <p14:tracePt t="9845" x="8926513" y="1400175"/>
          <p14:tracePt t="9852" x="8867775" y="1400175"/>
          <p14:tracePt t="9861" x="8766175" y="1400175"/>
          <p14:tracePt t="9869" x="8686800" y="1400175"/>
          <p14:tracePt t="9878" x="8636000" y="1400175"/>
          <p14:tracePt t="9884" x="8512175" y="1400175"/>
          <p14:tracePt t="9895" x="8447088" y="1400175"/>
          <p14:tracePt t="9897" x="8382000" y="1400175"/>
          <p14:tracePt t="9905" x="8316913" y="1400175"/>
          <p14:tracePt t="9913" x="8258175" y="1400175"/>
          <p14:tracePt t="9921" x="8193088" y="1400175"/>
          <p14:tracePt t="9930" x="8128000" y="1400175"/>
          <p14:tracePt t="9937" x="8077200" y="1422400"/>
          <p14:tracePt t="9946" x="8012113" y="1436688"/>
          <p14:tracePt t="9955" x="7953375" y="1458913"/>
          <p14:tracePt t="9961" x="7902575" y="1487488"/>
          <p14:tracePt t="9971" x="7851775" y="1509713"/>
          <p14:tracePt t="9978" x="7823200" y="1524000"/>
          <p14:tracePt t="9987" x="7772400" y="1552575"/>
          <p14:tracePt t="9996" x="7735888" y="1574800"/>
          <p14:tracePt t="10003" x="7699375" y="1603375"/>
          <p14:tracePt t="10013" x="7656513" y="1611313"/>
          <p14:tracePt t="10019" x="7634288" y="1639888"/>
          <p14:tracePt t="10029" x="7605713" y="1654175"/>
          <p14:tracePt t="10037" x="7597775" y="1662113"/>
          <p14:tracePt t="10046" x="7569200" y="1690688"/>
          <p14:tracePt t="10051" x="7554913" y="1704975"/>
          <p14:tracePt t="10062" x="7532688" y="1712913"/>
          <p14:tracePt t="10067" x="7532688" y="1727200"/>
          <p14:tracePt t="10078" x="7518400" y="1741488"/>
          <p14:tracePt t="10082" x="7504113" y="1741488"/>
          <p14:tracePt t="10095" x="7496175" y="1755775"/>
          <p14:tracePt t="10096" x="7496175" y="1763713"/>
          <p14:tracePt t="10104" x="7481888" y="1778000"/>
          <p14:tracePt t="10113" x="7481888" y="1792288"/>
          <p14:tracePt t="10120" x="7467600" y="1806575"/>
          <p14:tracePt t="10130" x="7467600" y="1814513"/>
          <p14:tracePt t="10137" x="7467600" y="1857375"/>
          <p14:tracePt t="10145" x="7453313" y="1865313"/>
          <p14:tracePt t="10153" x="7453313" y="1893888"/>
          <p14:tracePt t="10162" x="7445375" y="1930400"/>
          <p14:tracePt t="10170" x="7445375" y="1958975"/>
          <p14:tracePt t="10178" x="7431088" y="1981200"/>
          <p14:tracePt t="10185" x="7431088" y="2009775"/>
          <p14:tracePt t="10194" x="7431088" y="2032000"/>
          <p14:tracePt t="10202" x="7416800" y="2060575"/>
          <p14:tracePt t="10211" x="7416800" y="2068513"/>
          <p14:tracePt t="10217" x="7416800" y="2082800"/>
          <p14:tracePt t="10228" x="7416800" y="2097088"/>
          <p14:tracePt t="10233" x="7416800" y="2111375"/>
          <p14:tracePt t="10244" x="7416800" y="2119313"/>
          <p14:tracePt t="10251" x="7416800" y="2133600"/>
          <p14:tracePt t="10261" x="7416800" y="2147888"/>
          <p14:tracePt t="10270" x="7416800" y="2162175"/>
          <p14:tracePt t="10279" x="7416800" y="2170113"/>
          <p14:tracePt t="10294" x="7416800" y="2184400"/>
          <p14:tracePt t="10302" x="7416800" y="2198688"/>
          <p14:tracePt t="10317" x="7416800" y="2212975"/>
          <p14:tracePt t="10327" x="7416800" y="2220913"/>
          <p14:tracePt t="10342" x="7431088" y="2235200"/>
          <p14:tracePt t="10350" x="7431088" y="2249488"/>
          <p14:tracePt t="10360" x="7431088" y="2263775"/>
          <p14:tracePt t="10373" x="7445375" y="2271713"/>
          <p14:tracePt t="10381" x="7445375" y="2286000"/>
          <p14:tracePt t="10400" x="7445375" y="2300288"/>
          <p14:tracePt t="10408" x="7453313" y="2300288"/>
          <p14:tracePt t="10415" x="7453313" y="2314575"/>
          <p14:tracePt t="10429" x="7467600" y="2314575"/>
          <p14:tracePt t="10445" x="7467600" y="2322513"/>
          <p14:tracePt t="10468" x="7481888" y="2322513"/>
          <p14:tracePt t="10477" x="7481888" y="2336800"/>
          <p14:tracePt t="10500" x="7496175" y="2336800"/>
          <p14:tracePt t="10516" x="7496175" y="2351088"/>
          <p14:tracePt t="10526" x="7504113" y="2351088"/>
          <p14:tracePt t="10541" x="7504113" y="2365375"/>
          <p14:tracePt t="10549" x="7518400" y="2365375"/>
          <p14:tracePt t="10564" x="7532688" y="2373313"/>
          <p14:tracePt t="10572" x="7546975" y="2387600"/>
          <p14:tracePt t="10582" x="7554913" y="2387600"/>
          <p14:tracePt t="10590" x="7569200" y="2401888"/>
          <p14:tracePt t="10597" x="7583488" y="2416175"/>
          <p14:tracePt t="10612" x="7597775" y="2424113"/>
          <p14:tracePt t="10620" x="7605713" y="2424113"/>
          <p14:tracePt t="10629" x="7620000" y="2438400"/>
          <p14:tracePt t="10644" x="7634288" y="2452688"/>
          <p14:tracePt t="10667" x="7648575" y="2466975"/>
          <p14:tracePt t="10684" x="7656513" y="2466975"/>
          <p14:tracePt t="10708" x="7670800" y="2466975"/>
          <p14:tracePt t="10715" x="7670800" y="2474913"/>
          <p14:tracePt t="10725" x="7685088" y="2474913"/>
          <p14:tracePt t="10733" x="7699375" y="2474913"/>
          <p14:tracePt t="10742" x="7707313" y="2474913"/>
          <p14:tracePt t="10749" x="7721600" y="2489200"/>
          <p14:tracePt t="10759" x="7735888" y="2489200"/>
          <p14:tracePt t="10765" x="7758113" y="2503488"/>
          <p14:tracePt t="10772" x="7772400" y="2503488"/>
          <p14:tracePt t="10781" x="7800975" y="2503488"/>
          <p14:tracePt t="10793" x="7823200" y="2517775"/>
          <p14:tracePt t="10800" x="7851775" y="2525713"/>
          <p14:tracePt t="10806" x="7874000" y="2540000"/>
          <p14:tracePt t="10813" x="7888288" y="2540000"/>
          <p14:tracePt t="10820" x="7910513" y="2554288"/>
          <p14:tracePt t="10829" x="7924800" y="2554288"/>
          <p14:tracePt t="10836" x="7953375" y="2568575"/>
          <p14:tracePt t="10844" x="7961313" y="2568575"/>
          <p14:tracePt t="10853" x="7975600" y="2576513"/>
          <p14:tracePt t="10863" x="7989888" y="2576513"/>
          <p14:tracePt t="10868" x="8004175" y="2576513"/>
          <p14:tracePt t="10878" x="8012113" y="2590800"/>
          <p14:tracePt t="10884" x="8026400" y="2590800"/>
          <p14:tracePt t="10899" x="8040688" y="2590800"/>
          <p14:tracePt t="10914" x="8054975" y="2590800"/>
          <p14:tracePt t="10931" x="8062913" y="2590800"/>
          <p14:tracePt t="10938" x="8077200" y="2590800"/>
          <p14:tracePt t="10954" x="8091488" y="2590800"/>
          <p14:tracePt t="10963" x="8105775" y="2590800"/>
          <p14:tracePt t="10971" x="8113713" y="2590800"/>
          <p14:tracePt t="10979" x="8142288" y="2590800"/>
          <p14:tracePt t="10987" x="8156575" y="2590800"/>
          <p14:tracePt t="10996" x="8164513" y="2605088"/>
          <p14:tracePt t="11004" x="8193088" y="2605088"/>
          <p14:tracePt t="11011" x="8207375" y="2605088"/>
          <p14:tracePt t="11019" x="8215313" y="2605088"/>
          <p14:tracePt t="11028" x="8243888" y="2605088"/>
          <p14:tracePt t="11035" x="8258175" y="2605088"/>
          <p14:tracePt t="11044" x="8280400" y="2605088"/>
          <p14:tracePt t="11051" x="8294688" y="2605088"/>
          <p14:tracePt t="11061" x="8308975" y="2605088"/>
          <p14:tracePt t="11068" x="8331200" y="2605088"/>
          <p14:tracePt t="11077" x="8345488" y="2605088"/>
          <p14:tracePt t="11083" x="8359775" y="2605088"/>
          <p14:tracePt t="11093" x="8367713" y="2605088"/>
          <p14:tracePt t="11099" x="8382000" y="2605088"/>
          <p14:tracePt t="11108" x="8396288" y="2605088"/>
          <p14:tracePt t="11116" x="8410575" y="2605088"/>
          <p14:tracePt t="11125" x="8418513" y="2605088"/>
          <p14:tracePt t="11131" x="8432800" y="2605088"/>
          <p14:tracePt t="11145" x="8447088" y="2605088"/>
          <p14:tracePt t="11154" x="8461375" y="2605088"/>
          <p14:tracePt t="11169" x="8469313" y="2605088"/>
          <p14:tracePt t="11185" x="8483600" y="2605088"/>
          <p14:tracePt t="11208" x="8497888" y="2605088"/>
          <p14:tracePt t="11226" x="8512175" y="2605088"/>
          <p14:tracePt t="11234" x="8520113" y="2605088"/>
          <p14:tracePt t="11248" x="8534400" y="2605088"/>
          <p14:tracePt t="11258" x="8548688" y="2590800"/>
          <p14:tracePt t="11266" x="8562975" y="2590800"/>
          <p14:tracePt t="11275" x="8570913" y="2590800"/>
          <p14:tracePt t="11281" x="8585200" y="2590800"/>
          <p14:tracePt t="11292" x="8599488" y="2590800"/>
          <p14:tracePt t="11297" x="8613775" y="2590800"/>
          <p14:tracePt t="11306" x="8621713" y="2576513"/>
          <p14:tracePt t="11313" x="8636000" y="2576513"/>
          <p14:tracePt t="11323" x="8650288" y="2576513"/>
          <p14:tracePt t="11329" x="8664575" y="2576513"/>
          <p14:tracePt t="11344" x="8672513" y="2576513"/>
          <p14:tracePt t="11353" x="8672513" y="2568575"/>
          <p14:tracePt t="11361" x="8686800" y="2568575"/>
          <p14:tracePt t="11376" x="8701088" y="2568575"/>
          <p14:tracePt t="11408" x="8715375" y="2568575"/>
          <p14:tracePt t="11431" x="8723313" y="2568575"/>
          <p14:tracePt t="11456" x="8723313" y="2554288"/>
          <p14:tracePt t="11479" x="8737600" y="2554288"/>
          <p14:tracePt t="11519" x="8751888" y="2554288"/>
          <p14:tracePt t="11559" x="8766175" y="2554288"/>
          <p14:tracePt t="11583" x="8766175" y="2540000"/>
          <p14:tracePt t="11623" x="8774113" y="2540000"/>
          <p14:tracePt t="11694" x="8788400" y="2540000"/>
          <p14:tracePt t="11806" x="8774113" y="2540000"/>
          <p14:tracePt t="11829" x="8766175" y="2540000"/>
          <p14:tracePt t="11853" x="8751888" y="2540000"/>
          <p14:tracePt t="11869" x="8723313" y="2554288"/>
          <p14:tracePt t="11878" x="8715375" y="2554288"/>
          <p14:tracePt t="11885" x="8701088" y="2554288"/>
          <p14:tracePt t="11893" x="8664575" y="2568575"/>
          <p14:tracePt t="11901" x="8636000" y="2568575"/>
          <p14:tracePt t="11910" x="8585200" y="2576513"/>
          <p14:tracePt t="11917" x="8548688" y="2605088"/>
          <p14:tracePt t="11926" x="8497888" y="2619375"/>
          <p14:tracePt t="11933" x="8469313" y="2627313"/>
          <p14:tracePt t="11943" x="8418513" y="2641600"/>
          <p14:tracePt t="11949" x="8382000" y="2655888"/>
          <p14:tracePt t="11961" x="8345488" y="2670175"/>
          <p14:tracePt t="11970" x="8308975" y="2678113"/>
          <p14:tracePt t="11982" x="8280400" y="2692400"/>
          <p14:tracePt t="11983" x="8243888" y="2706688"/>
          <p14:tracePt t="11997" x="8207375" y="2720975"/>
          <p14:tracePt t="11998" x="8178800" y="2728913"/>
          <p14:tracePt t="12009" x="8142288" y="2743200"/>
          <p14:tracePt t="12016" x="8105775" y="2757488"/>
          <p14:tracePt t="12022" x="8077200" y="2771775"/>
          <p14:tracePt t="12030" x="8004175" y="2779713"/>
          <p14:tracePt t="12044" x="7989888" y="2779713"/>
          <p14:tracePt t="12046" x="7953375" y="2794000"/>
          <p14:tracePt t="12053" x="7924800" y="2808288"/>
          <p14:tracePt t="12060" x="7874000" y="2822575"/>
          <p14:tracePt t="12069" x="7851775" y="2822575"/>
          <p14:tracePt t="12077" x="7823200" y="2830513"/>
          <p14:tracePt t="12084" x="7800975" y="2844800"/>
          <p14:tracePt t="12093" x="7772400" y="2859088"/>
          <p14:tracePt t="12100" x="7750175" y="2859088"/>
          <p14:tracePt t="12112" x="7721600" y="2859088"/>
          <p14:tracePt t="12117" x="7699375" y="2873375"/>
          <p14:tracePt t="12127" x="7670800" y="2881313"/>
          <p14:tracePt t="12133" x="7634288" y="2881313"/>
          <p14:tracePt t="12144" x="7597775" y="2895600"/>
          <p14:tracePt t="12151" x="7569200" y="2909888"/>
          <p14:tracePt t="12161" x="7532688" y="2909888"/>
          <p14:tracePt t="12166" x="7504113" y="2924175"/>
          <p14:tracePt t="12177" x="7467600" y="2924175"/>
          <p14:tracePt t="12184" x="7453313" y="2932113"/>
          <p14:tracePt t="12194" x="7431088" y="2946400"/>
          <p14:tracePt t="12199" x="7402513" y="2946400"/>
          <p14:tracePt t="12211" x="7380288" y="2946400"/>
          <p14:tracePt t="12212" x="7366000" y="2960688"/>
          <p14:tracePt t="12221" x="7343775" y="2960688"/>
          <p14:tracePt t="12228" x="7329488" y="2974975"/>
          <p14:tracePt t="12237" x="7300913" y="2974975"/>
          <p14:tracePt t="12245" x="7278688" y="2982913"/>
          <p14:tracePt t="12252" x="7264400" y="2982913"/>
          <p14:tracePt t="12262" x="7242175" y="2997200"/>
          <p14:tracePt t="12269" x="7199313" y="3011488"/>
          <p14:tracePt t="12279" x="7191375" y="3011488"/>
          <p14:tracePt t="12285" x="7148513" y="3025775"/>
          <p14:tracePt t="12295" x="7140575" y="3033713"/>
          <p14:tracePt t="12301" x="7097713" y="3048000"/>
          <p14:tracePt t="12312" x="7075488" y="3062288"/>
          <p14:tracePt t="12318" x="7046913" y="3062288"/>
          <p14:tracePt t="12327" x="7010400" y="3076575"/>
          <p14:tracePt t="12334" x="6996113" y="3076575"/>
          <p14:tracePt t="12344" x="6973888" y="3084513"/>
          <p14:tracePt t="12352" x="6945313" y="3098800"/>
          <p14:tracePt t="12361" x="6923088" y="3113088"/>
          <p14:tracePt t="12366" x="6908800" y="3113088"/>
          <p14:tracePt t="12378" x="6886575" y="3113088"/>
          <p14:tracePt t="12382" x="6872288" y="3127375"/>
          <p14:tracePt t="12394" x="6858000" y="3135313"/>
          <p14:tracePt t="12395" x="6843713" y="3135313"/>
          <p14:tracePt t="12404" x="6821488" y="3135313"/>
          <p14:tracePt t="12413" x="6821488" y="3149600"/>
          <p14:tracePt t="12420" x="6807200" y="3149600"/>
          <p14:tracePt t="12428" x="6792913" y="3149600"/>
          <p14:tracePt t="12436" x="6792913" y="3163888"/>
          <p14:tracePt t="12445" x="6784975" y="3163888"/>
          <p14:tracePt t="12459" x="6770688" y="3163888"/>
          <p14:tracePt t="12476" x="6770688" y="3178175"/>
          <p14:tracePt t="12483" x="6756400" y="3178175"/>
          <p14:tracePt t="12514" x="6742113" y="3178175"/>
          <p14:tracePt t="12537" x="6742113" y="3186113"/>
          <p14:tracePt t="12546" x="6734175" y="3186113"/>
          <p14:tracePt t="12689" x="6742113" y="3178175"/>
          <p14:tracePt t="12704" x="6770688" y="3178175"/>
          <p14:tracePt t="12713" x="6784975" y="3163888"/>
          <p14:tracePt t="12721" x="6835775" y="3135313"/>
          <p14:tracePt t="12731" x="6886575" y="3127375"/>
          <p14:tracePt t="12739" x="6973888" y="3084513"/>
          <p14:tracePt t="12746" x="7038975" y="3076575"/>
          <p14:tracePt t="12755" x="7140575" y="3033713"/>
          <p14:tracePt t="12764" x="7250113" y="3011488"/>
          <p14:tracePt t="12770" x="7366000" y="2974975"/>
          <p14:tracePt t="12777" x="7481888" y="2946400"/>
          <p14:tracePt t="12786" x="7605713" y="2924175"/>
          <p14:tracePt t="12796" x="7758113" y="2881313"/>
          <p14:tracePt t="12803" x="7888288" y="2859088"/>
          <p14:tracePt t="12811" x="8026400" y="2830513"/>
          <p14:tracePt t="12818" x="8077200" y="2830513"/>
          <p14:tracePt t="12828" x="8178800" y="2808288"/>
          <p14:tracePt t="12835" x="8258175" y="2794000"/>
          <p14:tracePt t="12844" x="8316913" y="2779713"/>
          <p14:tracePt t="12851" x="8367713" y="2771775"/>
          <p14:tracePt t="12862" x="8410575" y="2757488"/>
          <p14:tracePt t="12869" x="8432800" y="2757488"/>
          <p14:tracePt t="12878" x="8461375" y="2743200"/>
          <p14:tracePt t="12883" x="8483600" y="2743200"/>
          <p14:tracePt t="12895" x="8497888" y="2728913"/>
          <p14:tracePt t="12902" x="8512175" y="2728913"/>
          <p14:tracePt t="12909" x="8520113" y="2728913"/>
          <p14:tracePt t="12912" x="8520113" y="2720975"/>
          <p14:tracePt t="12921" x="8534400" y="2720975"/>
          <p14:tracePt t="12929" x="8562975" y="2706688"/>
          <p14:tracePt t="12937" x="8570913" y="2692400"/>
          <p14:tracePt t="12945" x="8585200" y="2692400"/>
          <p14:tracePt t="12954" x="8613775" y="2678113"/>
          <p14:tracePt t="12963" x="8650288" y="2670175"/>
          <p14:tracePt t="12970" x="8672513" y="2670175"/>
          <p14:tracePt t="12979" x="8715375" y="2641600"/>
          <p14:tracePt t="12986" x="8737600" y="2641600"/>
          <p14:tracePt t="12996" x="8766175" y="2627313"/>
          <p14:tracePt t="13003" x="8816975" y="2605088"/>
          <p14:tracePt t="13010" x="8839200" y="2605088"/>
          <p14:tracePt t="13020" x="8875713" y="2590800"/>
          <p14:tracePt t="13028" x="8890000" y="2576513"/>
          <p14:tracePt t="13037" x="8918575" y="2568575"/>
          <p14:tracePt t="13043" x="8926513" y="2568575"/>
          <p14:tracePt t="13052" x="8940800" y="2568575"/>
          <p14:tracePt t="13063" x="8955088" y="2554288"/>
          <p14:tracePt t="13079" x="8969375" y="2554288"/>
          <p14:tracePt t="13142" x="8969375" y="2568575"/>
          <p14:tracePt t="13150" x="8955088" y="2576513"/>
          <p14:tracePt t="13160" x="8940800" y="2605088"/>
          <p14:tracePt t="13168" x="8926513" y="2627313"/>
          <p14:tracePt t="13178" x="8918575" y="2678113"/>
          <p14:tracePt t="13185" x="8875713" y="2728913"/>
          <p14:tracePt t="13194" x="8853488" y="2794000"/>
          <p14:tracePt t="13201" x="8816975" y="2873375"/>
          <p14:tracePt t="13211" x="8774113" y="2946400"/>
          <p14:tracePt t="13218" x="8737600" y="3033713"/>
          <p14:tracePt t="13228" x="8686800" y="3127375"/>
          <p14:tracePt t="13235" x="8672513" y="3135313"/>
          <p14:tracePt t="13245" x="8636000" y="3200400"/>
          <p14:tracePt t="13247" x="8621713" y="3228975"/>
          <p14:tracePt t="13255" x="8599488" y="3251200"/>
          <p14:tracePt t="13264" x="8585200" y="3279775"/>
          <p14:tracePt t="13273" x="8585200" y="3287713"/>
          <p14:tracePt t="13279" x="8570913" y="3302000"/>
          <p14:tracePt t="13341" x="8570913" y="3287713"/>
          <p14:tracePt t="13350" x="8570913" y="3265488"/>
          <p14:tracePt t="13359" x="8585200" y="3200400"/>
          <p14:tracePt t="13367" x="8599488" y="3163888"/>
          <p14:tracePt t="13377" x="8621713" y="3084513"/>
          <p14:tracePt t="13383" x="8650288" y="3011488"/>
          <p14:tracePt t="13393" x="8664575" y="2932113"/>
          <p14:tracePt t="13401" x="8686800" y="2844800"/>
          <p14:tracePt t="13410" x="8701088" y="2808288"/>
          <p14:tracePt t="13419" x="8751888" y="2692400"/>
          <p14:tracePt t="13428" x="8751888" y="2670175"/>
          <p14:tracePt t="13432" x="8766175" y="2627313"/>
          <p14:tracePt t="13443" x="8774113" y="2576513"/>
          <p14:tracePt t="13449" x="8788400" y="2568575"/>
          <p14:tracePt t="13458" x="8788400" y="2540000"/>
          <p14:tracePt t="13468" x="8802688" y="2525713"/>
          <p14:tracePt t="13473" x="8802688" y="2517775"/>
          <p14:tracePt t="13501" x="8802688" y="2503488"/>
          <p14:tracePt t="13532" x="8816975" y="2503488"/>
          <p14:tracePt t="13564" x="8824913" y="2489200"/>
          <p14:tracePt t="13573" x="8853488" y="2489200"/>
          <p14:tracePt t="13580" x="8867775" y="2489200"/>
          <p14:tracePt t="13592" x="8918575" y="2489200"/>
          <p14:tracePt t="13599" x="8977313" y="2489200"/>
          <p14:tracePt t="13608" x="9056688" y="2489200"/>
          <p14:tracePt t="13614" x="9129713" y="2489200"/>
          <p14:tracePt t="13622" x="9231313" y="2489200"/>
          <p14:tracePt t="13630" x="9332913" y="2489200"/>
          <p14:tracePt t="13639" x="9412288" y="2503488"/>
          <p14:tracePt t="13645" x="9434513" y="2517775"/>
          <p14:tracePt t="13654" x="9578975" y="2540000"/>
          <p14:tracePt t="13663" x="9637713" y="2568575"/>
          <p14:tracePt t="13671" x="9666288" y="2576513"/>
          <p14:tracePt t="13677" x="9753600" y="2605088"/>
          <p14:tracePt t="13686" x="9782175" y="2619375"/>
          <p14:tracePt t="13695" x="9855200" y="2641600"/>
          <p14:tracePt t="13703" x="9883775" y="2655888"/>
          <p14:tracePt t="13713" x="9920288" y="2670175"/>
          <p14:tracePt t="13719" x="9956800" y="2678113"/>
          <p14:tracePt t="13728" x="9985375" y="2692400"/>
          <p14:tracePt t="13736" x="10021888" y="2706688"/>
          <p14:tracePt t="13746" x="10058400" y="2720975"/>
          <p14:tracePt t="13752" x="10086975" y="2728913"/>
          <p14:tracePt t="13762" x="10109200" y="2757488"/>
          <p14:tracePt t="13766" x="10137775" y="2771775"/>
          <p14:tracePt t="13779" x="10145713" y="2771775"/>
          <p14:tracePt t="13780" x="10174288" y="2779713"/>
          <p14:tracePt t="13788" x="10188575" y="2794000"/>
          <p14:tracePt t="13797" x="10196513" y="2808288"/>
          <p14:tracePt t="13805" x="10210800" y="2808288"/>
          <p14:tracePt t="13813" x="10225088" y="2822575"/>
          <p14:tracePt t="13827" x="10239375" y="2822575"/>
          <p14:tracePt t="13835" x="10239375" y="2830513"/>
          <p14:tracePt t="13844" x="10247313" y="2830513"/>
          <p14:tracePt t="13858" x="10261600" y="2844800"/>
          <p14:tracePt t="13882" x="10275888" y="2859088"/>
          <p14:tracePt t="13899" x="10290175" y="2859088"/>
          <p14:tracePt t="13914" x="10298113" y="2873375"/>
          <p14:tracePt t="13930" x="10312400" y="2873375"/>
          <p14:tracePt t="13939" x="10312400" y="2881313"/>
          <p14:tracePt t="13954" x="10326688" y="2895600"/>
          <p14:tracePt t="13978" x="10340975" y="2909888"/>
          <p14:tracePt t="13986" x="10340975" y="2924175"/>
          <p14:tracePt t="13995" x="10340975" y="2932113"/>
          <p14:tracePt t="14003" x="10348913" y="2946400"/>
          <p14:tracePt t="14018" x="10348913" y="2960688"/>
          <p14:tracePt t="14026" x="10363200" y="2974975"/>
          <p14:tracePt t="14035" x="10363200" y="2982913"/>
          <p14:tracePt t="14049" x="10363200" y="2997200"/>
          <p14:tracePt t="14066" x="10377488" y="2997200"/>
          <p14:tracePt t="14075" x="10377488" y="3011488"/>
          <p14:tracePt t="14089" x="10377488" y="3025775"/>
          <p14:tracePt t="14098" x="10391775" y="3025775"/>
          <p14:tracePt t="14106" x="10391775" y="3033713"/>
          <p14:tracePt t="14125" x="10399713" y="3048000"/>
          <p14:tracePt t="14138" x="10399713" y="3062288"/>
          <p14:tracePt t="14147" x="10399713" y="3076575"/>
          <p14:tracePt t="14154" x="10414000" y="3076575"/>
          <p14:tracePt t="14177" x="10414000" y="3084513"/>
          <p14:tracePt t="14515" x="10428288" y="3084513"/>
          <p14:tracePt t="14525" x="10442575" y="3084513"/>
          <p14:tracePt t="14532" x="10464800" y="3084513"/>
          <p14:tracePt t="14541" x="10479088" y="3098800"/>
          <p14:tracePt t="14549" x="10501313" y="3098800"/>
          <p14:tracePt t="14563" x="10515600" y="3113088"/>
          <p14:tracePt t="14572" x="10529888" y="3113088"/>
          <p14:tracePt t="14587" x="10544175" y="3127375"/>
          <p14:tracePt t="14610" x="10544175" y="3135313"/>
          <p14:tracePt t="14642" x="10552113" y="3135313"/>
          <p14:tracePt t="14786" x="10544175" y="3135313"/>
          <p14:tracePt t="14817" x="10529888" y="3135313"/>
          <p14:tracePt t="14833" x="10515600" y="3135313"/>
          <p14:tracePt t="14841" x="10501313" y="3135313"/>
          <p14:tracePt t="14850" x="10493375" y="3135313"/>
          <p14:tracePt t="14859" x="10479088" y="3149600"/>
          <p14:tracePt t="14866" x="10450513" y="3149600"/>
          <p14:tracePt t="14874" x="10442575" y="3163888"/>
          <p14:tracePt t="14882" x="10414000" y="3163888"/>
          <p14:tracePt t="14892" x="10391775" y="3178175"/>
          <p14:tracePt t="14898" x="10363200" y="3178175"/>
          <p14:tracePt t="14908" x="10340975" y="3186113"/>
          <p14:tracePt t="14913" x="10312400" y="3200400"/>
          <p14:tracePt t="14925" x="10290175" y="3214688"/>
          <p14:tracePt t="14930" x="10261600" y="3228975"/>
          <p14:tracePt t="14940" x="10239375" y="3236913"/>
          <p14:tracePt t="14946" x="10225088" y="3251200"/>
          <p14:tracePt t="14958" x="10196513" y="3265488"/>
          <p14:tracePt t="14964" x="10174288" y="3279775"/>
          <p14:tracePt t="14975" x="10160000" y="3287713"/>
          <p14:tracePt t="14980" x="10137775" y="3302000"/>
          <p14:tracePt t="14991" x="10123488" y="3316288"/>
          <p14:tracePt t="14996" x="10109200" y="3316288"/>
          <p14:tracePt t="15003" x="10094913" y="3330575"/>
          <p14:tracePt t="15011" x="10072688" y="3330575"/>
          <p14:tracePt t="15018" x="10044113" y="3338513"/>
          <p14:tracePt t="15343" x="10021888" y="3338513"/>
          <p14:tracePt t="15351" x="9985375" y="3338513"/>
          <p14:tracePt t="15360" x="9956800" y="3338513"/>
          <p14:tracePt t="15368" x="9934575" y="3338513"/>
          <p14:tracePt t="15376" x="9883775" y="3338513"/>
          <p14:tracePt t="15384" x="9855200" y="3338513"/>
          <p14:tracePt t="15391" x="9818688" y="3338513"/>
          <p14:tracePt t="15400" x="9782175" y="3338513"/>
          <p14:tracePt t="15409" x="9717088" y="3330575"/>
          <p14:tracePt t="15416" x="9680575" y="3316288"/>
          <p14:tracePt t="15423" x="9637713" y="3316288"/>
          <p14:tracePt t="15432" x="9586913" y="3302000"/>
          <p14:tracePt t="15442" x="9536113" y="3302000"/>
          <p14:tracePt t="15447" x="9477375" y="3287713"/>
          <p14:tracePt t="15458" x="9426575" y="3279775"/>
          <p14:tracePt t="15463" x="9398000" y="3279775"/>
          <p14:tracePt t="15474" x="9296400" y="3279775"/>
          <p14:tracePt t="15479" x="9274175" y="3279775"/>
          <p14:tracePt t="15489" x="9223375" y="3265488"/>
          <p14:tracePt t="15495" x="9180513" y="3265488"/>
          <p14:tracePt t="15506" x="9144000" y="3265488"/>
          <p14:tracePt t="15512" x="9107488" y="3251200"/>
          <p14:tracePt t="15522" x="9070975" y="3251200"/>
          <p14:tracePt t="15528" x="9042400" y="3251200"/>
          <p14:tracePt t="15538" x="8991600" y="3236913"/>
          <p14:tracePt t="15545" x="8969375" y="3236913"/>
          <p14:tracePt t="15552" x="8918575" y="3228975"/>
          <p14:tracePt t="15560" x="8890000" y="3214688"/>
          <p14:tracePt t="15568" x="8853488" y="3214688"/>
          <p14:tracePt t="15577" x="8816975" y="3214688"/>
          <p14:tracePt t="15589" x="8774113" y="3200400"/>
          <p14:tracePt t="15590" x="8751888" y="3200400"/>
          <p14:tracePt t="15598" x="8715375" y="3186113"/>
          <p14:tracePt t="15608" x="8686800" y="3186113"/>
          <p14:tracePt t="15615" x="8650288" y="3186113"/>
          <p14:tracePt t="15624" x="8636000" y="3186113"/>
          <p14:tracePt t="15631" x="8599488" y="3186113"/>
          <p14:tracePt t="15640" x="8585200" y="3178175"/>
          <p14:tracePt t="15647" x="8548688" y="3178175"/>
          <p14:tracePt t="15657" x="8520113" y="3178175"/>
          <p14:tracePt t="15663" x="8483600" y="3163888"/>
          <p14:tracePt t="15674" x="8432800" y="3163888"/>
          <p14:tracePt t="15680" x="8410575" y="3163888"/>
          <p14:tracePt t="15689" x="8367713" y="3149600"/>
          <p14:tracePt t="15696" x="8345488" y="3149600"/>
          <p14:tracePt t="15706" x="8294688" y="3135313"/>
          <p14:tracePt t="15712" x="8266113" y="3135313"/>
          <p14:tracePt t="15720" x="8243888" y="3135313"/>
          <p14:tracePt t="15727" x="8207375" y="3135313"/>
          <p14:tracePt t="15736" x="8178800" y="3135313"/>
          <p14:tracePt t="15743" x="8156575" y="3135313"/>
          <p14:tracePt t="15756" x="8142288" y="3135313"/>
          <p14:tracePt t="15757" x="8113713" y="3135313"/>
          <p14:tracePt t="15766" x="8091488" y="3135313"/>
          <p14:tracePt t="15774" x="8077200" y="3135313"/>
          <p14:tracePt t="15781" x="8054975" y="3135313"/>
          <p14:tracePt t="15790" x="8040688" y="3135313"/>
          <p14:tracePt t="15798" x="8026400" y="3135313"/>
          <p14:tracePt t="15807" x="8004175" y="3135313"/>
          <p14:tracePt t="15814" x="7989888" y="3135313"/>
          <p14:tracePt t="15823" x="7961313" y="3135313"/>
          <p14:tracePt t="15830" x="7953375" y="3127375"/>
          <p14:tracePt t="15840" x="7939088" y="3127375"/>
          <p14:tracePt t="15846" x="7924800" y="3127375"/>
          <p14:tracePt t="15860" x="7910513" y="3127375"/>
          <p14:tracePt t="15869" x="7902575" y="3127375"/>
          <p14:tracePt t="16131" x="7888288" y="3127375"/>
          <p14:tracePt t="16139" x="7851775" y="3127375"/>
          <p14:tracePt t="16148" x="7808913" y="3127375"/>
          <p14:tracePt t="16156" x="7772400" y="3113088"/>
          <p14:tracePt t="16166" x="7707313" y="3098800"/>
          <p14:tracePt t="16172" x="7634288" y="3084513"/>
          <p14:tracePt t="16180" x="7554913" y="3076575"/>
          <p14:tracePt t="16187" x="7481888" y="3062288"/>
          <p14:tracePt t="16196" x="7394575" y="3048000"/>
          <p14:tracePt t="16205" x="7300913" y="3033713"/>
          <p14:tracePt t="16212" x="7213600" y="3025775"/>
          <p14:tracePt t="16219" x="7126288" y="3011488"/>
          <p14:tracePt t="16228" x="7046913" y="2997200"/>
          <p14:tracePt t="16238" x="6959600" y="2982913"/>
          <p14:tracePt t="16244" x="6886575" y="2974975"/>
          <p14:tracePt t="16253" x="6807200" y="2960688"/>
          <p14:tracePt t="16260" x="6770688" y="2960688"/>
          <p14:tracePt t="16271" x="6705600" y="2960688"/>
          <p14:tracePt t="16277" x="6654800" y="2946400"/>
          <p14:tracePt t="16287" x="6604000" y="2932113"/>
          <p14:tracePt t="16293" x="6502400" y="2932113"/>
          <p14:tracePt t="16303" x="6451600" y="2932113"/>
          <p14:tracePt t="16309" x="6400800" y="2932113"/>
          <p14:tracePt t="16319" x="6350000" y="2932113"/>
          <p14:tracePt t="16325" x="6284913" y="2932113"/>
          <p14:tracePt t="16336" x="6211888" y="2932113"/>
          <p14:tracePt t="16340" x="6146800" y="2932113"/>
          <p14:tracePt t="16352" x="6081713" y="2932113"/>
          <p14:tracePt t="16357" x="6059488" y="2932113"/>
          <p14:tracePt t="16370" x="5994400" y="2932113"/>
          <p14:tracePt t="16371" x="5957888" y="2932113"/>
          <p14:tracePt t="16378" x="5921375" y="2932113"/>
          <p14:tracePt t="16387" x="5878513" y="2932113"/>
          <p14:tracePt t="16395" x="5856288" y="2932113"/>
          <p14:tracePt t="16404" x="5827713" y="2932113"/>
          <p14:tracePt t="16411" x="5805488" y="2932113"/>
          <p14:tracePt t="16420" x="5791200" y="2932113"/>
          <p14:tracePt t="16428" x="5768975" y="2932113"/>
          <p14:tracePt t="16436" x="5740400" y="2932113"/>
          <p14:tracePt t="16443" x="5726113" y="2946400"/>
          <p14:tracePt t="16453" x="5718175" y="2960688"/>
          <p14:tracePt t="16461" x="5689600" y="2974975"/>
          <p14:tracePt t="16470" x="5667375" y="2982913"/>
          <p14:tracePt t="16476" x="5653088" y="2997200"/>
          <p14:tracePt t="16486" x="5624513" y="3011488"/>
          <p14:tracePt t="16492" x="5616575" y="3025775"/>
          <p14:tracePt t="16503" x="5602288" y="3033713"/>
          <p14:tracePt t="16508" x="5573713" y="3062288"/>
          <p14:tracePt t="16519" x="5565775" y="3076575"/>
          <p14:tracePt t="16526" x="5537200" y="3084513"/>
          <p14:tracePt t="16537" x="5522913" y="3113088"/>
          <p14:tracePt t="16538" x="5514975" y="3127375"/>
          <p14:tracePt t="16546" x="5500688" y="3135313"/>
          <p14:tracePt t="16554" x="5486400" y="3149600"/>
          <p14:tracePt t="16563" x="5472113" y="3163888"/>
          <p14:tracePt t="16570" x="5472113" y="3178175"/>
          <p14:tracePt t="16578" x="5464175" y="3186113"/>
          <p14:tracePt t="16587" x="5464175" y="3200400"/>
          <p14:tracePt t="16595" x="5464175" y="3228975"/>
          <p14:tracePt t="16603" x="5464175" y="3236913"/>
          <p14:tracePt t="16610" x="5449888" y="3251200"/>
          <p14:tracePt t="16620" x="5449888" y="3279775"/>
          <p14:tracePt t="16627" x="5449888" y="3287713"/>
          <p14:tracePt t="16636" x="5435600" y="3302000"/>
          <p14:tracePt t="16642" x="5435600" y="3316288"/>
          <p14:tracePt t="16652" x="5435600" y="3330575"/>
          <p14:tracePt t="16658" x="5435600" y="3352800"/>
          <p14:tracePt t="16670" x="5435600" y="3367088"/>
          <p14:tracePt t="16676" x="5435600" y="3381375"/>
          <p14:tracePt t="16686" x="5435600" y="3389313"/>
          <p14:tracePt t="16692" x="5435600" y="3417888"/>
          <p14:tracePt t="16704" x="5435600" y="3432175"/>
          <p14:tracePt t="16704" x="5435600" y="3454400"/>
          <p14:tracePt t="16712" x="5449888" y="3468688"/>
          <p14:tracePt t="16721" x="5472113" y="3490913"/>
          <p14:tracePt t="16730" x="5486400" y="3519488"/>
          <p14:tracePt t="16738" x="5500688" y="3533775"/>
          <p14:tracePt t="16746" x="5522913" y="3556000"/>
          <p14:tracePt t="16753" x="5573713" y="3592513"/>
          <p14:tracePt t="16762" x="5602288" y="3621088"/>
          <p14:tracePt t="16770" x="5638800" y="3635375"/>
          <p14:tracePt t="16778" x="5667375" y="3657600"/>
          <p14:tracePt t="16787" x="5718175" y="3671888"/>
          <p14:tracePt t="16795" x="5768975" y="3694113"/>
          <p14:tracePt t="16804" x="5819775" y="3722688"/>
          <p14:tracePt t="16811" x="5878513" y="3744913"/>
          <p14:tracePt t="16819" x="5943600" y="3773488"/>
          <p14:tracePt t="16827" x="6030913" y="3787775"/>
          <p14:tracePt t="16838" x="6124575" y="3810000"/>
          <p14:tracePt t="16842" x="6211888" y="3838575"/>
          <p14:tracePt t="16853" x="6284913" y="3846513"/>
          <p14:tracePt t="16862" x="6327775" y="3860800"/>
          <p14:tracePt t="16863" x="6386513" y="3875088"/>
          <p14:tracePt t="16873" x="6451600" y="3889375"/>
          <p14:tracePt t="16881" x="6488113" y="3889375"/>
          <p14:tracePt t="16889" x="6530975" y="3897313"/>
          <p14:tracePt t="16897" x="6567488" y="3897313"/>
          <p14:tracePt t="16904" x="6604000" y="3911600"/>
          <p14:tracePt t="16918" x="6618288" y="3911600"/>
          <p14:tracePt t="16919" x="6683375" y="3911600"/>
          <p14:tracePt t="16928" x="6705600" y="3911600"/>
          <p14:tracePt t="16936" x="6734175" y="3911600"/>
          <p14:tracePt t="16944" x="6784975" y="3925888"/>
          <p14:tracePt t="16953" x="6807200" y="3925888"/>
          <p14:tracePt t="16961" x="6894513" y="3925888"/>
          <p14:tracePt t="16970" x="6937375" y="3925888"/>
          <p14:tracePt t="16977" x="6959600" y="3925888"/>
          <p14:tracePt t="16985" x="6996113" y="3940175"/>
          <p14:tracePt t="16993" x="7046913" y="3940175"/>
          <p14:tracePt t="17002" x="7089775" y="3940175"/>
          <p14:tracePt t="17009" x="7112000" y="3948113"/>
          <p14:tracePt t="17018" x="7148513" y="3948113"/>
          <p14:tracePt t="17025" x="7177088" y="3948113"/>
          <p14:tracePt t="17034" x="7213600" y="3962400"/>
          <p14:tracePt t="17040" x="7264400" y="3962400"/>
          <p14:tracePt t="17048" x="7300913" y="3962400"/>
          <p14:tracePt t="17056" x="7343775" y="3976688"/>
          <p14:tracePt t="17064" x="7402513" y="3976688"/>
          <p14:tracePt t="17072" x="7453313" y="3990975"/>
          <p14:tracePt t="17084" x="7518400" y="3990975"/>
          <p14:tracePt t="17089" x="7546975" y="3990975"/>
          <p14:tracePt t="17100" x="7597775" y="3998913"/>
          <p14:tracePt t="17105" x="7656513" y="3998913"/>
          <p14:tracePt t="17113" x="7707313" y="3998913"/>
          <p14:tracePt t="17120" x="7786688" y="4013200"/>
          <p14:tracePt t="17134" x="7808913" y="4013200"/>
          <p14:tracePt t="17136" x="7902575" y="4027488"/>
          <p14:tracePt t="17143" x="7961313" y="4027488"/>
          <p14:tracePt t="17153" x="8012113" y="4027488"/>
          <p14:tracePt t="17159" x="8077200" y="4027488"/>
          <p14:tracePt t="17169" x="8142288" y="4027488"/>
          <p14:tracePt t="17175" x="8207375" y="4041775"/>
          <p14:tracePt t="17185" x="8294688" y="4041775"/>
          <p14:tracePt t="17191" x="8359775" y="4049713"/>
          <p14:tracePt t="17201" x="8418513" y="4049713"/>
          <p14:tracePt t="17209" x="8483600" y="4064000"/>
          <p14:tracePt t="17217" x="8520113" y="4064000"/>
          <p14:tracePt t="17224" x="8570913" y="4064000"/>
          <p14:tracePt t="17232" x="8621713" y="4078288"/>
          <p14:tracePt t="17240" x="8723313" y="4078288"/>
          <p14:tracePt t="17247" x="8737600" y="4078288"/>
          <p14:tracePt t="17255" x="8824913" y="4078288"/>
          <p14:tracePt t="17263" x="8867775" y="4078288"/>
          <p14:tracePt t="17270" x="8890000" y="4078288"/>
          <p14:tracePt t="17279" x="8977313" y="4078288"/>
          <p14:tracePt t="17287" x="9028113" y="4078288"/>
          <p14:tracePt t="17294" x="9078913" y="4078288"/>
          <p14:tracePt t="17304" x="9144000" y="4078288"/>
          <p14:tracePt t="17311" x="9223375" y="4078288"/>
          <p14:tracePt t="17320" x="9296400" y="4078288"/>
          <p14:tracePt t="17327" x="9361488" y="4078288"/>
          <p14:tracePt t="17337" x="9398000" y="4078288"/>
          <p14:tracePt t="17343" x="9448800" y="4092575"/>
          <p14:tracePt t="17353" x="9499600" y="4092575"/>
          <p14:tracePt t="17360" x="9550400" y="4092575"/>
          <p14:tracePt t="17369" x="9586913" y="4092575"/>
          <p14:tracePt t="17377" x="9629775" y="4100513"/>
          <p14:tracePt t="17387" x="9666288" y="4100513"/>
          <p14:tracePt t="17391" x="9688513" y="4100513"/>
          <p14:tracePt t="17403" x="9717088" y="4100513"/>
          <p14:tracePt t="17407" x="9739313" y="4114800"/>
          <p14:tracePt t="17420" x="9782175" y="4114800"/>
          <p14:tracePt t="17421" x="9790113" y="4114800"/>
          <p14:tracePt t="17429" x="9832975" y="4129088"/>
          <p14:tracePt t="17439" x="9855200" y="4129088"/>
          <p14:tracePt t="17446" x="9869488" y="4129088"/>
          <p14:tracePt t="17454" x="9891713" y="4129088"/>
          <p14:tracePt t="17463" x="9906000" y="4129088"/>
          <p14:tracePt t="17472" x="9934575" y="4129088"/>
          <p14:tracePt t="17479" x="9942513" y="4129088"/>
          <p14:tracePt t="17487" x="9971088" y="4129088"/>
          <p14:tracePt t="17495" x="9985375" y="4143375"/>
          <p14:tracePt t="17505" x="10007600" y="4143375"/>
          <p14:tracePt t="17512" x="10021888" y="4143375"/>
          <p14:tracePt t="17521" x="10036175" y="4143375"/>
          <p14:tracePt t="17527" x="10044113" y="4143375"/>
          <p14:tracePt t="17537" x="10058400" y="4143375"/>
          <p14:tracePt t="17544" x="10072688" y="4143375"/>
          <p14:tracePt t="17553" x="10086975" y="4143375"/>
          <p14:tracePt t="17559" x="10094913" y="4143375"/>
          <p14:tracePt t="17572" x="10109200" y="4143375"/>
          <p14:tracePt t="17936" x="10086975" y="4165600"/>
          <p14:tracePt t="17945" x="10044113" y="4202113"/>
          <p14:tracePt t="17954" x="10021888" y="4216400"/>
          <p14:tracePt t="17963" x="9993313" y="4244975"/>
          <p14:tracePt t="17969" x="9971088" y="4267200"/>
          <p14:tracePt t="17978" x="9942513" y="4295775"/>
          <p14:tracePt t="17987" x="9920288" y="4318000"/>
          <p14:tracePt t="17996" x="9906000" y="4332288"/>
          <p14:tracePt t="18003" x="9883775" y="4354513"/>
          <p14:tracePt t="18017" x="9855200" y="4368800"/>
          <p14:tracePt t="18027" x="9855200" y="4383088"/>
          <p14:tracePt t="18034" x="9840913" y="4383088"/>
          <p14:tracePt t="18057" x="9832975" y="4397375"/>
          <p14:tracePt t="18200" x="9818688" y="4397375"/>
          <p14:tracePt t="18247" x="9804400" y="4397375"/>
          <p14:tracePt t="18271" x="9790113" y="4397375"/>
          <p14:tracePt t="18279" x="9782175" y="4383088"/>
          <p14:tracePt t="18295" x="9767888" y="4383088"/>
          <p14:tracePt t="18305" x="9739313" y="4383088"/>
          <p14:tracePt t="18312" x="9731375" y="4383088"/>
          <p14:tracePt t="18321" x="9702800" y="4368800"/>
          <p14:tracePt t="18329" x="9680575" y="4368800"/>
          <p14:tracePt t="18338" x="9652000" y="4368800"/>
          <p14:tracePt t="18344" x="9629775" y="4354513"/>
          <p14:tracePt t="18353" x="9601200" y="4354513"/>
          <p14:tracePt t="18360" x="9578975" y="4346575"/>
          <p14:tracePt t="18371" x="9550400" y="4346575"/>
          <p14:tracePt t="18377" x="9528175" y="4346575"/>
          <p14:tracePt t="18384" x="9485313" y="4332288"/>
          <p14:tracePt t="18392" x="9463088" y="4332288"/>
          <p14:tracePt t="18401" x="9412288" y="4318000"/>
          <p14:tracePt t="18407" x="9383713" y="4318000"/>
          <p14:tracePt t="18416" x="9361488" y="4318000"/>
          <p14:tracePt t="18423" x="9310688" y="4318000"/>
          <p14:tracePt t="18433" x="9274175" y="4303713"/>
          <p14:tracePt t="18442" x="9245600" y="4303713"/>
          <p14:tracePt t="18449" x="9194800" y="4295775"/>
          <p14:tracePt t="18458" x="9172575" y="4281488"/>
          <p14:tracePt t="18466" x="9129713" y="4281488"/>
          <p14:tracePt t="18475" x="9107488" y="4281488"/>
          <p14:tracePt t="18480" x="9078913" y="4267200"/>
          <p14:tracePt t="18491" x="9056688" y="4267200"/>
          <p14:tracePt t="18497" x="9028113" y="4267200"/>
          <p14:tracePt t="18507" x="9005888" y="4252913"/>
          <p14:tracePt t="18513" x="8955088" y="4252913"/>
          <p14:tracePt t="18523" x="8940800" y="4252913"/>
          <p14:tracePt t="18528" x="8875713" y="4244975"/>
          <p14:tracePt t="18541" x="8824913" y="4230688"/>
          <p14:tracePt t="18545" x="8816975" y="4230688"/>
          <p14:tracePt t="18557" x="8751888" y="4230688"/>
          <p14:tracePt t="18561" x="8715375" y="4216400"/>
          <p14:tracePt t="18574" x="8672513" y="4216400"/>
          <p14:tracePt t="18575" x="8636000" y="4216400"/>
          <p14:tracePt t="18583" x="8599488" y="4202113"/>
          <p14:tracePt t="18590" x="8570913" y="4202113"/>
          <p14:tracePt t="18600" x="8548688" y="4202113"/>
          <p14:tracePt t="18608" x="8520113" y="4202113"/>
          <p14:tracePt t="18615" x="8469313" y="4202113"/>
          <p14:tracePt t="18624" x="8432800" y="4202113"/>
          <p14:tracePt t="18632" x="8410575" y="4202113"/>
          <p14:tracePt t="18640" x="8345488" y="4194175"/>
          <p14:tracePt t="18648" x="8294688" y="4194175"/>
          <p14:tracePt t="18657" x="8266113" y="4194175"/>
          <p14:tracePt t="18664" x="8229600" y="4194175"/>
          <p14:tracePt t="18673" x="8164513" y="4194175"/>
          <p14:tracePt t="18681" x="8128000" y="4194175"/>
          <p14:tracePt t="18690" x="8105775" y="4194175"/>
          <p14:tracePt t="18696" x="8062913" y="4194175"/>
          <p14:tracePt t="18707" x="8026400" y="4194175"/>
          <p14:tracePt t="18713" x="8004175" y="4194175"/>
          <p14:tracePt t="18723" x="7975600" y="4194175"/>
          <p14:tracePt t="18729" x="7924800" y="4194175"/>
          <p14:tracePt t="18741" x="7888288" y="4194175"/>
          <p14:tracePt t="18742" x="7874000" y="4194175"/>
          <p14:tracePt t="18750" x="7808913" y="4194175"/>
          <p14:tracePt t="18758" x="7800975" y="4202113"/>
          <p14:tracePt t="18767" x="7750175" y="4202113"/>
          <p14:tracePt t="18775" x="7721600" y="4216400"/>
          <p14:tracePt t="18783" x="7699375" y="4230688"/>
          <p14:tracePt t="18790" x="7670800" y="4244975"/>
          <p14:tracePt t="18800" x="7648575" y="4244975"/>
          <p14:tracePt t="18808" x="7634288" y="4252913"/>
          <p14:tracePt t="18815" x="7620000" y="4252913"/>
          <p14:tracePt t="18824" x="7605713" y="4267200"/>
          <p14:tracePt t="18832" x="7597775" y="4281488"/>
          <p14:tracePt t="18845" x="7583488" y="4295775"/>
          <p14:tracePt t="18854" x="7569200" y="4303713"/>
          <p14:tracePt t="18863" x="7554913" y="4318000"/>
          <p14:tracePt t="18872" x="7554913" y="4332288"/>
          <p14:tracePt t="18879" x="7546975" y="4354513"/>
          <p14:tracePt t="18888" x="7532688" y="4368800"/>
          <p14:tracePt t="18894" x="7518400" y="4397375"/>
          <p14:tracePt t="18905" x="7518400" y="4419600"/>
          <p14:tracePt t="18911" x="7504113" y="4433888"/>
          <p14:tracePt t="18919" x="7504113" y="4456113"/>
          <p14:tracePt t="18926" x="7496175" y="4470400"/>
          <p14:tracePt t="18935" x="7496175" y="4484688"/>
          <p14:tracePt t="18941" x="7496175" y="4498975"/>
          <p14:tracePt t="18950" x="7496175" y="4506913"/>
          <p14:tracePt t="18958" x="7496175" y="4521200"/>
          <p14:tracePt t="18966" x="7496175" y="4549775"/>
          <p14:tracePt t="18975" x="7496175" y="4557713"/>
          <p14:tracePt t="18988" x="7496175" y="4572000"/>
          <p14:tracePt t="18996" x="7496175" y="4600575"/>
          <p14:tracePt t="19005" x="7496175" y="4608513"/>
          <p14:tracePt t="19012" x="7504113" y="4622800"/>
          <p14:tracePt t="19022" x="7504113" y="4637088"/>
          <p14:tracePt t="19029" x="7518400" y="4651375"/>
          <p14:tracePt t="19040" x="7532688" y="4659313"/>
          <p14:tracePt t="19045" x="7546975" y="4687888"/>
          <p14:tracePt t="19055" x="7554913" y="4702175"/>
          <p14:tracePt t="19063" x="7583488" y="4710113"/>
          <p14:tracePt t="19071" x="7605713" y="4738688"/>
          <p14:tracePt t="19079" x="7634288" y="4752975"/>
          <p14:tracePt t="19088" x="7670800" y="4789488"/>
          <p14:tracePt t="19096" x="7685088" y="4789488"/>
          <p14:tracePt t="19107" x="7750175" y="4826000"/>
          <p14:tracePt t="19112" x="7772400" y="4826000"/>
          <p14:tracePt t="19119" x="7800975" y="4840288"/>
          <p14:tracePt t="19130" x="7837488" y="4862513"/>
          <p14:tracePt t="19137" x="7874000" y="4876800"/>
          <p14:tracePt t="19148" x="7902575" y="4891088"/>
          <p14:tracePt t="19150" x="7939088" y="4905375"/>
          <p14:tracePt t="19157" x="7961313" y="4913313"/>
          <p14:tracePt t="19168" x="7989888" y="4913313"/>
          <p14:tracePt t="19175" x="8012113" y="4927600"/>
          <p14:tracePt t="19185" x="8026400" y="4941888"/>
          <p14:tracePt t="19195" x="8054975" y="4941888"/>
          <p14:tracePt t="19197" x="8062913" y="4941888"/>
          <p14:tracePt t="19207" x="8077200" y="4956175"/>
          <p14:tracePt t="19216" x="8091488" y="4956175"/>
          <p14:tracePt t="19226" x="8113713" y="4956175"/>
          <p14:tracePt t="19228" x="8128000" y="4956175"/>
          <p14:tracePt t="19238" x="8142288" y="4956175"/>
          <p14:tracePt t="19246" x="8164513" y="4964113"/>
          <p14:tracePt t="19257" x="8178800" y="4964113"/>
          <p14:tracePt t="19265" x="8193088" y="4964113"/>
          <p14:tracePt t="19271" x="8215313" y="4964113"/>
          <p14:tracePt t="19281" x="8258175" y="4978400"/>
          <p14:tracePt t="19287" x="8266113" y="4978400"/>
          <p14:tracePt t="19295" x="8294688" y="4978400"/>
          <p14:tracePt t="19303" x="8316913" y="4978400"/>
          <p14:tracePt t="19313" x="8345488" y="4992688"/>
          <p14:tracePt t="19320" x="8359775" y="4992688"/>
          <p14:tracePt t="19326" x="8382000" y="5006975"/>
          <p14:tracePt t="19336" x="8410575" y="5006975"/>
          <p14:tracePt t="19344" x="8418513" y="5014913"/>
          <p14:tracePt t="19351" x="8447088" y="5014913"/>
          <p14:tracePt t="19357" x="8461375" y="5014913"/>
          <p14:tracePt t="19367" x="8469313" y="5014913"/>
          <p14:tracePt t="19373" x="8497888" y="5029200"/>
          <p14:tracePt t="19382" x="8512175" y="5029200"/>
          <p14:tracePt t="19391" x="8548688" y="5043488"/>
          <p14:tracePt t="19399" x="8570913" y="5043488"/>
          <p14:tracePt t="19408" x="8585200" y="5057775"/>
          <p14:tracePt t="19415" x="8621713" y="5057775"/>
          <p14:tracePt t="19424" x="8650288" y="5065713"/>
          <p14:tracePt t="19432" x="8672513" y="5065713"/>
          <p14:tracePt t="19438" x="8701088" y="5065713"/>
          <p14:tracePt t="19446" x="8723313" y="5065713"/>
          <p14:tracePt t="19457" x="8751888" y="5080000"/>
          <p14:tracePt t="19459" x="8766175" y="5080000"/>
          <p14:tracePt t="19467" x="8788400" y="5080000"/>
          <p14:tracePt t="19481" x="8802688" y="5094288"/>
          <p14:tracePt t="19491" x="8816975" y="5094288"/>
          <p14:tracePt t="19498" x="8824913" y="5094288"/>
          <p14:tracePt t="19506" x="8839200" y="5094288"/>
          <p14:tracePt t="19514" x="8853488" y="5094288"/>
          <p14:tracePt t="19529" x="8867775" y="5094288"/>
          <p14:tracePt t="19538" x="8890000" y="5094288"/>
          <p14:tracePt t="19545" x="8904288" y="5094288"/>
          <p14:tracePt t="19555" x="8918575" y="5094288"/>
          <p14:tracePt t="19562" x="8940800" y="5094288"/>
          <p14:tracePt t="19571" x="8969375" y="5094288"/>
          <p14:tracePt t="19578" x="8991600" y="5094288"/>
          <p14:tracePt t="19585" x="9028113" y="5094288"/>
          <p14:tracePt t="19594" x="9056688" y="5094288"/>
          <p14:tracePt t="19602" x="9093200" y="5094288"/>
          <p14:tracePt t="19610" x="9121775" y="5094288"/>
          <p14:tracePt t="19617" x="9144000" y="5094288"/>
          <p14:tracePt t="19626" x="9180513" y="5094288"/>
          <p14:tracePt t="19634" x="9209088" y="5094288"/>
          <p14:tracePt t="19642" x="9223375" y="5094288"/>
          <p14:tracePt t="19649" x="9245600" y="5094288"/>
          <p14:tracePt t="19658" x="9259888" y="5094288"/>
          <p14:tracePt t="19666" x="9282113" y="5094288"/>
          <p14:tracePt t="19674" x="9296400" y="5094288"/>
          <p14:tracePt t="19682" x="9310688" y="5094288"/>
          <p14:tracePt t="19696" x="9332913" y="5094288"/>
          <p14:tracePt t="19712" x="9347200" y="5094288"/>
          <p14:tracePt t="19722" x="9361488" y="5094288"/>
          <p14:tracePt t="19729" x="9375775" y="5094288"/>
          <p14:tracePt t="19739" x="9398000" y="5094288"/>
          <p14:tracePt t="19745" x="9412288" y="5094288"/>
          <p14:tracePt t="19755" x="9434513" y="5094288"/>
          <p14:tracePt t="19762" x="9448800" y="5094288"/>
          <p14:tracePt t="19771" x="9477375" y="5094288"/>
          <p14:tracePt t="19778" x="9499600" y="5080000"/>
          <p14:tracePt t="19788" x="9528175" y="5080000"/>
          <p14:tracePt t="19794" x="9550400" y="5065713"/>
          <p14:tracePt t="19802" x="9578975" y="5065713"/>
          <p14:tracePt t="19809" x="9601200" y="5057775"/>
          <p14:tracePt t="19822" x="9629775" y="5057775"/>
          <p14:tracePt t="19826" x="9637713" y="5057775"/>
          <p14:tracePt t="19834" x="9666288" y="5043488"/>
          <p14:tracePt t="19841" x="9688513" y="5043488"/>
          <p14:tracePt t="19850" x="9702800" y="5043488"/>
          <p14:tracePt t="19859" x="9731375" y="5043488"/>
          <p14:tracePt t="19866" x="9731375" y="5029200"/>
          <p14:tracePt t="19874" x="9739313" y="5029200"/>
          <p14:tracePt t="19881" x="9767888" y="5029200"/>
          <p14:tracePt t="19895" x="9782175" y="5014913"/>
          <p14:tracePt t="19904" x="9790113" y="5014913"/>
          <p14:tracePt t="19912" x="9804400" y="5014913"/>
          <p14:tracePt t="19920" x="9818688" y="5006975"/>
          <p14:tracePt t="19929" x="9832975" y="5006975"/>
          <p14:tracePt t="19938" x="9840913" y="5006975"/>
          <p14:tracePt t="19945" x="9855200" y="5006975"/>
          <p14:tracePt t="19955" x="9883775" y="5006975"/>
          <p14:tracePt t="19963" x="9891713" y="4992688"/>
          <p14:tracePt t="19969" x="9906000" y="4992688"/>
          <p14:tracePt t="19982" x="9920288" y="4992688"/>
          <p14:tracePt t="19991" x="9934575" y="4992688"/>
          <p14:tracePt t="20014" x="9942513" y="4992688"/>
          <p14:tracePt t="20023" x="9942513" y="4978400"/>
          <p14:tracePt t="20054" x="9956800" y="4978400"/>
          <p14:tracePt t="20150" x="9971088" y="4978400"/>
          <p14:tracePt t="21482" x="9985375" y="4978400"/>
          <p14:tracePt t="21530" x="9993313" y="4978400"/>
          <p14:tracePt t="21562" x="10007600" y="4978400"/>
          <p14:tracePt t="21578" x="10021888" y="4964113"/>
          <p14:tracePt t="21586" x="10036175" y="4964113"/>
          <p14:tracePt t="21596" x="10044113" y="4964113"/>
          <p14:tracePt t="21603" x="10044113" y="4956175"/>
          <p14:tracePt t="21612" x="10072688" y="4956175"/>
          <p14:tracePt t="21620" x="10086975" y="4941888"/>
          <p14:tracePt t="21634" x="10109200" y="4927600"/>
          <p14:tracePt t="21642" x="10109200" y="4913313"/>
          <p14:tracePt t="21651" x="10123488" y="4913313"/>
          <p14:tracePt t="21659" x="10123488" y="4905375"/>
          <p14:tracePt t="21667" x="10137775" y="4905375"/>
          <p14:tracePt t="21675" x="10145713" y="4891088"/>
          <p14:tracePt t="21697" x="10160000" y="4891088"/>
          <p14:tracePt t="21706" x="10160000" y="4876800"/>
          <p14:tracePt t="21722" x="10160000" y="4862513"/>
          <p14:tracePt t="21730" x="10174288" y="4862513"/>
          <p14:tracePt t="21745" x="10174288" y="4854575"/>
          <p14:tracePt t="21754" x="10188575" y="4854575"/>
          <p14:tracePt t="21763" x="10188575" y="4840288"/>
          <p14:tracePt t="21778" x="10188575" y="4826000"/>
          <p14:tracePt t="21794" x="10188575" y="4811713"/>
          <p14:tracePt t="21802" x="10196513" y="4803775"/>
          <p14:tracePt t="21811" x="10196513" y="4775200"/>
          <p14:tracePt t="21819" x="10196513" y="4760913"/>
          <p14:tracePt t="21828" x="10210800" y="4738688"/>
          <p14:tracePt t="21833" x="10210800" y="4724400"/>
          <p14:tracePt t="21842" x="10210800" y="4702175"/>
          <p14:tracePt t="21850" x="10225088" y="4673600"/>
          <p14:tracePt t="21859" x="10225088" y="4659313"/>
          <p14:tracePt t="21865" x="10225088" y="4637088"/>
          <p14:tracePt t="21881" x="10225088" y="4608513"/>
          <p14:tracePt t="21896" x="10225088" y="4600575"/>
          <p14:tracePt t="21904" x="10225088" y="4586288"/>
          <p14:tracePt t="21921" x="10225088" y="4572000"/>
          <p14:tracePt t="21936" x="10225088" y="4557713"/>
          <p14:tracePt t="21945" x="10225088" y="4549775"/>
          <p14:tracePt t="21961" x="10225088" y="4535488"/>
          <p14:tracePt t="21976" x="10225088" y="4521200"/>
          <p14:tracePt t="22016" x="10225088" y="4506913"/>
          <p14:tracePt t="22032" x="10210800" y="4506913"/>
          <p14:tracePt t="22040" x="10196513" y="4506913"/>
          <p14:tracePt t="22048" x="10188575" y="4498975"/>
          <p14:tracePt t="22056" x="10174288" y="4498975"/>
          <p14:tracePt t="22064" x="10160000" y="4498975"/>
          <p14:tracePt t="22072" x="10137775" y="4484688"/>
          <p14:tracePt t="22080" x="10123488" y="4470400"/>
          <p14:tracePt t="22088" x="10109200" y="4470400"/>
          <p14:tracePt t="22096" x="10086975" y="4470400"/>
          <p14:tracePt t="22103" x="10072688" y="4456113"/>
          <p14:tracePt t="22113" x="10058400" y="4456113"/>
          <p14:tracePt t="22120" x="10036175" y="4448175"/>
          <p14:tracePt t="22130" x="10021888" y="4448175"/>
          <p14:tracePt t="22136" x="10007600" y="4433888"/>
          <p14:tracePt t="22147" x="9985375" y="4419600"/>
          <p14:tracePt t="22152" x="9956800" y="4419600"/>
          <p14:tracePt t="22162" x="9934575" y="4405313"/>
          <p14:tracePt t="22168" x="9906000" y="4397375"/>
          <p14:tracePt t="22179" x="9883775" y="4383088"/>
          <p14:tracePt t="22184" x="9855200" y="4383088"/>
          <p14:tracePt t="22192" x="9840913" y="4368800"/>
          <p14:tracePt t="22200" x="9818688" y="4354513"/>
          <p14:tracePt t="22212" x="9790113" y="4346575"/>
          <p14:tracePt t="22220" x="9782175" y="4332288"/>
          <p14:tracePt t="22226" x="9753600" y="4332288"/>
          <p14:tracePt t="22232" x="9739313" y="4318000"/>
          <p14:tracePt t="22240" x="9717088" y="4303713"/>
          <p14:tracePt t="22250" x="9702800" y="4295775"/>
          <p14:tracePt t="22262" x="9680575" y="4295775"/>
          <p14:tracePt t="22263" x="9652000" y="4281488"/>
          <p14:tracePt t="22271" x="9601200" y="4252913"/>
          <p14:tracePt t="22281" x="9564688" y="4244975"/>
          <p14:tracePt t="22288" x="9550400" y="4244975"/>
          <p14:tracePt t="22297" x="9513888" y="4230688"/>
          <p14:tracePt t="22304" x="9477375" y="4216400"/>
          <p14:tracePt t="22315" x="9448800" y="4202113"/>
          <p14:tracePt t="22319" x="9412288" y="4194175"/>
          <p14:tracePt t="22330" x="9383713" y="4179888"/>
          <p14:tracePt t="22335" x="9361488" y="4179888"/>
          <p14:tracePt t="22345" x="9332913" y="4165600"/>
          <p14:tracePt t="22353" x="9324975" y="4165600"/>
          <p14:tracePt t="22362" x="9282113" y="4151313"/>
          <p14:tracePt t="22368" x="9274175" y="4151313"/>
          <p14:tracePt t="22377" x="9223375" y="4143375"/>
          <p14:tracePt t="22386" x="9180513" y="4143375"/>
          <p14:tracePt t="22392" x="9144000" y="4129088"/>
          <p14:tracePt t="22401" x="9093200" y="4129088"/>
          <p14:tracePt t="22412" x="9056688" y="4129088"/>
          <p14:tracePt t="22417" x="8991600" y="4129088"/>
          <p14:tracePt t="22425" x="8969375" y="4129088"/>
          <p14:tracePt t="22431" x="8918575" y="4129088"/>
          <p14:tracePt t="22440" x="8867775" y="4129088"/>
          <p14:tracePt t="22449" x="8824913" y="4129088"/>
          <p14:tracePt t="22456" x="8788400" y="4129088"/>
          <p14:tracePt t="22465" x="8751888" y="4129088"/>
          <p14:tracePt t="22472" x="8715375" y="4129088"/>
          <p14:tracePt t="22481" x="8650288" y="4129088"/>
          <p14:tracePt t="22487" x="8621713" y="4129088"/>
          <p14:tracePt t="22497" x="8599488" y="4129088"/>
          <p14:tracePt t="22504" x="8548688" y="4129088"/>
          <p14:tracePt t="22514" x="8512175" y="4129088"/>
          <p14:tracePt t="22521" x="8483600" y="4129088"/>
          <p14:tracePt t="22530" x="8432800" y="4129088"/>
          <p14:tracePt t="22536" x="8410575" y="4129088"/>
          <p14:tracePt t="22547" x="8382000" y="4143375"/>
          <p14:tracePt t="22555" x="8359775" y="4143375"/>
          <p14:tracePt t="22564" x="8331200" y="4151313"/>
          <p14:tracePt t="22568" x="8308975" y="4151313"/>
          <p14:tracePt t="22580" x="8294688" y="4151313"/>
          <p14:tracePt t="22585" x="8266113" y="4165600"/>
          <p14:tracePt t="22597" x="8243888" y="4165600"/>
          <p14:tracePt t="22598" x="8215313" y="4179888"/>
          <p14:tracePt t="22606" x="8207375" y="4194175"/>
          <p14:tracePt t="22616" x="8193088" y="4194175"/>
          <p14:tracePt t="22623" x="8156575" y="4194175"/>
          <p14:tracePt t="22632" x="8128000" y="4202113"/>
          <p14:tracePt t="22639" x="8113713" y="4216400"/>
          <p14:tracePt t="22649" x="8091488" y="4216400"/>
          <p14:tracePt t="22656" x="8077200" y="4230688"/>
          <p14:tracePt t="22665" x="8054975" y="4230688"/>
          <p14:tracePt t="22671" x="8026400" y="4230688"/>
          <p14:tracePt t="22680" x="8012113" y="4244975"/>
          <p14:tracePt t="22688" x="7989888" y="4252913"/>
          <p14:tracePt t="22697" x="7975600" y="4252913"/>
          <p14:tracePt t="22703" x="7961313" y="4252913"/>
          <p14:tracePt t="22714" x="7953375" y="4267200"/>
          <p14:tracePt t="22722" x="7924800" y="4281488"/>
          <p14:tracePt t="22731" x="7910513" y="4281488"/>
          <p14:tracePt t="22733" x="7902575" y="4295775"/>
          <p14:tracePt t="22741" x="7888288" y="4295775"/>
          <p14:tracePt t="22750" x="7874000" y="4303713"/>
          <p14:tracePt t="22758" x="7851775" y="4303713"/>
          <p14:tracePt t="22765" x="7837488" y="4318000"/>
          <p14:tracePt t="22774" x="7823200" y="4318000"/>
          <p14:tracePt t="22783" x="7808913" y="4332288"/>
          <p14:tracePt t="22790" x="7800975" y="4346575"/>
          <p14:tracePt t="22797" x="7786688" y="4346575"/>
          <p14:tracePt t="22806" x="7786688" y="4354513"/>
          <p14:tracePt t="22815" x="7772400" y="4368800"/>
          <p14:tracePt t="22828" x="7758113" y="4368800"/>
          <p14:tracePt t="22836" x="7750175" y="4383088"/>
          <p14:tracePt t="22847" x="7750175" y="4397375"/>
          <p14:tracePt t="22854" x="7735888" y="4397375"/>
          <p14:tracePt t="22862" x="7735888" y="4405313"/>
          <p14:tracePt t="22870" x="7721600" y="4405313"/>
          <p14:tracePt t="22879" x="7721600" y="4419600"/>
          <p14:tracePt t="22886" x="7707313" y="4433888"/>
          <p14:tracePt t="22899" x="7707313" y="4448175"/>
          <p14:tracePt t="22907" x="7699375" y="4448175"/>
          <p14:tracePt t="22917" x="7699375" y="4456113"/>
          <p14:tracePt t="22931" x="7699375" y="4470400"/>
          <p14:tracePt t="22939" x="7699375" y="4484688"/>
          <p14:tracePt t="22955" x="7699375" y="4498975"/>
          <p14:tracePt t="22964" x="7685088" y="4506913"/>
          <p14:tracePt t="22972" x="7685088" y="4521200"/>
          <p14:tracePt t="22981" x="7685088" y="4535488"/>
          <p14:tracePt t="22989" x="7685088" y="4549775"/>
          <p14:tracePt t="22997" x="7670800" y="4572000"/>
          <p14:tracePt t="23005" x="7670800" y="4586288"/>
          <p14:tracePt t="23014" x="7670800" y="4600575"/>
          <p14:tracePt t="23021" x="7670800" y="4608513"/>
          <p14:tracePt t="23029" x="7670800" y="4622800"/>
          <p14:tracePt t="23036" x="7670800" y="4637088"/>
          <p14:tracePt t="23046" x="7670800" y="4651375"/>
          <p14:tracePt t="23053" x="7670800" y="4673600"/>
          <p14:tracePt t="23061" x="7670800" y="4687888"/>
          <p14:tracePt t="23068" x="7670800" y="4702175"/>
          <p14:tracePt t="23078" x="7670800" y="4710113"/>
          <p14:tracePt t="23084" x="7670800" y="4724400"/>
          <p14:tracePt t="23092" x="7670800" y="4738688"/>
          <p14:tracePt t="23100" x="7670800" y="4752975"/>
          <p14:tracePt t="23108" x="7670800" y="4775200"/>
          <p14:tracePt t="23122" x="7670800" y="4789488"/>
          <p14:tracePt t="23138" x="7670800" y="4811713"/>
          <p14:tracePt t="23154" x="7670800" y="4826000"/>
          <p14:tracePt t="23170" x="7670800" y="4840288"/>
          <p14:tracePt t="23179" x="7670800" y="4854575"/>
          <p14:tracePt t="23202" x="7670800" y="4862513"/>
          <p14:tracePt t="23212" x="7685088" y="4876800"/>
          <p14:tracePt t="23225" x="7685088" y="4891088"/>
          <p14:tracePt t="23242" x="7685088" y="4905375"/>
          <p14:tracePt t="23251" x="7685088" y="4913313"/>
          <p14:tracePt t="23265" x="7685088" y="4927600"/>
          <p14:tracePt t="23274" x="7699375" y="4927600"/>
          <p14:tracePt t="23282" x="7699375" y="4941888"/>
          <p14:tracePt t="23306" x="7699375" y="4956175"/>
          <p14:tracePt t="23321" x="7699375" y="4964113"/>
          <p14:tracePt t="23338" x="7699375" y="4978400"/>
          <p14:tracePt t="23361" x="7707313" y="4992688"/>
          <p14:tracePt t="23385" x="7707313" y="5006975"/>
          <p14:tracePt t="23416" x="7707313" y="5014913"/>
          <p14:tracePt t="23464" x="7707313" y="5029200"/>
          <p14:tracePt t="23473" x="7721600" y="5029200"/>
          <p14:tracePt t="23496" x="7721600" y="5043488"/>
          <p14:tracePt t="23528" x="7735888" y="5043488"/>
          <p14:tracePt t="23544" x="7735888" y="5057775"/>
          <p14:tracePt t="23561" x="7750175" y="5057775"/>
          <p14:tracePt t="23576" x="7758113" y="5065713"/>
          <p14:tracePt t="23592" x="7772400" y="5080000"/>
          <p14:tracePt t="23612" x="7786688" y="5094288"/>
          <p14:tracePt t="23623" x="7800975" y="5108575"/>
          <p14:tracePt t="23632" x="7808913" y="5116513"/>
          <p14:tracePt t="23647" x="7823200" y="5130800"/>
          <p14:tracePt t="23656" x="7837488" y="5130800"/>
          <p14:tracePt t="23664" x="7851775" y="5145088"/>
          <p14:tracePt t="23672" x="7859713" y="5145088"/>
          <p14:tracePt t="23680" x="7874000" y="5159375"/>
          <p14:tracePt t="23688" x="7888288" y="5159375"/>
          <p14:tracePt t="23697" x="7902575" y="5167313"/>
          <p14:tracePt t="23704" x="7910513" y="5167313"/>
          <p14:tracePt t="23713" x="7939088" y="5167313"/>
          <p14:tracePt t="23719" x="7953375" y="5181600"/>
          <p14:tracePt t="23731" x="7961313" y="5181600"/>
          <p14:tracePt t="23735" x="7975600" y="5181600"/>
          <p14:tracePt t="23747" x="7989888" y="5195888"/>
          <p14:tracePt t="23751" x="8004175" y="5195888"/>
          <p14:tracePt t="23763" x="8026400" y="5210175"/>
          <p14:tracePt t="23776" x="8040688" y="5210175"/>
          <p14:tracePt t="23783" x="8054975" y="5218113"/>
          <p14:tracePt t="23794" x="8062913" y="5218113"/>
          <p14:tracePt t="23799" x="8077200" y="5218113"/>
          <p14:tracePt t="23808" x="8077200" y="5232400"/>
          <p14:tracePt t="23814" x="8105775" y="5232400"/>
          <p14:tracePt t="23830" x="8113713" y="5246688"/>
          <p14:tracePt t="23839" x="8128000" y="5246688"/>
          <p14:tracePt t="23847" x="8142288" y="5246688"/>
          <p14:tracePt t="23855" x="8156575" y="5260975"/>
          <p14:tracePt t="23864" x="8164513" y="5268913"/>
          <p14:tracePt t="23872" x="8178800" y="5268913"/>
          <p14:tracePt t="23880" x="8193088" y="5268913"/>
          <p14:tracePt t="23888" x="8207375" y="5283200"/>
          <p14:tracePt t="23897" x="8229600" y="5283200"/>
          <p14:tracePt t="23904" x="8243888" y="5283200"/>
          <p14:tracePt t="23913" x="8258175" y="5297488"/>
          <p14:tracePt t="23921" x="8280400" y="5297488"/>
          <p14:tracePt t="23929" x="8294688" y="5311775"/>
          <p14:tracePt t="23935" x="8308975" y="5311775"/>
          <p14:tracePt t="23945" x="8345488" y="5319713"/>
          <p14:tracePt t="24260" x="8367713" y="5319713"/>
          <p14:tracePt t="24268" x="8396288" y="5319713"/>
          <p14:tracePt t="24276" x="8418513" y="5319713"/>
          <p14:tracePt t="24284" x="8447088" y="5319713"/>
          <p14:tracePt t="24293" x="8469313" y="5319713"/>
          <p14:tracePt t="24302" x="8483600" y="5319713"/>
          <p14:tracePt t="24308" x="8512175" y="5319713"/>
          <p14:tracePt t="24317" x="8520113" y="5319713"/>
          <p14:tracePt t="24326" x="8534400" y="5319713"/>
          <p14:tracePt t="24333" x="8548688" y="5319713"/>
          <p14:tracePt t="24341" x="8562975" y="5334000"/>
          <p14:tracePt t="24357" x="8570913" y="5334000"/>
          <p14:tracePt t="24364" x="8599488" y="5334000"/>
          <p14:tracePt t="24380" x="8613775" y="5334000"/>
          <p14:tracePt t="24389" x="8636000" y="5334000"/>
          <p14:tracePt t="24397" x="8650288" y="5334000"/>
          <p14:tracePt t="24406" x="8664575" y="5334000"/>
          <p14:tracePt t="24413" x="8686800" y="5334000"/>
          <p14:tracePt t="24422" x="8701088" y="5334000"/>
          <p14:tracePt t="24429" x="8715375" y="5334000"/>
          <p14:tracePt t="24437" x="8737600" y="5334000"/>
          <p14:tracePt t="24445" x="8751888" y="5334000"/>
          <p14:tracePt t="24453" x="8766175" y="5334000"/>
          <p14:tracePt t="24460" x="8788400" y="5334000"/>
          <p14:tracePt t="24469" x="8824913" y="5334000"/>
          <p14:tracePt t="24476" x="8839200" y="5334000"/>
          <p14:tracePt t="24485" x="8867775" y="5334000"/>
          <p14:tracePt t="24491" x="8904288" y="5334000"/>
          <p14:tracePt t="24500" x="8918575" y="5334000"/>
          <p14:tracePt t="24509" x="8940800" y="5334000"/>
          <p14:tracePt t="24517" x="8969375" y="5334000"/>
          <p14:tracePt t="24525" x="8991600" y="5334000"/>
          <p14:tracePt t="24533" x="9020175" y="5334000"/>
          <p14:tracePt t="24541" x="9028113" y="5334000"/>
          <p14:tracePt t="24549" x="9056688" y="5334000"/>
          <p14:tracePt t="24558" x="9070975" y="5334000"/>
          <p14:tracePt t="24565" x="9093200" y="5334000"/>
          <p14:tracePt t="24574" x="9107488" y="5334000"/>
          <p14:tracePt t="24582" x="9129713" y="5334000"/>
          <p14:tracePt t="24591" x="9144000" y="5334000"/>
          <p14:tracePt t="24596" x="9158288" y="5334000"/>
          <p14:tracePt t="24608" x="9180513" y="5334000"/>
          <p14:tracePt t="24613" x="9194800" y="5334000"/>
          <p14:tracePt t="24625" x="9223375" y="5334000"/>
          <p14:tracePt t="24629" x="9245600" y="5334000"/>
          <p14:tracePt t="24641" x="9259888" y="5334000"/>
          <p14:tracePt t="24645" x="9282113" y="5334000"/>
          <p14:tracePt t="24659" x="9296400" y="5334000"/>
          <p14:tracePt t="24660" x="9324975" y="5334000"/>
          <p14:tracePt t="24667" x="9332913" y="5334000"/>
          <p14:tracePt t="24676" x="9361488" y="5334000"/>
          <p14:tracePt t="24684" x="9383713" y="5334000"/>
          <p14:tracePt t="24692" x="9398000" y="5334000"/>
          <p14:tracePt t="24700" x="9426575" y="5334000"/>
          <p14:tracePt t="24708" x="9434513" y="5334000"/>
          <p14:tracePt t="24716" x="9448800" y="5334000"/>
          <p14:tracePt t="24725" x="9477375" y="5334000"/>
          <p14:tracePt t="24732" x="9485313" y="5334000"/>
          <p14:tracePt t="24741" x="9499600" y="5334000"/>
          <p14:tracePt t="24749" x="9513888" y="5334000"/>
          <p14:tracePt t="24758" x="9528175" y="5334000"/>
          <p14:tracePt t="24763" x="9536113" y="5334000"/>
          <p14:tracePt t="24775" x="9550400" y="5334000"/>
          <p14:tracePt t="24780" x="9578975" y="5334000"/>
          <p14:tracePt t="24792" x="9586913" y="5334000"/>
          <p14:tracePt t="24796" x="9601200" y="5334000"/>
          <p14:tracePt t="24808" x="9629775" y="5334000"/>
          <p14:tracePt t="24812" x="9637713" y="5348288"/>
          <p14:tracePt t="24826" x="9652000" y="5348288"/>
          <p14:tracePt t="24827" x="9666288" y="5348288"/>
          <p14:tracePt t="24834" x="9680575" y="5362575"/>
          <p14:tracePt t="24842" x="9688513" y="5362575"/>
          <p14:tracePt t="24851" x="9702800" y="5362575"/>
          <p14:tracePt t="24859" x="9717088" y="5370513"/>
          <p14:tracePt t="24867" x="9731375" y="5370513"/>
          <p14:tracePt t="24875" x="9731375" y="5384800"/>
          <p14:tracePt t="24883" x="9739313" y="5384800"/>
          <p14:tracePt t="24892" x="9739313" y="5399088"/>
          <p14:tracePt t="24899" x="9753600" y="5399088"/>
          <p14:tracePt t="24908" x="9753600" y="5413375"/>
          <p14:tracePt t="24916" x="9767888" y="5421313"/>
          <p14:tracePt t="24929" x="9782175" y="5435600"/>
          <p14:tracePt t="24938" x="9782175" y="5449888"/>
          <p14:tracePt t="24946" x="9790113" y="5449888"/>
          <p14:tracePt t="24955" x="9790113" y="5464175"/>
          <p14:tracePt t="24962" x="9804400" y="5472113"/>
          <p14:tracePt t="24972" x="9804400" y="5486400"/>
          <p14:tracePt t="24979" x="9818688" y="5500688"/>
          <p14:tracePt t="24986" x="9818688" y="5514975"/>
          <p14:tracePt t="24994" x="9832975" y="5522913"/>
          <p14:tracePt t="25006" x="9832975" y="5537200"/>
          <p14:tracePt t="25012" x="9832975" y="5551488"/>
          <p14:tracePt t="25020" x="9840913" y="5573713"/>
          <p14:tracePt t="25032" x="9840913" y="5588000"/>
          <p14:tracePt t="25040" x="9855200" y="5616575"/>
          <p14:tracePt t="25056" x="9855200" y="5624513"/>
          <p14:tracePt t="25064" x="9855200" y="5638800"/>
          <p14:tracePt t="25073" x="9855200" y="5653088"/>
          <p14:tracePt t="25081" x="9855200" y="5667375"/>
          <p14:tracePt t="25091" x="9869488" y="5675313"/>
          <p14:tracePt t="25098" x="9869488" y="5689600"/>
          <p14:tracePt t="25107" x="9869488" y="5703888"/>
          <p14:tracePt t="25114" x="9869488" y="5718175"/>
          <p14:tracePt t="25123" x="9869488" y="5740400"/>
          <p14:tracePt t="25129" x="9869488" y="5768975"/>
          <p14:tracePt t="25138" x="9869488" y="5776913"/>
          <p14:tracePt t="25146" x="9869488" y="5805488"/>
          <p14:tracePt t="25153" x="9869488" y="5819775"/>
          <p14:tracePt t="25161" x="9869488" y="5827713"/>
          <p14:tracePt t="25173" x="9869488" y="5856288"/>
          <p14:tracePt t="25181" x="9869488" y="5870575"/>
          <p14:tracePt t="25186" x="9869488" y="5878513"/>
          <p14:tracePt t="25192" x="9869488" y="5892800"/>
          <p14:tracePt t="25201" x="9869488" y="5907088"/>
          <p14:tracePt t="25210" x="9869488" y="5921375"/>
          <p14:tracePt t="25217" x="9869488" y="5943600"/>
          <p14:tracePt t="25224" x="9869488" y="5957888"/>
          <p14:tracePt t="25233" x="9869488" y="5972175"/>
          <p14:tracePt t="25242" x="9869488" y="5980113"/>
          <p14:tracePt t="25249" x="9869488" y="5994400"/>
          <p14:tracePt t="25263" x="9869488" y="6008688"/>
          <p14:tracePt t="25273" x="9869488" y="6022975"/>
          <p14:tracePt t="25281" x="9855200" y="6030913"/>
          <p14:tracePt t="25295" x="9855200" y="6045200"/>
          <p14:tracePt t="25311" x="9840913" y="6059488"/>
          <p14:tracePt t="25327" x="9832975" y="6073775"/>
          <p14:tracePt t="25350" x="9818688" y="6081713"/>
          <p14:tracePt t="25366" x="9804400" y="6096000"/>
          <p14:tracePt t="25382" x="9782175" y="6096000"/>
          <p14:tracePt t="25391" x="9767888" y="6110288"/>
          <p14:tracePt t="25399" x="9753600" y="6124575"/>
          <p14:tracePt t="25409" x="9739313" y="6124575"/>
          <p14:tracePt t="25416" x="9731375" y="6132513"/>
          <p14:tracePt t="25425" x="9702800" y="6132513"/>
          <p14:tracePt t="25431" x="9680575" y="6146800"/>
          <p14:tracePt t="25442" x="9652000" y="6161088"/>
          <p14:tracePt t="25448" x="9629775" y="6161088"/>
          <p14:tracePt t="25458" x="9601200" y="6161088"/>
          <p14:tracePt t="25463" x="9564688" y="6175375"/>
          <p14:tracePt t="25474" x="9550400" y="6183313"/>
          <p14:tracePt t="25480" x="9513888" y="6183313"/>
          <p14:tracePt t="25489" x="9477375" y="6197600"/>
          <p14:tracePt t="25495" x="9448800" y="6211888"/>
          <p14:tracePt t="25506" x="9412288" y="6211888"/>
          <p14:tracePt t="25512" x="9361488" y="6226175"/>
          <p14:tracePt t="25519" x="9324975" y="6234113"/>
          <p14:tracePt t="25527" x="9274175" y="6234113"/>
          <p14:tracePt t="25536" x="9245600" y="6248400"/>
          <p14:tracePt t="25543" x="9209088" y="6248400"/>
          <p14:tracePt t="25551" x="9121775" y="6248400"/>
          <p14:tracePt t="25559" x="9093200" y="6248400"/>
          <p14:tracePt t="25568" x="9056688" y="6248400"/>
          <p14:tracePt t="25576" x="9005888" y="6248400"/>
          <p14:tracePt t="25583" x="8969375" y="6248400"/>
          <p14:tracePt t="25592" x="8940800" y="6248400"/>
          <p14:tracePt t="25599" x="8904288" y="6248400"/>
          <p14:tracePt t="25609" x="8875713" y="6248400"/>
          <p14:tracePt t="25615" x="8867775" y="6248400"/>
          <p14:tracePt t="25625" x="8839200" y="6248400"/>
          <p14:tracePt t="25631" x="8824913" y="6248400"/>
          <p14:tracePt t="25642" x="8816975" y="6248400"/>
          <p14:tracePt t="25648" x="8788400" y="6234113"/>
          <p14:tracePt t="25658" x="8774113" y="6234113"/>
          <p14:tracePt t="25664" x="8737600" y="6234113"/>
          <p14:tracePt t="25675" x="8701088" y="6226175"/>
          <p14:tracePt t="25680" x="8686800" y="6226175"/>
          <p14:tracePt t="25691" x="8650288" y="6226175"/>
          <p14:tracePt t="25697" x="8613775" y="6226175"/>
          <p14:tracePt t="25709" x="8570913" y="6211888"/>
          <p14:tracePt t="25710" x="8548688" y="6211888"/>
          <p14:tracePt t="25719" x="8520113" y="6211888"/>
          <p14:tracePt t="25726" x="8483600" y="6211888"/>
          <p14:tracePt t="25735" x="8469313" y="6197600"/>
          <p14:tracePt t="25742" x="8447088" y="6197600"/>
          <p14:tracePt t="25750" x="8418513" y="6197600"/>
          <p14:tracePt t="25758" x="8410575" y="6197600"/>
          <p14:tracePt t="25767" x="8382000" y="6183313"/>
          <p14:tracePt t="25776" x="8367713" y="6183313"/>
          <p14:tracePt t="25783" x="8345488" y="6183313"/>
          <p14:tracePt t="25791" x="8316913" y="6183313"/>
          <p14:tracePt t="25799" x="8294688" y="6175375"/>
          <p14:tracePt t="25808" x="8266113" y="6175375"/>
          <p14:tracePt t="25815" x="8243888" y="6161088"/>
          <p14:tracePt t="25825" x="8229600" y="6161088"/>
          <p14:tracePt t="25831" x="8207375" y="6146800"/>
          <p14:tracePt t="25842" x="8193088" y="6146800"/>
          <p14:tracePt t="25847" x="8164513" y="6146800"/>
          <p14:tracePt t="25858" x="8156575" y="6132513"/>
          <p14:tracePt t="25864" x="8142288" y="6124575"/>
          <p14:tracePt t="25876" x="8128000" y="6124575"/>
          <p14:tracePt t="25877" x="8113713" y="6110288"/>
          <p14:tracePt t="25892" x="8105775" y="6096000"/>
          <p14:tracePt t="25900" x="8091488" y="6096000"/>
          <p14:tracePt t="25909" x="8091488" y="6081713"/>
          <p14:tracePt t="25916" x="8077200" y="6073775"/>
          <p14:tracePt t="25932" x="8062913" y="6059488"/>
          <p14:tracePt t="25941" x="8062913" y="6045200"/>
          <p14:tracePt t="25949" x="8062913" y="6030913"/>
          <p14:tracePt t="25957" x="8054975" y="6022975"/>
          <p14:tracePt t="25966" x="8054975" y="5994400"/>
          <p14:tracePt t="25975" x="8040688" y="5980113"/>
          <p14:tracePt t="25981" x="8040688" y="5943600"/>
          <p14:tracePt t="25991" x="8026400" y="5929313"/>
          <p14:tracePt t="25999" x="8026400" y="5892800"/>
          <p14:tracePt t="26007" x="8026400" y="5870575"/>
          <p14:tracePt t="26014" x="8026400" y="5842000"/>
          <p14:tracePt t="26023" x="8026400" y="5819775"/>
          <p14:tracePt t="26029" x="8026400" y="5791200"/>
          <p14:tracePt t="26039" x="8026400" y="5776913"/>
          <p14:tracePt t="26045" x="8026400" y="5754688"/>
          <p14:tracePt t="26053" x="8026400" y="5726113"/>
          <p14:tracePt t="26060" x="8026400" y="5718175"/>
          <p14:tracePt t="26073" x="8026400" y="5689600"/>
          <p14:tracePt t="26078" x="8026400" y="5675313"/>
          <p14:tracePt t="26085" x="8026400" y="5667375"/>
          <p14:tracePt t="26092" x="8026400" y="5638800"/>
          <p14:tracePt t="26101" x="8026400" y="5624513"/>
          <p14:tracePt t="26110" x="8026400" y="5616575"/>
          <p14:tracePt t="26117" x="8026400" y="5588000"/>
          <p14:tracePt t="26126" x="8026400" y="5573713"/>
          <p14:tracePt t="26140" x="8026400" y="5551488"/>
          <p14:tracePt t="26155" x="8026400" y="5537200"/>
          <p14:tracePt t="26163" x="8026400" y="5522913"/>
          <p14:tracePt t="26172" x="8040688" y="5514975"/>
          <p14:tracePt t="26180" x="8054975" y="5514975"/>
          <p14:tracePt t="26189" x="8054975" y="5500688"/>
          <p14:tracePt t="26196" x="8077200" y="5472113"/>
          <p14:tracePt t="26211" x="8091488" y="5449888"/>
          <p14:tracePt t="26219" x="8105775" y="5449888"/>
          <p14:tracePt t="26228" x="8113713" y="5435600"/>
          <p14:tracePt t="26236" x="8113713" y="5421313"/>
          <p14:tracePt t="26244" x="8142288" y="5421313"/>
          <p14:tracePt t="26256" x="8142288" y="5413375"/>
          <p14:tracePt t="26261" x="8156575" y="5413375"/>
          <p14:tracePt t="26268" x="8164513" y="5399088"/>
          <p14:tracePt t="26277" x="8178800" y="5399088"/>
          <p14:tracePt t="26284" x="8193088" y="5384800"/>
          <p14:tracePt t="26291" x="8215313" y="5370513"/>
          <p14:tracePt t="26300" x="8229600" y="5370513"/>
          <p14:tracePt t="26309" x="8258175" y="5362575"/>
          <p14:tracePt t="26315" x="8280400" y="5348288"/>
          <p14:tracePt t="26325" x="8294688" y="5348288"/>
          <p14:tracePt t="26333" x="8316913" y="5334000"/>
          <p14:tracePt t="26342" x="8345488" y="5319713"/>
          <p14:tracePt t="26348" x="8367713" y="5319713"/>
          <p14:tracePt t="26358" x="8396288" y="5311775"/>
          <p14:tracePt t="26364" x="8418513" y="5297488"/>
          <p14:tracePt t="26374" x="8447088" y="5297488"/>
          <p14:tracePt t="26382" x="8469313" y="5283200"/>
          <p14:tracePt t="26391" x="8512175" y="5283200"/>
          <p14:tracePt t="26397" x="8562975" y="5283200"/>
          <p14:tracePt t="26408" x="8613775" y="5268913"/>
          <p14:tracePt t="26413" x="8664575" y="5268913"/>
          <p14:tracePt t="26425" x="8723313" y="5260975"/>
          <p14:tracePt t="26426" x="8788400" y="5246688"/>
          <p14:tracePt t="26434" x="8853488" y="5246688"/>
          <p14:tracePt t="26443" x="8926513" y="5246688"/>
          <p14:tracePt t="26451" x="8991600" y="5246688"/>
          <p14:tracePt t="26459" x="9070975" y="5232400"/>
          <p14:tracePt t="26467" x="9129713" y="5232400"/>
          <p14:tracePt t="26476" x="9194800" y="5218113"/>
          <p14:tracePt t="26483" x="9274175" y="5218113"/>
          <p14:tracePt t="26492" x="9296400" y="5218113"/>
          <p14:tracePt t="26499" x="9347200" y="5218113"/>
          <p14:tracePt t="26509" x="9398000" y="5218113"/>
          <p14:tracePt t="26514" x="9448800" y="5218113"/>
          <p14:tracePt t="26525" x="9485313" y="5218113"/>
          <p14:tracePt t="26531" x="9513888" y="5218113"/>
          <p14:tracePt t="26542" x="9550400" y="5218113"/>
          <p14:tracePt t="26547" x="9578975" y="5218113"/>
          <p14:tracePt t="26558" x="9601200" y="5218113"/>
          <p14:tracePt t="26564" x="9629775" y="5218113"/>
          <p14:tracePt t="26574" x="9652000" y="5218113"/>
          <p14:tracePt t="26579" x="9688513" y="5218113"/>
          <p14:tracePt t="26592" x="9702800" y="5218113"/>
          <p14:tracePt t="26592" x="9731375" y="5218113"/>
          <p14:tracePt t="26600" x="9753600" y="5232400"/>
          <p14:tracePt t="26610" x="9782175" y="5232400"/>
          <p14:tracePt t="26617" x="9790113" y="5246688"/>
          <p14:tracePt t="26626" x="9804400" y="5246688"/>
          <p14:tracePt t="26633" x="9832975" y="5246688"/>
          <p14:tracePt t="26642" x="9840913" y="5260975"/>
          <p14:tracePt t="26650" x="9855200" y="5260975"/>
          <p14:tracePt t="26659" x="9869488" y="5268913"/>
          <p14:tracePt t="26666" x="9883775" y="5283200"/>
          <p14:tracePt t="26676" x="9891713" y="5283200"/>
          <p14:tracePt t="26682" x="9891713" y="5297488"/>
          <p14:tracePt t="26691" x="9906000" y="5311775"/>
          <p14:tracePt t="26697" x="9920288" y="5319713"/>
          <p14:tracePt t="26708" x="9920288" y="5334000"/>
          <p14:tracePt t="26715" x="9934575" y="5348288"/>
          <p14:tracePt t="26724" x="9934575" y="5362575"/>
          <p14:tracePt t="26731" x="9942513" y="5370513"/>
          <p14:tracePt t="26741" x="9942513" y="5384800"/>
          <p14:tracePt t="26748" x="9942513" y="5413375"/>
          <p14:tracePt t="26758" x="9942513" y="5421313"/>
          <p14:tracePt t="26762" x="9942513" y="5435600"/>
          <p14:tracePt t="26775" x="9956800" y="5449888"/>
          <p14:tracePt t="26776" x="9956800" y="5472113"/>
          <p14:tracePt t="26784" x="9956800" y="5486400"/>
          <p14:tracePt t="26792" x="9956800" y="5500688"/>
          <p14:tracePt t="26800" x="9956800" y="5522913"/>
          <p14:tracePt t="26809" x="9956800" y="5551488"/>
          <p14:tracePt t="26816" x="9956800" y="5565775"/>
          <p14:tracePt t="26825" x="9956800" y="5602288"/>
          <p14:tracePt t="26832" x="9956800" y="5638800"/>
          <p14:tracePt t="26842" x="9956800" y="5653088"/>
          <p14:tracePt t="26849" x="9956800" y="5689600"/>
          <p14:tracePt t="26858" x="9956800" y="5703888"/>
          <p14:tracePt t="26865" x="9956800" y="5726113"/>
          <p14:tracePt t="26874" x="9956800" y="5754688"/>
          <p14:tracePt t="26882" x="9956800" y="5768975"/>
          <p14:tracePt t="26891" x="9956800" y="5791200"/>
          <p14:tracePt t="26896" x="9956800" y="5805488"/>
          <p14:tracePt t="26908" x="9956800" y="5819775"/>
          <p14:tracePt t="26915" x="9956800" y="5842000"/>
          <p14:tracePt t="26925" x="9956800" y="5856288"/>
          <p14:tracePt t="26930" x="9956800" y="5870575"/>
          <p14:tracePt t="26941" x="9956800" y="5892800"/>
          <p14:tracePt t="26951" x="9942513" y="5921375"/>
          <p14:tracePt t="26960" x="9942513" y="5929313"/>
          <p14:tracePt t="26968" x="9942513" y="5943600"/>
          <p14:tracePt t="26982" x="9934575" y="5957888"/>
          <p14:tracePt t="26991" x="9934575" y="5972175"/>
          <p14:tracePt t="27006" x="9920288" y="5980113"/>
          <p14:tracePt t="27022" x="9920288" y="5994400"/>
          <p14:tracePt t="27039" x="9906000" y="6008688"/>
          <p14:tracePt t="27053" x="9891713" y="6022975"/>
          <p14:tracePt t="27063" x="9883775" y="6030913"/>
          <p14:tracePt t="27072" x="9869488" y="6030913"/>
          <p14:tracePt t="27080" x="9855200" y="6045200"/>
          <p14:tracePt t="27089" x="9840913" y="6045200"/>
          <p14:tracePt t="27095" x="9832975" y="6059488"/>
          <p14:tracePt t="27103" x="9818688" y="6073775"/>
          <p14:tracePt t="27112" x="9790113" y="6081713"/>
          <p14:tracePt t="27119" x="9782175" y="6096000"/>
          <p14:tracePt t="27127" x="9753600" y="6096000"/>
          <p14:tracePt t="27135" x="9739313" y="6110288"/>
          <p14:tracePt t="27144" x="9717088" y="6124575"/>
          <p14:tracePt t="27151" x="9680575" y="6146800"/>
          <p14:tracePt t="27160" x="9637713" y="6161088"/>
          <p14:tracePt t="27167" x="9629775" y="6161088"/>
          <p14:tracePt t="27176" x="9578975" y="6183313"/>
          <p14:tracePt t="27183" x="9528175" y="6197600"/>
          <p14:tracePt t="27191" x="9499600" y="6197600"/>
          <p14:tracePt t="27199" x="9463088" y="6211888"/>
          <p14:tracePt t="27209" x="9426575" y="6226175"/>
          <p14:tracePt t="27215" x="9398000" y="6226175"/>
          <p14:tracePt t="27225" x="9347200" y="6234113"/>
          <p14:tracePt t="27231" x="9332913" y="6234113"/>
          <p14:tracePt t="27241" x="9310688" y="6248400"/>
          <p14:tracePt t="27249" x="9282113" y="6248400"/>
          <p14:tracePt t="27258" x="9274175" y="6248400"/>
          <p14:tracePt t="27264" x="9245600" y="6248400"/>
          <p14:tracePt t="27275" x="9223375" y="6248400"/>
          <p14:tracePt t="27279" x="9194800" y="6248400"/>
          <p14:tracePt t="27291" x="9180513" y="6248400"/>
          <p14:tracePt t="27295" x="9144000" y="6248400"/>
          <p14:tracePt t="27309" x="9121775" y="6248400"/>
          <p14:tracePt t="27310" x="9093200" y="6248400"/>
          <p14:tracePt t="27318" x="9070975" y="6248400"/>
          <p14:tracePt t="27326" x="9042400" y="6248400"/>
          <p14:tracePt t="27333" x="9005888" y="6248400"/>
          <p14:tracePt t="27342" x="8991600" y="6248400"/>
          <p14:tracePt t="27350" x="8955088" y="6248400"/>
          <p14:tracePt t="27359" x="8926513" y="6248400"/>
          <p14:tracePt t="27366" x="8904288" y="6248400"/>
          <p14:tracePt t="27376" x="8875713" y="6248400"/>
          <p14:tracePt t="27382" x="8867775" y="6248400"/>
          <p14:tracePt t="27391" x="8824913" y="6248400"/>
          <p14:tracePt t="27398" x="8802688" y="6248400"/>
          <p14:tracePt t="27408" x="8788400" y="6248400"/>
          <p14:tracePt t="27415" x="8766175" y="6248400"/>
          <p14:tracePt t="27424" x="8737600" y="6248400"/>
          <p14:tracePt t="27430" x="8723313" y="6248400"/>
          <p14:tracePt t="27441" x="8701088" y="6248400"/>
          <p14:tracePt t="27449" x="8686800" y="6248400"/>
          <p14:tracePt t="27458" x="8664575" y="6248400"/>
          <p14:tracePt t="27462" x="8650288" y="6248400"/>
          <p14:tracePt t="27476" x="8636000" y="6248400"/>
          <p14:tracePt t="27477" x="8621713" y="6234113"/>
          <p14:tracePt t="27485" x="8599488" y="6234113"/>
          <p14:tracePt t="27493" x="8585200" y="6234113"/>
          <p14:tracePt t="27501" x="8570913" y="6226175"/>
          <p14:tracePt t="27510" x="8548688" y="6226175"/>
          <p14:tracePt t="27517" x="8534400" y="6226175"/>
          <p14:tracePt t="27525" x="8512175" y="6211888"/>
          <p14:tracePt t="27533" x="8483600" y="6211888"/>
          <p14:tracePt t="27543" x="8461375" y="6211888"/>
          <p14:tracePt t="27549" x="8432800" y="6197600"/>
          <p14:tracePt t="27559" x="8410575" y="6197600"/>
          <p14:tracePt t="27565" x="8382000" y="6183313"/>
          <p14:tracePt t="27576" x="8367713" y="6183313"/>
          <p14:tracePt t="27583" x="8345488" y="6175375"/>
          <p14:tracePt t="27592" x="8316913" y="6175375"/>
          <p14:tracePt t="27598" x="8294688" y="6175375"/>
          <p14:tracePt t="27608" x="8280400" y="6161088"/>
          <p14:tracePt t="27617" x="8266113" y="6161088"/>
          <p14:tracePt t="27625" x="8258175" y="6146800"/>
          <p14:tracePt t="27631" x="8243888" y="6146800"/>
          <p14:tracePt t="27642" x="8229600" y="6132513"/>
          <p14:tracePt t="27644" x="8215313" y="6132513"/>
          <p14:tracePt t="27653" x="8207375" y="6124575"/>
          <p14:tracePt t="27662" x="8193088" y="6124575"/>
          <p14:tracePt t="27672" x="8178800" y="6110288"/>
          <p14:tracePt t="27681" x="8164513" y="6096000"/>
          <p14:tracePt t="27686" x="8142288" y="6081713"/>
          <p14:tracePt t="27691" x="8128000" y="6081713"/>
          <p14:tracePt t="27706" x="8128000" y="6073775"/>
          <p14:tracePt t="27707" x="8105775" y="6073775"/>
          <p14:tracePt t="27717" x="8105775" y="6059488"/>
          <p14:tracePt t="27730" x="8091488" y="6045200"/>
          <p14:tracePt t="27741" x="8077200" y="6045200"/>
          <p14:tracePt t="27749" x="8077200" y="6030913"/>
          <p14:tracePt t="27762" x="8062913" y="6030913"/>
          <p14:tracePt t="27772" x="8062913" y="6022975"/>
          <p14:tracePt t="27786" x="8054975" y="6008688"/>
          <p14:tracePt t="27795" x="8054975" y="5994400"/>
          <p14:tracePt t="27810" x="8054975" y="5980113"/>
          <p14:tracePt t="27818" x="8054975" y="5972175"/>
          <p14:tracePt t="27828" x="8040688" y="5957888"/>
          <p14:tracePt t="27835" x="8040688" y="5943600"/>
          <p14:tracePt t="27844" x="8040688" y="5929313"/>
          <p14:tracePt t="27851" x="8040688" y="5921375"/>
          <p14:tracePt t="27858" x="8040688" y="5892800"/>
          <p14:tracePt t="27867" x="8040688" y="5878513"/>
          <p14:tracePt t="27876" x="8040688" y="5856288"/>
          <p14:tracePt t="27883" x="8040688" y="5827713"/>
          <p14:tracePt t="27892" x="8040688" y="5819775"/>
          <p14:tracePt t="27899" x="8040688" y="5805488"/>
          <p14:tracePt t="27909" x="8040688" y="5776913"/>
          <p14:tracePt t="27915" x="8040688" y="5768975"/>
          <p14:tracePt t="27925" x="8054975" y="5754688"/>
          <p14:tracePt t="27931" x="8054975" y="5740400"/>
          <p14:tracePt t="27942" x="8054975" y="5726113"/>
          <p14:tracePt t="27947" x="8062913" y="5718175"/>
          <p14:tracePt t="27959" x="8062913" y="5703888"/>
          <p14:tracePt t="27964" x="8077200" y="5689600"/>
          <p14:tracePt t="27975" x="8077200" y="5675313"/>
          <p14:tracePt t="27983" x="8091488" y="5667375"/>
          <p14:tracePt t="27992" x="8091488" y="5638800"/>
          <p14:tracePt t="27996" x="8105775" y="5624513"/>
          <p14:tracePt t="28009" x="8113713" y="5616575"/>
          <p14:tracePt t="28010" x="8113713" y="5588000"/>
          <p14:tracePt t="28019" x="8128000" y="5573713"/>
          <p14:tracePt t="28026" x="8128000" y="5565775"/>
          <p14:tracePt t="28035" x="8142288" y="5551488"/>
          <p14:tracePt t="28043" x="8142288" y="5537200"/>
          <p14:tracePt t="28051" x="8142288" y="5522913"/>
          <p14:tracePt t="28059" x="8156575" y="5522913"/>
          <p14:tracePt t="28066" x="8156575" y="5514975"/>
          <p14:tracePt t="28076" x="8164513" y="5500688"/>
          <p14:tracePt t="28089" x="8178800" y="5486400"/>
          <p14:tracePt t="28097" x="8178800" y="5472113"/>
          <p14:tracePt t="28106" x="8193088" y="5464175"/>
          <p14:tracePt t="28114" x="8193088" y="5449888"/>
          <p14:tracePt t="28123" x="8207375" y="5435600"/>
          <p14:tracePt t="28136" x="8215313" y="5421313"/>
          <p14:tracePt t="28152" x="8229600" y="5413375"/>
          <p14:tracePt t="28168" x="8243888" y="5413375"/>
          <p14:tracePt t="28177" x="8243888" y="5399088"/>
          <p14:tracePt t="28185" x="8258175" y="5399088"/>
          <p14:tracePt t="28193" x="8266113" y="5384800"/>
          <p14:tracePt t="28201" x="8280400" y="5370513"/>
          <p14:tracePt t="28209" x="8294688" y="5370513"/>
          <p14:tracePt t="28218" x="8316913" y="5362575"/>
          <p14:tracePt t="28224" x="8345488" y="5362575"/>
          <p14:tracePt t="28233" x="8367713" y="5348288"/>
          <p14:tracePt t="28243" x="8382000" y="5348288"/>
          <p14:tracePt t="28250" x="8418513" y="5334000"/>
          <p14:tracePt t="28259" x="8432800" y="5319713"/>
          <p14:tracePt t="28265" x="8469313" y="5319713"/>
          <p14:tracePt t="28275" x="8497888" y="5319713"/>
          <p14:tracePt t="28282" x="8520113" y="5311775"/>
          <p14:tracePt t="28291" x="8548688" y="5311775"/>
          <p14:tracePt t="28297" x="8570913" y="5311775"/>
          <p14:tracePt t="28308" x="8613775" y="5311775"/>
          <p14:tracePt t="28315" x="8621713" y="5311775"/>
          <p14:tracePt t="28325" x="8664575" y="5297488"/>
          <p14:tracePt t="28331" x="8686800" y="5297488"/>
          <p14:tracePt t="28341" x="8723313" y="5297488"/>
          <p14:tracePt t="28345" x="8788400" y="5297488"/>
          <p14:tracePt t="28358" x="8816975" y="5297488"/>
          <p14:tracePt t="28362" x="8867775" y="5297488"/>
          <p14:tracePt t="28375" x="8918575" y="5297488"/>
          <p14:tracePt t="28376" x="8940800" y="5297488"/>
          <p14:tracePt t="28384" x="8977313" y="5297488"/>
          <p14:tracePt t="28392" x="9020175" y="5297488"/>
          <p14:tracePt t="28400" x="9056688" y="5297488"/>
          <p14:tracePt t="28409" x="9107488" y="5297488"/>
          <p14:tracePt t="28417" x="9172575" y="5297488"/>
          <p14:tracePt t="28425" x="9194800" y="5297488"/>
          <p14:tracePt t="28432" x="9274175" y="5297488"/>
          <p14:tracePt t="28442" x="9310688" y="5297488"/>
          <p14:tracePt t="28449" x="9361488" y="5297488"/>
          <p14:tracePt t="28458" x="9434513" y="5297488"/>
          <p14:tracePt t="28465" x="9485313" y="5297488"/>
          <p14:tracePt t="28474" x="9536113" y="5297488"/>
          <p14:tracePt t="28482" x="9564688" y="5297488"/>
          <p14:tracePt t="28491" x="9615488" y="5297488"/>
          <p14:tracePt t="28497" x="9652000" y="5297488"/>
          <p14:tracePt t="28508" x="9680575" y="5297488"/>
          <p14:tracePt t="28515" x="9702800" y="5297488"/>
          <p14:tracePt t="28524" x="9731375" y="5297488"/>
          <p14:tracePt t="28529" x="9739313" y="5297488"/>
          <p14:tracePt t="28542" x="9753600" y="5311775"/>
          <p14:tracePt t="28544" x="9767888" y="5311775"/>
          <p14:tracePt t="28558" x="9782175" y="5319713"/>
          <p14:tracePt t="28566" x="9790113" y="5319713"/>
          <p14:tracePt t="28581" x="9804400" y="5319713"/>
          <p14:tracePt t="28590" x="9804400" y="5334000"/>
          <p14:tracePt t="28614" x="9818688" y="5348288"/>
          <p14:tracePt t="28638" x="9818688" y="5362575"/>
          <p14:tracePt t="28653" x="9832975" y="5370513"/>
          <p14:tracePt t="28669" x="9832975" y="5384800"/>
          <p14:tracePt t="28685" x="9832975" y="5399088"/>
          <p14:tracePt t="28694" x="9832975" y="5421313"/>
          <p14:tracePt t="28701" x="9832975" y="5435600"/>
          <p14:tracePt t="28711" x="9840913" y="5449888"/>
          <p14:tracePt t="28719" x="9840913" y="5472113"/>
          <p14:tracePt t="28726" x="9840913" y="5500688"/>
          <p14:tracePt t="28734" x="9840913" y="5522913"/>
          <p14:tracePt t="28743" x="9855200" y="5551488"/>
          <p14:tracePt t="28751" x="9855200" y="5573713"/>
          <p14:tracePt t="28760" x="9855200" y="5588000"/>
          <p14:tracePt t="28767" x="9855200" y="5616575"/>
          <p14:tracePt t="28776" x="9855200" y="5624513"/>
          <p14:tracePt t="28783" x="9855200" y="5653088"/>
          <p14:tracePt t="28792" x="9855200" y="5667375"/>
          <p14:tracePt t="28799" x="9855200" y="5675313"/>
          <p14:tracePt t="28809" x="9869488" y="5703888"/>
          <p14:tracePt t="28815" x="9869488" y="5718175"/>
          <p14:tracePt t="28824" x="9869488" y="5740400"/>
          <p14:tracePt t="28830" x="9869488" y="5776913"/>
          <p14:tracePt t="28841" x="9869488" y="5791200"/>
          <p14:tracePt t="28848" x="9883775" y="5842000"/>
          <p14:tracePt t="28858" x="9883775" y="5856288"/>
          <p14:tracePt t="28863" x="9883775" y="5892800"/>
          <p14:tracePt t="28875" x="9883775" y="5907088"/>
          <p14:tracePt t="28882" x="9883775" y="5929313"/>
          <p14:tracePt t="28891" x="9883775" y="5943600"/>
          <p14:tracePt t="28895" x="9883775" y="5957888"/>
          <p14:tracePt t="28908" x="9883775" y="5980113"/>
          <p14:tracePt t="28917" x="9883775" y="5994400"/>
          <p14:tracePt t="28925" x="9883775" y="6008688"/>
          <p14:tracePt t="28948" x="9883775" y="6022975"/>
          <p14:tracePt t="28963" x="9883775" y="6030913"/>
          <p14:tracePt t="28979" x="9883775" y="6045200"/>
          <p14:tracePt t="29003" x="9869488" y="6059488"/>
          <p14:tracePt t="29027" x="9855200" y="6073775"/>
          <p14:tracePt t="29035" x="9840913" y="6073775"/>
          <p14:tracePt t="29051" x="9832975" y="6081713"/>
          <p14:tracePt t="29060" x="9818688" y="6081713"/>
          <p14:tracePt t="29068" x="9804400" y="6081713"/>
          <p14:tracePt t="29077" x="9782175" y="6096000"/>
          <p14:tracePt t="29085" x="9753600" y="6096000"/>
          <p14:tracePt t="29091" x="9717088" y="6110288"/>
          <p14:tracePt t="29101" x="9680575" y="6110288"/>
          <p14:tracePt t="29110" x="9629775" y="6124575"/>
          <p14:tracePt t="29117" x="9578975" y="6132513"/>
          <p14:tracePt t="29124" x="9528175" y="6146800"/>
          <p14:tracePt t="29133" x="9499600" y="6161088"/>
          <p14:tracePt t="29143" x="9448800" y="6161088"/>
          <p14:tracePt t="29149" x="9398000" y="6183313"/>
          <p14:tracePt t="29158" x="9361488" y="6183313"/>
          <p14:tracePt t="29164" x="9324975" y="6197600"/>
          <p14:tracePt t="29175" x="9274175" y="6211888"/>
          <p14:tracePt t="29181" x="9245600" y="6211888"/>
          <p14:tracePt t="29192" x="9223375" y="6226175"/>
          <p14:tracePt t="29197" x="9194800" y="6226175"/>
          <p14:tracePt t="29208" x="9172575" y="6226175"/>
          <p14:tracePt t="29215" x="9158288" y="6226175"/>
          <p14:tracePt t="29224" x="9129713" y="6226175"/>
          <p14:tracePt t="29230" x="9107488" y="6226175"/>
          <p14:tracePt t="29241" x="9093200" y="6226175"/>
          <p14:tracePt t="29245" x="9070975" y="6226175"/>
          <p14:tracePt t="29258" x="9042400" y="6226175"/>
          <p14:tracePt t="29259" x="9020175" y="6226175"/>
          <p14:tracePt t="29267" x="9005888" y="6226175"/>
          <p14:tracePt t="29276" x="8977313" y="6226175"/>
          <p14:tracePt t="29284" x="8955088" y="6226175"/>
          <p14:tracePt t="29292" x="8940800" y="6226175"/>
          <p14:tracePt t="29300" x="8926513" y="6226175"/>
          <p14:tracePt t="29309" x="8918575" y="6226175"/>
          <p14:tracePt t="29316" x="8904288" y="6226175"/>
          <p14:tracePt t="29325" x="8875713" y="6226175"/>
          <p14:tracePt t="29332" x="8867775" y="6226175"/>
          <p14:tracePt t="29342" x="8853488" y="6226175"/>
          <p14:tracePt t="29347" x="8824913" y="6226175"/>
          <p14:tracePt t="29358" x="8816975" y="6226175"/>
          <p14:tracePt t="29364" x="8788400" y="6226175"/>
          <p14:tracePt t="29375" x="8774113" y="6226175"/>
          <p14:tracePt t="29382" x="8751888" y="6226175"/>
          <p14:tracePt t="29391" x="8723313" y="6226175"/>
          <p14:tracePt t="29396" x="8701088" y="6226175"/>
          <p14:tracePt t="29409" x="8672513" y="6211888"/>
          <p14:tracePt t="29410" x="8650288" y="6197600"/>
          <p14:tracePt t="29419" x="8599488" y="6197600"/>
          <p14:tracePt t="29427" x="8585200" y="6183313"/>
          <p14:tracePt t="29435" x="8562975" y="6183313"/>
          <p14:tracePt t="29443" x="8520113" y="6175375"/>
          <p14:tracePt t="29451" x="8512175" y="6161088"/>
          <p14:tracePt t="29458" x="8469313" y="6161088"/>
          <p14:tracePt t="29467" x="8447088" y="6146800"/>
          <p14:tracePt t="29476" x="8432800" y="6146800"/>
          <p14:tracePt t="29483" x="8418513" y="6146800"/>
          <p14:tracePt t="29492" x="8396288" y="6146800"/>
          <p14:tracePt t="29499" x="8382000" y="6132513"/>
          <p14:tracePt t="29509" x="8367713" y="6132513"/>
          <p14:tracePt t="29516" x="8359775" y="6132513"/>
          <p14:tracePt t="29525" x="8331200" y="6132513"/>
          <p14:tracePt t="29531" x="8316913" y="6132513"/>
          <p14:tracePt t="29541" x="8308975" y="6132513"/>
          <p14:tracePt t="29548" x="8294688" y="6132513"/>
          <p14:tracePt t="29558" x="8280400" y="6124575"/>
          <p14:tracePt t="29564" x="8258175" y="6110288"/>
          <p14:tracePt t="29867" x="8258175" y="6096000"/>
          <p14:tracePt t="29876" x="8258175" y="6073775"/>
          <p14:tracePt t="29883" x="8243888" y="6030913"/>
          <p14:tracePt t="29892" x="8243888" y="6022975"/>
          <p14:tracePt t="29900" x="8229600" y="5980113"/>
          <p14:tracePt t="29908" x="8215313" y="5943600"/>
          <p14:tracePt t="29917" x="8207375" y="5921375"/>
          <p14:tracePt t="29923" x="8207375" y="5892800"/>
          <p14:tracePt t="29933" x="8193088" y="5870575"/>
          <p14:tracePt t="29939" x="8193088" y="5842000"/>
          <p14:tracePt t="29948" x="8178800" y="5842000"/>
          <p14:tracePt t="29958" x="8164513" y="5827713"/>
          <p14:tracePt t="29965" x="8164513" y="5805488"/>
          <p14:tracePt t="29978" x="8156575" y="5791200"/>
          <p14:tracePt t="29988" x="8156575" y="5776913"/>
          <p14:tracePt t="29995" x="8156575" y="5754688"/>
          <p14:tracePt t="30005" x="8142288" y="5754688"/>
          <p14:tracePt t="30012" x="8142288" y="5740400"/>
          <p14:tracePt t="30021" x="8128000" y="5718175"/>
          <p14:tracePt t="30036" x="8113713" y="5703888"/>
          <p14:tracePt t="30044" x="8113713" y="5689600"/>
          <p14:tracePt t="30051" x="8105775" y="5675313"/>
          <p14:tracePt t="30060" x="8105775" y="5667375"/>
          <p14:tracePt t="30068" x="8091488" y="5653088"/>
          <p14:tracePt t="30077" x="8077200" y="5638800"/>
          <p14:tracePt t="30084" x="8062913" y="5616575"/>
          <p14:tracePt t="30092" x="8054975" y="5588000"/>
          <p14:tracePt t="30104" x="8026400" y="5537200"/>
          <p14:tracePt t="30110" x="7989888" y="5486400"/>
          <p14:tracePt t="30118" x="7953375" y="5421313"/>
          <p14:tracePt t="30125" x="7924800" y="5362575"/>
          <p14:tracePt t="30132" x="7902575" y="5334000"/>
          <p14:tracePt t="30140" x="7874000" y="5283200"/>
          <p14:tracePt t="30149" x="7851775" y="5246688"/>
          <p14:tracePt t="30156" x="7823200" y="5210175"/>
          <p14:tracePt t="30164" x="7808913" y="5167313"/>
          <p14:tracePt t="30174" x="7772400" y="5130800"/>
          <p14:tracePt t="30180" x="7750175" y="5080000"/>
          <p14:tracePt t="30190" x="7721600" y="5043488"/>
          <p14:tracePt t="30196" x="7699375" y="5006975"/>
          <p14:tracePt t="30206" x="7670800" y="4956175"/>
          <p14:tracePt t="30214" x="7656513" y="4941888"/>
          <p14:tracePt t="30223" x="7597775" y="4854575"/>
          <p14:tracePt t="30229" x="7569200" y="4789488"/>
          <p14:tracePt t="30239" x="7532688" y="4752975"/>
          <p14:tracePt t="30247" x="7481888" y="4687888"/>
          <p14:tracePt t="30256" x="7467600" y="4659313"/>
          <p14:tracePt t="30261" x="7402513" y="4586288"/>
          <p14:tracePt t="30271" x="7366000" y="4549775"/>
          <p14:tracePt t="30277" x="7329488" y="4506913"/>
          <p14:tracePt t="30289" x="7278688" y="4456113"/>
          <p14:tracePt t="30291" x="7213600" y="4405313"/>
          <p14:tracePt t="30299" x="7148513" y="4346575"/>
          <p14:tracePt t="30308" x="7089775" y="4281488"/>
          <p14:tracePt t="30316" x="7024688" y="4230688"/>
          <p14:tracePt t="30322" x="6973888" y="4165600"/>
          <p14:tracePt t="30332" x="6959600" y="4151313"/>
          <p14:tracePt t="30342" x="6908800" y="4100513"/>
          <p14:tracePt t="30350" x="6872288" y="4064000"/>
          <p14:tracePt t="30356" x="6835775" y="4027488"/>
          <p14:tracePt t="30365" x="6807200" y="3990975"/>
          <p14:tracePt t="30374" x="6784975" y="3962400"/>
          <p14:tracePt t="30381" x="6756400" y="3940175"/>
          <p14:tracePt t="30389" x="6719888" y="3911600"/>
          <p14:tracePt t="30398" x="6691313" y="3889375"/>
          <p14:tracePt t="30407" x="6654800" y="3846513"/>
          <p14:tracePt t="30412" x="6632575" y="3824288"/>
          <p14:tracePt t="30423" x="6618288" y="3795713"/>
          <p14:tracePt t="30428" x="6567488" y="3744913"/>
          <p14:tracePt t="30439" x="6538913" y="3736975"/>
          <p14:tracePt t="30441" x="6516688" y="3708400"/>
          <p14:tracePt t="30450" x="6488113" y="3686175"/>
          <p14:tracePt t="30458" x="6465888" y="3657600"/>
          <p14:tracePt t="30466" x="6437313" y="3643313"/>
          <p14:tracePt t="30475" x="6429375" y="3621088"/>
          <p14:tracePt t="30483" x="6400800" y="3592513"/>
          <p14:tracePt t="30490" x="6386513" y="3570288"/>
          <p14:tracePt t="30499" x="6364288" y="3556000"/>
          <p14:tracePt t="30507" x="6350000" y="3533775"/>
          <p14:tracePt t="30516" x="6335713" y="3505200"/>
          <p14:tracePt t="30523" x="6313488" y="3490913"/>
          <p14:tracePt t="30531" x="6299200" y="3468688"/>
          <p14:tracePt t="30541" x="6276975" y="3440113"/>
          <p14:tracePt t="30549" x="6262688" y="3417888"/>
          <p14:tracePt t="30555" x="6234113" y="3389313"/>
          <p14:tracePt t="30564" x="6226175" y="3367088"/>
          <p14:tracePt t="30573" x="6197600" y="3338513"/>
          <p14:tracePt t="30581" x="6183313" y="3330575"/>
          <p14:tracePt t="30590" x="6175375" y="3302000"/>
          <p14:tracePt t="30595" x="6132513" y="3265488"/>
          <p14:tracePt t="30604" x="6132513" y="3251200"/>
          <p14:tracePt t="30613" x="6110288" y="3214688"/>
          <p14:tracePt t="30622" x="6096000" y="3200400"/>
          <p14:tracePt t="30627" x="6073775" y="3178175"/>
          <p14:tracePt t="30639" x="6073775" y="3149600"/>
          <p14:tracePt t="30640" x="6045200" y="3127375"/>
          <p14:tracePt t="30649" x="6030913" y="3113088"/>
          <p14:tracePt t="30658" x="6008688" y="3084513"/>
          <p14:tracePt t="30666" x="5994400" y="3062288"/>
          <p14:tracePt t="30672" x="5980113" y="3062288"/>
          <p14:tracePt t="30681" x="5957888" y="3048000"/>
          <p14:tracePt t="30690" x="5943600" y="3033713"/>
          <p14:tracePt t="30698" x="5929313" y="3025775"/>
          <p14:tracePt t="30708" x="5907088" y="3025775"/>
          <p14:tracePt t="30714" x="5892800" y="3011488"/>
          <p14:tracePt t="30724" x="5870575" y="3011488"/>
          <p14:tracePt t="30730" x="5856288" y="3011488"/>
          <p14:tracePt t="30739" x="5827713" y="3011488"/>
          <p14:tracePt t="30747" x="5819775" y="2997200"/>
          <p14:tracePt t="30756" x="5805488" y="2997200"/>
          <p14:tracePt t="30762" x="5776913" y="2997200"/>
          <p14:tracePt t="30772" x="5754688" y="2997200"/>
          <p14:tracePt t="30780" x="5726113" y="2997200"/>
          <p14:tracePt t="30789" x="5718175" y="2997200"/>
          <p14:tracePt t="30795" x="5689600" y="2997200"/>
          <p14:tracePt t="30806" x="5667375" y="2997200"/>
          <p14:tracePt t="30808" x="5638800" y="3011488"/>
          <p14:tracePt t="30816" x="5624513" y="3025775"/>
          <p14:tracePt t="30825" x="5588000" y="3033713"/>
          <p14:tracePt t="30833" x="5573713" y="3033713"/>
          <p14:tracePt t="30841" x="5551488" y="3048000"/>
          <p14:tracePt t="30849" x="5537200" y="3062288"/>
          <p14:tracePt t="30856" x="5514975" y="3076575"/>
          <p14:tracePt t="30865" x="5500688" y="3084513"/>
          <p14:tracePt t="30874" x="5486400" y="3084513"/>
          <p14:tracePt t="30881" x="5472113" y="3098800"/>
          <p14:tracePt t="30890" x="5464175" y="3113088"/>
          <p14:tracePt t="30897" x="5449888" y="3127375"/>
          <p14:tracePt t="30907" x="5435600" y="3135313"/>
          <p14:tracePt t="30914" x="5435600" y="3149600"/>
          <p14:tracePt t="30923" x="5421313" y="3163888"/>
          <p14:tracePt t="30930" x="5413375" y="3178175"/>
          <p14:tracePt t="30939" x="5413375" y="3186113"/>
          <p14:tracePt t="30947" x="5399088" y="3186113"/>
          <p14:tracePt t="30957" x="5399088" y="3214688"/>
          <p14:tracePt t="30958" x="5384800" y="3228975"/>
          <p14:tracePt t="30966" x="5384800" y="3236913"/>
          <p14:tracePt t="30976" x="5370513" y="3251200"/>
          <p14:tracePt t="30983" x="5362575" y="3265488"/>
          <p14:tracePt t="30992" x="5362575" y="3287713"/>
          <p14:tracePt t="30999" x="5362575" y="3316288"/>
          <p14:tracePt t="31008" x="5348288" y="3330575"/>
          <p14:tracePt t="31016" x="5334000" y="3338513"/>
          <p14:tracePt t="31023" x="5334000" y="3367088"/>
          <p14:tracePt t="31031" x="5334000" y="3381375"/>
          <p14:tracePt t="31040" x="5334000" y="3389313"/>
          <p14:tracePt t="31047" x="5319713" y="3417888"/>
          <p14:tracePt t="31057" x="5319713" y="3432175"/>
          <p14:tracePt t="31063" x="5319713" y="3440113"/>
          <p14:tracePt t="31073" x="5319713" y="3454400"/>
          <p14:tracePt t="31080" x="5319713" y="3468688"/>
          <p14:tracePt t="31089" x="5319713" y="3482975"/>
          <p14:tracePt t="31096" x="5319713" y="3505200"/>
          <p14:tracePt t="31106" x="5319713" y="3519488"/>
          <p14:tracePt t="31113" x="5319713" y="3533775"/>
          <p14:tracePt t="31122" x="5319713" y="3570288"/>
          <p14:tracePt t="31129" x="5319713" y="3584575"/>
          <p14:tracePt t="31139" x="5348288" y="3635375"/>
          <p14:tracePt t="31144" x="5362575" y="3643313"/>
          <p14:tracePt t="31156" x="5370513" y="3686175"/>
          <p14:tracePt t="31160" x="5384800" y="3708400"/>
          <p14:tracePt t="31173" x="5413375" y="3744913"/>
          <p14:tracePt t="31174" x="5421313" y="3773488"/>
          <p14:tracePt t="31182" x="5449888" y="3795713"/>
          <p14:tracePt t="31190" x="5464175" y="3824288"/>
          <p14:tracePt t="31199" x="5486400" y="3846513"/>
          <p14:tracePt t="31208" x="5514975" y="3875088"/>
          <p14:tracePt t="31215" x="5551488" y="3911600"/>
          <p14:tracePt t="31223" x="5573713" y="3925888"/>
          <p14:tracePt t="31231" x="5624513" y="3962400"/>
          <p14:tracePt t="31241" x="5667375" y="3976688"/>
          <p14:tracePt t="31248" x="5718175" y="3998913"/>
          <p14:tracePt t="31258" x="5726113" y="4013200"/>
          <p14:tracePt t="31266" x="5776913" y="4041775"/>
          <p14:tracePt t="31273" x="5819775" y="4049713"/>
          <p14:tracePt t="31280" x="5842000" y="4078288"/>
          <p14:tracePt t="31291" x="5892800" y="4092575"/>
          <p14:tracePt t="31296" x="5921375" y="4100513"/>
          <p14:tracePt t="31307" x="5943600" y="4114800"/>
          <p14:tracePt t="31309" x="5972175" y="4129088"/>
          <p14:tracePt t="31318" x="6008688" y="4143375"/>
          <p14:tracePt t="31327" x="6030913" y="4143375"/>
          <p14:tracePt t="31334" x="6059488" y="4143375"/>
          <p14:tracePt t="31342" x="6081713" y="4151313"/>
          <p14:tracePt t="31350" x="6124575" y="4151313"/>
          <p14:tracePt t="31357" x="6146800" y="4151313"/>
          <p14:tracePt t="31365" x="6211888" y="4165600"/>
          <p14:tracePt t="31374" x="6234113" y="4165600"/>
          <p14:tracePt t="31381" x="6276975" y="4165600"/>
          <p14:tracePt t="31390" x="6327775" y="4179888"/>
          <p14:tracePt t="31397" x="6350000" y="4179888"/>
          <p14:tracePt t="31407" x="6415088" y="4179888"/>
          <p14:tracePt t="31414" x="6465888" y="4179888"/>
          <p14:tracePt t="31423" x="6488113" y="4194175"/>
          <p14:tracePt t="31430" x="6567488" y="4194175"/>
          <p14:tracePt t="31440" x="6618288" y="4194175"/>
          <p14:tracePt t="31446" x="6669088" y="4202113"/>
          <p14:tracePt t="31456" x="6719888" y="4202113"/>
          <p14:tracePt t="31462" x="6770688" y="4202113"/>
          <p14:tracePt t="31472" x="6792913" y="4202113"/>
          <p14:tracePt t="31480" x="6843713" y="4202113"/>
          <p14:tracePt t="31489" x="6894513" y="4202113"/>
          <p14:tracePt t="31493" x="6937375" y="4216400"/>
          <p14:tracePt t="31506" x="6988175" y="4216400"/>
          <p14:tracePt t="31507" x="7046913" y="4216400"/>
          <p14:tracePt t="31515" x="7112000" y="4216400"/>
          <p14:tracePt t="31524" x="7162800" y="4216400"/>
          <p14:tracePt t="31532" x="7199313" y="4216400"/>
          <p14:tracePt t="31541" x="7264400" y="4216400"/>
          <p14:tracePt t="31548" x="7329488" y="4216400"/>
          <p14:tracePt t="31557" x="7402513" y="4216400"/>
          <p14:tracePt t="31564" x="7481888" y="4216400"/>
          <p14:tracePt t="31573" x="7504113" y="4216400"/>
          <p14:tracePt t="31580" x="7620000" y="4216400"/>
          <p14:tracePt t="31589" x="7656513" y="4216400"/>
          <p14:tracePt t="31596" x="7707313" y="4216400"/>
          <p14:tracePt t="31607" x="7758113" y="4230688"/>
          <p14:tracePt t="31614" x="7800975" y="4230688"/>
          <p14:tracePt t="31622" x="7888288" y="4230688"/>
          <p14:tracePt t="31630" x="7939088" y="4244975"/>
          <p14:tracePt t="31639" x="7989888" y="4244975"/>
          <p14:tracePt t="31647" x="8026400" y="4244975"/>
          <p14:tracePt t="31655" x="8077200" y="4244975"/>
          <p14:tracePt t="31662" x="8142288" y="4244975"/>
          <p14:tracePt t="31672" x="8164513" y="4244975"/>
          <p14:tracePt t="31677" x="8266113" y="4244975"/>
          <p14:tracePt t="31689" x="8280400" y="4244975"/>
          <p14:tracePt t="31693" x="8367713" y="4244975"/>
          <p14:tracePt t="31706" x="8396288" y="4244975"/>
          <p14:tracePt t="31707" x="8469313" y="4244975"/>
          <p14:tracePt t="31715" x="8548688" y="4244975"/>
          <p14:tracePt t="31723" x="8613775" y="4244975"/>
          <p14:tracePt t="31731" x="8664575" y="4244975"/>
          <p14:tracePt t="31741" x="8723313" y="4244975"/>
          <p14:tracePt t="31748" x="8766175" y="4244975"/>
          <p14:tracePt t="31756" x="8824913" y="4244975"/>
          <p14:tracePt t="31763" x="8918575" y="4244975"/>
          <p14:tracePt t="31773" x="8940800" y="4244975"/>
          <p14:tracePt t="31780" x="8977313" y="4244975"/>
          <p14:tracePt t="31789" x="9020175" y="4244975"/>
          <p14:tracePt t="31796" x="9070975" y="4244975"/>
          <p14:tracePt t="31805" x="9093200" y="4244975"/>
          <p14:tracePt t="31813" x="9129713" y="4244975"/>
          <p14:tracePt t="31822" x="9209088" y="4244975"/>
          <p14:tracePt t="31829" x="9245600" y="4244975"/>
          <p14:tracePt t="31839" x="9282113" y="4244975"/>
          <p14:tracePt t="31843" x="9332913" y="4244975"/>
          <p14:tracePt t="31856" x="9361488" y="4244975"/>
          <p14:tracePt t="31860" x="9398000" y="4244975"/>
          <p14:tracePt t="31873" x="9448800" y="4244975"/>
          <p14:tracePt t="31874" x="9485313" y="4244975"/>
          <p14:tracePt t="31882" x="9513888" y="4244975"/>
          <p14:tracePt t="31890" x="9536113" y="4244975"/>
          <p14:tracePt t="31897" x="9564688" y="4244975"/>
          <p14:tracePt t="31907" x="9586913" y="4244975"/>
          <p14:tracePt t="31914" x="9615488" y="4244975"/>
          <p14:tracePt t="31923" x="9637713" y="4244975"/>
          <p14:tracePt t="31930" x="9652000" y="4244975"/>
          <p14:tracePt t="31940" x="9666288" y="4244975"/>
          <p14:tracePt t="31947" x="9688513" y="4244975"/>
          <p14:tracePt t="31957" x="9717088" y="4244975"/>
          <p14:tracePt t="31964" x="9739313" y="4244975"/>
          <p14:tracePt t="31973" x="9753600" y="4244975"/>
          <p14:tracePt t="31980" x="9782175" y="4244975"/>
          <p14:tracePt t="31989" x="9818688" y="4230688"/>
          <p14:tracePt t="31996" x="9840913" y="4230688"/>
          <p14:tracePt t="32005" x="9869488" y="4230688"/>
          <p14:tracePt t="32013" x="9906000" y="4230688"/>
          <p14:tracePt t="32022" x="9934575" y="4230688"/>
          <p14:tracePt t="32027" x="9956800" y="4230688"/>
          <p14:tracePt t="32039" x="9985375" y="4230688"/>
          <p14:tracePt t="32041" x="10007600" y="4230688"/>
          <p14:tracePt t="32048" x="10036175" y="4230688"/>
          <p14:tracePt t="32057" x="10058400" y="4230688"/>
          <p14:tracePt t="32065" x="10072688" y="4230688"/>
          <p14:tracePt t="32074" x="10086975" y="4230688"/>
          <p14:tracePt t="32081" x="10094913" y="4230688"/>
          <p14:tracePt t="32095" x="10109200" y="4230688"/>
          <p14:tracePt t="32104" x="10123488" y="4230688"/>
          <p14:tracePt t="32120" x="10137775" y="4230688"/>
          <p14:tracePt t="32136" x="10145713" y="4230688"/>
          <p14:tracePt t="32151" x="10160000" y="4230688"/>
          <p14:tracePt t="32159" x="10174288" y="4230688"/>
          <p14:tracePt t="32167" x="10188575" y="4230688"/>
          <p14:tracePt t="32176" x="10196513" y="4244975"/>
          <p14:tracePt t="32184" x="10210800" y="4244975"/>
          <p14:tracePt t="32192" x="10225088" y="4252913"/>
          <p14:tracePt t="32200" x="10247313" y="4252913"/>
          <p14:tracePt t="32209" x="10261600" y="4267200"/>
          <p14:tracePt t="32217" x="10275888" y="4267200"/>
          <p14:tracePt t="32224" x="10298113" y="4281488"/>
          <p14:tracePt t="32238" x="10312400" y="4295775"/>
          <p14:tracePt t="32244" x="10326688" y="4303713"/>
          <p14:tracePt t="32255" x="10340975" y="4318000"/>
          <p14:tracePt t="32257" x="10348913" y="4332288"/>
          <p14:tracePt t="32265" x="10377488" y="4354513"/>
          <p14:tracePt t="32274" x="10399713" y="4397375"/>
          <p14:tracePt t="32280" x="10414000" y="4419600"/>
          <p14:tracePt t="32290" x="10428288" y="4448175"/>
          <p14:tracePt t="32297" x="10442575" y="4484688"/>
          <p14:tracePt t="32307" x="10450513" y="4506913"/>
          <p14:tracePt t="32314" x="10450513" y="4549775"/>
          <p14:tracePt t="32323" x="10464800" y="4572000"/>
          <p14:tracePt t="32330" x="10464800" y="4586288"/>
          <p14:tracePt t="32340" x="10479088" y="4600575"/>
          <p14:tracePt t="32347" x="10479088" y="4608513"/>
          <p14:tracePt t="32358" x="10479088" y="4622800"/>
          <p14:tracePt t="32397" x="10479088" y="4637088"/>
          <p14:tracePt t="32406" x="10464800" y="4637088"/>
          <p14:tracePt t="32414" x="10450513" y="4659313"/>
          <p14:tracePt t="32422" x="10442575" y="4673600"/>
          <p14:tracePt t="32430" x="10428288" y="4687888"/>
          <p14:tracePt t="32439" x="10414000" y="4702175"/>
          <p14:tracePt t="32447" x="10399713" y="4710113"/>
          <p14:tracePt t="32456" x="10391775" y="4724400"/>
          <p14:tracePt t="32644" x="10391775" y="4775200"/>
          <p14:tracePt t="32653" x="10391775" y="4811713"/>
          <p14:tracePt t="32661" x="10391775" y="4854575"/>
          <p14:tracePt t="32673" x="10391775" y="4876800"/>
          <p14:tracePt t="32680" x="10391775" y="4913313"/>
          <p14:tracePt t="32686" x="10377488" y="4941888"/>
          <p14:tracePt t="32695" x="10377488" y="5006975"/>
          <p14:tracePt t="32702" x="10363200" y="5043488"/>
          <p14:tracePt t="32711" x="10363200" y="5065713"/>
          <p14:tracePt t="32718" x="10348913" y="5094288"/>
          <p14:tracePt t="32726" x="10348913" y="5116513"/>
          <p14:tracePt t="32734" x="10340975" y="5116513"/>
          <p14:tracePt t="32743" x="10340975" y="5130800"/>
          <p14:tracePt t="32750" x="10340975" y="5145088"/>
          <p14:tracePt t="32774" x="10340975" y="5159375"/>
          <p14:tracePt t="32803" x="10340975" y="5167313"/>
          <p14:tracePt t="32812" x="10326688" y="5181600"/>
          <p14:tracePt t="32827" x="10326688" y="5195888"/>
          <p14:tracePt t="32835" x="10326688" y="5210175"/>
          <p14:tracePt t="32851" x="10312400" y="5218113"/>
          <p14:tracePt t="32867" x="10312400" y="5232400"/>
          <p14:tracePt t="32876" x="10298113" y="5232400"/>
          <p14:tracePt t="32915" x="10298113" y="5246688"/>
          <p14:tracePt t="32931" x="10290175" y="5246688"/>
          <p14:tracePt t="32971" x="10290175" y="5260975"/>
          <p14:tracePt t="32979" x="10275888" y="5260975"/>
          <p14:tracePt t="32994" x="10261600" y="5260975"/>
          <p14:tracePt t="33003" x="10261600" y="5268913"/>
          <p14:tracePt t="33018" x="10247313" y="5268913"/>
          <p14:tracePt t="33042" x="10239375" y="5283200"/>
          <p14:tracePt t="33058" x="10225088" y="5283200"/>
          <p14:tracePt t="33074" x="10210800" y="5283200"/>
          <p14:tracePt t="33082" x="10196513" y="5283200"/>
          <p14:tracePt t="33091" x="10188575" y="5283200"/>
          <p14:tracePt t="33099" x="10174288" y="5283200"/>
          <p14:tracePt t="33108" x="10160000" y="5297488"/>
          <p14:tracePt t="33116" x="10137775" y="5297488"/>
          <p14:tracePt t="33125" x="10109200" y="5297488"/>
          <p14:tracePt t="33132" x="10094913" y="5297488"/>
          <p14:tracePt t="33141" x="10072688" y="5297488"/>
          <p14:tracePt t="33148" x="10044113" y="5297488"/>
          <p14:tracePt t="33157" x="10036175" y="5297488"/>
          <p14:tracePt t="33164" x="10007600" y="5297488"/>
          <p14:tracePt t="33173" x="9985375" y="5297488"/>
          <p14:tracePt t="33180" x="9971088" y="5297488"/>
          <p14:tracePt t="33187" x="9934575" y="5297488"/>
          <p14:tracePt t="33195" x="9906000" y="5297488"/>
          <p14:tracePt t="33204" x="9883775" y="5297488"/>
          <p14:tracePt t="33211" x="9855200" y="5297488"/>
          <p14:tracePt t="33224" x="9832975" y="5297488"/>
          <p14:tracePt t="33228" x="9804400" y="5297488"/>
          <p14:tracePt t="33236" x="9782175" y="5297488"/>
          <p14:tracePt t="33242" x="9753600" y="5297488"/>
          <p14:tracePt t="33251" x="9731375" y="5297488"/>
          <p14:tracePt t="33258" x="9702800" y="5297488"/>
          <p14:tracePt t="33267" x="9652000" y="5297488"/>
          <p14:tracePt t="33276" x="9637713" y="5297488"/>
          <p14:tracePt t="33283" x="9564688" y="5297488"/>
          <p14:tracePt t="33292" x="9550400" y="5297488"/>
          <p14:tracePt t="33300" x="9485313" y="5297488"/>
          <p14:tracePt t="33309" x="9426575" y="5297488"/>
          <p14:tracePt t="33314" x="9398000" y="5297488"/>
          <p14:tracePt t="33325" x="9324975" y="5297488"/>
          <p14:tracePt t="33332" x="9296400" y="5297488"/>
          <p14:tracePt t="33342" x="9245600" y="5297488"/>
          <p14:tracePt t="33347" x="9158288" y="5297488"/>
          <p14:tracePt t="33358" x="9144000" y="5297488"/>
          <p14:tracePt t="33363" x="9093200" y="5297488"/>
          <p14:tracePt t="33376" x="9020175" y="5297488"/>
          <p14:tracePt t="33379" x="8969375" y="5297488"/>
          <p14:tracePt t="33393" x="8918575" y="5297488"/>
          <p14:tracePt t="33394" x="8890000" y="5297488"/>
          <p14:tracePt t="33402" x="8816975" y="5297488"/>
          <p14:tracePt t="33410" x="8788400" y="5297488"/>
          <p14:tracePt t="33418" x="8737600" y="5297488"/>
          <p14:tracePt t="33425" x="8701088" y="5297488"/>
          <p14:tracePt t="33434" x="8664575" y="5297488"/>
          <p14:tracePt t="33442" x="8613775" y="5297488"/>
          <p14:tracePt t="33450" x="8570913" y="5297488"/>
          <p14:tracePt t="33459" x="8497888" y="5297488"/>
          <p14:tracePt t="33467" x="8469313" y="5297488"/>
          <p14:tracePt t="33476" x="8432800" y="5297488"/>
          <p14:tracePt t="33482" x="8396288" y="5297488"/>
          <p14:tracePt t="33492" x="8345488" y="5297488"/>
          <p14:tracePt t="33499" x="8280400" y="5297488"/>
          <p14:tracePt t="33508" x="8258175" y="5297488"/>
          <p14:tracePt t="33513" x="8215313" y="5297488"/>
          <p14:tracePt t="33525" x="8178800" y="5311775"/>
          <p14:tracePt t="33530" x="8142288" y="5311775"/>
          <p14:tracePt t="33542" x="8105775" y="5311775"/>
          <p14:tracePt t="33546" x="8077200" y="5319713"/>
          <p14:tracePt t="33558" x="8040688" y="5319713"/>
          <p14:tracePt t="33562" x="8012113" y="5334000"/>
          <p14:tracePt t="33576" x="7975600" y="5334000"/>
          <p14:tracePt t="33577" x="7961313" y="5334000"/>
          <p14:tracePt t="33584" x="7939088" y="5348288"/>
          <p14:tracePt t="33593" x="7910513" y="5362575"/>
          <p14:tracePt t="33602" x="7888288" y="5370513"/>
          <p14:tracePt t="33608" x="7874000" y="5384800"/>
          <p14:tracePt t="33618" x="7851775" y="5384800"/>
          <p14:tracePt t="33626" x="7823200" y="5399088"/>
          <p14:tracePt t="33634" x="7808913" y="5421313"/>
          <p14:tracePt t="33643" x="7786688" y="5435600"/>
          <p14:tracePt t="33650" x="7772400" y="5449888"/>
          <p14:tracePt t="33659" x="7750175" y="5472113"/>
          <p14:tracePt t="33667" x="7750175" y="5486400"/>
          <p14:tracePt t="33675" x="7735888" y="5500688"/>
          <p14:tracePt t="33681" x="7721600" y="5514975"/>
          <p14:tracePt t="33692" x="7721600" y="5522913"/>
          <p14:tracePt t="33697" x="7707313" y="5551488"/>
          <p14:tracePt t="33709" x="7707313" y="5573713"/>
          <p14:tracePt t="33713" x="7707313" y="5588000"/>
          <p14:tracePt t="33725" x="7707313" y="5624513"/>
          <p14:tracePt t="33731" x="7707313" y="5653088"/>
          <p14:tracePt t="33743" x="7707313" y="5675313"/>
          <p14:tracePt t="33744" x="7707313" y="5703888"/>
          <p14:tracePt t="33751" x="7707313" y="5754688"/>
          <p14:tracePt t="33760" x="7707313" y="5776913"/>
          <p14:tracePt t="33768" x="7707313" y="5819775"/>
          <p14:tracePt t="33776" x="7707313" y="5842000"/>
          <p14:tracePt t="33784" x="7707313" y="5870575"/>
          <p14:tracePt t="33792" x="7707313" y="5907088"/>
          <p14:tracePt t="33800" x="7721600" y="5929313"/>
          <p14:tracePt t="33809" x="7735888" y="5957888"/>
          <p14:tracePt t="33817" x="7750175" y="5980113"/>
          <p14:tracePt t="33826" x="7758113" y="6008688"/>
          <p14:tracePt t="33833" x="7772400" y="6045200"/>
          <p14:tracePt t="33842" x="7786688" y="6059488"/>
          <p14:tracePt t="33848" x="7808913" y="6081713"/>
          <p14:tracePt t="33859" x="7823200" y="6110288"/>
          <p14:tracePt t="33865" x="7851775" y="6124575"/>
          <p14:tracePt t="33876" x="7859713" y="6132513"/>
          <p14:tracePt t="33882" x="7874000" y="6146800"/>
          <p14:tracePt t="33892" x="7902575" y="6161088"/>
          <p14:tracePt t="33899" x="7924800" y="6175375"/>
          <p14:tracePt t="33910" x="7939088" y="6183313"/>
          <p14:tracePt t="33911" x="7961313" y="6197600"/>
          <p14:tracePt t="33920" x="7975600" y="6211888"/>
          <p14:tracePt t="33928" x="8004175" y="6211888"/>
          <p14:tracePt t="33936" x="8026400" y="6226175"/>
          <p14:tracePt t="33944" x="8040688" y="6234113"/>
          <p14:tracePt t="33952" x="8062913" y="6234113"/>
          <p14:tracePt t="33958" x="8113713" y="6248400"/>
          <p14:tracePt t="33968" x="8142288" y="6262688"/>
          <p14:tracePt t="33975" x="8164513" y="6262688"/>
          <p14:tracePt t="33983" x="8229600" y="6276975"/>
          <p14:tracePt t="33993" x="8266113" y="6276975"/>
          <p14:tracePt t="34000" x="8331200" y="6276975"/>
          <p14:tracePt t="34009" x="8382000" y="6284913"/>
          <p14:tracePt t="34017" x="8447088" y="6284913"/>
          <p14:tracePt t="34026" x="8497888" y="6284913"/>
          <p14:tracePt t="34033" x="8548688" y="6284913"/>
          <p14:tracePt t="34042" x="8613775" y="6284913"/>
          <p14:tracePt t="34048" x="8686800" y="6284913"/>
          <p14:tracePt t="34058" x="8751888" y="6299200"/>
          <p14:tracePt t="34066" x="8816975" y="6299200"/>
          <p14:tracePt t="34076" x="8839200" y="6299200"/>
          <p14:tracePt t="34080" x="8904288" y="6299200"/>
          <p14:tracePt t="34092" x="8940800" y="6299200"/>
          <p14:tracePt t="34096" x="8977313" y="6299200"/>
          <p14:tracePt t="34109" x="9020175" y="6299200"/>
          <p14:tracePt t="34111" x="9042400" y="6299200"/>
          <p14:tracePt t="34118" x="9070975" y="6299200"/>
          <p14:tracePt t="34126" x="9093200" y="6299200"/>
          <p14:tracePt t="34135" x="9107488" y="6299200"/>
          <p14:tracePt t="34143" x="9129713" y="6299200"/>
          <p14:tracePt t="34150" x="9144000" y="6299200"/>
          <p14:tracePt t="34159" x="9158288" y="6299200"/>
          <p14:tracePt t="34167" x="9180513" y="6299200"/>
          <p14:tracePt t="34176" x="9194800" y="6299200"/>
          <p14:tracePt t="34183" x="9223375" y="6299200"/>
          <p14:tracePt t="34192" x="9245600" y="6299200"/>
          <p14:tracePt t="34199" x="9259888" y="6299200"/>
          <p14:tracePt t="34208" x="9282113" y="6299200"/>
          <p14:tracePt t="34215" x="9296400" y="6284913"/>
          <p14:tracePt t="34226" x="9324975" y="6284913"/>
          <p14:tracePt t="34232" x="9347200" y="6276975"/>
          <p14:tracePt t="34243" x="9375775" y="6276975"/>
          <p14:tracePt t="34247" x="9398000" y="6262688"/>
          <p14:tracePt t="34258" x="9426575" y="6262688"/>
          <p14:tracePt t="34263" x="9434513" y="6248400"/>
          <p14:tracePt t="34276" x="9463088" y="6248400"/>
          <p14:tracePt t="34277" x="9485313" y="6234113"/>
          <p14:tracePt t="34285" x="9513888" y="6226175"/>
          <p14:tracePt t="34294" x="9536113" y="6211888"/>
          <p14:tracePt t="34302" x="9550400" y="6197600"/>
          <p14:tracePt t="34310" x="9578975" y="6183313"/>
          <p14:tracePt t="34318" x="9629775" y="6146800"/>
          <p14:tracePt t="34326" x="9637713" y="6132513"/>
          <p14:tracePt t="34335" x="9688513" y="6096000"/>
          <p14:tracePt t="34341" x="9702800" y="6081713"/>
          <p14:tracePt t="34350" x="9739313" y="6059488"/>
          <p14:tracePt t="34360" x="9767888" y="6045200"/>
          <p14:tracePt t="34367" x="9790113" y="6022975"/>
          <p14:tracePt t="34376" x="9818688" y="6008688"/>
          <p14:tracePt t="34383" x="9840913" y="5994400"/>
          <p14:tracePt t="34392" x="9855200" y="5972175"/>
          <p14:tracePt t="34400" x="9869488" y="5972175"/>
          <p14:tracePt t="34409" x="9883775" y="5957888"/>
          <p14:tracePt t="34416" x="9891713" y="5957888"/>
          <p14:tracePt t="34425" x="9906000" y="5943600"/>
          <p14:tracePt t="34436" x="9920288" y="5929313"/>
          <p14:tracePt t="34451" x="9934575" y="5921375"/>
          <p14:tracePt t="34460" x="9934575" y="5907088"/>
          <p14:tracePt t="34475" x="9942513" y="5892800"/>
          <p14:tracePt t="34483" x="9942513" y="5878513"/>
          <p14:tracePt t="34491" x="9942513" y="5870575"/>
          <p14:tracePt t="34499" x="9956800" y="5856288"/>
          <p14:tracePt t="34508" x="9971088" y="5827713"/>
          <p14:tracePt t="34516" x="9971088" y="5819775"/>
          <p14:tracePt t="34525" x="9971088" y="5791200"/>
          <p14:tracePt t="34532" x="9971088" y="5768975"/>
          <p14:tracePt t="34541" x="9985375" y="5754688"/>
          <p14:tracePt t="34548" x="9985375" y="5740400"/>
          <p14:tracePt t="34557" x="9985375" y="5726113"/>
          <p14:tracePt t="34565" x="9985375" y="5718175"/>
          <p14:tracePt t="34573" x="9985375" y="5703888"/>
          <p14:tracePt t="34586" x="9985375" y="5689600"/>
          <p14:tracePt t="34602" x="9971088" y="5675313"/>
          <p14:tracePt t="34611" x="9956800" y="5675313"/>
          <p14:tracePt t="34626" x="9934575" y="5667375"/>
          <p14:tracePt t="34635" x="9920288" y="5667375"/>
          <p14:tracePt t="34643" x="9906000" y="5653088"/>
          <p14:tracePt t="34651" x="9883775" y="5638800"/>
          <p14:tracePt t="34660" x="9855200" y="5624513"/>
          <p14:tracePt t="34668" x="9832975" y="5624513"/>
          <p14:tracePt t="34676" x="9818688" y="5616575"/>
          <p14:tracePt t="34684" x="9790113" y="5602288"/>
          <p14:tracePt t="34693" x="9767888" y="5588000"/>
          <p14:tracePt t="34700" x="9753600" y="5588000"/>
          <p14:tracePt t="34709" x="9731375" y="5573713"/>
          <p14:tracePt t="34716" x="9717088" y="5573713"/>
          <p14:tracePt t="34725" x="9688513" y="5565775"/>
          <p14:tracePt t="34732" x="9652000" y="5565775"/>
          <p14:tracePt t="34741" x="9601200" y="5551488"/>
          <p14:tracePt t="34749" x="9550400" y="5551488"/>
          <p14:tracePt t="34757" x="9485313" y="5537200"/>
          <p14:tracePt t="34765" x="9426575" y="5522913"/>
          <p14:tracePt t="34775" x="9361488" y="5522913"/>
          <p14:tracePt t="34781" x="9324975" y="5522913"/>
          <p14:tracePt t="34788" x="9259888" y="5514975"/>
          <p14:tracePt t="34797" x="9209088" y="5514975"/>
          <p14:tracePt t="34804" x="9158288" y="5500688"/>
          <p14:tracePt t="34812" x="9093200" y="5500688"/>
          <p14:tracePt t="34823" x="9070975" y="5500688"/>
          <p14:tracePt t="34828" x="9028113" y="5500688"/>
          <p14:tracePt t="34836" x="8991600" y="5500688"/>
          <p14:tracePt t="34844" x="8955088" y="5500688"/>
          <p14:tracePt t="34857" x="8926513" y="5500688"/>
          <p14:tracePt t="34859" x="8904288" y="5500688"/>
          <p14:tracePt t="34866" x="8867775" y="5500688"/>
          <p14:tracePt t="34875" x="8839200" y="5500688"/>
          <p14:tracePt t="34882" x="8816975" y="5500688"/>
          <p14:tracePt t="34892" x="8802688" y="5500688"/>
          <p14:tracePt t="34899" x="8774113" y="5500688"/>
          <p14:tracePt t="35704" x="8723313" y="5500688"/>
          <p14:tracePt t="35712" x="8672513" y="5500688"/>
          <p14:tracePt t="35720" x="8621713" y="5500688"/>
          <p14:tracePt t="35729" x="8548688" y="5500688"/>
          <p14:tracePt t="35739" x="8447088" y="5500688"/>
          <p14:tracePt t="35746" x="8331200" y="5500688"/>
          <p14:tracePt t="35754" x="8215313" y="5500688"/>
          <p14:tracePt t="35762" x="8113713" y="5500688"/>
          <p14:tracePt t="35769" x="7975600" y="5500688"/>
          <p14:tracePt t="35777" x="7859713" y="5500688"/>
          <p14:tracePt t="35786" x="7735888" y="5500688"/>
          <p14:tracePt t="35793" x="7620000" y="5500688"/>
          <p14:tracePt t="35803" x="7380288" y="5500688"/>
          <p14:tracePt t="35810" x="7199313" y="5500688"/>
          <p14:tracePt t="35820" x="7010400" y="5486400"/>
          <p14:tracePt t="35825" x="6908800" y="5486400"/>
          <p14:tracePt t="35836" x="6756400" y="5486400"/>
          <p14:tracePt t="35842" x="6705600" y="5486400"/>
          <p14:tracePt t="35852" x="6604000" y="5472113"/>
          <p14:tracePt t="35858" x="6538913" y="5464175"/>
          <p14:tracePt t="35868" x="6502400" y="5464175"/>
          <p14:tracePt t="36055" x="6488113" y="5464175"/>
          <p14:tracePt t="36063" x="6429375" y="5464175"/>
          <p14:tracePt t="36071" x="6313488" y="5464175"/>
          <p14:tracePt t="36079" x="6183313" y="5449888"/>
          <p14:tracePt t="36089" x="6073775" y="5421313"/>
          <p14:tracePt t="36096" x="5929313" y="5413375"/>
          <p14:tracePt t="36104" x="5689600" y="5384800"/>
          <p14:tracePt t="36113" x="5384800" y="5334000"/>
          <p14:tracePt t="36120" x="5094288" y="5297488"/>
          <p14:tracePt t="36129" x="4789488" y="5246688"/>
          <p14:tracePt t="36136" x="4456113" y="5181600"/>
          <p14:tracePt t="36143" x="4165600" y="5116513"/>
          <p14:tracePt t="36152" x="3838575" y="5043488"/>
          <p14:tracePt t="36162" x="3722688" y="5014913"/>
          <p14:tracePt t="36168" x="3490913" y="4964113"/>
          <p14:tracePt t="36177" x="3279775" y="4905375"/>
          <p14:tracePt t="36183" x="3127375" y="4876800"/>
          <p14:tracePt t="36194" x="2974975" y="4840288"/>
          <p14:tracePt t="36200" x="2859088" y="4803775"/>
          <p14:tracePt t="36210" x="2771775" y="4789488"/>
          <p14:tracePt t="36216" x="2728913" y="4775200"/>
          <p14:tracePt t="36227" x="2670175" y="4760913"/>
          <p14:tracePt t="36233" x="2627313" y="4760913"/>
          <p14:tracePt t="36243" x="2590800" y="4752975"/>
          <p14:tracePt t="36249" x="2540000" y="4738688"/>
          <p14:tracePt t="36261" x="2517775" y="4738688"/>
          <p14:tracePt t="36265" x="2474913" y="4724400"/>
          <p14:tracePt t="36277" x="2452688" y="4724400"/>
          <p14:tracePt t="36278" x="2424113" y="4724400"/>
          <p14:tracePt t="36286" x="2387600" y="4724400"/>
          <p14:tracePt t="36295" x="2365375" y="4710113"/>
          <p14:tracePt t="36303" x="2336800" y="4710113"/>
          <p14:tracePt t="36310" x="2314575" y="4710113"/>
          <p14:tracePt t="36319" x="2286000" y="4702175"/>
          <p14:tracePt t="36326" x="2271713" y="4702175"/>
          <p14:tracePt t="36335" x="2263775" y="4702175"/>
          <p14:tracePt t="36344" x="2235200" y="4687888"/>
          <p14:tracePt t="36352" x="2220913" y="4687888"/>
          <p14:tracePt t="36365" x="2212975" y="4687888"/>
          <p14:tracePt t="36374" x="2198688" y="4673600"/>
          <p14:tracePt t="36383" x="2184400" y="4673600"/>
          <p14:tracePt t="36392" x="2170113" y="4673600"/>
          <p14:tracePt t="36399" x="2147888" y="4673600"/>
          <p14:tracePt t="36408" x="2133600" y="4659313"/>
          <p14:tracePt t="36414" x="2111375" y="4659313"/>
          <p14:tracePt t="36425" x="2097088" y="4659313"/>
          <p14:tracePt t="36431" x="2068513" y="4659313"/>
          <p14:tracePt t="36438" x="2046288" y="4659313"/>
          <p14:tracePt t="36446" x="2017713" y="4659313"/>
          <p14:tracePt t="36458" x="1995488" y="4651375"/>
          <p14:tracePt t="36466" x="1966913" y="4651375"/>
          <p14:tracePt t="36471" x="1908175" y="4651375"/>
          <p14:tracePt t="36477" x="1865313" y="4637088"/>
          <p14:tracePt t="36487" x="1828800" y="4637088"/>
          <p14:tracePt t="36496" x="1792288" y="4622800"/>
          <p14:tracePt t="36503" x="1741488" y="4608513"/>
          <p14:tracePt t="36509" x="1662113" y="4608513"/>
          <p14:tracePt t="36519" x="1603375" y="4608513"/>
          <p14:tracePt t="36528" x="1552575" y="4600575"/>
          <p14:tracePt t="36534" x="1509713" y="4600575"/>
          <p14:tracePt t="36543" x="1408113" y="4600575"/>
          <p14:tracePt t="36551" x="1385888" y="4586288"/>
          <p14:tracePt t="36561" x="1335088" y="4586288"/>
          <p14:tracePt t="36567" x="1233488" y="4586288"/>
          <p14:tracePt t="36576" x="1204913" y="4586288"/>
          <p14:tracePt t="36583" x="1131888" y="4586288"/>
          <p14:tracePt t="36593" x="1103313" y="4586288"/>
          <p14:tracePt t="36600" x="1030288" y="4586288"/>
          <p14:tracePt t="36610" x="1001713" y="4586288"/>
          <p14:tracePt t="36616" x="979488" y="4600575"/>
          <p14:tracePt t="36627" x="942975" y="4608513"/>
          <p14:tracePt t="36632" x="900113" y="4637088"/>
          <p14:tracePt t="36644" x="877888" y="4651375"/>
          <p14:tracePt t="36644" x="849313" y="4659313"/>
          <p14:tracePt t="36653" x="841375" y="4673600"/>
          <p14:tracePt t="36662" x="827088" y="4687888"/>
          <p14:tracePt t="36670" x="812800" y="4710113"/>
          <p14:tracePt t="36684" x="798513" y="4724400"/>
          <p14:tracePt t="36693" x="798513" y="4752975"/>
          <p14:tracePt t="36708" x="790575" y="4789488"/>
          <p14:tracePt t="36716" x="790575" y="4803775"/>
          <p14:tracePt t="36725" x="790575" y="4854575"/>
          <p14:tracePt t="36732" x="790575" y="4891088"/>
          <p14:tracePt t="36741" x="790575" y="4927600"/>
          <p14:tracePt t="36749" x="790575" y="4964113"/>
          <p14:tracePt t="36758" x="790575" y="5006975"/>
          <p14:tracePt t="36765" x="798513" y="5043488"/>
          <p14:tracePt t="36775" x="812800" y="5094288"/>
          <p14:tracePt t="36782" x="849313" y="5159375"/>
          <p14:tracePt t="36790" x="877888" y="5195888"/>
          <p14:tracePt t="36798" x="900113" y="5246688"/>
          <p14:tracePt t="36807" x="950913" y="5283200"/>
          <p14:tracePt t="36814" x="1001713" y="5319713"/>
          <p14:tracePt t="36822" x="1066800" y="5370513"/>
          <p14:tracePt t="36831" x="1146175" y="5413375"/>
          <p14:tracePt t="36837" x="1204913" y="5449888"/>
          <p14:tracePt t="36845" x="1298575" y="5486400"/>
          <p14:tracePt t="36858" x="1371600" y="5514975"/>
          <p14:tracePt t="36860" x="1450975" y="5537200"/>
          <p14:tracePt t="36868" x="1524000" y="5565775"/>
          <p14:tracePt t="36878" x="1625600" y="5565775"/>
          <p14:tracePt t="36885" x="1704975" y="5573713"/>
          <p14:tracePt t="36894" x="1806575" y="5588000"/>
          <p14:tracePt t="36901" x="1879600" y="5588000"/>
          <p14:tracePt t="36910" x="1966913" y="5588000"/>
          <p14:tracePt t="36917" x="2060575" y="5588000"/>
          <p14:tracePt t="36926" x="2162175" y="5588000"/>
          <p14:tracePt t="36932" x="2271713" y="5588000"/>
          <p14:tracePt t="36942" x="2387600" y="5588000"/>
          <p14:tracePt t="36949" x="2489200" y="5573713"/>
          <p14:tracePt t="36960" x="2540000" y="5573713"/>
          <p14:tracePt t="36967" x="2619375" y="5565775"/>
          <p14:tracePt t="36977" x="2692400" y="5551488"/>
          <p14:tracePt t="36982" x="2771775" y="5537200"/>
          <p14:tracePt t="36990" x="2808288" y="5522913"/>
          <p14:tracePt t="37000" x="2859088" y="5522913"/>
          <p14:tracePt t="37005" x="2895600" y="5522913"/>
          <p14:tracePt t="37012" x="2932113" y="5514975"/>
          <p14:tracePt t="37025" x="2974975" y="5514975"/>
          <p14:tracePt t="37026" x="3033713" y="5500688"/>
          <p14:tracePt t="37035" x="3062288" y="5500688"/>
          <p14:tracePt t="37043" x="3098800" y="5486400"/>
          <p14:tracePt t="37051" x="3135313" y="5486400"/>
          <p14:tracePt t="37060" x="3186113" y="5486400"/>
          <p14:tracePt t="37067" x="3214688" y="5472113"/>
          <p14:tracePt t="37077" x="3236913" y="5472113"/>
          <p14:tracePt t="37083" x="3279775" y="5464175"/>
          <p14:tracePt t="37093" x="3302000" y="5464175"/>
          <p14:tracePt t="37100" x="3316288" y="5464175"/>
          <p14:tracePt t="37109" x="3330575" y="5449888"/>
          <p14:tracePt t="37115" x="3338513" y="5449888"/>
          <p14:tracePt t="37125" x="3352800" y="5449888"/>
          <p14:tracePt t="37132" x="3367088" y="5449888"/>
          <p14:tracePt t="37141" x="3381375" y="5449888"/>
          <p14:tracePt t="37148" x="3389313" y="5449888"/>
          <p14:tracePt t="37155" x="3403600" y="5449888"/>
          <p14:tracePt t="37163" x="3417888" y="5449888"/>
          <p14:tracePt t="37174" x="3440113" y="5449888"/>
          <p14:tracePt t="37181" x="3482975" y="5449888"/>
          <p14:tracePt t="37188" x="3505200" y="5435600"/>
          <p14:tracePt t="37196" x="3533775" y="5435600"/>
          <p14:tracePt t="37203" x="3592513" y="5435600"/>
          <p14:tracePt t="37211" x="3635375" y="5435600"/>
          <p14:tracePt t="37218" x="3694113" y="5435600"/>
          <p14:tracePt t="37227" x="3722688" y="5435600"/>
          <p14:tracePt t="37235" x="3759200" y="5435600"/>
          <p14:tracePt t="37243" x="3860800" y="5435600"/>
          <p14:tracePt t="37251" x="3925888" y="5435600"/>
          <p14:tracePt t="37261" x="3990975" y="5435600"/>
          <p14:tracePt t="37480" x="3990975" y="5421313"/>
          <p14:tracePt t="37488" x="4013200" y="5399088"/>
          <p14:tracePt t="37497" x="4049713" y="5348288"/>
          <p14:tracePt t="37504" x="4064000" y="5311775"/>
          <p14:tracePt t="37513" x="4114800" y="5218113"/>
          <p14:tracePt t="37521" x="4179888" y="5130800"/>
          <p14:tracePt t="37529" x="4230688" y="5029200"/>
          <p14:tracePt t="37537" x="4295775" y="4927600"/>
          <p14:tracePt t="37545" x="4346575" y="4826000"/>
          <p14:tracePt t="37553" x="4397375" y="4724400"/>
          <p14:tracePt t="37561" x="4405313" y="4687888"/>
          <p14:tracePt t="37568" x="4433888" y="4608513"/>
          <p14:tracePt t="37577" x="4456113" y="4549775"/>
          <p14:tracePt t="37587" x="4484688" y="4506913"/>
          <p14:tracePt t="37593" x="4484688" y="4484688"/>
          <p14:tracePt t="37603" x="4498975" y="4470400"/>
          <p14:tracePt t="37609" x="4498975" y="4448175"/>
          <p14:tracePt t="37619" x="4506913" y="4433888"/>
          <p14:tracePt t="37632" x="4506913" y="4419600"/>
          <p14:tracePt t="37654" x="4498975" y="4405313"/>
          <p14:tracePt t="37662" x="4484688" y="4405313"/>
          <p14:tracePt t="37671" x="4448175" y="4397375"/>
          <p14:tracePt t="37680" x="4419600" y="4383088"/>
          <p14:tracePt t="37688" x="4397375" y="4368800"/>
          <p14:tracePt t="37696" x="4332288" y="4354513"/>
          <p14:tracePt t="37704" x="4295775" y="4346575"/>
          <p14:tracePt t="37712" x="4244975" y="4332288"/>
          <p14:tracePt t="37719" x="4179888" y="4318000"/>
          <p14:tracePt t="37728" x="4129088" y="4303713"/>
          <p14:tracePt t="37735" x="4049713" y="4303713"/>
          <p14:tracePt t="37744" x="3990975" y="4303713"/>
          <p14:tracePt t="37753" x="3911600" y="4303713"/>
          <p14:tracePt t="37760" x="3810000" y="4303713"/>
          <p14:tracePt t="37769" x="3722688" y="4303713"/>
          <p14:tracePt t="37776" x="3584575" y="4303713"/>
          <p14:tracePt t="37786" x="3468688" y="4303713"/>
          <p14:tracePt t="37794" x="3367088" y="4303713"/>
          <p14:tracePt t="37802" x="3302000" y="4303713"/>
          <p14:tracePt t="37809" x="3228975" y="4303713"/>
          <p14:tracePt t="37819" x="3163888" y="4303713"/>
          <p14:tracePt t="37827" x="3127375" y="4303713"/>
          <p14:tracePt t="37836" x="3084513" y="4318000"/>
          <p14:tracePt t="37841" x="3076575" y="4318000"/>
          <p14:tracePt t="37854" x="3062288" y="4318000"/>
          <p14:tracePt t="37901" x="3127375" y="4303713"/>
          <p14:tracePt t="37910" x="3200400" y="4252913"/>
          <p14:tracePt t="37919" x="3338513" y="4179888"/>
          <p14:tracePt t="37927" x="3533775" y="4064000"/>
          <p14:tracePt t="37937" x="3976688" y="3824288"/>
          <p14:tracePt t="37945" x="4332288" y="3643313"/>
          <p14:tracePt t="37954" x="4521200" y="3570288"/>
          <p14:tracePt t="37960" x="4891088" y="3432175"/>
          <p14:tracePt t="37970" x="5268913" y="3265488"/>
          <p14:tracePt t="37977" x="5616575" y="3127375"/>
          <p14:tracePt t="37987" x="5740400" y="3084513"/>
          <p14:tracePt t="37993" x="5972175" y="2974975"/>
          <p14:tracePt t="38002" x="6183313" y="2873375"/>
          <p14:tracePt t="38007" x="6364288" y="2794000"/>
          <p14:tracePt t="38019" x="6502400" y="2728913"/>
          <p14:tracePt t="38024" x="6618288" y="2655888"/>
          <p14:tracePt t="38035" x="6742113" y="2590800"/>
          <p14:tracePt t="38040" x="6872288" y="2517775"/>
          <p14:tracePt t="38052" x="6973888" y="2452688"/>
          <p14:tracePt t="38053" x="7061200" y="2373313"/>
          <p14:tracePt t="38062" x="7148513" y="2322513"/>
          <p14:tracePt t="38070" x="7250113" y="2249488"/>
          <p14:tracePt t="38079" x="7329488" y="2184400"/>
          <p14:tracePt t="38085" x="7402513" y="2119313"/>
          <p14:tracePt t="38094" x="7481888" y="2046288"/>
          <p14:tracePt t="38103" x="7546975" y="1995488"/>
          <p14:tracePt t="38111" x="7597775" y="1944688"/>
          <p14:tracePt t="38121" x="7648575" y="1879600"/>
          <p14:tracePt t="38128" x="7699375" y="1828800"/>
          <p14:tracePt t="38136" x="7750175" y="1778000"/>
          <p14:tracePt t="38144" x="7786688" y="1741488"/>
          <p14:tracePt t="38153" x="7823200" y="1690688"/>
          <p14:tracePt t="38160" x="7851775" y="1662113"/>
          <p14:tracePt t="38169" x="7910513" y="1603375"/>
          <p14:tracePt t="38176" x="7939088" y="1574800"/>
          <p14:tracePt t="38186" x="7989888" y="1501775"/>
          <p14:tracePt t="38191" x="8012113" y="1487488"/>
          <p14:tracePt t="38202" x="8054975" y="1450975"/>
          <p14:tracePt t="38207" x="8077200" y="1422400"/>
          <p14:tracePt t="38217" x="8105775" y="1385888"/>
          <p14:tracePt t="38225" x="8128000" y="1371600"/>
          <p14:tracePt t="38236" x="8142288" y="1349375"/>
          <p14:tracePt t="38237" x="8156575" y="1320800"/>
          <p14:tracePt t="38246" x="8178800" y="1306513"/>
          <p14:tracePt t="38253" x="8193088" y="1298575"/>
          <p14:tracePt t="38261" x="8207375" y="1284288"/>
          <p14:tracePt t="38270" x="8229600" y="1255713"/>
          <p14:tracePt t="38278" x="8258175" y="1233488"/>
          <p14:tracePt t="38284" x="8294688" y="1196975"/>
          <p14:tracePt t="38293" x="8331200" y="1154113"/>
          <p14:tracePt t="38303" x="8367713" y="1117600"/>
          <p14:tracePt t="38310" x="8418513" y="1066800"/>
          <p14:tracePt t="38321" x="8469313" y="1016000"/>
          <p14:tracePt t="38326" x="8520113" y="965200"/>
          <p14:tracePt t="38334" x="8570913" y="900113"/>
          <p14:tracePt t="38343" x="8621713" y="849313"/>
          <p14:tracePt t="38353" x="8686800" y="798513"/>
          <p14:tracePt t="38358" x="8737600" y="739775"/>
          <p14:tracePt t="38369" x="8802688" y="674688"/>
          <p14:tracePt t="38374" x="8867775" y="623888"/>
          <p14:tracePt t="38386" x="8926513" y="558800"/>
          <p14:tracePt t="38387" x="8991600" y="508000"/>
          <p14:tracePt t="38396" x="9070975" y="442913"/>
          <p14:tracePt t="38405" x="9129713" y="392113"/>
          <p14:tracePt t="38413" x="9180513" y="333375"/>
          <p14:tracePt t="38422" x="9245600" y="268288"/>
          <p14:tracePt t="38429" x="9296400" y="217488"/>
          <p14:tracePt t="38437" x="9347200" y="166688"/>
          <p14:tracePt t="38451" x="9383713" y="115888"/>
          <p14:tracePt t="38452" x="9412288" y="101600"/>
          <p14:tracePt t="38461" x="9448800" y="50800"/>
          <p14:tracePt t="38470" x="9477375" y="14288"/>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860489"/>
          </a:xfrm>
        </p:spPr>
        <p:txBody>
          <a:bodyPr/>
          <a:lstStyle/>
          <a:p>
            <a:r>
              <a:rPr lang="en-US" dirty="0"/>
              <a:t>Validation: pretest</a:t>
            </a:r>
          </a:p>
        </p:txBody>
      </p:sp>
      <p:sp>
        <p:nvSpPr>
          <p:cNvPr id="4" name="Slide Number Placeholder 3"/>
          <p:cNvSpPr>
            <a:spLocks noGrp="1"/>
          </p:cNvSpPr>
          <p:nvPr>
            <p:ph type="sldNum" sz="quarter" idx="12"/>
          </p:nvPr>
        </p:nvSpPr>
        <p:spPr/>
        <p:txBody>
          <a:bodyPr/>
          <a:lstStyle/>
          <a:p>
            <a:fld id="{1D790B7D-7CE2-423E-A609-5BC5140947F8}" type="slidenum">
              <a:rPr lang="en-US" smtClean="0"/>
              <a:t>7</a:t>
            </a:fld>
            <a:endParaRPr lang="en-US" dirty="0"/>
          </a:p>
        </p:txBody>
      </p:sp>
      <p:sp>
        <p:nvSpPr>
          <p:cNvPr id="5" name="Content Placeholder 2"/>
          <p:cNvSpPr txBox="1">
            <a:spLocks/>
          </p:cNvSpPr>
          <p:nvPr/>
        </p:nvSpPr>
        <p:spPr>
          <a:xfrm>
            <a:off x="1223703" y="1321083"/>
            <a:ext cx="10194867"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indent="-342900">
              <a:buFont typeface="Wingdings" panose="05000000000000000000" pitchFamily="2" charset="2"/>
              <a:buChar char="§"/>
            </a:pPr>
            <a:r>
              <a:rPr lang="en-US" sz="2800" dirty="0"/>
              <a:t>Imagine in a course, we want to pretest our self before the final exam.</a:t>
            </a:r>
          </a:p>
          <a:p>
            <a:pPr marL="342900" indent="-342900">
              <a:buFont typeface="Wingdings" panose="05000000000000000000" pitchFamily="2" charset="2"/>
              <a:buChar char="§"/>
            </a:pPr>
            <a:r>
              <a:rPr lang="en-US" sz="2800" dirty="0"/>
              <a:t>Pretest will make sure that our knowledge is ready for final exam.</a:t>
            </a:r>
          </a:p>
          <a:p>
            <a:pPr marL="342900" indent="-342900">
              <a:buFont typeface="Wingdings" panose="05000000000000000000" pitchFamily="2" charset="2"/>
              <a:buChar char="§"/>
            </a:pPr>
            <a:r>
              <a:rPr lang="en-US" sz="2800" dirty="0"/>
              <a:t>In data science experiment: validation will make sure that our model is ready for testing</a:t>
            </a:r>
          </a:p>
          <a:p>
            <a:pPr marL="342900" indent="-342900">
              <a:buFont typeface="Wingdings" panose="05000000000000000000" pitchFamily="2" charset="2"/>
              <a:buChar char="§"/>
            </a:pPr>
            <a:r>
              <a:rPr lang="en-US" sz="2800" dirty="0"/>
              <a:t>Validation can improve our result.</a:t>
            </a:r>
          </a:p>
          <a:p>
            <a:pPr marL="0" indent="0">
              <a:buFont typeface="Calibri" panose="020F0502020204030204" pitchFamily="34" charset="0"/>
              <a:buNone/>
            </a:pPr>
            <a:r>
              <a:rPr lang="en-US" dirty="0"/>
              <a:t>	</a:t>
            </a:r>
          </a:p>
          <a:p>
            <a:pPr marL="0" indent="0">
              <a:buFont typeface="Calibri" panose="020F0502020204030204" pitchFamily="34" charset="0"/>
              <a:buNone/>
            </a:pPr>
            <a:endParaRPr lang="en-US" dirty="0"/>
          </a:p>
        </p:txBody>
      </p:sp>
      <p:pic>
        <p:nvPicPr>
          <p:cNvPr id="9" name="Audio 8">
            <a:hlinkClick r:id="" action="ppaction://media"/>
            <a:extLst>
              <a:ext uri="{FF2B5EF4-FFF2-40B4-BE49-F238E27FC236}">
                <a16:creationId xmlns:a16="http://schemas.microsoft.com/office/drawing/2014/main" id="{68F5A271-5C2D-8541-9380-1546A16D03D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98032418"/>
      </p:ext>
    </p:extLst>
  </p:cSld>
  <p:clrMapOvr>
    <a:masterClrMapping/>
  </p:clrMapOvr>
  <mc:AlternateContent xmlns:mc="http://schemas.openxmlformats.org/markup-compatibility/2006">
    <mc:Choice xmlns:p14="http://schemas.microsoft.com/office/powerpoint/2010/main" Requires="p14">
      <p:transition spd="slow" p14:dur="2000" advTm="32124"/>
    </mc:Choice>
    <mc:Fallback>
      <p:transition spd="slow" advTm="321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790B7D-7CE2-423E-A609-5BC5140947F8}" type="slidenum">
              <a:rPr lang="en-US" smtClean="0"/>
              <a:t>8</a:t>
            </a:fld>
            <a:endParaRPr lang="en-US" dirty="0"/>
          </a:p>
        </p:txBody>
      </p:sp>
      <p:sp>
        <p:nvSpPr>
          <p:cNvPr id="17" name="Rectangle 16"/>
          <p:cNvSpPr/>
          <p:nvPr/>
        </p:nvSpPr>
        <p:spPr>
          <a:xfrm>
            <a:off x="4610834" y="1827112"/>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Samples </a:t>
            </a:r>
          </a:p>
        </p:txBody>
      </p:sp>
      <p:sp>
        <p:nvSpPr>
          <p:cNvPr id="22" name="Rectangle 21"/>
          <p:cNvSpPr/>
          <p:nvPr/>
        </p:nvSpPr>
        <p:spPr>
          <a:xfrm>
            <a:off x="3312552" y="2996264"/>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Training </a:t>
            </a:r>
          </a:p>
        </p:txBody>
      </p:sp>
      <p:sp>
        <p:nvSpPr>
          <p:cNvPr id="25" name="Rectangle 24"/>
          <p:cNvSpPr/>
          <p:nvPr/>
        </p:nvSpPr>
        <p:spPr>
          <a:xfrm>
            <a:off x="5744549" y="2996264"/>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Testing</a:t>
            </a:r>
          </a:p>
        </p:txBody>
      </p:sp>
      <p:cxnSp>
        <p:nvCxnSpPr>
          <p:cNvPr id="12" name="Straight Arrow Connector 11"/>
          <p:cNvCxnSpPr>
            <a:stCxn id="17" idx="2"/>
            <a:endCxn id="22" idx="0"/>
          </p:cNvCxnSpPr>
          <p:nvPr/>
        </p:nvCxnSpPr>
        <p:spPr>
          <a:xfrm flipH="1">
            <a:off x="4400565" y="2367387"/>
            <a:ext cx="1298282" cy="62887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7" idx="2"/>
            <a:endCxn id="25" idx="0"/>
          </p:cNvCxnSpPr>
          <p:nvPr/>
        </p:nvCxnSpPr>
        <p:spPr>
          <a:xfrm>
            <a:off x="5698847" y="2367387"/>
            <a:ext cx="1133715" cy="62887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itle 5"/>
          <p:cNvSpPr>
            <a:spLocks noGrp="1"/>
          </p:cNvSpPr>
          <p:nvPr>
            <p:ph type="title"/>
          </p:nvPr>
        </p:nvSpPr>
        <p:spPr>
          <a:xfrm>
            <a:off x="1097280" y="99631"/>
            <a:ext cx="10058400" cy="971787"/>
          </a:xfrm>
        </p:spPr>
        <p:txBody>
          <a:bodyPr/>
          <a:lstStyle/>
          <a:p>
            <a:r>
              <a:rPr lang="en-US" dirty="0"/>
              <a:t>Introduction to validation data</a:t>
            </a:r>
          </a:p>
        </p:txBody>
      </p:sp>
      <p:sp>
        <p:nvSpPr>
          <p:cNvPr id="16" name="Rectangle 15"/>
          <p:cNvSpPr/>
          <p:nvPr/>
        </p:nvSpPr>
        <p:spPr>
          <a:xfrm>
            <a:off x="1968567" y="4172002"/>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Training </a:t>
            </a:r>
          </a:p>
        </p:txBody>
      </p:sp>
      <p:sp>
        <p:nvSpPr>
          <p:cNvPr id="20" name="Rectangle 19"/>
          <p:cNvSpPr/>
          <p:nvPr/>
        </p:nvSpPr>
        <p:spPr>
          <a:xfrm>
            <a:off x="4400564" y="4172002"/>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Validation</a:t>
            </a:r>
          </a:p>
        </p:txBody>
      </p:sp>
      <p:cxnSp>
        <p:nvCxnSpPr>
          <p:cNvPr id="21" name="Straight Arrow Connector 20"/>
          <p:cNvCxnSpPr>
            <a:endCxn id="16" idx="0"/>
          </p:cNvCxnSpPr>
          <p:nvPr/>
        </p:nvCxnSpPr>
        <p:spPr>
          <a:xfrm flipH="1">
            <a:off x="3056580" y="3543125"/>
            <a:ext cx="1298282" cy="62887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endCxn id="20" idx="0"/>
          </p:cNvCxnSpPr>
          <p:nvPr/>
        </p:nvCxnSpPr>
        <p:spPr>
          <a:xfrm>
            <a:off x="4354862" y="3543125"/>
            <a:ext cx="1133715" cy="62887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576589" y="5461385"/>
            <a:ext cx="5470124" cy="369332"/>
          </a:xfrm>
          <a:prstGeom prst="rect">
            <a:avLst/>
          </a:prstGeom>
          <a:solidFill>
            <a:srgbClr val="FFFF00"/>
          </a:solidFill>
          <a:ln w="12700">
            <a:solidFill>
              <a:schemeClr val="dk1"/>
            </a:solidFill>
          </a:ln>
        </p:spPr>
        <p:txBody>
          <a:bodyPr wrap="square" rtlCol="0">
            <a:spAutoFit/>
          </a:bodyPr>
          <a:lstStyle/>
          <a:p>
            <a:pPr algn="ctr"/>
            <a:r>
              <a:rPr lang="en-US" dirty="0"/>
              <a:t>Remarks: Don’t pick validation data from testing data !</a:t>
            </a:r>
          </a:p>
        </p:txBody>
      </p:sp>
      <p:pic>
        <p:nvPicPr>
          <p:cNvPr id="10" name="Audio 9">
            <a:hlinkClick r:id="" action="ppaction://media"/>
            <a:extLst>
              <a:ext uri="{FF2B5EF4-FFF2-40B4-BE49-F238E27FC236}">
                <a16:creationId xmlns:a16="http://schemas.microsoft.com/office/drawing/2014/main" id="{D9F18D5F-61D5-884B-B6BE-501F54B66AB8}"/>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233061583"/>
      </p:ext>
    </p:extLst>
  </p:cSld>
  <p:clrMapOvr>
    <a:masterClrMapping/>
  </p:clrMapOvr>
  <mc:AlternateContent xmlns:mc="http://schemas.openxmlformats.org/markup-compatibility/2006">
    <mc:Choice xmlns:p14="http://schemas.microsoft.com/office/powerpoint/2010/main" Requires="p14">
      <p:transition spd="slow" p14:dur="2000" advTm="42844"/>
    </mc:Choice>
    <mc:Fallback>
      <p:transition spd="slow" advTm="428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up)">
                                      <p:cBhvr>
                                        <p:cTn id="11" dur="500"/>
                                        <p:tgtEl>
                                          <p:spTgt spid="21"/>
                                        </p:tgtEl>
                                      </p:cBhvr>
                                    </p:animEffect>
                                  </p:childTnLst>
                                </p:cTn>
                              </p:par>
                            </p:childTnLst>
                          </p:cTn>
                        </p:par>
                        <p:par>
                          <p:cTn id="12" fill="hold">
                            <p:stCondLst>
                              <p:cond delay="500"/>
                            </p:stCondLst>
                            <p:childTnLst>
                              <p:par>
                                <p:cTn id="13" presetID="14" presetClass="entr" presetSubtype="10"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randombar(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up)">
                                      <p:cBhvr>
                                        <p:cTn id="20" dur="500"/>
                                        <p:tgtEl>
                                          <p:spTgt spid="23"/>
                                        </p:tgtEl>
                                      </p:cBhvr>
                                    </p:animEffect>
                                  </p:childTnLst>
                                </p:cTn>
                              </p:par>
                            </p:childTnLst>
                          </p:cTn>
                        </p:par>
                        <p:par>
                          <p:cTn id="21" fill="hold">
                            <p:stCondLst>
                              <p:cond delay="500"/>
                            </p:stCondLst>
                            <p:childTnLst>
                              <p:par>
                                <p:cTn id="22" presetID="14" presetClass="entr" presetSubtype="10"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randombar(horizontal)">
                                      <p:cBhvr>
                                        <p:cTn id="24" dur="500"/>
                                        <p:tgtEl>
                                          <p:spTgt spid="20"/>
                                        </p:tgtEl>
                                      </p:cBhvr>
                                    </p:animEffect>
                                  </p:childTnLst>
                                </p:cTn>
                              </p:par>
                              <p:par>
                                <p:cTn id="25" presetID="14" presetClass="entr" presetSubtype="1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randombar(horizontal)">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8" fill="hold" display="0">
                  <p:stCondLst>
                    <p:cond delay="indefinite"/>
                  </p:stCondLst>
                  <p:endCondLst>
                    <p:cond evt="onStopAudio" delay="0">
                      <p:tgtEl>
                        <p:sldTgt/>
                      </p:tgtEl>
                    </p:cond>
                  </p:endCondLst>
                </p:cTn>
                <p:tgtEl>
                  <p:spTgt spid="10"/>
                </p:tgtEl>
              </p:cMediaNode>
            </p:audio>
          </p:childTnLst>
        </p:cTn>
      </p:par>
    </p:tnLst>
    <p:bldLst>
      <p:bldP spid="16" grpId="0" animBg="1"/>
      <p:bldP spid="20" grpId="0" animBg="1"/>
      <p:bldP spid="13" grpId="0" animBg="1"/>
    </p:bldLst>
  </p:timing>
  <p:extLst>
    <p:ext uri="{3A86A75C-4F4B-4683-9AE1-C65F6400EC91}">
      <p14:laserTraceLst xmlns:p14="http://schemas.microsoft.com/office/powerpoint/2010/main">
        <p14:tracePtLst>
          <p14:tracePt t="23842" x="1930400" y="4586288"/>
          <p14:tracePt t="24119" x="3163888" y="6835775"/>
          <p14:tracePt t="24126" x="3228975" y="6640513"/>
          <p14:tracePt t="24133" x="3302000" y="6415088"/>
          <p14:tracePt t="24140" x="3389313" y="6146800"/>
          <p14:tracePt t="24148" x="3403600" y="6030913"/>
          <p14:tracePt t="24159" x="3519488" y="5638800"/>
          <p14:tracePt t="24164" x="3570288" y="5399088"/>
          <p14:tracePt t="24172" x="3635375" y="5167313"/>
          <p14:tracePt t="24180" x="3686175" y="4927600"/>
          <p14:tracePt t="24189" x="3759200" y="4687888"/>
          <p14:tracePt t="24196" x="3838575" y="4405313"/>
          <p14:tracePt t="24204" x="3911600" y="4143375"/>
          <p14:tracePt t="24212" x="4027488" y="3846513"/>
          <p14:tracePt t="24221" x="4129088" y="3592513"/>
          <p14:tracePt t="24228" x="4244975" y="3367088"/>
          <p14:tracePt t="24236" x="4281488" y="3265488"/>
          <p14:tracePt t="24244" x="4354513" y="3113088"/>
          <p14:tracePt t="24253" x="4383088" y="3048000"/>
          <p14:tracePt t="24270" x="4470400" y="2881313"/>
          <p14:tracePt t="24277" x="4498975" y="2830513"/>
          <p14:tracePt t="24287" x="4506913" y="2808288"/>
          <p14:tracePt t="24299" x="4521200" y="2779713"/>
          <p14:tracePt t="24301" x="4535488" y="2757488"/>
          <p14:tracePt t="24310" x="4535488" y="2743200"/>
          <p14:tracePt t="24316" x="4549775" y="2728913"/>
          <p14:tracePt t="24326" x="4549775" y="2720975"/>
          <p14:tracePt t="24332" x="4557713" y="2706688"/>
          <p14:tracePt t="24339" x="4572000" y="2692400"/>
          <p14:tracePt t="24348" x="4572000" y="2678113"/>
          <p14:tracePt t="24356" x="4586288" y="2670175"/>
          <p14:tracePt t="24365" x="4600575" y="2655888"/>
          <p14:tracePt t="24379" x="4608513" y="2641600"/>
          <p14:tracePt t="24395" x="4622800" y="2627313"/>
          <p14:tracePt t="24403" x="4637088" y="2627313"/>
          <p14:tracePt t="24412" x="4659313" y="2627313"/>
          <p14:tracePt t="24420" x="4673600" y="2619375"/>
          <p14:tracePt t="24428" x="4687888" y="2619375"/>
          <p14:tracePt t="24436" x="4710113" y="2605088"/>
          <p14:tracePt t="24445" x="4752975" y="2590800"/>
          <p14:tracePt t="24453" x="4760913" y="2590800"/>
          <p14:tracePt t="24462" x="4789488" y="2576513"/>
          <p14:tracePt t="24466" x="4803775" y="2568575"/>
          <p14:tracePt t="24477" x="4826000" y="2540000"/>
          <p14:tracePt t="24483" x="4840288" y="2540000"/>
          <p14:tracePt t="24494" x="4862513" y="2517775"/>
          <p14:tracePt t="24499" x="4862513" y="2503488"/>
          <p14:tracePt t="24509" x="4891088" y="2489200"/>
          <p14:tracePt t="24515" x="4891088" y="2474913"/>
          <p14:tracePt t="24526" x="4905375" y="2466975"/>
          <p14:tracePt t="24533" x="4913313" y="2452688"/>
          <p14:tracePt t="24545" x="4927600" y="2438400"/>
          <p14:tracePt t="24569" x="4941888" y="2438400"/>
          <p14:tracePt t="24601" x="4941888" y="2466975"/>
          <p14:tracePt t="24610" x="4941888" y="2474913"/>
          <p14:tracePt t="24618" x="4956175" y="2489200"/>
          <p14:tracePt t="24629" x="4956175" y="2517775"/>
          <p14:tracePt t="24635" x="4956175" y="2525713"/>
          <p14:tracePt t="24644" x="4964113" y="2568575"/>
          <p14:tracePt t="24651" x="4978400" y="2576513"/>
          <p14:tracePt t="24661" x="4978400" y="2619375"/>
          <p14:tracePt t="24665" x="4992688" y="2641600"/>
          <p14:tracePt t="24676" x="5006975" y="2655888"/>
          <p14:tracePt t="24683" x="5014913" y="2678113"/>
          <p14:tracePt t="24693" x="5014913" y="2692400"/>
          <p14:tracePt t="24700" x="5029200" y="2706688"/>
          <p14:tracePt t="24707" x="5029200" y="2720975"/>
          <p14:tracePt t="24715" x="5043488" y="2728913"/>
          <p14:tracePt t="24729" x="5057775" y="2743200"/>
          <p14:tracePt t="24745" x="5065713" y="2743200"/>
          <p14:tracePt t="24753" x="5080000" y="2757488"/>
          <p14:tracePt t="24763" x="5094288" y="2757488"/>
          <p14:tracePt t="24770" x="5108575" y="2771775"/>
          <p14:tracePt t="24779" x="5130800" y="2779713"/>
          <p14:tracePt t="24786" x="5145088" y="2779713"/>
          <p14:tracePt t="24796" x="5159375" y="2794000"/>
          <p14:tracePt t="24802" x="5167313" y="2794000"/>
          <p14:tracePt t="24812" x="5181600" y="2794000"/>
          <p14:tracePt t="24819" x="5181600" y="2808288"/>
          <p14:tracePt t="24828" x="5195888" y="2808288"/>
          <p14:tracePt t="24842" x="5210175" y="2808288"/>
          <p14:tracePt t="24992" x="5195888" y="2808288"/>
          <p14:tracePt t="25015" x="5181600" y="2808288"/>
          <p14:tracePt t="25023" x="5167313" y="2808288"/>
          <p14:tracePt t="25039" x="5159375" y="2808288"/>
          <p14:tracePt t="25049" x="5145088" y="2808288"/>
          <p14:tracePt t="25063" x="5130800" y="2808288"/>
          <p14:tracePt t="25071" x="5108575" y="2808288"/>
          <p14:tracePt t="25082" x="5080000" y="2808288"/>
          <p14:tracePt t="25089" x="5057775" y="2808288"/>
          <p14:tracePt t="25097" x="5043488" y="2808288"/>
          <p14:tracePt t="25104" x="5006975" y="2808288"/>
          <p14:tracePt t="25114" x="4978400" y="2808288"/>
          <p14:tracePt t="25121" x="4941888" y="2808288"/>
          <p14:tracePt t="25130" x="4876800" y="2822575"/>
          <p14:tracePt t="25135" x="4854575" y="2822575"/>
          <p14:tracePt t="25146" x="4826000" y="2822575"/>
          <p14:tracePt t="25151" x="4789488" y="2830513"/>
          <p14:tracePt t="25160" x="4760913" y="2830513"/>
          <p14:tracePt t="25169" x="4738688" y="2830513"/>
          <p14:tracePt t="25176" x="4710113" y="2844800"/>
          <p14:tracePt t="25183" x="4687888" y="2844800"/>
          <p14:tracePt t="25192" x="4673600" y="2844800"/>
          <p14:tracePt t="25198" x="4651375" y="2844800"/>
          <p14:tracePt t="25209" x="4622800" y="2844800"/>
          <p14:tracePt t="25215" x="4600575" y="2844800"/>
          <p14:tracePt t="25224" x="4572000" y="2844800"/>
          <p14:tracePt t="25233" x="4557713" y="2844800"/>
          <p14:tracePt t="25241" x="4535488" y="2844800"/>
          <p14:tracePt t="25249" x="4506913" y="2859088"/>
          <p14:tracePt t="25255" x="4498975" y="2859088"/>
          <p14:tracePt t="25265" x="4470400" y="2859088"/>
          <p14:tracePt t="25273" x="4456113" y="2859088"/>
          <p14:tracePt t="25281" x="4433888" y="2859088"/>
          <p14:tracePt t="25289" x="4419600" y="2859088"/>
          <p14:tracePt t="25298" x="4397375" y="2859088"/>
          <p14:tracePt t="25303" x="4383088" y="2859088"/>
          <p14:tracePt t="25315" x="4368800" y="2859088"/>
          <p14:tracePt t="25320" x="4346575" y="2859088"/>
          <p14:tracePt t="25331" x="4318000" y="2859088"/>
          <p14:tracePt t="25336" x="4295775" y="2859088"/>
          <p14:tracePt t="25349" x="4267200" y="2859088"/>
          <p14:tracePt t="25350" x="4244975" y="2859088"/>
          <p14:tracePt t="25358" x="4216400" y="2859088"/>
          <p14:tracePt t="25367" x="4179888" y="2859088"/>
          <p14:tracePt t="25375" x="4165600" y="2859088"/>
          <p14:tracePt t="25383" x="4143375" y="2859088"/>
          <p14:tracePt t="25391" x="4114800" y="2859088"/>
          <p14:tracePt t="25400" x="4092575" y="2859088"/>
          <p14:tracePt t="25408" x="4064000" y="2859088"/>
          <p14:tracePt t="25416" x="4041775" y="2859088"/>
          <p14:tracePt t="25423" x="4013200" y="2859088"/>
          <p14:tracePt t="25432" x="3990975" y="2859088"/>
          <p14:tracePt t="25440" x="3962400" y="2859088"/>
          <p14:tracePt t="25449" x="3948113" y="2859088"/>
          <p14:tracePt t="25454" x="3911600" y="2859088"/>
          <p14:tracePt t="25465" x="3889375" y="2859088"/>
          <p14:tracePt t="25472" x="3875088" y="2859088"/>
          <p14:tracePt t="25482" x="3838575" y="2859088"/>
          <p14:tracePt t="25487" x="3810000" y="2859088"/>
          <p14:tracePt t="25499" x="3787775" y="2859088"/>
          <p14:tracePt t="25504" x="3759200" y="2859088"/>
          <p14:tracePt t="25516" x="3744913" y="2859088"/>
          <p14:tracePt t="25517" x="3722688" y="2859088"/>
          <p14:tracePt t="25525" x="3694113" y="2859088"/>
          <p14:tracePt t="25533" x="3671888" y="2859088"/>
          <p14:tracePt t="25542" x="3657600" y="2859088"/>
          <p14:tracePt t="25550" x="3635375" y="2873375"/>
          <p14:tracePt t="25558" x="3621088" y="2873375"/>
          <p14:tracePt t="25566" x="3606800" y="2873375"/>
          <p14:tracePt t="25574" x="3584575" y="2873375"/>
          <p14:tracePt t="25583" x="3570288" y="2881313"/>
          <p14:tracePt t="25590" x="3556000" y="2881313"/>
          <p14:tracePt t="25599" x="3533775" y="2881313"/>
          <p14:tracePt t="25607" x="3519488" y="2895600"/>
          <p14:tracePt t="25616" x="3505200" y="2895600"/>
          <p14:tracePt t="25621" x="3482975" y="2895600"/>
          <p14:tracePt t="25632" x="3468688" y="2909888"/>
          <p14:tracePt t="25638" x="3440113" y="2909888"/>
          <p14:tracePt t="25649" x="3432175" y="2924175"/>
          <p14:tracePt t="25655" x="3403600" y="2924175"/>
          <p14:tracePt t="25665" x="3381375" y="2932113"/>
          <p14:tracePt t="25670" x="3352800" y="2932113"/>
          <p14:tracePt t="25682" x="3316288" y="2932113"/>
          <p14:tracePt t="25687" x="3302000" y="2946400"/>
          <p14:tracePt t="25697" x="3265488" y="2946400"/>
          <p14:tracePt t="25703" x="3251200" y="2960688"/>
          <p14:tracePt t="25716" x="3228975" y="2960688"/>
          <p14:tracePt t="25717" x="3214688" y="2974975"/>
          <p14:tracePt t="25725" x="3200400" y="2974975"/>
          <p14:tracePt t="25733" x="3186113" y="2974975"/>
          <p14:tracePt t="25742" x="3178175" y="2982913"/>
          <p14:tracePt t="26042" x="3178175" y="2997200"/>
          <p14:tracePt t="26051" x="3163888" y="3033713"/>
          <p14:tracePt t="26059" x="3163888" y="3048000"/>
          <p14:tracePt t="26068" x="3135313" y="3084513"/>
          <p14:tracePt t="26075" x="3135313" y="3113088"/>
          <p14:tracePt t="26084" x="3127375" y="3135313"/>
          <p14:tracePt t="26090" x="3113088" y="3186113"/>
          <p14:tracePt t="26099" x="3084513" y="3214688"/>
          <p14:tracePt t="26106" x="3076575" y="3236913"/>
          <p14:tracePt t="26116" x="3062288" y="3265488"/>
          <p14:tracePt t="26122" x="3048000" y="3287713"/>
          <p14:tracePt t="26131" x="3033713" y="3316288"/>
          <p14:tracePt t="26140" x="3025775" y="3330575"/>
          <p14:tracePt t="26148" x="3011488" y="3338513"/>
          <p14:tracePt t="26157" x="3011488" y="3352800"/>
          <p14:tracePt t="26164" x="2997200" y="3367088"/>
          <p14:tracePt t="26173" x="2982913" y="3381375"/>
          <p14:tracePt t="26186" x="2974975" y="3389313"/>
          <p14:tracePt t="26194" x="2974975" y="3403600"/>
          <p14:tracePt t="26203" x="2960688" y="3403600"/>
          <p14:tracePt t="26211" x="2946400" y="3403600"/>
          <p14:tracePt t="26220" x="2932113" y="3417888"/>
          <p14:tracePt t="26227" x="2924175" y="3417888"/>
          <p14:tracePt t="26235" x="2895600" y="3432175"/>
          <p14:tracePt t="26244" x="2881313" y="3440113"/>
          <p14:tracePt t="26251" x="2873375" y="3440113"/>
          <p14:tracePt t="26258" x="2844800" y="3454400"/>
          <p14:tracePt t="26267" x="2830513" y="3468688"/>
          <p14:tracePt t="26276" x="2822575" y="3468688"/>
          <p14:tracePt t="26283" x="2794000" y="3482975"/>
          <p14:tracePt t="26289" x="2771775" y="3490913"/>
          <p14:tracePt t="26298" x="2743200" y="3505200"/>
          <p14:tracePt t="26308" x="2720975" y="3519488"/>
          <p14:tracePt t="26313" x="2692400" y="3533775"/>
          <p14:tracePt t="26323" x="2670175" y="3541713"/>
          <p14:tracePt t="26330" x="2627313" y="3570288"/>
          <p14:tracePt t="26341" x="2605088" y="3584575"/>
          <p14:tracePt t="26347" x="2576513" y="3592513"/>
          <p14:tracePt t="26357" x="2540000" y="3606800"/>
          <p14:tracePt t="26363" x="2517775" y="3635375"/>
          <p14:tracePt t="26373" x="2489200" y="3643313"/>
          <p14:tracePt t="26381" x="2466975" y="3657600"/>
          <p14:tracePt t="26389" x="2438400" y="3671888"/>
          <p14:tracePt t="26395" x="2416175" y="3686175"/>
          <p14:tracePt t="26405" x="2387600" y="3686175"/>
          <p14:tracePt t="26412" x="2365375" y="3694113"/>
          <p14:tracePt t="26422" x="2336800" y="3708400"/>
          <p14:tracePt t="26423" x="2271713" y="3736975"/>
          <p14:tracePt t="26432" x="2263775" y="3744913"/>
          <p14:tracePt t="26442" x="2235200" y="3759200"/>
          <p14:tracePt t="26450" x="2212975" y="3773488"/>
          <p14:tracePt t="26459" x="2184400" y="3795713"/>
          <p14:tracePt t="26465" x="2162175" y="3810000"/>
          <p14:tracePt t="26475" x="2119313" y="3824288"/>
          <p14:tracePt t="26482" x="2097088" y="3846513"/>
          <p14:tracePt t="26490" x="2082800" y="3860800"/>
          <p14:tracePt t="26497" x="2060575" y="3875088"/>
          <p14:tracePt t="26508" x="2032000" y="3889375"/>
          <p14:tracePt t="26514" x="2017713" y="3897313"/>
          <p14:tracePt t="26524" x="1995488" y="3911600"/>
          <p14:tracePt t="26530" x="1966913" y="3925888"/>
          <p14:tracePt t="26540" x="1944688" y="3948113"/>
          <p14:tracePt t="26546" x="1916113" y="3962400"/>
          <p14:tracePt t="26556" x="1893888" y="3990975"/>
          <p14:tracePt t="26562" x="1865313" y="3998913"/>
          <p14:tracePt t="26572" x="1843088" y="4027488"/>
          <p14:tracePt t="26580" x="1814513" y="4041775"/>
          <p14:tracePt t="26589" x="1792288" y="4049713"/>
          <p14:tracePt t="26595" x="1763713" y="4064000"/>
          <p14:tracePt t="26606" x="1741488" y="4092575"/>
          <p14:tracePt t="26607" x="1712913" y="4100513"/>
          <p14:tracePt t="26616" x="1704975" y="4129088"/>
          <p14:tracePt t="26624" x="1690688" y="4143375"/>
          <p14:tracePt t="26632" x="1662113" y="4151313"/>
          <p14:tracePt t="26641" x="1654175" y="4179888"/>
          <p14:tracePt t="26649" x="1639888" y="4194175"/>
          <p14:tracePt t="26657" x="1625600" y="4216400"/>
          <p14:tracePt t="26665" x="1611313" y="4230688"/>
          <p14:tracePt t="26673" x="1611313" y="4252913"/>
          <p14:tracePt t="26681" x="1603375" y="4267200"/>
          <p14:tracePt t="26690" x="1589088" y="4295775"/>
          <p14:tracePt t="26697" x="1574800" y="4303713"/>
          <p14:tracePt t="26707" x="1574800" y="4318000"/>
          <p14:tracePt t="26713" x="1560513" y="4332288"/>
          <p14:tracePt t="26723" x="1560513" y="4346575"/>
          <p14:tracePt t="26729" x="1560513" y="4354513"/>
          <p14:tracePt t="26739" x="1560513" y="4368800"/>
          <p14:tracePt t="26750" x="1552575" y="4397375"/>
          <p14:tracePt t="26759" x="1552575" y="4405313"/>
          <p14:tracePt t="26767" x="1552575" y="4419600"/>
          <p14:tracePt t="26776" x="1552575" y="4448175"/>
          <p14:tracePt t="26783" x="1552575" y="4484688"/>
          <p14:tracePt t="26791" x="1552575" y="4535488"/>
          <p14:tracePt t="26799" x="1552575" y="4572000"/>
          <p14:tracePt t="26808" x="1560513" y="4608513"/>
          <p14:tracePt t="26816" x="1589088" y="4659313"/>
          <p14:tracePt t="26824" x="1603375" y="4710113"/>
          <p14:tracePt t="26832" x="1611313" y="4738688"/>
          <p14:tracePt t="26841" x="1625600" y="4775200"/>
          <p14:tracePt t="26847" x="1654175" y="4811713"/>
          <p14:tracePt t="26857" x="1662113" y="4854575"/>
          <p14:tracePt t="26864" x="1676400" y="4876800"/>
          <p14:tracePt t="26878" x="1690688" y="4905375"/>
          <p14:tracePt t="26879" x="1704975" y="4913313"/>
          <p14:tracePt t="26890" x="1712913" y="4927600"/>
          <p14:tracePt t="26897" x="1727200" y="4941888"/>
          <p14:tracePt t="26906" x="1741488" y="4956175"/>
          <p14:tracePt t="26914" x="1755775" y="4964113"/>
          <p14:tracePt t="26925" x="1778000" y="4978400"/>
          <p14:tracePt t="26933" x="1792288" y="4978400"/>
          <p14:tracePt t="26943" x="1806575" y="4992688"/>
          <p14:tracePt t="26950" x="1814513" y="5006975"/>
          <p14:tracePt t="26959" x="1843088" y="5014913"/>
          <p14:tracePt t="26970" x="1857375" y="5029200"/>
          <p14:tracePt t="26977" x="1879600" y="5043488"/>
          <p14:tracePt t="26987" x="1908175" y="5057775"/>
          <p14:tracePt t="26993" x="1916113" y="5065713"/>
          <p14:tracePt t="27000" x="1944688" y="5080000"/>
          <p14:tracePt t="27006" x="1981200" y="5108575"/>
          <p14:tracePt t="27016" x="2009775" y="5116513"/>
          <p14:tracePt t="27024" x="2046288" y="5130800"/>
          <p14:tracePt t="27031" x="2068513" y="5145088"/>
          <p14:tracePt t="27041" x="2097088" y="5159375"/>
          <p14:tracePt t="27048" x="2133600" y="5159375"/>
          <p14:tracePt t="27057" x="2162175" y="5167313"/>
          <p14:tracePt t="27063" x="2198688" y="5167313"/>
          <p14:tracePt t="27072" x="2220913" y="5181600"/>
          <p14:tracePt t="27080" x="2263775" y="5181600"/>
          <p14:tracePt t="27089" x="2271713" y="5195888"/>
          <p14:tracePt t="27097" x="2314575" y="5195888"/>
          <p14:tracePt t="27106" x="2322513" y="5210175"/>
          <p14:tracePt t="27114" x="2351088" y="5210175"/>
          <p14:tracePt t="27122" x="2373313" y="5210175"/>
          <p14:tracePt t="27124" x="2401888" y="5210175"/>
          <p14:tracePt t="27132" x="2452688" y="5210175"/>
          <p14:tracePt t="27141" x="2466975" y="5210175"/>
          <p14:tracePt t="27149" x="2540000" y="5210175"/>
          <p14:tracePt t="27157" x="2576513" y="5210175"/>
          <p14:tracePt t="27165" x="2627313" y="5210175"/>
          <p14:tracePt t="27174" x="2678113" y="5210175"/>
          <p14:tracePt t="27181" x="2728913" y="5210175"/>
          <p14:tracePt t="27190" x="2771775" y="5210175"/>
          <p14:tracePt t="27198" x="2859088" y="5181600"/>
          <p14:tracePt t="27208" x="2881313" y="5181600"/>
          <p14:tracePt t="27214" x="2932113" y="5181600"/>
          <p14:tracePt t="27223" x="2982913" y="5167313"/>
          <p14:tracePt t="27230" x="3048000" y="5167313"/>
          <p14:tracePt t="27240" x="3084513" y="5167313"/>
          <p14:tracePt t="27246" x="3149600" y="5159375"/>
          <p14:tracePt t="27256" x="3186113" y="5145088"/>
          <p14:tracePt t="27262" x="3214688" y="5145088"/>
          <p14:tracePt t="27272" x="3287713" y="5130800"/>
          <p14:tracePt t="27280" x="3338513" y="5116513"/>
          <p14:tracePt t="27289" x="3381375" y="5116513"/>
          <p14:tracePt t="27296" x="3440113" y="5108575"/>
          <p14:tracePt t="27305" x="3490913" y="5108575"/>
          <p14:tracePt t="27312" x="3533775" y="5094288"/>
          <p14:tracePt t="27322" x="3584575" y="5094288"/>
          <p14:tracePt t="27323" x="3621088" y="5080000"/>
          <p14:tracePt t="27332" x="3671888" y="5065713"/>
          <p14:tracePt t="27341" x="3736975" y="5065713"/>
          <p14:tracePt t="27349" x="3773488" y="5065713"/>
          <p14:tracePt t="27357" x="3838575" y="5057775"/>
          <p14:tracePt t="27365" x="3889375" y="5057775"/>
          <p14:tracePt t="27374" x="3940175" y="5043488"/>
          <p14:tracePt t="27381" x="4013200" y="5043488"/>
          <p14:tracePt t="27390" x="4064000" y="5029200"/>
          <p14:tracePt t="27397" x="4114800" y="5029200"/>
          <p14:tracePt t="27408" x="4179888" y="5029200"/>
          <p14:tracePt t="27415" x="4216400" y="5014913"/>
          <p14:tracePt t="27423" x="4295775" y="5014913"/>
          <p14:tracePt t="27430" x="4318000" y="5014913"/>
          <p14:tracePt t="27439" x="4405313" y="5014913"/>
          <p14:tracePt t="27446" x="4448175" y="5006975"/>
          <p14:tracePt t="27456" x="4470400" y="5006975"/>
          <p14:tracePt t="27462" x="4557713" y="4992688"/>
          <p14:tracePt t="27472" x="4600575" y="4992688"/>
          <p14:tracePt t="27479" x="4651375" y="4992688"/>
          <p14:tracePt t="27489" x="4702175" y="4992688"/>
          <p14:tracePt t="27490" x="4738688" y="4992688"/>
          <p14:tracePt t="27498" x="4775200" y="4992688"/>
          <p14:tracePt t="27508" x="4811713" y="4992688"/>
          <p14:tracePt t="27515" x="4840288" y="4992688"/>
          <p14:tracePt t="27524" x="4876800" y="4992688"/>
          <p14:tracePt t="27531" x="4905375" y="4992688"/>
          <p14:tracePt t="27541" x="4941888" y="4992688"/>
          <p14:tracePt t="27548" x="4964113" y="4992688"/>
          <p14:tracePt t="27557" x="4992688" y="4992688"/>
          <p14:tracePt t="27564" x="5014913" y="4992688"/>
          <p14:tracePt t="27573" x="5029200" y="4992688"/>
          <p14:tracePt t="27579" x="5094288" y="4992688"/>
          <p14:tracePt t="27589" x="5108575" y="4992688"/>
          <p14:tracePt t="27596" x="5167313" y="4992688"/>
          <p14:tracePt t="27607" x="5195888" y="4992688"/>
          <p14:tracePt t="27612" x="5232400" y="4992688"/>
          <p14:tracePt t="27622" x="5268913" y="4992688"/>
          <p14:tracePt t="27629" x="5319713" y="4992688"/>
          <p14:tracePt t="27639" x="5362575" y="4992688"/>
          <p14:tracePt t="27646" x="5399088" y="4992688"/>
          <p14:tracePt t="27656" x="5421313" y="4992688"/>
          <p14:tracePt t="27657" x="5464175" y="4992688"/>
          <p14:tracePt t="27665" x="5486400" y="4992688"/>
          <p14:tracePt t="27674" x="5514975" y="4992688"/>
          <p14:tracePt t="27682" x="5537200" y="4992688"/>
          <p14:tracePt t="27690" x="5588000" y="4992688"/>
          <p14:tracePt t="27698" x="5624513" y="4992688"/>
          <p14:tracePt t="27707" x="5653088" y="4992688"/>
          <p14:tracePt t="27715" x="5718175" y="4992688"/>
          <p14:tracePt t="27724" x="5754688" y="4992688"/>
          <p14:tracePt t="27730" x="5776913" y="4992688"/>
          <p14:tracePt t="27740" x="5842000" y="4992688"/>
          <p14:tracePt t="27747" x="5892800" y="4992688"/>
          <p14:tracePt t="27756" x="5929313" y="4992688"/>
          <p14:tracePt t="27763" x="5980113" y="4992688"/>
          <p14:tracePt t="27772" x="6022975" y="4992688"/>
          <p14:tracePt t="27780" x="6073775" y="4992688"/>
          <p14:tracePt t="27789" x="6110288" y="4978400"/>
          <p14:tracePt t="27796" x="6132513" y="4978400"/>
          <p14:tracePt t="27805" x="6175375" y="4964113"/>
          <p14:tracePt t="27813" x="6211888" y="4964113"/>
          <p14:tracePt t="27822" x="6248400" y="4964113"/>
          <p14:tracePt t="27828" x="6284913" y="4956175"/>
          <p14:tracePt t="27839" x="6313488" y="4956175"/>
          <p14:tracePt t="27841" x="6335713" y="4956175"/>
          <p14:tracePt t="27849" x="6378575" y="4941888"/>
          <p14:tracePt t="27857" x="6400800" y="4941888"/>
          <p14:tracePt t="27865" x="6429375" y="4927600"/>
          <p14:tracePt t="27875" x="6465888" y="4927600"/>
          <p14:tracePt t="27882" x="6488113" y="4913313"/>
          <p14:tracePt t="27891" x="6502400" y="4913313"/>
          <p14:tracePt t="27898" x="6530975" y="4913313"/>
          <p14:tracePt t="27907" x="6553200" y="4905375"/>
          <p14:tracePt t="27914" x="6567488" y="4905375"/>
          <p14:tracePt t="27923" x="6589713" y="4891088"/>
          <p14:tracePt t="27930" x="6604000" y="4891088"/>
          <p14:tracePt t="27940" x="6618288" y="4876800"/>
          <p14:tracePt t="27947" x="6632575" y="4876800"/>
          <p14:tracePt t="27954" x="6640513" y="4862513"/>
          <p14:tracePt t="27962" x="6654800" y="4854575"/>
          <p14:tracePt t="27972" x="6669088" y="4854575"/>
          <p14:tracePt t="27980" x="6691313" y="4840288"/>
          <p14:tracePt t="27989" x="6705600" y="4826000"/>
          <p14:tracePt t="27999" x="6734175" y="4811713"/>
          <p14:tracePt t="28015" x="6742113" y="4803775"/>
          <p14:tracePt t="28023" x="6742113" y="4789488"/>
          <p14:tracePt t="28039" x="6756400" y="4775200"/>
          <p14:tracePt t="28047" x="6756400" y="4760913"/>
          <p14:tracePt t="28062" x="6770688" y="4752975"/>
          <p14:tracePt t="28072" x="6770688" y="4738688"/>
          <p14:tracePt t="28080" x="6784975" y="4724400"/>
          <p14:tracePt t="28089" x="6784975" y="4702175"/>
          <p14:tracePt t="28096" x="6784975" y="4673600"/>
          <p14:tracePt t="28106" x="6784975" y="4659313"/>
          <p14:tracePt t="28113" x="6792913" y="4608513"/>
          <p14:tracePt t="28121" x="6792913" y="4600575"/>
          <p14:tracePt t="28129" x="6792913" y="4557713"/>
          <p14:tracePt t="28138" x="6792913" y="4535488"/>
          <p14:tracePt t="28145" x="6792913" y="4506913"/>
          <p14:tracePt t="28154" x="6792913" y="4484688"/>
          <p14:tracePt t="28160" x="6792913" y="4456113"/>
          <p14:tracePt t="28169" x="6792913" y="4448175"/>
          <p14:tracePt t="28177" x="6792913" y="4433888"/>
          <p14:tracePt t="28184" x="6792913" y="4405313"/>
          <p14:tracePt t="28192" x="6792913" y="4397375"/>
          <p14:tracePt t="28207" x="6792913" y="4383088"/>
          <p14:tracePt t="28214" x="6792913" y="4368800"/>
          <p14:tracePt t="28230" x="6792913" y="4354513"/>
          <p14:tracePt t="28239" x="6792913" y="4332288"/>
          <p14:tracePt t="28247" x="6784975" y="4318000"/>
          <p14:tracePt t="28256" x="6770688" y="4295775"/>
          <p14:tracePt t="28263" x="6756400" y="4281488"/>
          <p14:tracePt t="28273" x="6742113" y="4252913"/>
          <p14:tracePt t="28279" x="6734175" y="4230688"/>
          <p14:tracePt t="28289" x="6705600" y="4216400"/>
          <p14:tracePt t="28295" x="6705600" y="4202113"/>
          <p14:tracePt t="28305" x="6691313" y="4194175"/>
          <p14:tracePt t="28311" x="6683375" y="4194175"/>
          <p14:tracePt t="28321" x="6683375" y="4179888"/>
          <p14:tracePt t="28328" x="6669088" y="4179888"/>
          <p14:tracePt t="28338" x="6669088" y="4165600"/>
          <p14:tracePt t="28343" x="6654800" y="4165600"/>
          <p14:tracePt t="28353" x="6640513" y="4151313"/>
          <p14:tracePt t="28360" x="6632575" y="4151313"/>
          <p14:tracePt t="28370" x="6618288" y="4143375"/>
          <p14:tracePt t="28377" x="6589713" y="4129088"/>
          <p14:tracePt t="28384" x="6553200" y="4114800"/>
          <p14:tracePt t="28390" x="6516688" y="4100513"/>
          <p14:tracePt t="28400" x="6480175" y="4092575"/>
          <p14:tracePt t="28408" x="6451600" y="4078288"/>
          <p14:tracePt t="28415" x="6415088" y="4064000"/>
          <p14:tracePt t="28422" x="6335713" y="4041775"/>
          <p14:tracePt t="28432" x="6313488" y="4027488"/>
          <p14:tracePt t="28440" x="6248400" y="3998913"/>
          <p14:tracePt t="28447" x="6226175" y="3998913"/>
          <p14:tracePt t="28457" x="6183313" y="3990975"/>
          <p14:tracePt t="28464" x="6146800" y="3976688"/>
          <p14:tracePt t="28474" x="6096000" y="3948113"/>
          <p14:tracePt t="28480" x="6059488" y="3940175"/>
          <p14:tracePt t="28489" x="6022975" y="3925888"/>
          <p14:tracePt t="28496" x="5980113" y="3911600"/>
          <p14:tracePt t="28506" x="5957888" y="3911600"/>
          <p14:tracePt t="28512" x="5929313" y="3897313"/>
          <p14:tracePt t="28522" x="5907088" y="3897313"/>
          <p14:tracePt t="28528" x="5878513" y="3889375"/>
          <p14:tracePt t="28540" x="5856288" y="3889375"/>
          <p14:tracePt t="28541" x="5819775" y="3875088"/>
          <p14:tracePt t="28549" x="5805488" y="3875088"/>
          <p14:tracePt t="28557" x="5776913" y="3860800"/>
          <p14:tracePt t="28566" x="5740400" y="3860800"/>
          <p14:tracePt t="28574" x="5718175" y="3846513"/>
          <p14:tracePt t="28582" x="5689600" y="3838575"/>
          <p14:tracePt t="28591" x="5653088" y="3824288"/>
          <p14:tracePt t="28599" x="5638800" y="3824288"/>
          <p14:tracePt t="28607" x="5624513" y="3810000"/>
          <p14:tracePt t="28614" x="5602288" y="3810000"/>
          <p14:tracePt t="28628" x="5588000" y="3795713"/>
          <p14:tracePt t="28638" x="5573713" y="3795713"/>
          <p14:tracePt t="28668" x="5565775" y="3795713"/>
          <p14:tracePt t="28676" x="5565775" y="3787775"/>
          <p14:tracePt t="28684" x="5551488" y="3787775"/>
          <p14:tracePt t="28692" x="5551488" y="3773488"/>
          <p14:tracePt t="28700" x="5537200" y="3773488"/>
          <p14:tracePt t="28709" x="5537200" y="3744913"/>
          <p14:tracePt t="28720" x="5522913" y="3744913"/>
          <p14:tracePt t="28732" x="5514975" y="3736975"/>
          <p14:tracePt t="28740" x="5514975" y="3722688"/>
          <p14:tracePt t="28755" x="5500688" y="3708400"/>
          <p14:tracePt t="28771" x="5500688" y="3694113"/>
          <p14:tracePt t="28779" x="5486400" y="3694113"/>
          <p14:tracePt t="28788" x="5486400" y="3686175"/>
          <p14:tracePt t="28804" x="5486400" y="3671888"/>
          <p14:tracePt t="28811" x="5486400" y="3657600"/>
          <p14:tracePt t="28827" x="5486400" y="3643313"/>
          <p14:tracePt t="28836" x="5486400" y="3635375"/>
          <p14:tracePt t="28844" x="5486400" y="3606800"/>
          <p14:tracePt t="28853" x="5486400" y="3592513"/>
          <p14:tracePt t="28861" x="5486400" y="3570288"/>
          <p14:tracePt t="28870" x="5486400" y="3541713"/>
          <p14:tracePt t="28877" x="5486400" y="3519488"/>
          <p14:tracePt t="28884" x="5486400" y="3505200"/>
          <p14:tracePt t="28893" x="5486400" y="3482975"/>
          <p14:tracePt t="28904" x="5486400" y="3440113"/>
          <p14:tracePt t="28909" x="5486400" y="3417888"/>
          <p14:tracePt t="28916" x="5500688" y="3389313"/>
          <p14:tracePt t="28925" x="5500688" y="3367088"/>
          <p14:tracePt t="28932" x="5500688" y="3352800"/>
          <p14:tracePt t="28939" x="5500688" y="3330575"/>
          <p14:tracePt t="28948" x="5500688" y="3316288"/>
          <p14:tracePt t="28958" x="5500688" y="3287713"/>
          <p14:tracePt t="28963" x="5514975" y="3279775"/>
          <p14:tracePt t="28975" x="5514975" y="3265488"/>
          <p14:tracePt t="28979" x="5514975" y="3251200"/>
          <p14:tracePt t="28991" x="5522913" y="3236913"/>
          <p14:tracePt t="28996" x="5522913" y="3228975"/>
          <p14:tracePt t="29006" x="5522913" y="3200400"/>
          <p14:tracePt t="29011" x="5522913" y="3186113"/>
          <p14:tracePt t="29022" x="5522913" y="3163888"/>
          <p14:tracePt t="29029" x="5537200" y="3149600"/>
          <p14:tracePt t="29039" x="5537200" y="3127375"/>
          <p14:tracePt t="29044" x="5537200" y="3098800"/>
          <p14:tracePt t="29055" x="5551488" y="3076575"/>
          <p14:tracePt t="29063" x="5551488" y="3062288"/>
          <p14:tracePt t="29065" x="5551488" y="3048000"/>
          <p14:tracePt t="29074" x="5551488" y="3025775"/>
          <p14:tracePt t="29082" x="5551488" y="3011488"/>
          <p14:tracePt t="29091" x="5551488" y="2997200"/>
          <p14:tracePt t="29099" x="5551488" y="2982913"/>
          <p14:tracePt t="29113" x="5551488" y="2974975"/>
          <p14:tracePt t="29123" x="5551488" y="2960688"/>
          <p14:tracePt t="29137" x="5551488" y="2946400"/>
          <p14:tracePt t="29154" x="5551488" y="2932113"/>
          <p14:tracePt t="29192" x="5551488" y="2924175"/>
          <p14:tracePt t="29208" x="5537200" y="2924175"/>
          <p14:tracePt t="29225" x="5522913" y="2924175"/>
          <p14:tracePt t="29233" x="5522913" y="2909888"/>
          <p14:tracePt t="29248" x="5514975" y="2909888"/>
          <p14:tracePt t="29257" x="5500688" y="2909888"/>
          <p14:tracePt t="29265" x="5500688" y="2895600"/>
          <p14:tracePt t="29273" x="5486400" y="2895600"/>
          <p14:tracePt t="29281" x="5472113" y="2895600"/>
          <p14:tracePt t="29290" x="5464175" y="2895600"/>
          <p14:tracePt t="29298" x="5449888" y="2881313"/>
          <p14:tracePt t="29306" x="5435600" y="2881313"/>
          <p14:tracePt t="29314" x="5421313" y="2881313"/>
          <p14:tracePt t="29323" x="5413375" y="2873375"/>
          <p14:tracePt t="29330" x="5399088" y="2873375"/>
          <p14:tracePt t="29339" x="5384800" y="2859088"/>
          <p14:tracePt t="29346" x="5370513" y="2859088"/>
          <p14:tracePt t="29356" x="5362575" y="2859088"/>
          <p14:tracePt t="29362" x="5334000" y="2859088"/>
          <p14:tracePt t="29371" x="5319713" y="2859088"/>
          <p14:tracePt t="29378" x="5297488" y="2859088"/>
          <p14:tracePt t="29388" x="5260975" y="2844800"/>
          <p14:tracePt t="29394" x="5232400" y="2844800"/>
          <p14:tracePt t="29401" x="5210175" y="2844800"/>
          <p14:tracePt t="29410" x="5181600" y="2844800"/>
          <p14:tracePt t="29419" x="5159375" y="2830513"/>
          <p14:tracePt t="29425" x="5130800" y="2830513"/>
          <p14:tracePt t="29434" x="5108575" y="2830513"/>
          <p14:tracePt t="29441" x="5094288" y="2830513"/>
          <p14:tracePt t="29454" x="5080000" y="2822575"/>
          <p14:tracePt t="29456" x="5057775" y="2822575"/>
          <p14:tracePt t="29465" x="5043488" y="2822575"/>
          <p14:tracePt t="29473" x="5029200" y="2822575"/>
          <p14:tracePt t="29481" x="5014913" y="2822575"/>
          <p14:tracePt t="29490" x="4992688" y="2822575"/>
          <p14:tracePt t="29498" x="4964113" y="2808288"/>
          <p14:tracePt t="29508" x="4956175" y="2808288"/>
          <p14:tracePt t="29513" x="4941888" y="2808288"/>
          <p14:tracePt t="29524" x="4913313" y="2808288"/>
          <p14:tracePt t="29529" x="4891088" y="2808288"/>
          <p14:tracePt t="29538" x="4876800" y="2808288"/>
          <p14:tracePt t="29546" x="4854575" y="2808288"/>
          <p14:tracePt t="29554" x="4840288" y="2808288"/>
          <p14:tracePt t="29561" x="4826000" y="2808288"/>
          <p14:tracePt t="29570" x="4811713" y="2808288"/>
          <p14:tracePt t="29578" x="4803775" y="2808288"/>
          <p14:tracePt t="29586" x="4789488" y="2808288"/>
          <p14:tracePt t="29594" x="4760913" y="2808288"/>
          <p14:tracePt t="29599" x="4752975" y="2808288"/>
          <p14:tracePt t="29609" x="4724400" y="2808288"/>
          <p14:tracePt t="29616" x="4702175" y="2808288"/>
          <p14:tracePt t="29625" x="4673600" y="2808288"/>
          <p14:tracePt t="29632" x="4622800" y="2808288"/>
          <p14:tracePt t="29640" x="4608513" y="2808288"/>
          <p14:tracePt t="29648" x="4572000" y="2808288"/>
          <p14:tracePt t="29657" x="4535488" y="2808288"/>
          <p14:tracePt t="29665" x="4498975" y="2808288"/>
          <p14:tracePt t="29673" x="4470400" y="2808288"/>
          <p14:tracePt t="29680" x="4448175" y="2808288"/>
          <p14:tracePt t="29690" x="4419600" y="2808288"/>
          <p14:tracePt t="29695" x="4383088" y="2808288"/>
          <p14:tracePt t="29706" x="4368800" y="2808288"/>
          <p14:tracePt t="29711" x="4346575" y="2808288"/>
          <p14:tracePt t="29722" x="4303713" y="2808288"/>
          <p14:tracePt t="29729" x="4267200" y="2808288"/>
          <p14:tracePt t="29738" x="4244975" y="2808288"/>
          <p14:tracePt t="29743" x="4216400" y="2808288"/>
          <p14:tracePt t="29755" x="4179888" y="2808288"/>
          <p14:tracePt t="29762" x="4143375" y="2808288"/>
          <p14:tracePt t="29772" x="4092575" y="2822575"/>
          <p14:tracePt t="29778" x="4064000" y="2822575"/>
          <p14:tracePt t="29789" x="4027488" y="2830513"/>
          <p14:tracePt t="29791" x="3990975" y="2830513"/>
          <p14:tracePt t="29800" x="3962400" y="2844800"/>
          <p14:tracePt t="29807" x="3925888" y="2844800"/>
          <p14:tracePt t="29815" x="3911600" y="2844800"/>
          <p14:tracePt t="29825" x="3875088" y="2859088"/>
          <p14:tracePt t="29832" x="3846513" y="2859088"/>
          <p14:tracePt t="29840" x="3838575" y="2873375"/>
          <p14:tracePt t="29848" x="3824288" y="2873375"/>
          <p14:tracePt t="29857" x="3795713" y="2881313"/>
          <p14:tracePt t="29864" x="3787775" y="2881313"/>
          <p14:tracePt t="29873" x="3773488" y="2881313"/>
          <p14:tracePt t="29880" x="3759200" y="2881313"/>
          <p14:tracePt t="29890" x="3744913" y="2881313"/>
          <p14:tracePt t="29895" x="3744913" y="2895600"/>
          <p14:tracePt t="29905" x="3736975" y="2895600"/>
          <p14:tracePt t="30152" x="3744913" y="2895600"/>
          <p14:tracePt t="30160" x="3787775" y="2909888"/>
          <p14:tracePt t="30168" x="3838575" y="2946400"/>
          <p14:tracePt t="30177" x="3889375" y="2982913"/>
          <p14:tracePt t="30186" x="3940175" y="3025775"/>
          <p14:tracePt t="30194" x="4013200" y="3098800"/>
          <p14:tracePt t="30201" x="4114800" y="3178175"/>
          <p14:tracePt t="30208" x="4202113" y="3265488"/>
          <p14:tracePt t="30218" x="4303713" y="3352800"/>
          <p14:tracePt t="30227" x="4405313" y="3417888"/>
          <p14:tracePt t="30232" x="4484688" y="3482975"/>
          <p14:tracePt t="30243" x="4557713" y="3533775"/>
          <p14:tracePt t="30248" x="4637088" y="3592513"/>
          <p14:tracePt t="30259" x="4659313" y="3606800"/>
          <p14:tracePt t="30265" x="4702175" y="3643313"/>
          <p14:tracePt t="30275" x="4752975" y="3686175"/>
          <p14:tracePt t="30281" x="4775200" y="3708400"/>
          <p14:tracePt t="30292" x="4811713" y="3722688"/>
          <p14:tracePt t="30300" x="4840288" y="3744913"/>
          <p14:tracePt t="30309" x="4862513" y="3759200"/>
          <p14:tracePt t="30310" x="4891088" y="3787775"/>
          <p14:tracePt t="30319" x="4905375" y="3795713"/>
          <p14:tracePt t="30329" x="4927600" y="3810000"/>
          <p14:tracePt t="30337" x="4964113" y="3838575"/>
          <p14:tracePt t="30345" x="5006975" y="3860800"/>
          <p14:tracePt t="30353" x="5029200" y="3860800"/>
          <p14:tracePt t="30361" x="5057775" y="3889375"/>
          <p14:tracePt t="30368" x="5116513" y="3911600"/>
          <p14:tracePt t="30376" x="5130800" y="3925888"/>
          <p14:tracePt t="30385" x="5181600" y="3948113"/>
          <p14:tracePt t="30395" x="5218113" y="3962400"/>
          <p14:tracePt t="30400" x="5260975" y="3990975"/>
          <p14:tracePt t="30409" x="5297488" y="3998913"/>
          <p14:tracePt t="30417" x="5319713" y="3998913"/>
          <p14:tracePt t="30427" x="5348288" y="4013200"/>
          <p14:tracePt t="30433" x="5384800" y="4027488"/>
          <p14:tracePt t="30442" x="5413375" y="4041775"/>
          <p14:tracePt t="30449" x="5449888" y="4049713"/>
          <p14:tracePt t="30459" x="5464175" y="4064000"/>
          <p14:tracePt t="30468" x="5500688" y="4064000"/>
          <p14:tracePt t="30470" x="5522913" y="4078288"/>
          <p14:tracePt t="30479" x="5551488" y="4078288"/>
          <p14:tracePt t="30487" x="5573713" y="4092575"/>
          <p14:tracePt t="30497" x="5602288" y="4092575"/>
          <p14:tracePt t="30504" x="5616575" y="4092575"/>
          <p14:tracePt t="30512" x="5624513" y="4092575"/>
          <p14:tracePt t="30526" x="5638800" y="4092575"/>
          <p14:tracePt t="30534" x="5653088" y="4092575"/>
          <p14:tracePt t="30558" x="5667375" y="4092575"/>
          <p14:tracePt t="30581" x="5675313" y="4092575"/>
          <p14:tracePt t="30597" x="5689600" y="4092575"/>
          <p14:tracePt t="30606" x="5703888" y="4092575"/>
          <p14:tracePt t="30614" x="5718175" y="4092575"/>
          <p14:tracePt t="30623" x="5726113" y="4092575"/>
          <p14:tracePt t="30631" x="5740400" y="4092575"/>
          <p14:tracePt t="30639" x="5754688" y="4092575"/>
          <p14:tracePt t="30647" x="5768975" y="4092575"/>
          <p14:tracePt t="30656" x="5791200" y="4092575"/>
          <p14:tracePt t="30663" x="5805488" y="4092575"/>
          <p14:tracePt t="30671" x="5827713" y="4092575"/>
          <p14:tracePt t="30679" x="5842000" y="4092575"/>
          <p14:tracePt t="30687" x="5856288" y="4092575"/>
          <p14:tracePt t="30695" x="5870575" y="4092575"/>
          <p14:tracePt t="30707" x="5892800" y="4078288"/>
          <p14:tracePt t="30714" x="5907088" y="4078288"/>
          <p14:tracePt t="30726" x="5929313" y="4064000"/>
          <p14:tracePt t="30735" x="5943600" y="4064000"/>
          <p14:tracePt t="30745" x="5957888" y="4049713"/>
          <p14:tracePt t="30753" x="5972175" y="4049713"/>
          <p14:tracePt t="30762" x="5980113" y="4041775"/>
          <p14:tracePt t="30770" x="6008688" y="4041775"/>
          <p14:tracePt t="30776" x="6022975" y="4027488"/>
          <p14:tracePt t="30786" x="6045200" y="4013200"/>
          <p14:tracePt t="30796" x="6059488" y="4013200"/>
          <p14:tracePt t="30798" x="6096000" y="3998913"/>
          <p14:tracePt t="30809" x="6124575" y="3990975"/>
          <p14:tracePt t="30817" x="6132513" y="3976688"/>
          <p14:tracePt t="30827" x="6161088" y="3962400"/>
          <p14:tracePt t="30829" x="6183313" y="3948113"/>
          <p14:tracePt t="30840" x="6211888" y="3948113"/>
          <p14:tracePt t="30848" x="6226175" y="3940175"/>
          <p14:tracePt t="30858" x="6234113" y="3925888"/>
          <p14:tracePt t="30868" x="6262688" y="3925888"/>
          <p14:tracePt t="30869" x="6276975" y="3911600"/>
          <p14:tracePt t="30884" x="6299200" y="3897313"/>
          <p14:tracePt t="30896" x="6299200" y="3889375"/>
          <p14:tracePt t="30904" x="6313488" y="3889375"/>
          <p14:tracePt t="30911" x="6327775" y="3875088"/>
          <p14:tracePt t="30925" x="6335713" y="3875088"/>
          <p14:tracePt t="30926" x="6350000" y="3860800"/>
          <p14:tracePt t="30934" x="6364288" y="3860800"/>
          <p14:tracePt t="30944" x="6386513" y="3846513"/>
          <p14:tracePt t="30956" x="6400800" y="3846513"/>
          <p14:tracePt t="30965" x="6415088" y="3838575"/>
          <p14:tracePt t="30975" x="6429375" y="3838575"/>
          <p14:tracePt t="30987" x="6437313" y="3838575"/>
          <p14:tracePt t="30996" x="6451600" y="3838575"/>
          <p14:tracePt t="31007" x="6465888" y="3838575"/>
          <p14:tracePt t="31013" x="6480175" y="3838575"/>
          <p14:tracePt t="31022" x="6488113" y="3838575"/>
          <p14:tracePt t="31030" x="6502400" y="3838575"/>
          <p14:tracePt t="31037" x="6516688" y="3838575"/>
          <p14:tracePt t="31045" x="6530975" y="3838575"/>
          <p14:tracePt t="31057" x="6538913" y="3838575"/>
          <p14:tracePt t="31059" x="6553200" y="3838575"/>
          <p14:tracePt t="31067" x="6567488" y="3838575"/>
          <p14:tracePt t="31076" x="6589713" y="3838575"/>
          <p14:tracePt t="31091" x="6604000" y="3838575"/>
          <p14:tracePt t="31099" x="6618288" y="3838575"/>
          <p14:tracePt t="31109" x="6632575" y="3838575"/>
          <p14:tracePt t="31116" x="6640513" y="3838575"/>
          <p14:tracePt t="31126" x="6640513" y="3846513"/>
          <p14:tracePt t="31133" x="6654800" y="3846513"/>
          <p14:tracePt t="31141" x="6669088" y="3860800"/>
          <p14:tracePt t="31148" x="6669088" y="3875088"/>
          <p14:tracePt t="31157" x="6691313" y="3889375"/>
          <p14:tracePt t="31165" x="6691313" y="3897313"/>
          <p14:tracePt t="31174" x="6719888" y="3911600"/>
          <p14:tracePt t="31179" x="6734175" y="3925888"/>
          <p14:tracePt t="31190" x="6742113" y="3948113"/>
          <p14:tracePt t="31197" x="6756400" y="3962400"/>
          <p14:tracePt t="31206" x="6770688" y="3962400"/>
          <p14:tracePt t="31211" x="6784975" y="3990975"/>
          <p14:tracePt t="31219" x="6792913" y="3990975"/>
          <p14:tracePt t="31229" x="6807200" y="3998913"/>
          <p14:tracePt t="31236" x="6821488" y="3998913"/>
          <p14:tracePt t="31243" x="6821488" y="4013200"/>
          <p14:tracePt t="31252" x="6835775" y="4013200"/>
          <p14:tracePt t="31265" x="6835775" y="4027488"/>
          <p14:tracePt t="31275" x="6843713" y="4027488"/>
          <p14:tracePt t="31305" x="6858000" y="4027488"/>
          <p14:tracePt t="31322" x="6872288" y="4027488"/>
          <p14:tracePt t="31331" x="6872288" y="4041775"/>
          <p14:tracePt t="31345" x="6894513" y="4041775"/>
          <p14:tracePt t="31362" x="6908800" y="4049713"/>
          <p14:tracePt t="31370" x="6923088" y="4049713"/>
          <p14:tracePt t="31379" x="6937375" y="4049713"/>
          <p14:tracePt t="31386" x="6945313" y="4049713"/>
          <p14:tracePt t="31395" x="6959600" y="4064000"/>
          <p14:tracePt t="31403" x="6973888" y="4064000"/>
          <p14:tracePt t="31417" x="6988175" y="4064000"/>
          <p14:tracePt t="31432" x="6988175" y="4078288"/>
          <p14:tracePt t="31767" x="6996113" y="4078288"/>
          <p14:tracePt t="31776" x="7024688" y="4078288"/>
          <p14:tracePt t="31784" x="7038975" y="4078288"/>
          <p14:tracePt t="31792" x="7089775" y="4078288"/>
          <p14:tracePt t="31800" x="7112000" y="4078288"/>
          <p14:tracePt t="31809" x="7140575" y="4078288"/>
          <p14:tracePt t="31817" x="7177088" y="4078288"/>
          <p14:tracePt t="31824" x="7199313" y="4078288"/>
          <p14:tracePt t="31831" x="7227888" y="4078288"/>
          <p14:tracePt t="31841" x="7242175" y="4078288"/>
          <p14:tracePt t="31847" x="7264400" y="4064000"/>
          <p14:tracePt t="31856" x="7278688" y="4064000"/>
          <p14:tracePt t="31864" x="7292975" y="4064000"/>
          <p14:tracePt t="31873" x="7300913" y="4064000"/>
          <p14:tracePt t="31881" x="7315200" y="4064000"/>
          <p14:tracePt t="31888" x="7329488" y="4064000"/>
          <p14:tracePt t="31897" x="7343775" y="4049713"/>
          <p14:tracePt t="31905" x="7366000" y="4049713"/>
          <p14:tracePt t="31914" x="7380288" y="4041775"/>
          <p14:tracePt t="31919" x="7394575" y="4041775"/>
          <p14:tracePt t="31930" x="7431088" y="4027488"/>
          <p14:tracePt t="31937" x="7453313" y="4027488"/>
          <p14:tracePt t="31946" x="7496175" y="4027488"/>
          <p14:tracePt t="31952" x="7518400" y="4027488"/>
          <p14:tracePt t="31963" x="7546975" y="4013200"/>
          <p14:tracePt t="31972" x="7597775" y="4013200"/>
          <p14:tracePt t="31980" x="7605713" y="4013200"/>
          <p14:tracePt t="31982" x="7656513" y="4013200"/>
          <p14:tracePt t="31990" x="7685088" y="4013200"/>
          <p14:tracePt t="32000" x="7707313" y="4013200"/>
          <p14:tracePt t="32007" x="7758113" y="4013200"/>
          <p14:tracePt t="32016" x="7786688" y="4013200"/>
          <p14:tracePt t="32023" x="7823200" y="4013200"/>
          <p14:tracePt t="32032" x="7859713" y="4013200"/>
          <p14:tracePt t="32040" x="7888288" y="4013200"/>
          <p14:tracePt t="32048" x="7924800" y="4013200"/>
          <p14:tracePt t="32055" x="7961313" y="4013200"/>
          <p14:tracePt t="32065" x="7989888" y="4013200"/>
          <p14:tracePt t="32072" x="8012113" y="4013200"/>
          <p14:tracePt t="32081" x="8040688" y="4013200"/>
          <p14:tracePt t="32088" x="8062913" y="4013200"/>
          <p14:tracePt t="32098" x="8077200" y="4013200"/>
          <p14:tracePt t="32103" x="8091488" y="4013200"/>
          <p14:tracePt t="32113" x="8105775" y="4013200"/>
          <p14:tracePt t="32118" x="8113713" y="4013200"/>
          <p14:tracePt t="32134" x="8128000" y="4013200"/>
          <p14:tracePt t="32149" x="8142288" y="4013200"/>
          <p14:tracePt t="32180" x="8156575" y="4013200"/>
          <p14:tracePt t="32276" x="8142288" y="4013200"/>
          <p14:tracePt t="32284" x="8128000" y="4013200"/>
          <p14:tracePt t="32307" x="8105775" y="4013200"/>
          <p14:tracePt t="32317" x="8091488" y="4027488"/>
          <p14:tracePt t="32325" x="8054975" y="4027488"/>
          <p14:tracePt t="32334" x="8026400" y="4041775"/>
          <p14:tracePt t="32341" x="7989888" y="4041775"/>
          <p14:tracePt t="32350" x="7961313" y="4049713"/>
          <p14:tracePt t="32358" x="7924800" y="4049713"/>
          <p14:tracePt t="32367" x="7888288" y="4049713"/>
          <p14:tracePt t="32373" x="7859713" y="4064000"/>
          <p14:tracePt t="32382" x="7837488" y="4064000"/>
          <p14:tracePt t="32389" x="7808913" y="4078288"/>
          <p14:tracePt t="32399" x="7800975" y="4078288"/>
          <p14:tracePt t="32406" x="7786688" y="4078288"/>
          <p14:tracePt t="32415" x="7772400" y="4078288"/>
          <p14:tracePt t="32428" x="7758113" y="4078288"/>
          <p14:tracePt t="32436" x="7750175" y="4078288"/>
          <p14:tracePt t="32448" x="7735888" y="4092575"/>
          <p14:tracePt t="32453" x="7721600" y="4092575"/>
          <p14:tracePt t="32462" x="7707313" y="4092575"/>
          <p14:tracePt t="32469" x="7699375" y="4092575"/>
          <p14:tracePt t="32477" x="7670800" y="4092575"/>
          <p14:tracePt t="32483" x="7656513" y="4100513"/>
          <p14:tracePt t="32494" x="7634288" y="4100513"/>
          <p14:tracePt t="32499" x="7634288" y="4114800"/>
          <p14:tracePt t="32509" x="7605713" y="4114800"/>
          <p14:tracePt t="32517" x="7597775" y="4114800"/>
          <p14:tracePt t="32531" x="7583488" y="4114800"/>
          <p14:tracePt t="32539" x="7569200" y="4129088"/>
          <p14:tracePt t="32549" x="7554913" y="4129088"/>
          <p14:tracePt t="32556" x="7546975" y="4129088"/>
          <p14:tracePt t="32566" x="7532688" y="4129088"/>
          <p14:tracePt t="32573" x="7504113" y="4143375"/>
          <p14:tracePt t="32582" x="7496175" y="4143375"/>
          <p14:tracePt t="32589" x="7467600" y="4151313"/>
          <p14:tracePt t="32599" x="7453313" y="4151313"/>
          <p14:tracePt t="32603" x="7431088" y="4151313"/>
          <p14:tracePt t="32613" x="7416800" y="4165600"/>
          <p14:tracePt t="32627" x="7402513" y="4179888"/>
          <p14:tracePt t="32636" x="7394575" y="4179888"/>
          <p14:tracePt t="32644" x="7380288" y="4179888"/>
          <p14:tracePt t="32666" x="7366000" y="4194175"/>
          <p14:tracePt t="32697" x="7351713" y="4194175"/>
          <p14:tracePt t="32706" x="7351713" y="4202113"/>
          <p14:tracePt t="32715" x="7343775" y="4202113"/>
          <p14:tracePt t="32738" x="7329488" y="4216400"/>
          <p14:tracePt t="32761" x="7315200" y="4216400"/>
          <p14:tracePt t="32770" x="7315200" y="4230688"/>
          <p14:tracePt t="32793" x="7300913" y="4230688"/>
          <p14:tracePt t="32803" x="7300913" y="4244975"/>
          <p14:tracePt t="32818" x="7292975" y="4244975"/>
          <p14:tracePt t="32826" x="7292975" y="4252913"/>
          <p14:tracePt t="32833" x="7278688" y="4252913"/>
          <p14:tracePt t="32842" x="7278688" y="4267200"/>
          <p14:tracePt t="32857" x="7264400" y="4281488"/>
          <p14:tracePt t="32873" x="7250113" y="4295775"/>
          <p14:tracePt t="32889" x="7242175" y="4303713"/>
          <p14:tracePt t="32905" x="7242175" y="4318000"/>
          <p14:tracePt t="32915" x="7242175" y="4332288"/>
          <p14:tracePt t="32921" x="7227888" y="4332288"/>
          <p14:tracePt t="32931" x="7227888" y="4346575"/>
          <p14:tracePt t="32937" x="7227888" y="4354513"/>
          <p14:tracePt t="32947" x="7227888" y="4368800"/>
          <p14:tracePt t="32955" x="7227888" y="4383088"/>
          <p14:tracePt t="32962" x="7227888" y="4397375"/>
          <p14:tracePt t="32969" x="7227888" y="4405313"/>
          <p14:tracePt t="32978" x="7227888" y="4419600"/>
          <p14:tracePt t="32992" x="7227888" y="4448175"/>
          <p14:tracePt t="33002" x="7227888" y="4456113"/>
          <p14:tracePt t="33010" x="7227888" y="4484688"/>
          <p14:tracePt t="33018" x="7227888" y="4498975"/>
          <p14:tracePt t="33026" x="7227888" y="4506913"/>
          <p14:tracePt t="33032" x="7227888" y="4535488"/>
          <p14:tracePt t="33042" x="7242175" y="4557713"/>
          <p14:tracePt t="33051" x="7264400" y="4572000"/>
          <p14:tracePt t="33057" x="7264400" y="4586288"/>
          <p14:tracePt t="33066" x="7278688" y="4600575"/>
          <p14:tracePt t="33074" x="7292975" y="4622800"/>
          <p14:tracePt t="33084" x="7300913" y="4637088"/>
          <p14:tracePt t="33088" x="7315200" y="4651375"/>
          <p14:tracePt t="33099" x="7329488" y="4659313"/>
          <p14:tracePt t="33104" x="7343775" y="4659313"/>
          <p14:tracePt t="33115" x="7351713" y="4673600"/>
          <p14:tracePt t="33120" x="7366000" y="4687888"/>
          <p14:tracePt t="33132" x="7380288" y="4702175"/>
          <p14:tracePt t="33137" x="7402513" y="4710113"/>
          <p14:tracePt t="33147" x="7416800" y="4724400"/>
          <p14:tracePt t="33153" x="7453313" y="4752975"/>
          <p14:tracePt t="33162" x="7496175" y="4760913"/>
          <p14:tracePt t="33170" x="7532688" y="4775200"/>
          <p14:tracePt t="33178" x="7569200" y="4789488"/>
          <p14:tracePt t="33185" x="7605713" y="4789488"/>
          <p14:tracePt t="33198" x="7685088" y="4811713"/>
          <p14:tracePt t="33199" x="7721600" y="4811713"/>
          <p14:tracePt t="33208" x="7800975" y="4826000"/>
          <p14:tracePt t="33217" x="7823200" y="4826000"/>
          <p14:tracePt t="33225" x="7874000" y="4826000"/>
          <p14:tracePt t="33233" x="7924800" y="4826000"/>
          <p14:tracePt t="33241" x="7961313" y="4826000"/>
          <p14:tracePt t="33250" x="8012113" y="4826000"/>
          <p14:tracePt t="33257" x="8105775" y="4826000"/>
          <p14:tracePt t="33266" x="8156575" y="4826000"/>
          <p14:tracePt t="33273" x="8215313" y="4826000"/>
          <p14:tracePt t="33282" x="8280400" y="4826000"/>
          <p14:tracePt t="33289" x="8345488" y="4826000"/>
          <p14:tracePt t="33298" x="8432800" y="4826000"/>
          <p14:tracePt t="33305" x="8497888" y="4826000"/>
          <p14:tracePt t="33314" x="8520113" y="4826000"/>
          <p14:tracePt t="33321" x="8585200" y="4826000"/>
          <p14:tracePt t="33329" x="8636000" y="4826000"/>
          <p14:tracePt t="33337" x="8723313" y="4826000"/>
          <p14:tracePt t="33345" x="8751888" y="4826000"/>
          <p14:tracePt t="33353" x="8824913" y="4811713"/>
          <p14:tracePt t="33361" x="8875713" y="4803775"/>
          <p14:tracePt t="33368" x="8940800" y="4775200"/>
          <p14:tracePt t="33377" x="8991600" y="4760913"/>
          <p14:tracePt t="33383" x="9056688" y="4738688"/>
          <p14:tracePt t="33392" x="9121775" y="4710113"/>
          <p14:tracePt t="33401" x="9144000" y="4702175"/>
          <p14:tracePt t="33409" x="9194800" y="4673600"/>
          <p14:tracePt t="33418" x="9245600" y="4659313"/>
          <p14:tracePt t="33424" x="9296400" y="4651375"/>
          <p14:tracePt t="33434" x="9324975" y="4622800"/>
          <p14:tracePt t="33441" x="9361488" y="4608513"/>
          <p14:tracePt t="33451" x="9398000" y="4600575"/>
          <p14:tracePt t="33457" x="9426575" y="4572000"/>
          <p14:tracePt t="33467" x="9448800" y="4557713"/>
          <p14:tracePt t="33473" x="9477375" y="4549775"/>
          <p14:tracePt t="33484" x="9499600" y="4535488"/>
          <p14:tracePt t="33490" x="9528175" y="4521200"/>
          <p14:tracePt t="33500" x="9536113" y="4506913"/>
          <p14:tracePt t="33501" x="9550400" y="4498975"/>
          <p14:tracePt t="33511" x="9564688" y="4498975"/>
          <p14:tracePt t="33519" x="9564688" y="4484688"/>
          <p14:tracePt t="33527" x="9578975" y="4484688"/>
          <p14:tracePt t="33535" x="9578975" y="4470400"/>
          <p14:tracePt t="33544" x="9586913" y="4470400"/>
          <p14:tracePt t="33581" x="9586913" y="4456113"/>
          <p14:tracePt t="33606" x="9578975" y="4456113"/>
          <p14:tracePt t="33614" x="9550400" y="4433888"/>
          <p14:tracePt t="33622" x="9536113" y="4419600"/>
          <p14:tracePt t="33631" x="9499600" y="4383088"/>
          <p14:tracePt t="33638" x="9477375" y="4368800"/>
          <p14:tracePt t="33648" x="9434513" y="4332288"/>
          <p14:tracePt t="33656" x="9412288" y="4303713"/>
          <p14:tracePt t="33664" x="9383713" y="4281488"/>
          <p14:tracePt t="33672" x="9347200" y="4244975"/>
          <p14:tracePt t="33681" x="9332913" y="4216400"/>
          <p14:tracePt t="33687" x="9296400" y="4202113"/>
          <p14:tracePt t="33697" x="9282113" y="4179888"/>
          <p14:tracePt t="33702" x="9245600" y="4165600"/>
          <p14:tracePt t="33712" x="9231313" y="4151313"/>
          <p14:tracePt t="33718" x="9180513" y="4129088"/>
          <p14:tracePt t="33726" x="9158288" y="4129088"/>
          <p14:tracePt t="33735" x="9121775" y="4114800"/>
          <p14:tracePt t="33744" x="9070975" y="4100513"/>
          <p14:tracePt t="33749" x="9042400" y="4100513"/>
          <p14:tracePt t="33758" x="9005888" y="4092575"/>
          <p14:tracePt t="33768" x="8955088" y="4092575"/>
          <p14:tracePt t="33775" x="8904288" y="4078288"/>
          <p14:tracePt t="33784" x="8853488" y="4078288"/>
          <p14:tracePt t="33790" x="8816975" y="4064000"/>
          <p14:tracePt t="33800" x="8737600" y="4064000"/>
          <p14:tracePt t="33807" x="8686800" y="4064000"/>
          <p14:tracePt t="33816" x="8613775" y="4064000"/>
          <p14:tracePt t="33822" x="8534400" y="4064000"/>
          <p14:tracePt t="33833" x="8461375" y="4064000"/>
          <p14:tracePt t="33840" x="8367713" y="4064000"/>
          <p14:tracePt t="33849" x="8331200" y="4064000"/>
          <p14:tracePt t="33855" x="8266113" y="4064000"/>
          <p14:tracePt t="33866" x="8215313" y="4064000"/>
          <p14:tracePt t="33868" x="8164513" y="4064000"/>
          <p14:tracePt t="33876" x="8113713" y="4064000"/>
          <p14:tracePt t="33885" x="8077200" y="4064000"/>
          <p14:tracePt t="33892" x="8054975" y="4064000"/>
          <p14:tracePt t="33901" x="8026400" y="4064000"/>
          <p14:tracePt t="33909" x="8004175" y="4064000"/>
          <p14:tracePt t="33917" x="7989888" y="4064000"/>
          <p14:tracePt t="33925" x="7961313" y="4064000"/>
          <p14:tracePt t="33935" x="7939088" y="4064000"/>
          <p14:tracePt t="33942" x="7910513" y="4064000"/>
          <p14:tracePt t="33950" x="7888288" y="4064000"/>
          <p14:tracePt t="33958" x="7859713" y="4064000"/>
          <p14:tracePt t="33968" x="7837488" y="4064000"/>
          <p14:tracePt t="33974" x="7808913" y="4064000"/>
          <p14:tracePt t="33984" x="7786688" y="4064000"/>
          <p14:tracePt t="33989" x="7772400" y="4064000"/>
          <p14:tracePt t="34000" x="7750175" y="4064000"/>
          <p14:tracePt t="34007" x="7735888" y="4064000"/>
          <p14:tracePt t="34016" x="7721600" y="4064000"/>
          <p14:tracePt t="34021" x="7699375" y="4064000"/>
          <p14:tracePt t="34035" x="7685088" y="4064000"/>
          <p14:tracePt t="34058" x="7670800" y="4064000"/>
          <p14:tracePt t="34162" x="7656513" y="4064000"/>
          <p14:tracePt t="34249" x="7656513" y="4078288"/>
          <p14:tracePt t="34329" x="7648575" y="4078288"/>
          <p14:tracePt t="34400" x="7634288" y="4092575"/>
          <p14:tracePt t="34456" x="7620000" y="4092575"/>
          <p14:tracePt t="34568" x="7605713" y="4092575"/>
          <p14:tracePt t="35268" x="7597775" y="4092575"/>
          <p14:tracePt t="35323" x="7583488" y="4092575"/>
          <p14:tracePt t="35363" x="7569200" y="4092575"/>
          <p14:tracePt t="35387" x="7554913" y="4100513"/>
          <p14:tracePt t="35403" x="7546975" y="4100513"/>
          <p14:tracePt t="35427" x="7532688" y="4100513"/>
          <p14:tracePt t="35443" x="7518400" y="4100513"/>
          <p14:tracePt t="35459" x="7504113" y="4100513"/>
          <p14:tracePt t="35490" x="7496175" y="4100513"/>
          <p14:tracePt t="35506" x="7496175" y="4114800"/>
          <p14:tracePt t="35530" x="7481888" y="4114800"/>
          <p14:tracePt t="35601" x="7467600" y="4114800"/>
          <p14:tracePt t="35721" x="7453313" y="4114800"/>
          <p14:tracePt t="35754" x="7453313" y="4129088"/>
          <p14:tracePt t="36064" x="7445375" y="4129088"/>
          <p14:tracePt t="36262" x="7445375" y="4143375"/>
          <p14:tracePt t="36414" x="7431088" y="4143375"/>
          <p14:tracePt t="41199" x="7431088" y="4129088"/>
          <p14:tracePt t="41208" x="7467600" y="4092575"/>
          <p14:tracePt t="41214" x="7504113" y="4027488"/>
          <p14:tracePt t="41225" x="7546975" y="3962400"/>
          <p14:tracePt t="41231" x="7583488" y="3875088"/>
          <p14:tracePt t="41240" x="7648575" y="3773488"/>
          <p14:tracePt t="41247" x="7699375" y="3671888"/>
          <p14:tracePt t="41255" x="7750175" y="3570288"/>
          <p14:tracePt t="41263" x="7800975" y="3454400"/>
          <p14:tracePt t="41272" x="7902575" y="3236913"/>
          <p14:tracePt t="41279" x="7961313" y="3084513"/>
          <p14:tracePt t="41287" x="7989888" y="3025775"/>
          <p14:tracePt t="41295" x="8062913" y="2881313"/>
          <p14:tracePt t="41312" x="8215313" y="2605088"/>
          <p14:tracePt t="41319" x="8280400" y="2466975"/>
          <p14:tracePt t="41330" x="8359775" y="2322513"/>
          <p14:tracePt t="41335" x="8418513" y="2184400"/>
          <p14:tracePt t="41344" x="8483600" y="2046288"/>
          <p14:tracePt t="41351" x="8534400" y="1930400"/>
          <p14:tracePt t="41361" x="8585200" y="1806575"/>
          <p14:tracePt t="41368" x="8621713" y="1704975"/>
          <p14:tracePt t="41377" x="8686800" y="1589088"/>
          <p14:tracePt t="41383" x="8723313" y="1487488"/>
          <p14:tracePt t="41391" x="8774113" y="1385888"/>
          <p14:tracePt t="41399" x="8816975" y="1306513"/>
          <p14:tracePt t="41410" x="8824913" y="1270000"/>
          <p14:tracePt t="41417" x="8853488" y="1204913"/>
          <p14:tracePt t="41424" x="8875713" y="1146175"/>
          <p14:tracePt t="41433" x="8918575" y="1103313"/>
          <p14:tracePt t="41440" x="8918575" y="1066800"/>
          <p14:tracePt t="41447" x="8940800" y="1044575"/>
          <p14:tracePt t="41462" x="8955088" y="1016000"/>
          <p14:tracePt t="41463" x="8969375" y="993775"/>
          <p14:tracePt t="41472" x="8977313" y="979488"/>
          <p14:tracePt t="41479" x="8991600" y="965200"/>
          <p14:tracePt t="41486" x="8991600" y="950913"/>
          <p14:tracePt t="41496" x="9005888" y="942975"/>
          <p14:tracePt t="41504" x="9020175" y="942975"/>
          <p14:tracePt t="41513" x="9020175" y="928688"/>
          <p14:tracePt t="41518" x="9028113" y="928688"/>
          <p14:tracePt t="41541" x="9042400" y="914400"/>
          <p14:tracePt t="41573" x="9056688" y="914400"/>
          <p14:tracePt t="41636" x="9056688" y="928688"/>
          <p14:tracePt t="41645" x="9042400" y="942975"/>
          <p14:tracePt t="41653" x="9042400" y="950913"/>
          <p14:tracePt t="41668" x="9042400" y="979488"/>
          <p14:tracePt t="41677" x="9028113" y="979488"/>
          <p14:tracePt t="41685" x="9028113" y="993775"/>
          <p14:tracePt t="41700" x="9020175" y="1001713"/>
          <p14:tracePt t="41709" x="9020175" y="1016000"/>
          <p14:tracePt t="41724" x="9005888" y="1030288"/>
          <p14:tracePt t="41740" x="9005888" y="1044575"/>
          <p14:tracePt t="41749" x="8991600" y="1044575"/>
          <p14:tracePt t="41757" x="8991600" y="1052513"/>
          <p14:tracePt t="41780" x="8991600" y="1066800"/>
          <p14:tracePt t="41796" x="8991600" y="1081088"/>
          <p14:tracePt t="41805" x="8977313" y="1081088"/>
          <p14:tracePt t="41819" x="8977313" y="1095375"/>
          <p14:tracePt t="41963" x="8977313" y="1081088"/>
          <p14:tracePt t="41972" x="8991600" y="1081088"/>
          <p14:tracePt t="41981" x="8991600" y="1066800"/>
          <p14:tracePt t="41987" x="8991600" y="1052513"/>
          <p14:tracePt t="41996" x="9005888" y="1044575"/>
          <p14:tracePt t="42004" x="9005888" y="1030288"/>
          <p14:tracePt t="42012" x="9005888" y="1016000"/>
          <p14:tracePt t="42019" x="9028113" y="993775"/>
          <p14:tracePt t="42027" x="9042400" y="965200"/>
          <p14:tracePt t="42038" x="9070975" y="928688"/>
          <p14:tracePt t="42043" x="9093200" y="892175"/>
          <p14:tracePt t="42053" x="9121775" y="849313"/>
          <p14:tracePt t="42060" x="9158288" y="798513"/>
          <p14:tracePt t="42070" x="9180513" y="747713"/>
          <p14:tracePt t="42075" x="9223375" y="711200"/>
          <p14:tracePt t="42085" x="9245600" y="646113"/>
          <p14:tracePt t="42091" x="9259888" y="623888"/>
          <p14:tracePt t="42102" x="9296400" y="558800"/>
          <p14:tracePt t="42108" x="9324975" y="522288"/>
          <p14:tracePt t="42114" x="9347200" y="471488"/>
          <p14:tracePt t="42122" x="9361488" y="442913"/>
          <p14:tracePt t="42134" x="9383713" y="420688"/>
          <p14:tracePt t="42142" x="9398000" y="384175"/>
          <p14:tracePt t="42148" x="9412288" y="355600"/>
          <p14:tracePt t="42154" x="9434513" y="333375"/>
          <p14:tracePt t="42164" x="9463088" y="290513"/>
          <p14:tracePt t="42172" x="9477375" y="254000"/>
          <p14:tracePt t="42179" x="9513888" y="231775"/>
          <p14:tracePt t="42186" x="9528175" y="188913"/>
          <p14:tracePt t="42194" x="9550400" y="152400"/>
          <p14:tracePt t="42205" x="9578975" y="115888"/>
          <p14:tracePt t="42211" x="9586913" y="87313"/>
          <p14:tracePt t="42222" x="9615488" y="50800"/>
          <p14:tracePt t="42227" x="9637713" y="14288"/>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790B7D-7CE2-423E-A609-5BC5140947F8}" type="slidenum">
              <a:rPr lang="en-US" smtClean="0"/>
              <a:t>9</a:t>
            </a:fld>
            <a:endParaRPr lang="en-US" dirty="0"/>
          </a:p>
        </p:txBody>
      </p:sp>
      <p:sp>
        <p:nvSpPr>
          <p:cNvPr id="46" name="Rectangle 45"/>
          <p:cNvSpPr/>
          <p:nvPr/>
        </p:nvSpPr>
        <p:spPr>
          <a:xfrm>
            <a:off x="3893681"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47" name="Rectangle 46"/>
          <p:cNvSpPr/>
          <p:nvPr/>
        </p:nvSpPr>
        <p:spPr>
          <a:xfrm>
            <a:off x="3893681"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48" name="Rectangle 47"/>
          <p:cNvSpPr/>
          <p:nvPr/>
        </p:nvSpPr>
        <p:spPr>
          <a:xfrm>
            <a:off x="3893681"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49" name="Rectangle 48"/>
          <p:cNvSpPr/>
          <p:nvPr/>
        </p:nvSpPr>
        <p:spPr>
          <a:xfrm>
            <a:off x="3893681"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36" name="TextBox 35"/>
          <p:cNvSpPr txBox="1"/>
          <p:nvPr/>
        </p:nvSpPr>
        <p:spPr>
          <a:xfrm>
            <a:off x="3893681" y="1407162"/>
            <a:ext cx="1359692" cy="307777"/>
          </a:xfrm>
          <a:prstGeom prst="rect">
            <a:avLst/>
          </a:prstGeom>
          <a:solidFill>
            <a:srgbClr val="FFFF00"/>
          </a:solidFill>
          <a:ln w="12700">
            <a:solidFill>
              <a:schemeClr val="dk1"/>
            </a:solidFill>
          </a:ln>
        </p:spPr>
        <p:txBody>
          <a:bodyPr wrap="square" rtlCol="0">
            <a:spAutoFit/>
          </a:bodyPr>
          <a:lstStyle/>
          <a:p>
            <a:r>
              <a:rPr lang="en-US" sz="1400" dirty="0"/>
              <a:t>Multiple Model</a:t>
            </a:r>
          </a:p>
        </p:txBody>
      </p:sp>
      <p:sp>
        <p:nvSpPr>
          <p:cNvPr id="39" name="TextBox 38"/>
          <p:cNvSpPr txBox="1"/>
          <p:nvPr/>
        </p:nvSpPr>
        <p:spPr>
          <a:xfrm>
            <a:off x="3893681"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1:</a:t>
            </a:r>
          </a:p>
        </p:txBody>
      </p:sp>
      <p:sp>
        <p:nvSpPr>
          <p:cNvPr id="41" name="Rectangle 40"/>
          <p:cNvSpPr/>
          <p:nvPr/>
        </p:nvSpPr>
        <p:spPr>
          <a:xfrm>
            <a:off x="5579317"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61" name="Rectangle 60"/>
          <p:cNvSpPr/>
          <p:nvPr/>
        </p:nvSpPr>
        <p:spPr>
          <a:xfrm>
            <a:off x="5579317"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62" name="Rectangle 61"/>
          <p:cNvSpPr/>
          <p:nvPr/>
        </p:nvSpPr>
        <p:spPr>
          <a:xfrm>
            <a:off x="5579317"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73" name="Rectangle 72"/>
          <p:cNvSpPr/>
          <p:nvPr/>
        </p:nvSpPr>
        <p:spPr>
          <a:xfrm>
            <a:off x="5579317"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4" name="TextBox 73"/>
          <p:cNvSpPr txBox="1"/>
          <p:nvPr/>
        </p:nvSpPr>
        <p:spPr>
          <a:xfrm>
            <a:off x="5579317"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2:</a:t>
            </a:r>
          </a:p>
        </p:txBody>
      </p:sp>
      <p:sp>
        <p:nvSpPr>
          <p:cNvPr id="75" name="Rectangle 74"/>
          <p:cNvSpPr/>
          <p:nvPr/>
        </p:nvSpPr>
        <p:spPr>
          <a:xfrm>
            <a:off x="7264953"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76" name="Rectangle 75"/>
          <p:cNvSpPr/>
          <p:nvPr/>
        </p:nvSpPr>
        <p:spPr>
          <a:xfrm>
            <a:off x="7264953"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77" name="Rectangle 76"/>
          <p:cNvSpPr/>
          <p:nvPr/>
        </p:nvSpPr>
        <p:spPr>
          <a:xfrm>
            <a:off x="7264953"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78" name="Rectangle 77"/>
          <p:cNvSpPr/>
          <p:nvPr/>
        </p:nvSpPr>
        <p:spPr>
          <a:xfrm>
            <a:off x="7264953"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9" name="TextBox 78"/>
          <p:cNvSpPr txBox="1"/>
          <p:nvPr/>
        </p:nvSpPr>
        <p:spPr>
          <a:xfrm>
            <a:off x="7264953"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3:</a:t>
            </a:r>
          </a:p>
        </p:txBody>
      </p:sp>
      <p:sp>
        <p:nvSpPr>
          <p:cNvPr id="80" name="Rectangle 79"/>
          <p:cNvSpPr/>
          <p:nvPr/>
        </p:nvSpPr>
        <p:spPr>
          <a:xfrm>
            <a:off x="8950589"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81" name="Rectangle 80"/>
          <p:cNvSpPr/>
          <p:nvPr/>
        </p:nvSpPr>
        <p:spPr>
          <a:xfrm>
            <a:off x="8950589"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2" name="Rectangle 81"/>
          <p:cNvSpPr/>
          <p:nvPr/>
        </p:nvSpPr>
        <p:spPr>
          <a:xfrm>
            <a:off x="8950589"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3" name="Rectangle 82"/>
          <p:cNvSpPr/>
          <p:nvPr/>
        </p:nvSpPr>
        <p:spPr>
          <a:xfrm>
            <a:off x="8950589"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4" name="TextBox 83"/>
          <p:cNvSpPr txBox="1"/>
          <p:nvPr/>
        </p:nvSpPr>
        <p:spPr>
          <a:xfrm>
            <a:off x="8950589"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4:</a:t>
            </a:r>
          </a:p>
        </p:txBody>
      </p:sp>
      <p:sp>
        <p:nvSpPr>
          <p:cNvPr id="85" name="Rectangle 84"/>
          <p:cNvSpPr/>
          <p:nvPr/>
        </p:nvSpPr>
        <p:spPr>
          <a:xfrm>
            <a:off x="10636225"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86" name="Rectangle 85"/>
          <p:cNvSpPr/>
          <p:nvPr/>
        </p:nvSpPr>
        <p:spPr>
          <a:xfrm>
            <a:off x="10636225"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7" name="Rectangle 86"/>
          <p:cNvSpPr/>
          <p:nvPr/>
        </p:nvSpPr>
        <p:spPr>
          <a:xfrm>
            <a:off x="10636225"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8" name="Rectangle 87"/>
          <p:cNvSpPr/>
          <p:nvPr/>
        </p:nvSpPr>
        <p:spPr>
          <a:xfrm>
            <a:off x="10636225"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9" name="TextBox 88"/>
          <p:cNvSpPr txBox="1"/>
          <p:nvPr/>
        </p:nvSpPr>
        <p:spPr>
          <a:xfrm>
            <a:off x="10636225"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5:</a:t>
            </a:r>
          </a:p>
        </p:txBody>
      </p:sp>
      <p:sp>
        <p:nvSpPr>
          <p:cNvPr id="37" name="Rectangle 36"/>
          <p:cNvSpPr/>
          <p:nvPr/>
        </p:nvSpPr>
        <p:spPr>
          <a:xfrm>
            <a:off x="1097280" y="3308662"/>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a:t>
            </a:r>
          </a:p>
        </p:txBody>
      </p:sp>
      <p:sp>
        <p:nvSpPr>
          <p:cNvPr id="38" name="Rectangle 37"/>
          <p:cNvSpPr/>
          <p:nvPr/>
        </p:nvSpPr>
        <p:spPr>
          <a:xfrm>
            <a:off x="1097280" y="4828044"/>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Validation</a:t>
            </a:r>
          </a:p>
        </p:txBody>
      </p:sp>
      <p:sp>
        <p:nvSpPr>
          <p:cNvPr id="40" name="Rectangle 39"/>
          <p:cNvSpPr/>
          <p:nvPr/>
        </p:nvSpPr>
        <p:spPr>
          <a:xfrm>
            <a:off x="3893681" y="482804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42" name="Rectangle 41"/>
          <p:cNvSpPr/>
          <p:nvPr/>
        </p:nvSpPr>
        <p:spPr>
          <a:xfrm>
            <a:off x="5579317" y="4857708"/>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43" name="Rectangle 42"/>
          <p:cNvSpPr/>
          <p:nvPr/>
        </p:nvSpPr>
        <p:spPr>
          <a:xfrm>
            <a:off x="7264953" y="4855752"/>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44" name="Rectangle 43"/>
          <p:cNvSpPr/>
          <p:nvPr/>
        </p:nvSpPr>
        <p:spPr>
          <a:xfrm>
            <a:off x="8950589" y="486016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50" name="Rectangle 49"/>
          <p:cNvSpPr/>
          <p:nvPr/>
        </p:nvSpPr>
        <p:spPr>
          <a:xfrm>
            <a:off x="10636225" y="48528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cxnSp>
        <p:nvCxnSpPr>
          <p:cNvPr id="5" name="Straight Connector 4"/>
          <p:cNvCxnSpPr/>
          <p:nvPr/>
        </p:nvCxnSpPr>
        <p:spPr>
          <a:xfrm>
            <a:off x="3685310" y="2124364"/>
            <a:ext cx="0" cy="3456304"/>
          </a:xfrm>
          <a:prstGeom prst="line">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211501" y="4689034"/>
            <a:ext cx="11992788" cy="0"/>
          </a:xfrm>
          <a:prstGeom prst="line">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Title 1"/>
          <p:cNvSpPr txBox="1">
            <a:spLocks/>
          </p:cNvSpPr>
          <p:nvPr/>
        </p:nvSpPr>
        <p:spPr>
          <a:xfrm>
            <a:off x="984210" y="213258"/>
            <a:ext cx="10058400" cy="971787"/>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400" dirty="0"/>
              <a:t>Build several models: 5 fold cross validation</a:t>
            </a:r>
          </a:p>
        </p:txBody>
      </p:sp>
      <p:pic>
        <p:nvPicPr>
          <p:cNvPr id="2" name="Audio 1">
            <a:hlinkClick r:id="" action="ppaction://media"/>
            <a:extLst>
              <a:ext uri="{FF2B5EF4-FFF2-40B4-BE49-F238E27FC236}">
                <a16:creationId xmlns:a16="http://schemas.microsoft.com/office/drawing/2014/main" id="{3D65ABC1-D301-ED46-BE16-23EA14F2AD3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0789478"/>
      </p:ext>
    </p:extLst>
  </p:cSld>
  <p:clrMapOvr>
    <a:masterClrMapping/>
  </p:clrMapOvr>
  <mc:AlternateContent xmlns:mc="http://schemas.openxmlformats.org/markup-compatibility/2006">
    <mc:Choice xmlns:p14="http://schemas.microsoft.com/office/powerpoint/2010/main" Requires="p14">
      <p:transition spd="slow" p14:dur="2000" advTm="51879"/>
    </mc:Choice>
    <mc:Fallback>
      <p:transition spd="slow" advTm="518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extLst>
    <p:ext uri="{3A86A75C-4F4B-4683-9AE1-C65F6400EC91}">
      <p14:laserTraceLst xmlns:p14="http://schemas.microsoft.com/office/powerpoint/2010/main">
        <p14:tracePtLst>
          <p14:tracePt t="5497" x="7939088" y="1182688"/>
          <p14:tracePt t="5507" x="7902575" y="1182688"/>
          <p14:tracePt t="5513" x="7874000" y="1182688"/>
          <p14:tracePt t="5521" x="7823200" y="1182688"/>
          <p14:tracePt t="5530" x="7800975" y="1182688"/>
          <p14:tracePt t="5538" x="7750175" y="1182688"/>
          <p14:tracePt t="5545" x="7707313" y="1196975"/>
          <p14:tracePt t="5553" x="7605713" y="1196975"/>
          <p14:tracePt t="5562" x="7518400" y="1196975"/>
          <p14:tracePt t="5571" x="7416800" y="1204913"/>
          <p14:tracePt t="5577" x="7315200" y="1219200"/>
          <p14:tracePt t="5586" x="7242175" y="1233488"/>
          <p14:tracePt t="5594" x="7162800" y="1233488"/>
          <p14:tracePt t="5604" x="7075488" y="1233488"/>
          <p14:tracePt t="5610" x="6996113" y="1233488"/>
          <p14:tracePt t="5619" x="6937375" y="1247775"/>
          <p14:tracePt t="5625" x="6872288" y="1247775"/>
          <p14:tracePt t="5636" x="6807200" y="1247775"/>
          <p14:tracePt t="5642" x="6734175" y="1247775"/>
          <p14:tracePt t="5650" x="6669088" y="1247775"/>
          <p14:tracePt t="5657" x="6604000" y="1247775"/>
          <p14:tracePt t="5667" x="6581775" y="1247775"/>
          <p14:tracePt t="5675" x="6502400" y="1247775"/>
          <p14:tracePt t="5685" x="6451600" y="1247775"/>
          <p14:tracePt t="5692" x="6415088" y="1247775"/>
          <p14:tracePt t="5701" x="6378575" y="1247775"/>
          <p14:tracePt t="5709" x="6335713" y="1247775"/>
          <p14:tracePt t="5713" x="6299200" y="1247775"/>
          <p14:tracePt t="5721" x="6276975" y="1247775"/>
          <p14:tracePt t="5730" x="6197600" y="1247775"/>
          <p14:tracePt t="5738" x="6161088" y="1247775"/>
          <p14:tracePt t="5751" x="6096000" y="1247775"/>
          <p14:tracePt t="5752" x="6022975" y="1247775"/>
          <p14:tracePt t="5761" x="5929313" y="1247775"/>
          <p14:tracePt t="5769" x="5842000" y="1247775"/>
          <p14:tracePt t="5778" x="5740400" y="1247775"/>
          <p14:tracePt t="5786" x="5653088" y="1247775"/>
          <p14:tracePt t="5792" x="5551488" y="1247775"/>
          <p14:tracePt t="5803" x="5464175" y="1247775"/>
          <p14:tracePt t="5810" x="5413375" y="1247775"/>
          <p14:tracePt t="5819" x="5348288" y="1255713"/>
          <p14:tracePt t="5826" x="5297488" y="1255713"/>
          <p14:tracePt t="5835" x="5246688" y="1270000"/>
          <p14:tracePt t="5844" x="5181600" y="1270000"/>
          <p14:tracePt t="6110" x="5159375" y="1270000"/>
          <p14:tracePt t="6120" x="5116513" y="1270000"/>
          <p14:tracePt t="6127" x="5043488" y="1270000"/>
          <p14:tracePt t="6137" x="4941888" y="1270000"/>
          <p14:tracePt t="6146" x="4775200" y="1270000"/>
          <p14:tracePt t="6152" x="4572000" y="1270000"/>
          <p14:tracePt t="6158" x="4383088" y="1270000"/>
          <p14:tracePt t="6169" x="4129088" y="1270000"/>
          <p14:tracePt t="6174" x="3911600" y="1270000"/>
          <p14:tracePt t="6184" x="3795713" y="1270000"/>
          <p14:tracePt t="6190" x="3606800" y="1270000"/>
          <p14:tracePt t="6199" x="3403600" y="1270000"/>
          <p14:tracePt t="6208" x="3236913" y="1270000"/>
          <p14:tracePt t="6218" x="2932113" y="1270000"/>
          <p14:tracePt t="6223" x="2859088" y="1270000"/>
          <p14:tracePt t="6233" x="2706688" y="1255713"/>
          <p14:tracePt t="6240" x="2576513" y="1255713"/>
          <p14:tracePt t="6251" x="2438400" y="1247775"/>
          <p14:tracePt t="6257" x="2351088" y="1247775"/>
          <p14:tracePt t="6263" x="2314575" y="1247775"/>
          <p14:tracePt t="6272" x="2235200" y="1247775"/>
          <p14:tracePt t="6282" x="2184400" y="1247775"/>
          <p14:tracePt t="6290" x="2133600" y="1247775"/>
          <p14:tracePt t="6298" x="2097088" y="1247775"/>
          <p14:tracePt t="6304" x="2068513" y="1247775"/>
          <p14:tracePt t="6314" x="2046288" y="1247775"/>
          <p14:tracePt t="6322" x="2017713" y="1247775"/>
          <p14:tracePt t="6324" x="2009775" y="1247775"/>
          <p14:tracePt t="6334" x="1981200" y="1247775"/>
          <p14:tracePt t="6343" x="1966913" y="1233488"/>
          <p14:tracePt t="6352" x="1944688" y="1233488"/>
          <p14:tracePt t="6363" x="1930400" y="1233488"/>
          <p14:tracePt t="6364" x="1908175" y="1233488"/>
          <p14:tracePt t="6373" x="1879600" y="1233488"/>
          <p14:tracePt t="6383" x="1865313" y="1233488"/>
          <p14:tracePt t="6391" x="1828800" y="1233488"/>
          <p14:tracePt t="6400" x="1792288" y="1233488"/>
          <p14:tracePt t="6405" x="1763713" y="1233488"/>
          <p14:tracePt t="6417" x="1741488" y="1233488"/>
          <p14:tracePt t="6422" x="1704975" y="1233488"/>
          <p14:tracePt t="6432" x="1662113" y="1233488"/>
          <p14:tracePt t="6439" x="1639888" y="1233488"/>
          <p14:tracePt t="6450" x="1603375" y="1233488"/>
          <p14:tracePt t="6456" x="1574800" y="1233488"/>
          <p14:tracePt t="6464" x="1538288" y="1233488"/>
          <p14:tracePt t="6472" x="1524000" y="1233488"/>
          <p14:tracePt t="6482" x="1487488" y="1233488"/>
          <p14:tracePt t="6484" x="1458913" y="1233488"/>
          <p14:tracePt t="6495" x="1422400" y="1233488"/>
          <p14:tracePt t="6503" x="1400175" y="1233488"/>
          <p14:tracePt t="6510" x="1371600" y="1233488"/>
          <p14:tracePt t="6518" x="1349375" y="1233488"/>
          <p14:tracePt t="6526" x="1306513" y="1219200"/>
          <p14:tracePt t="6534" x="1284288" y="1219200"/>
          <p14:tracePt t="6545" x="1270000" y="1219200"/>
          <p14:tracePt t="6551" x="1255713" y="1219200"/>
          <p14:tracePt t="6561" x="1247775" y="1219200"/>
          <p14:tracePt t="6567" x="1233488" y="1219200"/>
          <p14:tracePt t="6580" x="1219200" y="1219200"/>
          <p14:tracePt t="6596" x="1219200" y="1204913"/>
          <p14:tracePt t="6953" x="1233488" y="1204913"/>
          <p14:tracePt t="6961" x="1247775" y="1204913"/>
          <p14:tracePt t="6971" x="1270000" y="1204913"/>
          <p14:tracePt t="6979" x="1284288" y="1204913"/>
          <p14:tracePt t="6987" x="1320800" y="1204913"/>
          <p14:tracePt t="6998" x="1349375" y="1204913"/>
          <p14:tracePt t="7004" x="1371600" y="1204913"/>
          <p14:tracePt t="7010" x="1408113" y="1204913"/>
          <p14:tracePt t="7018" x="1458913" y="1204913"/>
          <p14:tracePt t="7028" x="1487488" y="1204913"/>
          <p14:tracePt t="7036" x="1524000" y="1204913"/>
          <p14:tracePt t="7043" x="1560513" y="1204913"/>
          <p14:tracePt t="7053" x="1589088" y="1204913"/>
          <p14:tracePt t="7058" x="1625600" y="1204913"/>
          <p14:tracePt t="7070" x="1639888" y="1204913"/>
          <p14:tracePt t="7075" x="1676400" y="1204913"/>
          <p14:tracePt t="7086" x="1704975" y="1204913"/>
          <p14:tracePt t="7090" x="1727200" y="1204913"/>
          <p14:tracePt t="7101" x="1755775" y="1204913"/>
          <p14:tracePt t="7109" x="1778000" y="1204913"/>
          <p14:tracePt t="7117" x="1814513" y="1204913"/>
          <p14:tracePt t="7122" x="1857375" y="1204913"/>
          <p14:tracePt t="7134" x="1879600" y="1204913"/>
          <p14:tracePt t="7141" x="1930400" y="1204913"/>
          <p14:tracePt t="7151" x="1958975" y="1204913"/>
          <p14:tracePt t="7156" x="1995488" y="1204913"/>
          <p14:tracePt t="7167" x="2032000" y="1204913"/>
          <p14:tracePt t="7169" x="2046288" y="1204913"/>
          <p14:tracePt t="7178" x="2082800" y="1204913"/>
          <p14:tracePt t="7186" x="2111375" y="1204913"/>
          <p14:tracePt t="7194" x="2119313" y="1204913"/>
          <p14:tracePt t="7204" x="2147888" y="1204913"/>
          <p14:tracePt t="7209" x="2170113" y="1204913"/>
          <p14:tracePt t="7220" x="2184400" y="1204913"/>
          <p14:tracePt t="7226" x="2212975" y="1204913"/>
          <p14:tracePt t="7237" x="2220913" y="1204913"/>
          <p14:tracePt t="7242" x="2249488" y="1204913"/>
          <p14:tracePt t="7252" x="2271713" y="1204913"/>
          <p14:tracePt t="7258" x="2300288" y="1204913"/>
          <p14:tracePt t="7268" x="2336800" y="1204913"/>
          <p14:tracePt t="7275" x="2387600" y="1204913"/>
          <p14:tracePt t="7284" x="2416175" y="1204913"/>
          <p14:tracePt t="7289" x="2438400" y="1204913"/>
          <p14:tracePt t="7301" x="2474913" y="1204913"/>
          <p14:tracePt t="7308" x="2517775" y="1204913"/>
          <p14:tracePt t="7317" x="2540000" y="1204913"/>
          <p14:tracePt t="7322" x="2568575" y="1204913"/>
          <p14:tracePt t="7334" x="2590800" y="1204913"/>
          <p14:tracePt t="7335" x="2619375" y="1204913"/>
          <p14:tracePt t="7344" x="2641600" y="1204913"/>
          <p14:tracePt t="7354" x="2670175" y="1204913"/>
          <p14:tracePt t="7362" x="2678113" y="1204913"/>
          <p14:tracePt t="7370" x="2692400" y="1204913"/>
          <p14:tracePt t="7376" x="2720975" y="1204913"/>
          <p14:tracePt t="7386" x="2757488" y="1204913"/>
          <p14:tracePt t="7392" x="2779713" y="1204913"/>
          <p14:tracePt t="7403" x="2830513" y="1204913"/>
          <p14:tracePt t="7409" x="2873375" y="1204913"/>
          <p14:tracePt t="7419" x="2895600" y="1204913"/>
          <p14:tracePt t="7425" x="2932113" y="1219200"/>
          <p14:tracePt t="7434" x="2974975" y="1219200"/>
          <p14:tracePt t="7443" x="2997200" y="1219200"/>
          <p14:tracePt t="7452" x="3033713" y="1219200"/>
          <p14:tracePt t="7457" x="3062288" y="1219200"/>
          <p14:tracePt t="7468" x="3098800" y="1233488"/>
          <p14:tracePt t="7476" x="3113088" y="1233488"/>
          <p14:tracePt t="7485" x="3135313" y="1233488"/>
          <p14:tracePt t="7486" x="3149600" y="1233488"/>
          <p14:tracePt t="7495" x="3178175" y="1233488"/>
          <p14:tracePt t="7505" x="3186113" y="1233488"/>
          <p14:tracePt t="7514" x="3214688" y="1233488"/>
          <p14:tracePt t="7521" x="3236913" y="1233488"/>
          <p14:tracePt t="7529" x="3251200" y="1233488"/>
          <p14:tracePt t="7537" x="3287713" y="1233488"/>
          <p14:tracePt t="7549" x="3316288" y="1233488"/>
          <p14:tracePt t="7550" x="3338513" y="1233488"/>
          <p14:tracePt t="7559" x="3367088" y="1233488"/>
          <p14:tracePt t="7570" x="3432175" y="1233488"/>
          <p14:tracePt t="7575" x="3440113" y="1233488"/>
          <p14:tracePt t="7586" x="3482975" y="1233488"/>
          <p14:tracePt t="7592" x="3541713" y="1233488"/>
          <p14:tracePt t="7603" x="3556000" y="1233488"/>
          <p14:tracePt t="7609" x="3592513" y="1233488"/>
          <p14:tracePt t="7617" x="3635375" y="1233488"/>
          <p14:tracePt t="7624" x="3671888" y="1233488"/>
          <p14:tracePt t="7634" x="3694113" y="1233488"/>
          <p14:tracePt t="7642" x="3773488" y="1233488"/>
          <p14:tracePt t="7651" x="3810000" y="1247775"/>
          <p14:tracePt t="7658" x="3860800" y="1247775"/>
          <p14:tracePt t="7667" x="3911600" y="1247775"/>
          <p14:tracePt t="7670" x="3962400" y="1247775"/>
          <p14:tracePt t="7679" x="4041775" y="1255713"/>
          <p14:tracePt t="7688" x="4100513" y="1255713"/>
          <p14:tracePt t="7696" x="4151313" y="1255713"/>
          <p14:tracePt t="7704" x="4216400" y="1255713"/>
          <p14:tracePt t="7716" x="4281488" y="1255713"/>
          <p14:tracePt t="7717" x="4346575" y="1255713"/>
          <p14:tracePt t="7726" x="4419600" y="1255713"/>
          <p14:tracePt t="7736" x="4484688" y="1255713"/>
          <p14:tracePt t="7744" x="4557713" y="1255713"/>
          <p14:tracePt t="7753" x="4622800" y="1255713"/>
          <p14:tracePt t="7758" x="4687888" y="1255713"/>
          <p14:tracePt t="7770" x="4724400" y="1255713"/>
          <p14:tracePt t="7772" x="4775200" y="1255713"/>
          <p14:tracePt t="7782" x="4811713" y="1255713"/>
          <p14:tracePt t="7790" x="4862513" y="1255713"/>
          <p14:tracePt t="7799" x="4891088" y="1255713"/>
          <p14:tracePt t="7808" x="4913313" y="1255713"/>
          <p14:tracePt t="7813" x="4941888" y="1255713"/>
          <p14:tracePt t="7823" x="4956175" y="1255713"/>
          <p14:tracePt t="7830" x="4964113" y="1255713"/>
          <p14:tracePt t="7840" x="4992688" y="1255713"/>
          <p14:tracePt t="8123" x="5029200" y="1255713"/>
          <p14:tracePt t="8131" x="5057775" y="1255713"/>
          <p14:tracePt t="8141" x="5094288" y="1255713"/>
          <p14:tracePt t="8149" x="5116513" y="1255713"/>
          <p14:tracePt t="8158" x="5167313" y="1255713"/>
          <p14:tracePt t="8167" x="5195888" y="1255713"/>
          <p14:tracePt t="8172" x="5232400" y="1255713"/>
          <p14:tracePt t="8179" x="5268913" y="1255713"/>
          <p14:tracePt t="8190" x="5297488" y="1255713"/>
          <p14:tracePt t="8197" x="5311775" y="1255713"/>
          <p14:tracePt t="8204" x="5319713" y="1255713"/>
          <p14:tracePt t="8213" x="5348288" y="1255713"/>
          <p14:tracePt t="8226" x="5362575" y="1255713"/>
          <p14:tracePt t="8250" x="5370513" y="1255713"/>
          <p14:tracePt t="8260" x="5370513" y="1247775"/>
          <p14:tracePt t="8268" x="5384800" y="1247775"/>
          <p14:tracePt t="8298" x="5399088" y="1247775"/>
          <p14:tracePt t="8313" x="5413375" y="1247775"/>
          <p14:tracePt t="8329" x="5421313" y="1247775"/>
          <p14:tracePt t="8354" x="5435600" y="1247775"/>
          <p14:tracePt t="8377" x="5449888" y="1247775"/>
          <p14:tracePt t="8417" x="5464175" y="1247775"/>
          <p14:tracePt t="8456" x="5472113" y="1247775"/>
          <p14:tracePt t="8481" x="5486400" y="1247775"/>
          <p14:tracePt t="8504" x="5500688" y="1247775"/>
          <p14:tracePt t="8521" x="5514975" y="1247775"/>
          <p14:tracePt t="8552" x="5522913" y="1247775"/>
          <p14:tracePt t="8576" x="5537200" y="1247775"/>
          <p14:tracePt t="8608" x="5551488" y="1247775"/>
          <p14:tracePt t="8624" x="5565775" y="1247775"/>
          <p14:tracePt t="8640" x="5573713" y="1247775"/>
          <p14:tracePt t="8651" x="5588000" y="1247775"/>
          <p14:tracePt t="8664" x="5602288" y="1247775"/>
          <p14:tracePt t="8672" x="5624513" y="1247775"/>
          <p14:tracePt t="8681" x="5638800" y="1247775"/>
          <p14:tracePt t="8689" x="5675313" y="1247775"/>
          <p14:tracePt t="8697" x="5703888" y="1247775"/>
          <p14:tracePt t="8704" x="5726113" y="1247775"/>
          <p14:tracePt t="8712" x="5754688" y="1247775"/>
          <p14:tracePt t="8721" x="5791200" y="1247775"/>
          <p14:tracePt t="8729" x="5819775" y="1247775"/>
          <p14:tracePt t="8737" x="5842000" y="1247775"/>
          <p14:tracePt t="8745" x="5856288" y="1247775"/>
          <p14:tracePt t="8755" x="5878513" y="1247775"/>
          <p14:tracePt t="8760" x="5892800" y="1247775"/>
          <p14:tracePt t="8771" x="5907088" y="1247775"/>
          <p14:tracePt t="8776" x="5921375" y="1247775"/>
          <p14:tracePt t="8792" x="5929313" y="1247775"/>
          <p14:tracePt t="8803" x="5943600" y="1247775"/>
          <p14:tracePt t="8817" x="5957888" y="1247775"/>
          <p14:tracePt t="8831" x="5972175" y="1247775"/>
          <p14:tracePt t="8841" x="5980113" y="1233488"/>
          <p14:tracePt t="8855" x="5994400" y="1233488"/>
          <p14:tracePt t="8871" x="6008688" y="1219200"/>
          <p14:tracePt t="8880" x="6022975" y="1219200"/>
          <p14:tracePt t="8895" x="6030913" y="1219200"/>
          <p14:tracePt t="8903" x="6045200" y="1219200"/>
          <p14:tracePt t="8912" x="6059488" y="1204913"/>
          <p14:tracePt t="8926" x="6073775" y="1204913"/>
          <p14:tracePt t="8937" x="6081713" y="1204913"/>
          <p14:tracePt t="8943" x="6081713" y="1196975"/>
          <p14:tracePt t="8955" x="6096000" y="1196975"/>
          <p14:tracePt t="8960" x="6096000" y="1182688"/>
          <p14:tracePt t="8969" x="6110288" y="1182688"/>
          <p14:tracePt t="8983" x="6124575" y="1168400"/>
          <p14:tracePt t="8998" x="6132513" y="1168400"/>
          <p14:tracePt t="9008" x="6132513" y="1154113"/>
          <p14:tracePt t="9023" x="6146800" y="1154113"/>
          <p14:tracePt t="9038" x="6161088" y="1154113"/>
          <p14:tracePt t="9061" x="6161088" y="1146175"/>
          <p14:tracePt t="9141" x="6161088" y="1131888"/>
          <p14:tracePt t="9157" x="6175375" y="1131888"/>
          <p14:tracePt t="9173" x="6175375" y="1117600"/>
          <p14:tracePt t="9189" x="6175375" y="1103313"/>
          <p14:tracePt t="9198" x="6183313" y="1095375"/>
          <p14:tracePt t="9207" x="6183313" y="1081088"/>
          <p14:tracePt t="9218" x="6197600" y="1066800"/>
          <p14:tracePt t="9224" x="6211888" y="1052513"/>
          <p14:tracePt t="9230" x="6211888" y="1030288"/>
          <p14:tracePt t="9237" x="6226175" y="1001713"/>
          <p14:tracePt t="9246" x="6234113" y="993775"/>
          <p14:tracePt t="9255" x="6234113" y="965200"/>
          <p14:tracePt t="9262" x="6248400" y="950913"/>
          <p14:tracePt t="9271" x="6262688" y="942975"/>
          <p14:tracePt t="9278" x="6262688" y="928688"/>
          <p14:tracePt t="9293" x="6276975" y="914400"/>
          <p14:tracePt t="9316" x="6276975" y="900113"/>
          <p14:tracePt t="9340" x="6284913" y="892175"/>
          <p14:tracePt t="9420" x="6284913" y="877888"/>
          <p14:tracePt t="9452" x="6299200" y="877888"/>
          <p14:tracePt t="9484" x="6299200" y="863600"/>
          <p14:tracePt t="9563" x="6299200" y="877888"/>
          <p14:tracePt t="9571" x="6299200" y="892175"/>
          <p14:tracePt t="9579" x="6299200" y="900113"/>
          <p14:tracePt t="9587" x="6284913" y="914400"/>
          <p14:tracePt t="9595" x="6284913" y="942975"/>
          <p14:tracePt t="9604" x="6262688" y="979488"/>
          <p14:tracePt t="9610" x="6248400" y="1001713"/>
          <p14:tracePt t="9620" x="6226175" y="1030288"/>
          <p14:tracePt t="9628" x="6211888" y="1052513"/>
          <p14:tracePt t="9637" x="6161088" y="1117600"/>
          <p14:tracePt t="9644" x="6146800" y="1117600"/>
          <p14:tracePt t="9653" x="6124575" y="1146175"/>
          <p14:tracePt t="9658" x="6096000" y="1168400"/>
          <p14:tracePt t="9670" x="6059488" y="1196975"/>
          <p14:tracePt t="9683" x="6008688" y="1233488"/>
          <p14:tracePt t="9691" x="5980113" y="1247775"/>
          <p14:tracePt t="9700" x="5957888" y="1255713"/>
          <p14:tracePt t="9712" x="5943600" y="1255713"/>
          <p14:tracePt t="9720" x="5929313" y="1270000"/>
          <p14:tracePt t="9726" x="5921375" y="1270000"/>
          <p14:tracePt t="9733" x="5907088" y="1270000"/>
          <p14:tracePt t="9741" x="5892800" y="1284288"/>
          <p14:tracePt t="9749" x="5878513" y="1284288"/>
          <p14:tracePt t="9774" x="5870575" y="1298575"/>
          <p14:tracePt t="9849" x="5878513" y="1298575"/>
          <p14:tracePt t="9859" x="5921375" y="1298575"/>
          <p14:tracePt t="9867" x="5957888" y="1298575"/>
          <p14:tracePt t="9874" x="6008688" y="1298575"/>
          <p14:tracePt t="9882" x="6045200" y="1298575"/>
          <p14:tracePt t="9890" x="6096000" y="1298575"/>
          <p14:tracePt t="9897" x="6132513" y="1298575"/>
          <p14:tracePt t="9906" x="6183313" y="1298575"/>
          <p14:tracePt t="9916" x="6226175" y="1298575"/>
          <p14:tracePt t="9923" x="6276975" y="1298575"/>
          <p14:tracePt t="9929" x="6313488" y="1298575"/>
          <p14:tracePt t="9942" x="6335713" y="1298575"/>
          <p14:tracePt t="9946" x="6378575" y="1298575"/>
          <p14:tracePt t="9958" x="6400800" y="1298575"/>
          <p14:tracePt t="9963" x="6437313" y="1298575"/>
          <p14:tracePt t="9971" x="6465888" y="1298575"/>
          <p14:tracePt t="9978" x="6488113" y="1298575"/>
          <p14:tracePt t="9990" x="6530975" y="1298575"/>
          <p14:tracePt t="9995" x="6567488" y="1298575"/>
          <p14:tracePt t="10006" x="6604000" y="1298575"/>
          <p14:tracePt t="10011" x="6632575" y="1298575"/>
          <p14:tracePt t="10022" x="6669088" y="1298575"/>
          <p14:tracePt t="10030" x="6705600" y="1284288"/>
          <p14:tracePt t="10039" x="6734175" y="1284288"/>
          <p14:tracePt t="10041" x="6770688" y="1284288"/>
          <p14:tracePt t="10050" x="6792913" y="1284288"/>
          <p14:tracePt t="10059" x="6821488" y="1284288"/>
          <p14:tracePt t="10065" x="6872288" y="1284288"/>
          <p14:tracePt t="10075" x="6923088" y="1284288"/>
          <p14:tracePt t="10081" x="6973888" y="1284288"/>
          <p14:tracePt t="10088" x="7024688" y="1284288"/>
          <p14:tracePt t="10099" x="7089775" y="1284288"/>
          <p14:tracePt t="10107" x="7191375" y="1284288"/>
          <p14:tracePt t="10114" x="7264400" y="1284288"/>
          <p14:tracePt t="10125" x="7380288" y="1284288"/>
          <p14:tracePt t="10130" x="7496175" y="1284288"/>
          <p14:tracePt t="10141" x="7605713" y="1284288"/>
          <p14:tracePt t="10146" x="7735888" y="1284288"/>
          <p14:tracePt t="10155" x="7851775" y="1284288"/>
          <p14:tracePt t="10164" x="7902575" y="1284288"/>
          <p14:tracePt t="10173" x="7975600" y="1284288"/>
          <p14:tracePt t="10178" x="8040688" y="1298575"/>
          <p14:tracePt t="10189" x="8091488" y="1306513"/>
          <p14:tracePt t="10198" x="8113713" y="1306513"/>
          <p14:tracePt t="10199" x="8142288" y="1306513"/>
          <p14:tracePt t="10442" x="8156575" y="1306513"/>
          <p14:tracePt t="10452" x="8207375" y="1306513"/>
          <p14:tracePt t="10460" x="8266113" y="1306513"/>
          <p14:tracePt t="10469" x="8345488" y="1284288"/>
          <p14:tracePt t="10475" x="8418513" y="1284288"/>
          <p14:tracePt t="10484" x="8497888" y="1255713"/>
          <p14:tracePt t="10495" x="8672513" y="1233488"/>
          <p14:tracePt t="10502" x="8751888" y="1233488"/>
          <p14:tracePt t="10508" x="8926513" y="1204913"/>
          <p14:tracePt t="10518" x="9078913" y="1204913"/>
          <p14:tracePt t="10529" x="9231313" y="1196975"/>
          <p14:tracePt t="10530" x="9361488" y="1182688"/>
          <p14:tracePt t="10539" x="9485313" y="1182688"/>
          <p14:tracePt t="10549" x="9629775" y="1182688"/>
          <p14:tracePt t="10555" x="9717088" y="1182688"/>
          <p14:tracePt t="10565" x="9818688" y="1168400"/>
          <p14:tracePt t="10571" x="9840913" y="1168400"/>
          <p14:tracePt t="10582" x="9920288" y="1154113"/>
          <p14:tracePt t="10588" x="9971088" y="1154113"/>
          <p14:tracePt t="10596" x="10007600" y="1154113"/>
          <p14:tracePt t="10603" x="10036175" y="1146175"/>
          <p14:tracePt t="10614" x="10072688" y="1146175"/>
          <p14:tracePt t="10621" x="10086975" y="1146175"/>
          <p14:tracePt t="10630" x="10109200" y="1131888"/>
          <p14:tracePt t="10636" x="10123488" y="1131888"/>
          <p14:tracePt t="10650" x="10145713" y="1131888"/>
          <p14:tracePt t="10661" x="10160000" y="1131888"/>
          <p14:tracePt t="10667" x="10174288" y="1117600"/>
          <p14:tracePt t="10676" x="10196513" y="1117600"/>
          <p14:tracePt t="10685" x="10239375" y="1117600"/>
          <p14:tracePt t="10696" x="10261600" y="1117600"/>
          <p14:tracePt t="10697" x="10298113" y="1103313"/>
          <p14:tracePt t="10707" x="10326688" y="1103313"/>
          <p14:tracePt t="10716" x="10363200" y="1103313"/>
          <p14:tracePt t="10725" x="10377488" y="1103313"/>
          <p14:tracePt t="10731" x="10399713" y="1103313"/>
          <p14:tracePt t="10740" x="10428288" y="1103313"/>
          <p14:tracePt t="10746" x="10442575" y="1103313"/>
          <p14:tracePt t="10755" x="10450513" y="1103313"/>
          <p14:tracePt t="10778" x="10464800" y="1103313"/>
          <p14:tracePt t="10800" x="10479088" y="1103313"/>
          <p14:tracePt t="11047" x="10479088" y="1117600"/>
          <p14:tracePt t="11111" x="10464800" y="1117600"/>
          <p14:tracePt t="11158" x="10450513" y="1117600"/>
          <p14:tracePt t="11174" x="10442575" y="1117600"/>
          <p14:tracePt t="11184" x="10428288" y="1117600"/>
          <p14:tracePt t="11192" x="10414000" y="1117600"/>
          <p14:tracePt t="11201" x="10377488" y="1117600"/>
          <p14:tracePt t="11206" x="10326688" y="1117600"/>
          <p14:tracePt t="11218" x="10261600" y="1117600"/>
          <p14:tracePt t="11223" x="10174288" y="1117600"/>
          <p14:tracePt t="11234" x="10058400" y="1117600"/>
          <p14:tracePt t="11239" x="9840913" y="1131888"/>
          <p14:tracePt t="11250" x="9666288" y="1146175"/>
          <p14:tracePt t="11256" x="9578975" y="1146175"/>
          <p14:tracePt t="11265" x="9398000" y="1146175"/>
          <p14:tracePt t="11270" x="9231313" y="1154113"/>
          <p14:tracePt t="11279" x="8904288" y="1154113"/>
          <p14:tracePt t="11291" x="8672513" y="1168400"/>
          <p14:tracePt t="11296" x="8585200" y="1168400"/>
          <p14:tracePt t="11303" x="8382000" y="1168400"/>
          <p14:tracePt t="11311" x="8215313" y="1168400"/>
          <p14:tracePt t="11322" x="8062913" y="1182688"/>
          <p14:tracePt t="11328" x="7910513" y="1182688"/>
          <p14:tracePt t="11335" x="7758113" y="1196975"/>
          <p14:tracePt t="11344" x="7634288" y="1196975"/>
          <p14:tracePt t="11355" x="7496175" y="1204913"/>
          <p14:tracePt t="11361" x="7394575" y="1204913"/>
          <p14:tracePt t="11368" x="7292975" y="1219200"/>
          <p14:tracePt t="11377" x="7191375" y="1219200"/>
          <p14:tracePt t="11386" x="7162800" y="1219200"/>
          <p14:tracePt t="11393" x="7038975" y="1219200"/>
          <p14:tracePt t="11403" x="6959600" y="1219200"/>
          <p14:tracePt t="11408" x="6945313" y="1219200"/>
          <p14:tracePt t="11420" x="6835775" y="1219200"/>
          <p14:tracePt t="11421" x="6807200" y="1219200"/>
          <p14:tracePt t="11430" x="6734175" y="1219200"/>
          <p14:tracePt t="11440" x="6691313" y="1219200"/>
          <p14:tracePt t="11450" x="6654800" y="1219200"/>
          <p14:tracePt t="11455" x="6618288" y="1219200"/>
          <p14:tracePt t="11462" x="6581775" y="1219200"/>
          <p14:tracePt t="11472" x="6538913" y="1219200"/>
          <p14:tracePt t="11479" x="6516688" y="1219200"/>
          <p14:tracePt t="11487" x="6502400" y="1219200"/>
          <p14:tracePt t="11495" x="6480175" y="1219200"/>
          <p14:tracePt t="11505" x="6451600" y="1219200"/>
          <p14:tracePt t="11511" x="6437313" y="1219200"/>
          <p14:tracePt t="11522" x="6415088" y="1219200"/>
          <p14:tracePt t="11527" x="6400800" y="1219200"/>
          <p14:tracePt t="11538" x="6378575" y="1219200"/>
          <p14:tracePt t="11543" x="6335713" y="1219200"/>
          <p14:tracePt t="11554" x="6313488" y="1219200"/>
          <p14:tracePt t="11559" x="6284913" y="1204913"/>
          <p14:tracePt t="11569" x="6262688" y="1204913"/>
          <p14:tracePt t="11577" x="6234113" y="1204913"/>
          <p14:tracePt t="11587" x="6197600" y="1204913"/>
          <p14:tracePt t="11588" x="6183313" y="1204913"/>
          <p14:tracePt t="11597" x="6161088" y="1204913"/>
          <p14:tracePt t="11606" x="6132513" y="1196975"/>
          <p14:tracePt t="11616" x="6110288" y="1196975"/>
          <p14:tracePt t="11622" x="6096000" y="1196975"/>
          <p14:tracePt t="11629" x="6081713" y="1196975"/>
          <p14:tracePt t="11639" x="6059488" y="1196975"/>
          <p14:tracePt t="11648" x="6030913" y="1196975"/>
          <p14:tracePt t="11652" x="6022975" y="1196975"/>
          <p14:tracePt t="11662" x="5994400" y="1196975"/>
          <p14:tracePt t="11671" x="5980113" y="1196975"/>
          <p14:tracePt t="11677" x="5957888" y="1196975"/>
          <p14:tracePt t="11689" x="5943600" y="1196975"/>
          <p14:tracePt t="11695" x="5929313" y="1196975"/>
          <p14:tracePt t="11702" x="5907088" y="1196975"/>
          <p14:tracePt t="11710" x="5892800" y="1196975"/>
          <p14:tracePt t="11722" x="5878513" y="1182688"/>
          <p14:tracePt t="11728" x="5870575" y="1182688"/>
          <p14:tracePt t="11735" x="5856288" y="1182688"/>
          <p14:tracePt t="11743" x="5842000" y="1182688"/>
          <p14:tracePt t="11754" x="5827713" y="1182688"/>
          <p14:tracePt t="11755" x="5819775" y="1182688"/>
          <p14:tracePt t="11764" x="5805488" y="1182688"/>
          <p14:tracePt t="11780" x="5776913" y="1168400"/>
          <p14:tracePt t="11795" x="5768975" y="1168400"/>
          <p14:tracePt t="11804" x="5754688" y="1168400"/>
          <p14:tracePt t="11819" x="5740400" y="1168400"/>
          <p14:tracePt t="11843" x="5726113" y="1154113"/>
          <p14:tracePt t="11859" x="5718175" y="1154113"/>
          <p14:tracePt t="11875" x="5703888" y="1154113"/>
          <p14:tracePt t="11899" x="5689600" y="1154113"/>
          <p14:tracePt t="11922" x="5675313" y="1154113"/>
          <p14:tracePt t="11970" x="5667375" y="1154113"/>
          <p14:tracePt t="12019" x="5653088" y="1154113"/>
          <p14:tracePt t="12034" x="5653088" y="1146175"/>
          <p14:tracePt t="12193" x="5667375" y="1146175"/>
          <p14:tracePt t="12225" x="5675313" y="1146175"/>
          <p14:tracePt t="12248" x="5689600" y="1146175"/>
          <p14:tracePt t="12280" x="5703888" y="1146175"/>
          <p14:tracePt t="12296" x="5718175" y="1146175"/>
          <p14:tracePt t="12320" x="5726113" y="1146175"/>
          <p14:tracePt t="12344" x="5740400" y="1146175"/>
          <p14:tracePt t="12355" x="5754688" y="1146175"/>
          <p14:tracePt t="12368" x="5768975" y="1146175"/>
          <p14:tracePt t="12392" x="5776913" y="1146175"/>
          <p14:tracePt t="12415" x="5791200" y="1146175"/>
          <p14:tracePt t="12447" x="5805488" y="1146175"/>
          <p14:tracePt t="12487" x="5819775" y="1146175"/>
          <p14:tracePt t="12543" x="5827713" y="1146175"/>
          <p14:tracePt t="12574" x="5842000" y="1146175"/>
          <p14:tracePt t="12614" x="5856288" y="1146175"/>
          <p14:tracePt t="12646" x="5870575" y="1146175"/>
          <p14:tracePt t="12670" x="5878513" y="1146175"/>
          <p14:tracePt t="12694" x="5892800" y="1146175"/>
          <p14:tracePt t="12718" x="5907088" y="1146175"/>
          <p14:tracePt t="12727" x="5921375" y="1146175"/>
          <p14:tracePt t="12750" x="5929313" y="1146175"/>
          <p14:tracePt t="12758" x="5943600" y="1146175"/>
          <p14:tracePt t="12774" x="5957888" y="1146175"/>
          <p14:tracePt t="12783" x="5972175" y="1146175"/>
          <p14:tracePt t="12790" x="5980113" y="1146175"/>
          <p14:tracePt t="12798" x="6008688" y="1146175"/>
          <p14:tracePt t="12806" x="6022975" y="1146175"/>
          <p14:tracePt t="12815" x="6030913" y="1146175"/>
          <p14:tracePt t="12823" x="6073775" y="1146175"/>
          <p14:tracePt t="12830" x="6096000" y="1146175"/>
          <p14:tracePt t="12839" x="6124575" y="1146175"/>
          <p14:tracePt t="12848" x="6146800" y="1146175"/>
          <p14:tracePt t="12857" x="6183313" y="1146175"/>
          <p14:tracePt t="12862" x="6211888" y="1146175"/>
          <p14:tracePt t="12872" x="6248400" y="1146175"/>
          <p14:tracePt t="12877" x="6276975" y="1146175"/>
          <p14:tracePt t="12889" x="6299200" y="1146175"/>
          <p14:tracePt t="12894" x="6327775" y="1146175"/>
          <p14:tracePt t="12905" x="6350000" y="1146175"/>
          <p14:tracePt t="12910" x="6378575" y="1146175"/>
          <p14:tracePt t="12923" x="6400800" y="1146175"/>
          <p14:tracePt t="12929" x="6429375" y="1146175"/>
          <p14:tracePt t="12940" x="6480175" y="1146175"/>
          <p14:tracePt t="12942" x="6516688" y="1146175"/>
          <p14:tracePt t="12952" x="6530975" y="1146175"/>
          <p14:tracePt t="12958" x="6581775" y="1146175"/>
          <p14:tracePt t="12967" x="6618288" y="1154113"/>
          <p14:tracePt t="12975" x="6654800" y="1154113"/>
          <p14:tracePt t="12983" x="6691313" y="1154113"/>
          <p14:tracePt t="12989" x="6742113" y="1154113"/>
          <p14:tracePt t="12998" x="6784975" y="1154113"/>
          <p14:tracePt t="13007" x="6807200" y="1168400"/>
          <p14:tracePt t="13016" x="6843713" y="1168400"/>
          <p14:tracePt t="13022" x="6923088" y="1168400"/>
          <p14:tracePt t="13031" x="6959600" y="1182688"/>
          <p14:tracePt t="13039" x="7010400" y="1182688"/>
          <p14:tracePt t="13046" x="7046913" y="1196975"/>
          <p14:tracePt t="13057" x="7126288" y="1196975"/>
          <p14:tracePt t="13062" x="7177088" y="1204913"/>
          <p14:tracePt t="13073" x="7227888" y="1204913"/>
          <p14:tracePt t="13078" x="7278688" y="1204913"/>
          <p14:tracePt t="13090" x="7343775" y="1204913"/>
          <p14:tracePt t="13091" x="7366000" y="1204913"/>
          <p14:tracePt t="13100" x="7416800" y="1204913"/>
          <p14:tracePt t="13110" x="7467600" y="1204913"/>
          <p14:tracePt t="13119" x="7518400" y="1204913"/>
          <p14:tracePt t="13127" x="7546975" y="1204913"/>
          <p14:tracePt t="13135" x="7583488" y="1204913"/>
          <p14:tracePt t="13141" x="7605713" y="1204913"/>
          <p14:tracePt t="13155" x="7634288" y="1204913"/>
          <p14:tracePt t="13156" x="7648575" y="1204913"/>
          <p14:tracePt t="13165" x="7670800" y="1204913"/>
          <p14:tracePt t="13179" x="7685088" y="1204913"/>
          <p14:tracePt t="13190" x="7699375" y="1204913"/>
          <p14:tracePt t="13426" x="7707313" y="1204913"/>
          <p14:tracePt t="13437" x="7750175" y="1204913"/>
          <p14:tracePt t="13444" x="7837488" y="1196975"/>
          <p14:tracePt t="13452" x="7939088" y="1196975"/>
          <p14:tracePt t="13462" x="8091488" y="1168400"/>
          <p14:tracePt t="13469" x="8243888" y="1154113"/>
          <p14:tracePt t="13476" x="8345488" y="1146175"/>
          <p14:tracePt t="13484" x="8497888" y="1131888"/>
          <p14:tracePt t="13491" x="8664575" y="1103313"/>
          <p14:tracePt t="13499" x="8991600" y="1066800"/>
          <p14:tracePt t="13506" x="9078913" y="1066800"/>
          <p14:tracePt t="13513" x="9231313" y="1052513"/>
          <p14:tracePt t="13522" x="9361488" y="1044575"/>
          <p14:tracePt t="13534" x="9485313" y="1044575"/>
          <p14:tracePt t="13540" x="9536113" y="1044575"/>
          <p14:tracePt t="13546" x="9629775" y="1030288"/>
          <p14:tracePt t="13555" x="9688513" y="1030288"/>
          <p14:tracePt t="13567" x="9753600" y="1030288"/>
          <p14:tracePt t="13572" x="9790113" y="1030288"/>
          <p14:tracePt t="13580" x="9818688" y="1030288"/>
          <p14:tracePt t="13587" x="9840913" y="1030288"/>
          <p14:tracePt t="13597" x="9869488" y="1030288"/>
          <p14:tracePt t="13609" x="9883775" y="1030288"/>
          <p14:tracePt t="13629" x="9891713" y="1030288"/>
          <p14:tracePt t="13673" x="9906000" y="1030288"/>
          <p14:tracePt t="13697" x="9906000" y="1044575"/>
          <p14:tracePt t="13728" x="9891713" y="1052513"/>
          <p14:tracePt t="13745" x="9883775" y="1052513"/>
          <p14:tracePt t="13762" x="9869488" y="1052513"/>
          <p14:tracePt t="13770" x="9855200" y="1066800"/>
          <p14:tracePt t="13780" x="9840913" y="1066800"/>
          <p14:tracePt t="13785" x="9832975" y="1081088"/>
          <p14:tracePt t="13797" x="9790113" y="1095375"/>
          <p14:tracePt t="13802" x="9753600" y="1103313"/>
          <p14:tracePt t="13810" x="9717088" y="1117600"/>
          <p14:tracePt t="13817" x="9652000" y="1146175"/>
          <p14:tracePt t="13826" x="9564688" y="1168400"/>
          <p14:tracePt t="13832" x="9485313" y="1196975"/>
          <p14:tracePt t="13840" x="9412288" y="1233488"/>
          <p14:tracePt t="13848" x="9324975" y="1255713"/>
          <p14:tracePt t="13859" x="9296400" y="1270000"/>
          <p14:tracePt t="13866" x="9180513" y="1306513"/>
          <p14:tracePt t="13873" x="9158288" y="1306513"/>
          <p14:tracePt t="13880" x="9107488" y="1320800"/>
          <p14:tracePt t="13889" x="9056688" y="1349375"/>
          <p14:tracePt t="13900" x="9028113" y="1357313"/>
          <p14:tracePt t="13906" x="8991600" y="1357313"/>
          <p14:tracePt t="13913" x="8969375" y="1371600"/>
          <p14:tracePt t="13922" x="8940800" y="1371600"/>
          <p14:tracePt t="13934" x="8918575" y="1385888"/>
          <p14:tracePt t="13935" x="8867775" y="1400175"/>
          <p14:tracePt t="14182" x="8824913" y="1400175"/>
          <p14:tracePt t="14191" x="8774113" y="1400175"/>
          <p14:tracePt t="14199" x="8664575" y="1436688"/>
          <p14:tracePt t="14208" x="8512175" y="1473200"/>
          <p14:tracePt t="14217" x="8308975" y="1524000"/>
          <p14:tracePt t="14224" x="8062913" y="1603375"/>
          <p14:tracePt t="14230" x="7823200" y="1676400"/>
          <p14:tracePt t="14240" x="7554913" y="1741488"/>
          <p14:tracePt t="14249" x="7278688" y="1814513"/>
          <p14:tracePt t="14260" x="7162800" y="1857375"/>
          <p14:tracePt t="14261" x="6945313" y="1908175"/>
          <p14:tracePt t="14271" x="6756400" y="1958975"/>
          <p14:tracePt t="14281" x="6604000" y="1995488"/>
          <p14:tracePt t="14288" x="6465888" y="2032000"/>
          <p14:tracePt t="14294" x="6429375" y="2032000"/>
          <p14:tracePt t="14302" x="6327775" y="2060575"/>
          <p14:tracePt t="14314" x="6262688" y="2060575"/>
          <p14:tracePt t="14320" x="6197600" y="2068513"/>
          <p14:tracePt t="14328" x="6161088" y="2082800"/>
          <p14:tracePt t="14335" x="6124575" y="2082800"/>
          <p14:tracePt t="14346" x="6110288" y="2082800"/>
          <p14:tracePt t="14353" x="6073775" y="2082800"/>
          <p14:tracePt t="14623" x="6045200" y="2082800"/>
          <p14:tracePt t="14632" x="6022975" y="2082800"/>
          <p14:tracePt t="14640" x="5980113" y="2082800"/>
          <p14:tracePt t="14649" x="5957888" y="2082800"/>
          <p14:tracePt t="14659" x="5921375" y="2082800"/>
          <p14:tracePt t="14665" x="5878513" y="2082800"/>
          <p14:tracePt t="14674" x="5856288" y="2082800"/>
          <p14:tracePt t="14682" x="5805488" y="2097088"/>
          <p14:tracePt t="14690" x="5754688" y="2097088"/>
          <p14:tracePt t="14701" x="5726113" y="2097088"/>
          <p14:tracePt t="14702" x="5689600" y="2097088"/>
          <p14:tracePt t="14712" x="5653088" y="2097088"/>
          <p14:tracePt t="14722" x="5624513" y="2097088"/>
          <p14:tracePt t="14729" x="5573713" y="2097088"/>
          <p14:tracePt t="14739" x="5537200" y="2097088"/>
          <p14:tracePt t="14743" x="5514975" y="2097088"/>
          <p14:tracePt t="14755" x="5472113" y="2097088"/>
          <p14:tracePt t="14760" x="5449888" y="2097088"/>
          <p14:tracePt t="14771" x="5421313" y="2097088"/>
          <p14:tracePt t="14776" x="5399088" y="2097088"/>
          <p14:tracePt t="14787" x="5384800" y="2097088"/>
          <p14:tracePt t="14793" x="5362575" y="2097088"/>
          <p14:tracePt t="14803" x="5348288" y="2097088"/>
          <p14:tracePt t="14808" x="5334000" y="2097088"/>
          <p14:tracePt t="14819" x="5319713" y="2097088"/>
          <p14:tracePt t="14831" x="5311775" y="2097088"/>
          <p14:tracePt t="14846" x="5297488" y="2097088"/>
          <p14:tracePt t="14870" x="5283200" y="2097088"/>
          <p14:tracePt t="14935" x="5268913" y="2097088"/>
          <p14:tracePt t="15021" x="5260975" y="2097088"/>
          <p14:tracePt t="15069" x="5246688" y="2097088"/>
          <p14:tracePt t="15078" x="5246688" y="2082800"/>
          <p14:tracePt t="15087" x="5232400" y="2082800"/>
          <p14:tracePt t="15101" x="5218113" y="2082800"/>
          <p14:tracePt t="15121" x="5210175" y="2068513"/>
          <p14:tracePt t="15127" x="5195888" y="2068513"/>
          <p14:tracePt t="15135" x="5181600" y="2068513"/>
          <p14:tracePt t="15142" x="5167313" y="2068513"/>
          <p14:tracePt t="15151" x="5167313" y="2060575"/>
          <p14:tracePt t="15159" x="5145088" y="2060575"/>
          <p14:tracePt t="15178" x="5130800" y="2046288"/>
          <p14:tracePt t="15184" x="5116513" y="2046288"/>
          <p14:tracePt t="15190" x="5108575" y="2046288"/>
          <p14:tracePt t="15199" x="5094288" y="2046288"/>
          <p14:tracePt t="15206" x="5080000" y="2046288"/>
          <p14:tracePt t="15213" x="5065713" y="2046288"/>
          <p14:tracePt t="15229" x="5057775" y="2046288"/>
          <p14:tracePt t="15239" x="5043488" y="2046288"/>
          <p14:tracePt t="15248" x="5029200" y="2032000"/>
          <p14:tracePt t="15256" x="5014913" y="2032000"/>
          <p14:tracePt t="15270" x="5006975" y="2032000"/>
          <p14:tracePt t="15284" x="4992688" y="2032000"/>
          <p14:tracePt t="15300" x="4978400" y="2032000"/>
          <p14:tracePt t="15316" x="4964113" y="2032000"/>
          <p14:tracePt t="15340" x="4956175" y="2032000"/>
          <p14:tracePt t="15356" x="4941888" y="2032000"/>
          <p14:tracePt t="15379" x="4927600" y="2032000"/>
          <p14:tracePt t="15411" x="4913313" y="2032000"/>
          <p14:tracePt t="15810" x="4905375" y="2032000"/>
          <p14:tracePt t="15819" x="4891088" y="2032000"/>
          <p14:tracePt t="15827" x="4876800" y="2032000"/>
          <p14:tracePt t="15836" x="4854575" y="2032000"/>
          <p14:tracePt t="15842" x="4840288" y="2032000"/>
          <p14:tracePt t="15851" x="4826000" y="2032000"/>
          <p14:tracePt t="15859" x="4803775" y="2032000"/>
          <p14:tracePt t="15868" x="4789488" y="2032000"/>
          <p14:tracePt t="15876" x="4775200" y="2032000"/>
          <p14:tracePt t="15887" x="4752975" y="2032000"/>
          <p14:tracePt t="15892" x="4724400" y="2032000"/>
          <p14:tracePt t="15898" x="4702175" y="2032000"/>
          <p14:tracePt t="15907" x="4687888" y="2032000"/>
          <p14:tracePt t="15914" x="4659313" y="2032000"/>
          <p14:tracePt t="15922" x="4637088" y="2032000"/>
          <p14:tracePt t="15929" x="4608513" y="2032000"/>
          <p14:tracePt t="15942" x="4600575" y="2032000"/>
          <p14:tracePt t="15946" x="4572000" y="2032000"/>
          <p14:tracePt t="15957" x="4557713" y="2032000"/>
          <p14:tracePt t="15962" x="4535488" y="2032000"/>
          <p14:tracePt t="15972" x="4506913" y="2032000"/>
          <p14:tracePt t="15979" x="4498975" y="2032000"/>
          <p14:tracePt t="15989" x="4470400" y="2032000"/>
          <p14:tracePt t="15994" x="4456113" y="2032000"/>
          <p14:tracePt t="16005" x="4433888" y="2032000"/>
          <p14:tracePt t="16012" x="4419600" y="2032000"/>
          <p14:tracePt t="16023" x="4405313" y="2032000"/>
          <p14:tracePt t="16024" x="4397375" y="2032000"/>
          <p14:tracePt t="16033" x="4368800" y="2032000"/>
          <p14:tracePt t="16048" x="4354513" y="2032000"/>
          <p14:tracePt t="16058" x="4346575" y="2032000"/>
          <p14:tracePt t="16066" x="4332288" y="2032000"/>
          <p14:tracePt t="16080" x="4318000" y="2032000"/>
          <p14:tracePt t="16090" x="4303713" y="2032000"/>
          <p14:tracePt t="16105" x="4295775" y="2032000"/>
          <p14:tracePt t="16114" x="4281488" y="2032000"/>
          <p14:tracePt t="16123" x="4281488" y="2046288"/>
          <p14:tracePt t="16137" x="4267200" y="2046288"/>
          <p14:tracePt t="16145" x="4252913" y="2046288"/>
          <p14:tracePt t="16155" x="4252913" y="2060575"/>
          <p14:tracePt t="16168" x="4244975" y="2060575"/>
          <p14:tracePt t="16183" x="4230688" y="2060575"/>
          <p14:tracePt t="16193" x="4230688" y="2068513"/>
          <p14:tracePt t="16208" x="4216400" y="2068513"/>
          <p14:tracePt t="16216" x="4216400" y="2082800"/>
          <p14:tracePt t="16225" x="4202113" y="2082800"/>
          <p14:tracePt t="16234" x="4194175" y="2082800"/>
          <p14:tracePt t="16243" x="4194175" y="2097088"/>
          <p14:tracePt t="16248" x="4179888" y="2097088"/>
          <p14:tracePt t="16258" x="4179888" y="2111375"/>
          <p14:tracePt t="16266" x="4165600" y="2111375"/>
          <p14:tracePt t="16279" x="4151313" y="2111375"/>
          <p14:tracePt t="16289" x="4151313" y="2119313"/>
          <p14:tracePt t="16297" x="4143375" y="2119313"/>
          <p14:tracePt t="16307" x="4143375" y="2133600"/>
          <p14:tracePt t="16320" x="4129088" y="2133600"/>
          <p14:tracePt t="16328" x="4114800" y="2147888"/>
          <p14:tracePt t="16339" x="4114800" y="2162175"/>
          <p14:tracePt t="16344" x="4100513" y="2162175"/>
          <p14:tracePt t="16355" x="4092575" y="2170113"/>
          <p14:tracePt t="16367" x="4078288" y="2184400"/>
          <p14:tracePt t="16382" x="4064000" y="2198688"/>
          <p14:tracePt t="16398" x="4049713" y="2198688"/>
          <p14:tracePt t="16414" x="4041775" y="2212975"/>
          <p14:tracePt t="16430" x="4027488" y="2212975"/>
          <p14:tracePt t="16441" x="4027488" y="2220913"/>
          <p14:tracePt t="16455" x="4013200" y="2220913"/>
          <p14:tracePt t="16464" x="4013200" y="2235200"/>
          <p14:tracePt t="16474" x="3998913" y="2235200"/>
          <p14:tracePt t="16494" x="3990975" y="2249488"/>
          <p14:tracePt t="16510" x="3976688" y="2249488"/>
          <p14:tracePt t="16526" x="3962400" y="2263775"/>
          <p14:tracePt t="16557" x="3948113" y="2263775"/>
          <p14:tracePt t="16581" x="3948113" y="2271713"/>
          <p14:tracePt t="16590" x="3940175" y="2271713"/>
          <p14:tracePt t="16621" x="3925888" y="2286000"/>
          <p14:tracePt t="16653" x="3911600" y="2286000"/>
          <p14:tracePt t="16669" x="3911600" y="2300288"/>
          <p14:tracePt t="16693" x="3897313" y="2300288"/>
          <p14:tracePt t="16709" x="3897313" y="2314575"/>
          <p14:tracePt t="16718" x="3889375" y="2314575"/>
          <p14:tracePt t="16741" x="3889375" y="2322513"/>
          <p14:tracePt t="16757" x="3875088" y="2322513"/>
          <p14:tracePt t="16780" x="3860800" y="2336800"/>
          <p14:tracePt t="16835" x="3860800" y="2351088"/>
          <p14:tracePt t="16860" x="3846513" y="2351088"/>
          <p14:tracePt t="16870" x="3846513" y="2365375"/>
          <p14:tracePt t="16899" x="3846513" y="2373313"/>
          <p14:tracePt t="16931" x="3846513" y="2387600"/>
          <p14:tracePt t="16955" x="3846513" y="2401888"/>
          <p14:tracePt t="16971" x="3846513" y="2416175"/>
          <p14:tracePt t="16988" x="3846513" y="2424113"/>
          <p14:tracePt t="16995" x="3846513" y="2438400"/>
          <p14:tracePt t="17005" x="3846513" y="2452688"/>
          <p14:tracePt t="17012" x="3846513" y="2474913"/>
          <p14:tracePt t="17022" x="3846513" y="2489200"/>
          <p14:tracePt t="17027" x="3846513" y="2503488"/>
          <p14:tracePt t="17037" x="3846513" y="2525713"/>
          <p14:tracePt t="17044" x="3846513" y="2540000"/>
          <p14:tracePt t="17054" x="3846513" y="2568575"/>
          <p14:tracePt t="17061" x="3846513" y="2590800"/>
          <p14:tracePt t="17068" x="3846513" y="2605088"/>
          <p14:tracePt t="17076" x="3846513" y="2627313"/>
          <p14:tracePt t="17083" x="3846513" y="2641600"/>
          <p14:tracePt t="17092" x="3846513" y="2670175"/>
          <p14:tracePt t="17099" x="3846513" y="2692400"/>
          <p14:tracePt t="17108" x="3846513" y="2720975"/>
          <p14:tracePt t="17116" x="3846513" y="2728913"/>
          <p14:tracePt t="17124" x="3846513" y="2757488"/>
          <p14:tracePt t="17131" x="3846513" y="2794000"/>
          <p14:tracePt t="17141" x="3846513" y="2808288"/>
          <p14:tracePt t="17147" x="3846513" y="2844800"/>
          <p14:tracePt t="17157" x="3846513" y="2859088"/>
          <p14:tracePt t="17163" x="3846513" y="2895600"/>
          <p14:tracePt t="17174" x="3846513" y="2924175"/>
          <p14:tracePt t="17180" x="3846513" y="2946400"/>
          <p14:tracePt t="17190" x="3846513" y="2974975"/>
          <p14:tracePt t="17199" x="3846513" y="2997200"/>
          <p14:tracePt t="17206" x="3846513" y="3025775"/>
          <p14:tracePt t="17213" x="3846513" y="3048000"/>
          <p14:tracePt t="17223" x="3846513" y="3076575"/>
          <p14:tracePt t="17230" x="3846513" y="3098800"/>
          <p14:tracePt t="17238" x="3846513" y="3127375"/>
          <p14:tracePt t="17245" x="3846513" y="3135313"/>
          <p14:tracePt t="17257" x="3846513" y="3163888"/>
          <p14:tracePt t="17258" x="3846513" y="3186113"/>
          <p14:tracePt t="17267" x="3846513" y="3214688"/>
          <p14:tracePt t="17276" x="3846513" y="3228975"/>
          <p14:tracePt t="17286" x="3846513" y="3251200"/>
          <p14:tracePt t="17292" x="3846513" y="3279775"/>
          <p14:tracePt t="17299" x="3846513" y="3302000"/>
          <p14:tracePt t="17306" x="3846513" y="3316288"/>
          <p14:tracePt t="17317" x="3846513" y="3338513"/>
          <p14:tracePt t="17321" x="3846513" y="3367088"/>
          <p14:tracePt t="17330" x="3846513" y="3381375"/>
          <p14:tracePt t="17341" x="3846513" y="3403600"/>
          <p14:tracePt t="17346" x="3846513" y="3417888"/>
          <p14:tracePt t="17358" x="3846513" y="3440113"/>
          <p14:tracePt t="17363" x="3846513" y="3454400"/>
          <p14:tracePt t="17372" x="3846513" y="3490913"/>
          <p14:tracePt t="17379" x="3846513" y="3519488"/>
          <p14:tracePt t="17390" x="3860800" y="3541713"/>
          <p14:tracePt t="17396" x="3860800" y="3570288"/>
          <p14:tracePt t="17405" x="3860800" y="3606800"/>
          <p14:tracePt t="17412" x="3860800" y="3643313"/>
          <p14:tracePt t="17423" x="3875088" y="3686175"/>
          <p14:tracePt t="17424" x="3875088" y="3722688"/>
          <p14:tracePt t="17434" x="3889375" y="3759200"/>
          <p14:tracePt t="17443" x="3889375" y="3795713"/>
          <p14:tracePt t="17453" x="3889375" y="3824288"/>
          <p14:tracePt t="17459" x="3897313" y="3860800"/>
          <p14:tracePt t="17466" x="3911600" y="3897313"/>
          <p14:tracePt t="17473" x="3911600" y="3925888"/>
          <p14:tracePt t="17483" x="3925888" y="3990975"/>
          <p14:tracePt t="17489" x="3925888" y="4013200"/>
          <p14:tracePt t="17497" x="3940175" y="4064000"/>
          <p14:tracePt t="17508" x="3940175" y="4092575"/>
          <p14:tracePt t="17514" x="3948113" y="4129088"/>
          <p14:tracePt t="17526" x="3948113" y="4165600"/>
          <p14:tracePt t="17531" x="3962400" y="4202113"/>
          <p14:tracePt t="17538" x="3962400" y="4230688"/>
          <p14:tracePt t="17547" x="3962400" y="4267200"/>
          <p14:tracePt t="17557" x="3976688" y="4295775"/>
          <p14:tracePt t="17563" x="3976688" y="4332288"/>
          <p14:tracePt t="17573" x="3976688" y="4346575"/>
          <p14:tracePt t="17579" x="3976688" y="4368800"/>
          <p14:tracePt t="17590" x="3990975" y="4397375"/>
          <p14:tracePt t="17596" x="3990975" y="4419600"/>
          <p14:tracePt t="17607" x="3990975" y="4433888"/>
          <p14:tracePt t="17608" x="3990975" y="4448175"/>
          <p14:tracePt t="17618" x="3990975" y="4470400"/>
          <p14:tracePt t="17627" x="3998913" y="4470400"/>
          <p14:tracePt t="17633" x="3998913" y="4484688"/>
          <p14:tracePt t="17643" x="3998913" y="4498975"/>
          <p14:tracePt t="17654" x="3998913" y="4521200"/>
          <p14:tracePt t="17665" x="4013200" y="4535488"/>
          <p14:tracePt t="17674" x="4013200" y="4557713"/>
          <p14:tracePt t="17682" x="4013200" y="4572000"/>
          <p14:tracePt t="17692" x="4027488" y="4586288"/>
          <p14:tracePt t="17705" x="4027488" y="4608513"/>
          <p14:tracePt t="17713" x="4027488" y="4622800"/>
          <p14:tracePt t="17727" x="4041775" y="4637088"/>
          <p14:tracePt t="17743" x="4041775" y="4651375"/>
          <p14:tracePt t="17760" x="4041775" y="4659313"/>
          <p14:tracePt t="17775" x="4049713" y="4659313"/>
          <p14:tracePt t="17791" x="4049713" y="4673600"/>
          <p14:tracePt t="17831" x="4064000" y="4673600"/>
          <p14:tracePt t="17862" x="4078288" y="4673600"/>
          <p14:tracePt t="17894" x="4092575" y="4673600"/>
          <p14:tracePt t="17910" x="4100513" y="4673600"/>
          <p14:tracePt t="17920" x="4114800" y="4673600"/>
          <p14:tracePt t="17934" x="4143375" y="4673600"/>
          <p14:tracePt t="17944" x="4151313" y="4673600"/>
          <p14:tracePt t="17954" x="4165600" y="4673600"/>
          <p14:tracePt t="17958" x="4194175" y="4673600"/>
          <p14:tracePt t="17968" x="4202113" y="4659313"/>
          <p14:tracePt t="17975" x="4244975" y="4659313"/>
          <p14:tracePt t="17983" x="4252913" y="4659313"/>
          <p14:tracePt t="17991" x="4295775" y="4659313"/>
          <p14:tracePt t="18000" x="4318000" y="4651375"/>
          <p14:tracePt t="18005" x="4346575" y="4651375"/>
          <p14:tracePt t="18016" x="4368800" y="4651375"/>
          <p14:tracePt t="18025" x="4397375" y="4651375"/>
          <p14:tracePt t="18031" x="4433888" y="4651375"/>
          <p14:tracePt t="18040" x="4448175" y="4651375"/>
          <p14:tracePt t="18046" x="4470400" y="4651375"/>
          <p14:tracePt t="18058" x="4506913" y="4651375"/>
          <p14:tracePt t="18063" x="4521200" y="4637088"/>
          <p14:tracePt t="18072" x="4549775" y="4637088"/>
          <p14:tracePt t="18079" x="4572000" y="4637088"/>
          <p14:tracePt t="18090" x="4600575" y="4637088"/>
          <p14:tracePt t="18095" x="4622800" y="4637088"/>
          <p14:tracePt t="18106" x="4651375" y="4637088"/>
          <p14:tracePt t="18111" x="4702175" y="4637088"/>
          <p14:tracePt t="18123" x="4710113" y="4637088"/>
          <p14:tracePt t="18124" x="4752975" y="4637088"/>
          <p14:tracePt t="18134" x="4803775" y="4637088"/>
          <p14:tracePt t="18143" x="4826000" y="4637088"/>
          <p14:tracePt t="18153" x="4862513" y="4637088"/>
          <p14:tracePt t="18159" x="4891088" y="4637088"/>
          <p14:tracePt t="18165" x="4941888" y="4637088"/>
          <p14:tracePt t="18174" x="4978400" y="4637088"/>
          <p14:tracePt t="18184" x="5006975" y="4637088"/>
          <p14:tracePt t="18190" x="5043488" y="4637088"/>
          <p14:tracePt t="18205" x="5065713" y="4637088"/>
          <p14:tracePt t="18206" x="5108575" y="4637088"/>
          <p14:tracePt t="18214" x="5116513" y="4637088"/>
          <p14:tracePt t="18224" x="5145088" y="4637088"/>
          <p14:tracePt t="18229" x="5167313" y="4637088"/>
          <p14:tracePt t="18241" x="5195888" y="4651375"/>
          <p14:tracePt t="18246" x="5210175" y="4651375"/>
          <p14:tracePt t="18256" x="5218113" y="4651375"/>
          <p14:tracePt t="18263" x="5232400" y="4651375"/>
          <p14:tracePt t="18273" x="5246688" y="4651375"/>
          <p14:tracePt t="18285" x="5260975" y="4651375"/>
          <p14:tracePt t="18654" x="5268913" y="4651375"/>
          <p14:tracePt t="18663" x="5283200" y="4651375"/>
          <p14:tracePt t="18673" x="5311775" y="4651375"/>
          <p14:tracePt t="18680" x="5348288" y="4651375"/>
          <p14:tracePt t="18690" x="5362575" y="4651375"/>
          <p14:tracePt t="18695" x="5399088" y="4651375"/>
          <p14:tracePt t="18706" x="5421313" y="4651375"/>
          <p14:tracePt t="18711" x="5449888" y="4651375"/>
          <p14:tracePt t="18721" x="5472113" y="4637088"/>
          <p14:tracePt t="18727" x="5500688" y="4637088"/>
          <p14:tracePt t="18734" x="5522913" y="4637088"/>
          <p14:tracePt t="18744" x="5551488" y="4637088"/>
          <p14:tracePt t="18752" x="5573713" y="4637088"/>
          <p14:tracePt t="18762" x="5588000" y="4637088"/>
          <p14:tracePt t="18767" x="5616575" y="4637088"/>
          <p14:tracePt t="18776" x="5624513" y="4637088"/>
          <p14:tracePt t="18784" x="5638800" y="4637088"/>
          <p14:tracePt t="18795" x="5653088" y="4637088"/>
          <p14:tracePt t="18806" x="5667375" y="4637088"/>
          <p14:tracePt t="18815" x="5675313" y="4637088"/>
          <p14:tracePt t="18830" x="5689600" y="4637088"/>
          <p14:tracePt t="18845" x="5703888" y="4637088"/>
          <p14:tracePt t="18861" x="5718175" y="4637088"/>
          <p14:tracePt t="18877" x="5726113" y="4637088"/>
          <p14:tracePt t="18885" x="5740400" y="4637088"/>
          <p14:tracePt t="18895" x="5754688" y="4637088"/>
          <p14:tracePt t="18903" x="5768975" y="4637088"/>
          <p14:tracePt t="18917" x="5791200" y="4637088"/>
          <p14:tracePt t="18933" x="5805488" y="4637088"/>
          <p14:tracePt t="18943" x="5827713" y="4637088"/>
          <p14:tracePt t="18958" x="5842000" y="4637088"/>
          <p14:tracePt t="18966" x="5856288" y="4637088"/>
          <p14:tracePt t="18980" x="5870575" y="4637088"/>
          <p14:tracePt t="18996" x="5878513" y="4637088"/>
          <p14:tracePt t="19012" x="5892800" y="4637088"/>
          <p14:tracePt t="19036" x="5907088" y="4637088"/>
          <p14:tracePt t="19045" x="5907088" y="4622800"/>
          <p14:tracePt t="20110" x="5929313" y="4622800"/>
          <p14:tracePt t="20119" x="5957888" y="4622800"/>
          <p14:tracePt t="20129" x="5980113" y="4622800"/>
          <p14:tracePt t="20135" x="5994400" y="4608513"/>
          <p14:tracePt t="20144" x="6045200" y="4608513"/>
          <p14:tracePt t="20151" x="6059488" y="4600575"/>
          <p14:tracePt t="20157" x="6096000" y="4600575"/>
          <p14:tracePt t="20167" x="6124575" y="4600575"/>
          <p14:tracePt t="20176" x="6161088" y="4600575"/>
          <p14:tracePt t="20182" x="6175375" y="4586288"/>
          <p14:tracePt t="20190" x="6226175" y="4586288"/>
          <p14:tracePt t="20199" x="6276975" y="4586288"/>
          <p14:tracePt t="20208" x="6313488" y="4586288"/>
          <p14:tracePt t="20216" x="6350000" y="4586288"/>
          <p14:tracePt t="20224" x="6415088" y="4572000"/>
          <p14:tracePt t="20231" x="6437313" y="4572000"/>
          <p14:tracePt t="20243" x="6480175" y="4572000"/>
          <p14:tracePt t="20248" x="6530975" y="4572000"/>
          <p14:tracePt t="20257" x="6567488" y="4572000"/>
          <p14:tracePt t="20264" x="6604000" y="4572000"/>
          <p14:tracePt t="20275" x="6640513" y="4572000"/>
          <p14:tracePt t="20280" x="6654800" y="4557713"/>
          <p14:tracePt t="20289" x="6683375" y="4557713"/>
          <p14:tracePt t="20296" x="6705600" y="4557713"/>
          <p14:tracePt t="20308" x="6719888" y="4557713"/>
          <p14:tracePt t="20309" x="6734175" y="4557713"/>
          <p14:tracePt t="20318" x="6742113" y="4557713"/>
          <p14:tracePt t="20327" x="6756400" y="4557713"/>
          <p14:tracePt t="20337" x="6770688" y="4557713"/>
          <p14:tracePt t="20343" x="6784975" y="4557713"/>
          <p14:tracePt t="20352" x="6792913" y="4557713"/>
          <p14:tracePt t="20358" x="6807200" y="4557713"/>
          <p14:tracePt t="20365" x="6835775" y="4557713"/>
          <p14:tracePt t="20377" x="6843713" y="4557713"/>
          <p14:tracePt t="20382" x="6872288" y="4557713"/>
          <p14:tracePt t="20393" x="6894513" y="4557713"/>
          <p14:tracePt t="20398" x="6923088" y="4557713"/>
          <p14:tracePt t="20409" x="6945313" y="4557713"/>
          <p14:tracePt t="20415" x="6973888" y="4572000"/>
          <p14:tracePt t="20424" x="6988175" y="4572000"/>
          <p14:tracePt t="20431" x="6996113" y="4572000"/>
          <p14:tracePt t="20441" x="7024688" y="4586288"/>
          <p14:tracePt t="20448" x="7038975" y="4586288"/>
          <p14:tracePt t="20460" x="7046913" y="4600575"/>
          <p14:tracePt t="20472" x="7061200" y="4600575"/>
          <p14:tracePt t="20493" x="7075488" y="4600575"/>
          <p14:tracePt t="23751" x="7089775" y="4600575"/>
          <p14:tracePt t="23761" x="7112000" y="4600575"/>
          <p14:tracePt t="23768" x="7126288" y="4600575"/>
          <p14:tracePt t="23777" x="7177088" y="4600575"/>
          <p14:tracePt t="23783" x="7191375" y="4600575"/>
          <p14:tracePt t="23793" x="7227888" y="4600575"/>
          <p14:tracePt t="23800" x="7264400" y="4600575"/>
          <p14:tracePt t="23808" x="7292975" y="4608513"/>
          <p14:tracePt t="23815" x="7329488" y="4608513"/>
          <p14:tracePt t="23825" x="7351713" y="4608513"/>
          <p14:tracePt t="23833" x="7366000" y="4608513"/>
          <p14:tracePt t="23838" x="7394575" y="4622800"/>
          <p14:tracePt t="23847" x="7402513" y="4622800"/>
          <p14:tracePt t="23859" x="7416800" y="4622800"/>
          <p14:tracePt t="23864" x="7431088" y="4622800"/>
          <p14:tracePt t="23887" x="7445375" y="4622800"/>
          <p14:tracePt t="23910" x="7453313" y="4622800"/>
          <p14:tracePt t="23950" x="7467600" y="4622800"/>
          <p14:tracePt t="24332" x="7453313" y="4622800"/>
          <p14:tracePt t="24341" x="7416800" y="4622800"/>
          <p14:tracePt t="24350" x="7315200" y="4622800"/>
          <p14:tracePt t="24356" x="7162800" y="4622800"/>
          <p14:tracePt t="24365" x="6996113" y="4622800"/>
          <p14:tracePt t="24375" x="6792913" y="4637088"/>
          <p14:tracePt t="24384" x="6581775" y="4651375"/>
          <p14:tracePt t="24390" x="6335713" y="4673600"/>
          <p14:tracePt t="24397" x="6059488" y="4687888"/>
          <p14:tracePt t="24404" x="5791200" y="4724400"/>
          <p14:tracePt t="24413" x="5675313" y="4724400"/>
          <p14:tracePt t="24420" x="5435600" y="4752975"/>
          <p14:tracePt t="24430" x="5232400" y="4775200"/>
          <p14:tracePt t="24437" x="5043488" y="4789488"/>
          <p14:tracePt t="24445" x="4891088" y="4803775"/>
          <p14:tracePt t="24452" x="4738688" y="4803775"/>
          <p14:tracePt t="24461" x="4600575" y="4803775"/>
          <p14:tracePt t="24472" x="4557713" y="4803775"/>
          <p14:tracePt t="24477" x="4498975" y="4803775"/>
          <p14:tracePt t="24487" x="4433888" y="4803775"/>
          <p14:tracePt t="24493" x="4397375" y="4803775"/>
          <p14:tracePt t="24503" x="4354513" y="4803775"/>
          <p14:tracePt t="24738" x="4346575" y="4803775"/>
          <p14:tracePt t="24747" x="4303713" y="4803775"/>
          <p14:tracePt t="24754" x="4281488" y="4803775"/>
          <p14:tracePt t="24764" x="4244975" y="4803775"/>
          <p14:tracePt t="24770" x="4202113" y="4803775"/>
          <p14:tracePt t="24781" x="4179888" y="4803775"/>
          <p14:tracePt t="24786" x="4114800" y="4789488"/>
          <p14:tracePt t="24794" x="4092575" y="4775200"/>
          <p14:tracePt t="24802" x="4041775" y="4760913"/>
          <p14:tracePt t="24813" x="3998913" y="4752975"/>
          <p14:tracePt t="24819" x="3962400" y="4738688"/>
          <p14:tracePt t="24826" x="3925888" y="4724400"/>
          <p14:tracePt t="24835" x="3889375" y="4710113"/>
          <p14:tracePt t="24844" x="3860800" y="4687888"/>
          <p14:tracePt t="24851" x="3838575" y="4673600"/>
          <p14:tracePt t="24858" x="3810000" y="4659313"/>
          <p14:tracePt t="24867" x="3787775" y="4651375"/>
          <p14:tracePt t="24878" x="3759200" y="4622800"/>
          <p14:tracePt t="24884" x="3722688" y="4608513"/>
          <p14:tracePt t="24892" x="3694113" y="4586288"/>
          <p14:tracePt t="24901" x="3671888" y="4557713"/>
          <p14:tracePt t="24910" x="3643313" y="4549775"/>
          <p14:tracePt t="24918" x="3621088" y="4535488"/>
          <p14:tracePt t="24925" x="3592513" y="4506913"/>
          <p14:tracePt t="24936" x="3584575" y="4498975"/>
          <p14:tracePt t="24937" x="3570288" y="4484688"/>
          <p14:tracePt t="24948" x="3570288" y="4470400"/>
          <p14:tracePt t="24954" x="3556000" y="4456113"/>
          <p14:tracePt t="24961" x="3556000" y="4448175"/>
          <p14:tracePt t="24971" x="3541713" y="4448175"/>
          <p14:tracePt t="24980" x="3541713" y="4433888"/>
          <p14:tracePt t="24986" x="3541713" y="4419600"/>
          <p14:tracePt t="24995" x="3533775" y="4405313"/>
          <p14:tracePt t="25002" x="3533775" y="4397375"/>
          <p14:tracePt t="25010" x="3533775" y="4383088"/>
          <p14:tracePt t="25019" x="3533775" y="4368800"/>
          <p14:tracePt t="25028" x="3533775" y="4354513"/>
          <p14:tracePt t="25034" x="3533775" y="4332288"/>
          <p14:tracePt t="25045" x="3533775" y="4318000"/>
          <p14:tracePt t="25051" x="3533775" y="4295775"/>
          <p14:tracePt t="25058" x="3533775" y="4267200"/>
          <p14:tracePt t="25066" x="3533775" y="4244975"/>
          <p14:tracePt t="25077" x="3533775" y="4202113"/>
          <p14:tracePt t="25083" x="3533775" y="4179888"/>
          <p14:tracePt t="25093" x="3533775" y="4143375"/>
          <p14:tracePt t="25098" x="3533775" y="4114800"/>
          <p14:tracePt t="25109" x="3533775" y="4078288"/>
          <p14:tracePt t="25116" x="3533775" y="4049713"/>
          <p14:tracePt t="25126" x="3533775" y="4027488"/>
          <p14:tracePt t="25131" x="3533775" y="3998913"/>
          <p14:tracePt t="25142" x="3533775" y="3990975"/>
          <p14:tracePt t="25144" x="3533775" y="3962400"/>
          <p14:tracePt t="25153" x="3533775" y="3948113"/>
          <p14:tracePt t="25162" x="3533775" y="3940175"/>
          <p14:tracePt t="25170" x="3533775" y="3911600"/>
          <p14:tracePt t="25179" x="3533775" y="3897313"/>
          <p14:tracePt t="25185" x="3533775" y="3889375"/>
          <p14:tracePt t="25194" x="3533775" y="3838575"/>
          <p14:tracePt t="25200" x="3533775" y="3810000"/>
          <p14:tracePt t="25212" x="3533775" y="3773488"/>
          <p14:tracePt t="25217" x="3533775" y="3722688"/>
          <p14:tracePt t="25228" x="3533775" y="3694113"/>
          <p14:tracePt t="25234" x="3533775" y="3635375"/>
          <p14:tracePt t="25245" x="3533775" y="3592513"/>
          <p14:tracePt t="25246" x="3533775" y="3556000"/>
          <p14:tracePt t="25256" x="3541713" y="3505200"/>
          <p14:tracePt t="25266" x="3556000" y="3468688"/>
          <p14:tracePt t="25275" x="3556000" y="3432175"/>
          <p14:tracePt t="25282" x="3570288" y="3389313"/>
          <p14:tracePt t="25291" x="3570288" y="3367088"/>
          <p14:tracePt t="25297" x="3584575" y="3330575"/>
          <p14:tracePt t="25305" x="3592513" y="3287713"/>
          <p14:tracePt t="25314" x="3592513" y="3265488"/>
          <p14:tracePt t="25324" x="3606800" y="3236913"/>
          <p14:tracePt t="25330" x="3621088" y="3228975"/>
          <p14:tracePt t="25533" x="3621088" y="3214688"/>
          <p14:tracePt t="25543" x="3621088" y="3186113"/>
          <p14:tracePt t="25551" x="3621088" y="3135313"/>
          <p14:tracePt t="25560" x="3621088" y="3084513"/>
          <p14:tracePt t="25570" x="3621088" y="3048000"/>
          <p14:tracePt t="25577" x="3621088" y="2946400"/>
          <p14:tracePt t="25583" x="3621088" y="2830513"/>
          <p14:tracePt t="25589" x="3621088" y="2728913"/>
          <p14:tracePt t="25599" x="3621088" y="2619375"/>
          <p14:tracePt t="25609" x="3621088" y="2568575"/>
          <p14:tracePt t="25615" x="3635375" y="2489200"/>
          <p14:tracePt t="25622" x="3643313" y="2438400"/>
          <p14:tracePt t="25630" x="3643313" y="2387600"/>
          <p14:tracePt t="25642" x="3657600" y="2336800"/>
          <p14:tracePt t="25648" x="3657600" y="2314575"/>
          <p14:tracePt t="25654" x="3671888" y="2300288"/>
          <p14:tracePt t="25663" x="3671888" y="2286000"/>
          <p14:tracePt t="25675" x="3671888" y="2271713"/>
          <p14:tracePt t="25680" x="3686175" y="2263775"/>
          <p14:tracePt t="25687" x="3686175" y="2249488"/>
          <p14:tracePt t="25702" x="3686175" y="2235200"/>
          <p14:tracePt t="25716" x="3694113" y="2220913"/>
          <p14:tracePt t="25741" x="3694113" y="2212975"/>
          <p14:tracePt t="25750" x="3708400" y="2212975"/>
          <p14:tracePt t="25764" x="3736975" y="2198688"/>
          <p14:tracePt t="25774" x="3759200" y="2198688"/>
          <p14:tracePt t="25782" x="3795713" y="2184400"/>
          <p14:tracePt t="25790" x="3838575" y="2170113"/>
          <p14:tracePt t="25797" x="3897313" y="2162175"/>
          <p14:tracePt t="25805" x="3948113" y="2147888"/>
          <p14:tracePt t="25813" x="4013200" y="2133600"/>
          <p14:tracePt t="25824" x="4078288" y="2133600"/>
          <p14:tracePt t="25829" x="4151313" y="2133600"/>
          <p14:tracePt t="25840" x="4252913" y="2119313"/>
          <p14:tracePt t="25846" x="4332288" y="2119313"/>
          <p14:tracePt t="25857" x="4433888" y="2119313"/>
          <p14:tracePt t="25862" x="4521200" y="2119313"/>
          <p14:tracePt t="25871" x="4622800" y="2119313"/>
          <p14:tracePt t="25880" x="4710113" y="2119313"/>
          <p14:tracePt t="25889" x="4811713" y="2119313"/>
          <p14:tracePt t="25894" x="5029200" y="2119313"/>
          <p14:tracePt t="25905" x="5181600" y="2119313"/>
          <p14:tracePt t="25912" x="5334000" y="2119313"/>
          <p14:tracePt t="25921" x="5435600" y="2119313"/>
          <p14:tracePt t="25927" x="5602288" y="2119313"/>
          <p14:tracePt t="25939" x="5907088" y="2119313"/>
          <p14:tracePt t="25941" x="6124575" y="2119313"/>
          <p14:tracePt t="25949" x="6226175" y="2119313"/>
          <p14:tracePt t="25958" x="6400800" y="2111375"/>
          <p14:tracePt t="25964" x="6465888" y="2111375"/>
          <p14:tracePt t="25975" x="6581775" y="2111375"/>
          <p14:tracePt t="25981" x="6654800" y="2111375"/>
          <p14:tracePt t="25987" x="6719888" y="2111375"/>
          <p14:tracePt t="25998" x="6770688" y="2111375"/>
          <p14:tracePt t="26210" x="6784975" y="2111375"/>
          <p14:tracePt t="26221" x="6835775" y="2111375"/>
          <p14:tracePt t="26228" x="6908800" y="2111375"/>
          <p14:tracePt t="26237" x="7010400" y="2111375"/>
          <p14:tracePt t="26242" x="7097713" y="2111375"/>
          <p14:tracePt t="26252" x="7199313" y="2097088"/>
          <p14:tracePt t="26262" x="7278688" y="2097088"/>
          <p14:tracePt t="26268" x="7366000" y="2082800"/>
          <p14:tracePt t="26276" x="7532688" y="2082800"/>
          <p14:tracePt t="26284" x="7837488" y="2068513"/>
          <p14:tracePt t="26290" x="8012113" y="2060575"/>
          <p14:tracePt t="26300" x="8091488" y="2060575"/>
          <p14:tracePt t="26307" x="8243888" y="2046288"/>
          <p14:tracePt t="26317" x="8396288" y="2046288"/>
          <p14:tracePt t="26325" x="8548688" y="2046288"/>
          <p14:tracePt t="26334" x="8701088" y="2032000"/>
          <p14:tracePt t="26340" x="8824913" y="2032000"/>
          <p14:tracePt t="26351" x="8955088" y="2017713"/>
          <p14:tracePt t="26352" x="9070975" y="2017713"/>
          <p14:tracePt t="26362" x="9121775" y="2017713"/>
          <p14:tracePt t="26371" x="9209088" y="2009775"/>
          <p14:tracePt t="26380" x="9274175" y="1995488"/>
          <p14:tracePt t="26388" x="9324975" y="1981200"/>
          <p14:tracePt t="26397" x="9383713" y="1966913"/>
          <p14:tracePt t="26404" x="9463088" y="1966913"/>
          <p14:tracePt t="26410" x="9513888" y="1958975"/>
          <p14:tracePt t="26420" x="9564688" y="1944688"/>
          <p14:tracePt t="26430" x="9615488" y="1930400"/>
          <p14:tracePt t="26436" x="9688513" y="1930400"/>
          <p14:tracePt t="26444" x="9767888" y="1930400"/>
          <p14:tracePt t="26453" x="9832975" y="1916113"/>
          <p14:tracePt t="26460" x="9906000" y="1916113"/>
          <p14:tracePt t="26468" x="9985375" y="1908175"/>
          <p14:tracePt t="26475" x="10021888" y="1908175"/>
          <p14:tracePt t="26483" x="10109200" y="1908175"/>
          <p14:tracePt t="26497" x="10145713" y="1908175"/>
          <p14:tracePt t="26498" x="10239375" y="1908175"/>
          <p14:tracePt t="26506" x="10298113" y="1908175"/>
          <p14:tracePt t="26516" x="10348913" y="1908175"/>
          <p14:tracePt t="26521" x="10414000" y="1908175"/>
          <p14:tracePt t="26532" x="10464800" y="1908175"/>
          <p14:tracePt t="26538" x="10515600" y="1908175"/>
          <p14:tracePt t="26548" x="10566400" y="1908175"/>
          <p14:tracePt t="26555" x="10602913" y="1908175"/>
          <p14:tracePt t="26564" x="10682288" y="1908175"/>
          <p14:tracePt t="26570" x="10747375" y="1908175"/>
          <p14:tracePt t="26580" x="10806113" y="1908175"/>
          <p14:tracePt t="26588" x="10856913" y="1908175"/>
          <p14:tracePt t="26597" x="10922000" y="1908175"/>
          <p14:tracePt t="26602" x="10972800" y="1916113"/>
          <p14:tracePt t="26610" x="11037888" y="1930400"/>
          <p14:tracePt t="26618" x="11102975" y="1930400"/>
          <p14:tracePt t="26629" x="11176000" y="1944688"/>
          <p14:tracePt t="26631" x="11190288" y="1944688"/>
          <p14:tracePt t="26640" x="11241088" y="1958975"/>
          <p14:tracePt t="26650" x="11291888" y="1958975"/>
          <p14:tracePt t="26658" x="11328400" y="1966913"/>
          <p14:tracePt t="26664" x="11393488" y="1981200"/>
          <p14:tracePt t="26673" x="11415713" y="1981200"/>
          <p14:tracePt t="26683" x="11480800" y="1995488"/>
          <p14:tracePt t="26692" x="11509375" y="1995488"/>
          <p14:tracePt t="26697" x="11568113" y="2009775"/>
          <p14:tracePt t="26705" x="11596688" y="2009775"/>
          <p14:tracePt t="26716" x="11633200" y="2009775"/>
          <p14:tracePt t="26723" x="11669713" y="2017713"/>
          <p14:tracePt t="26730" x="11720513" y="2017713"/>
          <p14:tracePt t="26738" x="11749088" y="2032000"/>
          <p14:tracePt t="26747" x="11785600" y="2032000"/>
          <p14:tracePt t="26756" x="11822113" y="2046288"/>
          <p14:tracePt t="26764" x="11836400" y="2060575"/>
          <p14:tracePt t="26772" x="11864975" y="2068513"/>
          <p14:tracePt t="26781" x="11872913" y="2068513"/>
          <p14:tracePt t="26783" x="11887200" y="2082800"/>
          <p14:tracePt t="26793" x="11915775" y="2082800"/>
          <p14:tracePt t="26801" x="11915775" y="2097088"/>
          <p14:tracePt t="26815" x="11923713" y="2097088"/>
          <p14:tracePt t="26830" x="11938000" y="2111375"/>
          <p14:tracePt t="26846" x="11952288" y="2111375"/>
          <p14:tracePt t="26856" x="11952288" y="2119313"/>
          <p14:tracePt t="26865" x="11966575" y="2119313"/>
          <p14:tracePt t="26871" x="11966575" y="2133600"/>
          <p14:tracePt t="26886" x="11974513" y="2133600"/>
          <p14:tracePt t="26902" x="11974513" y="2147888"/>
          <p14:tracePt t="26912" x="11988800" y="2147888"/>
          <p14:tracePt t="26926" x="11988800" y="2162175"/>
          <p14:tracePt t="26950" x="12003088" y="2162175"/>
          <p14:tracePt t="26981" x="12003088" y="2170113"/>
          <p14:tracePt t="27044" x="12017375" y="2170113"/>
          <p14:tracePt t="27076" x="12017375" y="2184400"/>
          <p14:tracePt t="27124" x="12017375" y="2198688"/>
          <p14:tracePt t="27140" x="12025313" y="2198688"/>
          <p14:tracePt t="27164" x="12039600" y="2212975"/>
          <p14:tracePt t="27181" x="12039600" y="2220913"/>
          <p14:tracePt t="27196" x="12053888" y="2235200"/>
          <p14:tracePt t="27206" x="12068175" y="2249488"/>
          <p14:tracePt t="27214" x="12068175" y="2263775"/>
          <p14:tracePt t="27220" x="12076113" y="2271713"/>
          <p14:tracePt t="27230" x="12076113" y="2286000"/>
          <p14:tracePt t="27246" x="12090400" y="2300288"/>
          <p14:tracePt t="27253" x="12090400" y="2314575"/>
          <p14:tracePt t="27263" x="12090400" y="2322513"/>
          <p14:tracePt t="27276" x="12090400" y="2336800"/>
          <p14:tracePt t="27285" x="12104688" y="2351088"/>
          <p14:tracePt t="27300" x="12104688" y="2365375"/>
          <p14:tracePt t="27310" x="12104688" y="2387600"/>
          <p14:tracePt t="27323" x="12104688" y="2401888"/>
          <p14:tracePt t="27332" x="12104688" y="2416175"/>
          <p14:tracePt t="27341" x="12104688" y="2424113"/>
          <p14:tracePt t="27355" x="12104688" y="2438400"/>
          <p14:tracePt t="27371" x="12104688" y="2452688"/>
          <p14:tracePt t="27403" x="12104688" y="2466975"/>
          <p14:tracePt t="27499" x="12104688" y="2452688"/>
          <p14:tracePt t="27514" x="12090400" y="2438400"/>
          <p14:tracePt t="27523" x="12090400" y="2424113"/>
          <p14:tracePt t="27531" x="12076113" y="2416175"/>
          <p14:tracePt t="27546" x="12068175" y="2401888"/>
          <p14:tracePt t="27555" x="12053888" y="2387600"/>
          <p14:tracePt t="27563" x="12039600" y="2387600"/>
          <p14:tracePt t="27572" x="12025313" y="2373313"/>
          <p14:tracePt t="27579" x="12003088" y="2373313"/>
          <p14:tracePt t="27587" x="11988800" y="2365375"/>
          <p14:tracePt t="27595" x="11938000" y="2351088"/>
          <p14:tracePt t="27604" x="11901488" y="2351088"/>
          <p14:tracePt t="27613" x="11850688" y="2336800"/>
          <p14:tracePt t="27620" x="11734800" y="2300288"/>
          <p14:tracePt t="27628" x="11618913" y="2271713"/>
          <p14:tracePt t="27638" x="11495088" y="2249488"/>
          <p14:tracePt t="27644" x="11314113" y="2212975"/>
          <p14:tracePt t="27653" x="11125200" y="2170113"/>
          <p14:tracePt t="27661" x="10871200" y="2147888"/>
          <p14:tracePt t="27670" x="10602913" y="2111375"/>
          <p14:tracePt t="27677" x="10298113" y="2082800"/>
          <p14:tracePt t="27685" x="9942513" y="2082800"/>
          <p14:tracePt t="27693" x="9282113" y="2060575"/>
          <p14:tracePt t="27703" x="9078913" y="2060575"/>
          <p14:tracePt t="27710" x="8664575" y="2060575"/>
          <p14:tracePt t="27720" x="7859713" y="2060575"/>
          <p14:tracePt t="27722" x="7366000" y="2060575"/>
          <p14:tracePt t="27731" x="7140575" y="2060575"/>
          <p14:tracePt t="27741" x="6299200" y="2060575"/>
          <p14:tracePt t="27746" x="6073775" y="2060575"/>
          <p14:tracePt t="27754" x="5616575" y="2060575"/>
          <p14:tracePt t="27763" x="5218113" y="2060575"/>
          <p14:tracePt t="27772" x="4862513" y="2068513"/>
          <p14:tracePt t="27778" x="4535488" y="2097088"/>
          <p14:tracePt t="27788" x="4419600" y="2097088"/>
          <p14:tracePt t="27794" x="4165600" y="2133600"/>
          <p14:tracePt t="27805" x="3976688" y="2147888"/>
          <p14:tracePt t="27811" x="3787775" y="2170113"/>
          <p14:tracePt t="27821" x="3635375" y="2184400"/>
          <p14:tracePt t="27830" x="3454400" y="2198688"/>
          <p14:tracePt t="27836" x="3302000" y="2212975"/>
          <p14:tracePt t="27847" x="3149600" y="2212975"/>
          <p14:tracePt t="27852" x="3025775" y="2220913"/>
          <p14:tracePt t="27860" x="2881313" y="2220913"/>
          <p14:tracePt t="27870" x="2794000" y="2235200"/>
          <p14:tracePt t="27879" x="2678113" y="2235200"/>
          <p14:tracePt t="27887" x="2655888" y="2235200"/>
          <p14:tracePt t="27892" x="2568575" y="2235200"/>
          <p14:tracePt t="27903" x="2517775" y="2235200"/>
          <p14:tracePt t="27905" x="2416175" y="2235200"/>
          <p14:tracePt t="27914" x="2401888" y="2235200"/>
          <p14:tracePt t="27923" x="2365375" y="2235200"/>
          <p14:tracePt t="27934" x="2336800" y="2235200"/>
          <p14:tracePt t="27939" x="2300288" y="2235200"/>
          <p14:tracePt t="28187" x="2271713" y="2235200"/>
          <p14:tracePt t="28195" x="2235200" y="2235200"/>
          <p14:tracePt t="28204" x="2170113" y="2235200"/>
          <p14:tracePt t="28213" x="2119313" y="2235200"/>
          <p14:tracePt t="28222" x="2060575" y="2249488"/>
          <p14:tracePt t="28228" x="1995488" y="2263775"/>
          <p14:tracePt t="28237" x="1958975" y="2271713"/>
          <p14:tracePt t="28243" x="1865313" y="2300288"/>
          <p14:tracePt t="28254" x="1814513" y="2314575"/>
          <p14:tracePt t="28260" x="1763713" y="2336800"/>
          <p14:tracePt t="28268" x="1741488" y="2351088"/>
          <p14:tracePt t="28276" x="1690688" y="2365375"/>
          <p14:tracePt t="28284" x="1603375" y="2387600"/>
          <p14:tracePt t="28294" x="1589088" y="2401888"/>
          <p14:tracePt t="28299" x="1509713" y="2424113"/>
          <p14:tracePt t="28308" x="1458913" y="2438400"/>
          <p14:tracePt t="28320" x="1436688" y="2452688"/>
          <p14:tracePt t="28326" x="1357313" y="2466975"/>
          <p14:tracePt t="28333" x="1306513" y="2474913"/>
          <p14:tracePt t="28342" x="1284288" y="2489200"/>
          <p14:tracePt t="28350" x="1204913" y="2525713"/>
          <p14:tracePt t="28358" x="1182688" y="2525713"/>
          <p14:tracePt t="28368" x="1146175" y="2554288"/>
          <p14:tracePt t="28374" x="1095375" y="2568575"/>
          <p14:tracePt t="28385" x="1052513" y="2590800"/>
          <p14:tracePt t="28386" x="1016000" y="2605088"/>
          <p14:tracePt t="28396" x="979488" y="2619375"/>
          <p14:tracePt t="28404" x="950913" y="2641600"/>
          <p14:tracePt t="28412" x="914400" y="2655888"/>
          <p14:tracePt t="28422" x="892175" y="2670175"/>
          <p14:tracePt t="28428" x="863600" y="2692400"/>
          <p14:tracePt t="28437" x="849313" y="2706688"/>
          <p14:tracePt t="28448" x="827088" y="2728913"/>
          <p14:tracePt t="28450" x="812800" y="2743200"/>
          <p14:tracePt t="28460" x="798513" y="2771775"/>
          <p14:tracePt t="28469" x="798513" y="2779713"/>
          <p14:tracePt t="28474" x="790575" y="2808288"/>
          <p14:tracePt t="28486" x="776288" y="2830513"/>
          <p14:tracePt t="28492" x="762000" y="2859088"/>
          <p14:tracePt t="28501" x="747713" y="2895600"/>
          <p14:tracePt t="28510" x="747713" y="2924175"/>
          <p14:tracePt t="28516" x="739775" y="2946400"/>
          <p14:tracePt t="28527" x="739775" y="2982913"/>
          <p14:tracePt t="28533" x="739775" y="3025775"/>
          <p14:tracePt t="28540" x="725488" y="3062288"/>
          <p14:tracePt t="28551" x="725488" y="3098800"/>
          <p14:tracePt t="28558" x="725488" y="3135313"/>
          <p14:tracePt t="28567" x="725488" y="3163888"/>
          <p14:tracePt t="28573" x="725488" y="3200400"/>
          <p14:tracePt t="28584" x="725488" y="3236913"/>
          <p14:tracePt t="28585" x="725488" y="3279775"/>
          <p14:tracePt t="28594" x="725488" y="3302000"/>
          <p14:tracePt t="28603" x="725488" y="3330575"/>
          <p14:tracePt t="28610" x="725488" y="3367088"/>
          <p14:tracePt t="28618" x="725488" y="3403600"/>
          <p14:tracePt t="28627" x="739775" y="3440113"/>
          <p14:tracePt t="28633" x="747713" y="3468688"/>
          <p14:tracePt t="28642" x="776288" y="3490913"/>
          <p14:tracePt t="28653" x="790575" y="3519488"/>
          <p14:tracePt t="28659" x="798513" y="3556000"/>
          <p14:tracePt t="28666" x="812800" y="3584575"/>
          <p14:tracePt t="28676" x="841375" y="3606800"/>
          <p14:tracePt t="28687" x="849313" y="3635375"/>
          <p14:tracePt t="28688" x="863600" y="3657600"/>
          <p14:tracePt t="28698" x="877888" y="3686175"/>
          <p14:tracePt t="28706" x="892175" y="3694113"/>
          <p14:tracePt t="28715" x="914400" y="3722688"/>
          <p14:tracePt t="28724" x="928688" y="3744913"/>
          <p14:tracePt t="28733" x="942975" y="3759200"/>
          <p14:tracePt t="28740" x="965200" y="3787775"/>
          <p14:tracePt t="28750" x="979488" y="3795713"/>
          <p14:tracePt t="28752" x="993775" y="3810000"/>
          <p14:tracePt t="28762" x="1001713" y="3824288"/>
          <p14:tracePt t="28771" x="1030288" y="3846513"/>
          <p14:tracePt t="28782" x="1044575" y="3846513"/>
          <p14:tracePt t="28784" x="1052513" y="3860800"/>
          <p14:tracePt t="28794" x="1066800" y="3875088"/>
          <p14:tracePt t="28802" x="1081088" y="3875088"/>
          <p14:tracePt t="28809" x="1095375" y="3875088"/>
          <p14:tracePt t="28820" x="1103313" y="3889375"/>
          <p14:tracePt t="28826" x="1131888" y="3889375"/>
          <p14:tracePt t="28833" x="1168400" y="3897313"/>
          <p14:tracePt t="28842" x="1196975" y="3911600"/>
          <p14:tracePt t="28853" x="1247775" y="3911600"/>
          <p14:tracePt t="28854" x="1306513" y="3925888"/>
          <p14:tracePt t="28865" x="1357313" y="3925888"/>
          <p14:tracePt t="28873" x="1385888" y="3940175"/>
          <p14:tracePt t="28883" x="1422400" y="3940175"/>
          <p14:tracePt t="28891" x="1487488" y="3948113"/>
          <p14:tracePt t="28900" x="1538288" y="3962400"/>
          <p14:tracePt t="28906" x="1574800" y="3962400"/>
          <p14:tracePt t="28916" x="1611313" y="3976688"/>
          <p14:tracePt t="28919" x="1662113" y="3976688"/>
          <p14:tracePt t="28929" x="1704975" y="3990975"/>
          <p14:tracePt t="28938" x="1763713" y="3990975"/>
          <p14:tracePt t="28948" x="1806575" y="3990975"/>
          <p14:tracePt t="28956" x="1857375" y="3998913"/>
          <p14:tracePt t="28961" x="1916113" y="3998913"/>
          <p14:tracePt t="28968" x="1981200" y="4013200"/>
          <p14:tracePt t="28982" x="2032000" y="4013200"/>
          <p14:tracePt t="28984" x="2097088" y="4013200"/>
          <p14:tracePt t="28993" x="2119313" y="4027488"/>
          <p14:tracePt t="29002" x="2184400" y="4027488"/>
          <p14:tracePt t="29009" x="2235200" y="4027488"/>
          <p14:tracePt t="29019" x="2286000" y="4027488"/>
          <p14:tracePt t="29024" x="2322513" y="4041775"/>
          <p14:tracePt t="29035" x="2365375" y="4041775"/>
          <p14:tracePt t="29040" x="2387600" y="4041775"/>
          <p14:tracePt t="29051" x="2424113" y="4049713"/>
          <p14:tracePt t="29059" x="2438400" y="4049713"/>
          <p14:tracePt t="29067" x="2452688" y="4049713"/>
          <p14:tracePt t="29073" x="2466975" y="4049713"/>
          <p14:tracePt t="29082" x="2474913" y="4049713"/>
          <p14:tracePt t="29091" x="2503488" y="4049713"/>
          <p14:tracePt t="29317" x="2517775" y="4049713"/>
          <p14:tracePt t="29326" x="2576513" y="4049713"/>
          <p14:tracePt t="29336" x="2670175" y="4049713"/>
          <p14:tracePt t="29344" x="2743200" y="4078288"/>
          <p14:tracePt t="29353" x="2873375" y="4114800"/>
          <p14:tracePt t="29359" x="3011488" y="4165600"/>
          <p14:tracePt t="29371" x="3135313" y="4202113"/>
          <p14:tracePt t="29372" x="3279775" y="4267200"/>
          <p14:tracePt t="29382" x="3417888" y="4318000"/>
          <p14:tracePt t="29392" x="3519488" y="4354513"/>
          <p14:tracePt t="29398" x="3592513" y="4397375"/>
          <p14:tracePt t="29404" x="3621088" y="4405313"/>
          <p14:tracePt t="29413" x="3744913" y="4470400"/>
          <p14:tracePt t="29425" x="3773488" y="4484688"/>
          <p14:tracePt t="29431" x="3824288" y="4498975"/>
          <p14:tracePt t="29438" x="3846513" y="4506913"/>
          <p14:tracePt t="29447" x="3889375" y="4521200"/>
          <p14:tracePt t="29454" x="3911600" y="4535488"/>
          <p14:tracePt t="29465" x="3940175" y="4549775"/>
          <p14:tracePt t="29470" x="3948113" y="4549775"/>
          <p14:tracePt t="29479" x="3962400" y="4557713"/>
          <p14:tracePt t="29487" x="3976688" y="4557713"/>
          <p14:tracePt t="29497" x="3990975" y="4572000"/>
          <p14:tracePt t="29504" x="3998913" y="4572000"/>
          <p14:tracePt t="29524" x="4013200" y="4572000"/>
          <p14:tracePt t="29547" x="4027488" y="4572000"/>
          <p14:tracePt t="29563" x="4041775" y="4572000"/>
          <p14:tracePt t="29579" x="4041775" y="4586288"/>
          <p14:tracePt t="29589" x="4049713" y="4586288"/>
          <p14:tracePt t="29597" x="4064000" y="4586288"/>
          <p14:tracePt t="29611" x="4092575" y="4586288"/>
          <p14:tracePt t="29622" x="4100513" y="4586288"/>
          <p14:tracePt t="29630" x="4114800" y="4600575"/>
          <p14:tracePt t="29639" x="4129088" y="4600575"/>
          <p14:tracePt t="29644" x="4151313" y="4600575"/>
          <p14:tracePt t="29655" x="4165600" y="4608513"/>
          <p14:tracePt t="29661" x="4194175" y="4608513"/>
          <p14:tracePt t="29671" x="4216400" y="4622800"/>
          <p14:tracePt t="29678" x="4244975" y="4622800"/>
          <p14:tracePt t="29688" x="4252913" y="4622800"/>
          <p14:tracePt t="29696" x="4281488" y="4637088"/>
          <p14:tracePt t="29705" x="4303713" y="4651375"/>
          <p14:tracePt t="29711" x="4318000" y="4651375"/>
          <p14:tracePt t="29721" x="4346575" y="4659313"/>
          <p14:tracePt t="29729" x="4354513" y="4673600"/>
          <p14:tracePt t="29730" x="4368800" y="4673600"/>
          <p14:tracePt t="29740" x="4383088" y="4673600"/>
          <p14:tracePt t="29749" x="4397375" y="4687888"/>
          <p14:tracePt t="29755" x="4405313" y="4687888"/>
          <p14:tracePt t="29766" x="4433888" y="4702175"/>
          <p14:tracePt t="29772" x="4456113" y="4702175"/>
          <p14:tracePt t="29780" x="4484688" y="4702175"/>
          <p14:tracePt t="29791" x="4521200" y="4710113"/>
          <p14:tracePt t="29797" x="4557713" y="4710113"/>
          <p14:tracePt t="29804" x="4600575" y="4710113"/>
          <p14:tracePt t="29812" x="4622800" y="4724400"/>
          <p14:tracePt t="29821" x="4651375" y="4724400"/>
          <p14:tracePt t="29830" x="4687888" y="4724400"/>
          <p14:tracePt t="29837" x="4702175" y="4724400"/>
          <p14:tracePt t="29845" x="4710113" y="4724400"/>
          <p14:tracePt t="30049" x="4738688" y="4724400"/>
          <p14:tracePt t="30058" x="4775200" y="4724400"/>
          <p14:tracePt t="30066" x="4840288" y="4724400"/>
          <p14:tracePt t="30075" x="4905375" y="4724400"/>
          <p14:tracePt t="30083" x="4964113" y="4724400"/>
          <p14:tracePt t="30091" x="5108575" y="4724400"/>
          <p14:tracePt t="30101" x="5232400" y="4724400"/>
          <p14:tracePt t="30106" x="5413375" y="4724400"/>
          <p14:tracePt t="30113" x="5565775" y="4724400"/>
          <p14:tracePt t="30124" x="5718175" y="4724400"/>
          <p14:tracePt t="30129" x="5842000" y="4724400"/>
          <p14:tracePt t="30137" x="5972175" y="4738688"/>
          <p14:tracePt t="30145" x="6081713" y="4752975"/>
          <p14:tracePt t="30157" x="6183313" y="4752975"/>
          <p14:tracePt t="30163" x="6226175" y="4760913"/>
          <p14:tracePt t="30170" x="6284913" y="4775200"/>
          <p14:tracePt t="30179" x="6350000" y="4775200"/>
          <p14:tracePt t="30187" x="6415088" y="4789488"/>
          <p14:tracePt t="30195" x="6451600" y="4789488"/>
          <p14:tracePt t="30202" x="6480175" y="4789488"/>
          <p14:tracePt t="30211" x="6502400" y="4789488"/>
          <p14:tracePt t="30220" x="6530975" y="4789488"/>
          <p14:tracePt t="30228" x="6553200" y="4789488"/>
          <p14:tracePt t="30237" x="6581775" y="4789488"/>
          <p14:tracePt t="30243" x="6604000" y="4789488"/>
          <p14:tracePt t="30253" x="6618288" y="4789488"/>
          <p14:tracePt t="30261" x="6654800" y="4789488"/>
          <p14:tracePt t="30263" x="6683375" y="4789488"/>
          <p14:tracePt t="30273" x="6705600" y="4789488"/>
          <p14:tracePt t="30282" x="6742113" y="4789488"/>
          <p14:tracePt t="30290" x="6792913" y="4803775"/>
          <p14:tracePt t="30302" x="6821488" y="4803775"/>
          <p14:tracePt t="30308" x="6886575" y="4803775"/>
          <p14:tracePt t="30316" x="6908800" y="4803775"/>
          <p14:tracePt t="30321" x="6945313" y="4803775"/>
          <p14:tracePt t="30331" x="6996113" y="4811713"/>
          <p14:tracePt t="30337" x="7038975" y="4811713"/>
          <p14:tracePt t="30345" x="7075488" y="4811713"/>
          <p14:tracePt t="30356" x="7112000" y="4811713"/>
          <p14:tracePt t="30363" x="7162800" y="4811713"/>
          <p14:tracePt t="30370" x="7199313" y="4811713"/>
          <p14:tracePt t="30378" x="7242175" y="4811713"/>
          <p14:tracePt t="30388" x="7278688" y="4811713"/>
          <p14:tracePt t="30396" x="7315200" y="4811713"/>
          <p14:tracePt t="30404" x="7351713" y="4811713"/>
          <p14:tracePt t="30410" x="7380288" y="4811713"/>
          <p14:tracePt t="30420" x="7416800" y="4811713"/>
          <p14:tracePt t="30428" x="7453313" y="4811713"/>
          <p14:tracePt t="30437" x="7496175" y="4811713"/>
          <p14:tracePt t="30443" x="7518400" y="4811713"/>
          <p14:tracePt t="30453" x="7546975" y="4811713"/>
          <p14:tracePt t="30454" x="7597775" y="4811713"/>
          <p14:tracePt t="30464" x="7620000" y="4811713"/>
          <p14:tracePt t="30473" x="7656513" y="4811713"/>
          <p14:tracePt t="30481" x="7699375" y="4811713"/>
          <p14:tracePt t="30490" x="7721600" y="4811713"/>
          <p14:tracePt t="30497" x="7758113" y="4811713"/>
          <p14:tracePt t="30503" x="7772400" y="4811713"/>
          <p14:tracePt t="30513" x="7808913" y="4811713"/>
          <p14:tracePt t="30523" x="7837488" y="4811713"/>
          <p14:tracePt t="30531" x="7851775" y="4826000"/>
          <p14:tracePt t="30537" x="7874000" y="4826000"/>
          <p14:tracePt t="30546" x="7902575" y="4826000"/>
          <p14:tracePt t="30553" x="7924800" y="4826000"/>
          <p14:tracePt t="30562" x="7939088" y="4826000"/>
          <p14:tracePt t="30571" x="7953375" y="4826000"/>
          <p14:tracePt t="30573" x="7975600" y="4826000"/>
          <p14:tracePt t="30584" x="7989888" y="4826000"/>
          <p14:tracePt t="30593" x="8004175" y="4826000"/>
          <p14:tracePt t="30602" x="8012113" y="4826000"/>
          <p14:tracePt t="30609" x="8026400" y="4826000"/>
          <p14:tracePt t="30615" x="8040688" y="4826000"/>
          <p14:tracePt t="30625" x="8054975" y="4826000"/>
          <p14:tracePt t="30632" x="8077200" y="4826000"/>
          <p14:tracePt t="30641" x="8091488" y="4826000"/>
          <p14:tracePt t="30647" x="8105775" y="4826000"/>
          <p14:tracePt t="30661" x="8128000" y="4826000"/>
          <p14:tracePt t="30671" x="8142288" y="4826000"/>
          <p14:tracePt t="30686" x="8156575" y="4826000"/>
          <p14:tracePt t="30695" x="8164513" y="4826000"/>
          <p14:tracePt t="30704" x="8178800" y="4826000"/>
          <p14:tracePt t="30712" x="8193088" y="4826000"/>
          <p14:tracePt t="30725" x="8207375" y="4826000"/>
          <p14:tracePt t="30734" x="8215313" y="4826000"/>
          <p14:tracePt t="30743" x="8229600" y="4826000"/>
          <p14:tracePt t="30752" x="8243888" y="4826000"/>
          <p14:tracePt t="30760" x="8243888" y="4811713"/>
          <p14:tracePt t="30769" x="8266113" y="4811713"/>
          <p14:tracePt t="30781" x="8280400" y="4811713"/>
          <p14:tracePt t="30791" x="8294688" y="4811713"/>
          <p14:tracePt t="30812" x="8308975" y="4811713"/>
          <p14:tracePt t="30828" x="8316913" y="4811713"/>
          <p14:tracePt t="30841" x="8316913" y="4803775"/>
          <p14:tracePt t="30860" x="8331200" y="4803775"/>
          <p14:tracePt t="30900" x="8345488" y="4803775"/>
          <p14:tracePt t="30948" x="8345488" y="4789488"/>
          <p14:tracePt t="31012" x="8331200" y="4789488"/>
          <p14:tracePt t="31035" x="8316913" y="4789488"/>
          <p14:tracePt t="31052" x="8308975" y="4789488"/>
          <p14:tracePt t="31061" x="8280400" y="4775200"/>
          <p14:tracePt t="31070" x="8258175" y="4775200"/>
          <p14:tracePt t="31077" x="8178800" y="4775200"/>
          <p14:tracePt t="31086" x="8062913" y="4775200"/>
          <p14:tracePt t="31092" x="7953375" y="4760913"/>
          <p14:tracePt t="31102" x="7800975" y="4752975"/>
          <p14:tracePt t="31108" x="7699375" y="4752975"/>
          <p14:tracePt t="31120" x="7402513" y="4738688"/>
          <p14:tracePt t="31125" x="7177088" y="4738688"/>
          <p14:tracePt t="31135" x="6959600" y="4738688"/>
          <p14:tracePt t="31141" x="6719888" y="4738688"/>
          <p14:tracePt t="31148" x="6618288" y="4738688"/>
          <p14:tracePt t="31158" x="6429375" y="4738688"/>
          <p14:tracePt t="31168" x="6234113" y="4738688"/>
          <p14:tracePt t="31174" x="6030913" y="4724400"/>
          <p14:tracePt t="31181" x="5870575" y="4724400"/>
          <p14:tracePt t="31189" x="5718175" y="4710113"/>
          <p14:tracePt t="31197" x="5602288" y="4702175"/>
          <p14:tracePt t="31204" x="5551488" y="4702175"/>
          <p14:tracePt t="31212" x="5464175" y="4687888"/>
          <p14:tracePt t="31220" x="5384800" y="4673600"/>
          <p14:tracePt t="31228" x="5319713" y="4673600"/>
          <p14:tracePt t="31239" x="5268913" y="4659313"/>
          <p14:tracePt t="31244" x="5181600" y="4651375"/>
          <p14:tracePt t="31252" x="5130800" y="4637088"/>
          <p14:tracePt t="31263" x="5094288" y="4608513"/>
          <p14:tracePt t="31522" x="5080000" y="4608513"/>
          <p14:tracePt t="31531" x="5029200" y="4608513"/>
          <p14:tracePt t="31539" x="4978400" y="4608513"/>
          <p14:tracePt t="31547" x="4913313" y="4608513"/>
          <p14:tracePt t="31554" x="4840288" y="4608513"/>
          <p14:tracePt t="31561" x="4775200" y="4622800"/>
          <p14:tracePt t="31569" x="4738688" y="4622800"/>
          <p14:tracePt t="31579" x="4687888" y="4637088"/>
          <p14:tracePt t="31585" x="4637088" y="4637088"/>
          <p14:tracePt t="31596" x="4586288" y="4637088"/>
          <p14:tracePt t="31602" x="4557713" y="4651375"/>
          <p14:tracePt t="31609" x="4535488" y="4651375"/>
          <p14:tracePt t="31618" x="4521200" y="4651375"/>
          <p14:tracePt t="31629" x="4498975" y="4651375"/>
          <p14:tracePt t="31634" x="4484688" y="4651375"/>
          <p14:tracePt t="31648" x="4470400" y="4651375"/>
          <p14:tracePt t="31664" x="4456113" y="4651375"/>
          <p14:tracePt t="31673" x="4456113" y="4659313"/>
          <p14:tracePt t="31696" x="4448175" y="4659313"/>
          <p14:tracePt t="31712" x="4433888" y="4659313"/>
          <p14:tracePt t="31722" x="4419600" y="4659313"/>
          <p14:tracePt t="31730" x="4405313" y="4659313"/>
          <p14:tracePt t="31740" x="4397375" y="4673600"/>
          <p14:tracePt t="31745" x="4383088" y="4673600"/>
          <p14:tracePt t="31753" x="4368800" y="4673600"/>
          <p14:tracePt t="31762" x="4354513" y="4673600"/>
          <p14:tracePt t="31773" x="4332288" y="4673600"/>
          <p14:tracePt t="31778" x="4318000" y="4673600"/>
          <p14:tracePt t="31785" x="4303713" y="4673600"/>
          <p14:tracePt t="31799" x="4281488" y="4687888"/>
          <p14:tracePt t="31810" x="4267200" y="4687888"/>
          <p14:tracePt t="31825" x="4244975" y="4687888"/>
          <p14:tracePt t="31833" x="4230688" y="4687888"/>
          <p14:tracePt t="31847" x="4216400" y="4687888"/>
          <p14:tracePt t="31857" x="4202113" y="4687888"/>
          <p14:tracePt t="31873" x="4194175" y="4687888"/>
          <p14:tracePt t="31895" x="4179888" y="4687888"/>
          <p14:tracePt t="31998" x="4165600" y="4687888"/>
          <p14:tracePt t="32125" x="4165600" y="4673600"/>
          <p14:tracePt t="32141" x="4179888" y="4673600"/>
          <p14:tracePt t="32197" x="4179888" y="4659313"/>
          <p14:tracePt t="32253" x="4194175" y="4659313"/>
          <p14:tracePt t="32264" x="4194175" y="4651375"/>
          <p14:tracePt t="32284" x="4194175" y="4637088"/>
          <p14:tracePt t="32325" x="4194175" y="4622800"/>
          <p14:tracePt t="32396" x="4194175" y="4608513"/>
          <p14:tracePt t="32476" x="4194175" y="4600575"/>
          <p14:tracePt t="32563" x="4202113" y="4600575"/>
          <p14:tracePt t="32594" x="4216400" y="4600575"/>
          <p14:tracePt t="32619" x="4230688" y="4600575"/>
          <p14:tracePt t="32627" x="4244975" y="4600575"/>
          <p14:tracePt t="32635" x="4252913" y="4600575"/>
          <p14:tracePt t="32643" x="4267200" y="4600575"/>
          <p14:tracePt t="32651" x="4281488" y="4600575"/>
          <p14:tracePt t="32659" x="4295775" y="4600575"/>
          <p14:tracePt t="32667" x="4303713" y="4600575"/>
          <p14:tracePt t="32685" x="4318000" y="4586288"/>
          <p14:tracePt t="32691" x="4332288" y="4586288"/>
          <p14:tracePt t="32708" x="4346575" y="4586288"/>
          <p14:tracePt t="32731" x="4354513" y="4586288"/>
          <p14:tracePt t="32762" x="4368800" y="4586288"/>
          <p14:tracePt t="32793" x="4383088" y="4586288"/>
          <p14:tracePt t="32810" x="4397375" y="4586288"/>
          <p14:tracePt t="32826" x="4405313" y="4586288"/>
          <p14:tracePt t="32842" x="4405313" y="4572000"/>
          <p14:tracePt t="32850" x="4419600" y="4572000"/>
          <p14:tracePt t="32874" x="4433888" y="4572000"/>
          <p14:tracePt t="32905" x="4448175" y="4572000"/>
          <p14:tracePt t="33208" x="4433888" y="4572000"/>
          <p14:tracePt t="33248" x="4419600" y="4572000"/>
          <p14:tracePt t="33264" x="4419600" y="4586288"/>
          <p14:tracePt t="33288" x="4405313" y="4586288"/>
          <p14:tracePt t="33335" x="4397375" y="4586288"/>
          <p14:tracePt t="33359" x="4383088" y="4586288"/>
          <p14:tracePt t="33382" x="4368800" y="4586288"/>
          <p14:tracePt t="33406" x="4354513" y="4586288"/>
          <p14:tracePt t="33423" x="4346575" y="4586288"/>
          <p14:tracePt t="33432" x="4332288" y="4586288"/>
          <p14:tracePt t="33447" x="4318000" y="4586288"/>
          <p14:tracePt t="33455" x="4303713" y="4586288"/>
          <p14:tracePt t="33464" x="4295775" y="4586288"/>
          <p14:tracePt t="33472" x="4281488" y="4586288"/>
          <p14:tracePt t="33478" x="4267200" y="4586288"/>
          <p14:tracePt t="33489" x="4252913" y="4586288"/>
          <p14:tracePt t="33494" x="4244975" y="4586288"/>
          <p14:tracePt t="33505" x="4230688" y="4572000"/>
          <p14:tracePt t="33512" x="4216400" y="4572000"/>
          <p14:tracePt t="33518" x="4202113" y="4572000"/>
          <p14:tracePt t="33528" x="4194175" y="4557713"/>
          <p14:tracePt t="33536" x="4179888" y="4557713"/>
          <p14:tracePt t="33544" x="4165600" y="4549775"/>
          <p14:tracePt t="33550" x="4151313" y="4535488"/>
          <p14:tracePt t="33560" x="4143375" y="4521200"/>
          <p14:tracePt t="33566" x="4129088" y="4521200"/>
          <p14:tracePt t="33575" x="4114800" y="4506913"/>
          <p14:tracePt t="33582" x="4114800" y="4498975"/>
          <p14:tracePt t="33593" x="4100513" y="4484688"/>
          <p14:tracePt t="33600" x="4092575" y="4456113"/>
          <p14:tracePt t="33607" x="4078288" y="4448175"/>
          <p14:tracePt t="33615" x="4064000" y="4433888"/>
          <p14:tracePt t="33625" x="4041775" y="4383088"/>
          <p14:tracePt t="33632" x="4027488" y="4368800"/>
          <p14:tracePt t="33642" x="4013200" y="4346575"/>
          <p14:tracePt t="33649" x="3998913" y="4332288"/>
          <p14:tracePt t="33658" x="3976688" y="4295775"/>
          <p14:tracePt t="33666" x="3962400" y="4267200"/>
          <p14:tracePt t="33675" x="3948113" y="4244975"/>
          <p14:tracePt t="33682" x="3940175" y="4216400"/>
          <p14:tracePt t="33691" x="3925888" y="4194175"/>
          <p14:tracePt t="33700" x="3925888" y="4151313"/>
          <p14:tracePt t="33702" x="3911600" y="4129088"/>
          <p14:tracePt t="33711" x="3897313" y="4100513"/>
          <p14:tracePt t="33722" x="3897313" y="4078288"/>
          <p14:tracePt t="33728" x="3889375" y="4041775"/>
          <p14:tracePt t="33741" x="3889375" y="4013200"/>
          <p14:tracePt t="33742" x="3875088" y="3976688"/>
          <p14:tracePt t="33751" x="3875088" y="3940175"/>
          <p14:tracePt t="33758" x="3860800" y="3911600"/>
          <p14:tracePt t="33765" x="3860800" y="3875088"/>
          <p14:tracePt t="33777" x="3846513" y="3838575"/>
          <p14:tracePt t="33782" x="3846513" y="3795713"/>
          <p14:tracePt t="33791" x="3846513" y="3773488"/>
          <p14:tracePt t="33799" x="3838575" y="3744913"/>
          <p14:tracePt t="33810" x="3838575" y="3708400"/>
          <p14:tracePt t="33816" x="3838575" y="3686175"/>
          <p14:tracePt t="33823" x="3824288" y="3657600"/>
          <p14:tracePt t="33833" x="3824288" y="3635375"/>
          <p14:tracePt t="33837" x="3824288" y="3592513"/>
          <p14:tracePt t="33847" x="3810000" y="3570288"/>
          <p14:tracePt t="33853" x="3810000" y="3533775"/>
          <p14:tracePt t="33863" x="3810000" y="3505200"/>
          <p14:tracePt t="33872" x="3810000" y="3468688"/>
          <p14:tracePt t="33878" x="3810000" y="3440113"/>
          <p14:tracePt t="33885" x="3810000" y="3403600"/>
          <p14:tracePt t="33895" x="3810000" y="3367088"/>
          <p14:tracePt t="33905" x="3810000" y="3338513"/>
          <p14:tracePt t="33913" x="3810000" y="3302000"/>
          <p14:tracePt t="33918" x="3810000" y="3265488"/>
          <p14:tracePt t="33925" x="3810000" y="3236913"/>
          <p14:tracePt t="33934" x="3810000" y="3200400"/>
          <p14:tracePt t="33941" x="3810000" y="3163888"/>
          <p14:tracePt t="33951" x="3810000" y="3135313"/>
          <p14:tracePt t="33959" x="3810000" y="3098800"/>
          <p14:tracePt t="33966" x="3810000" y="3076575"/>
          <p14:tracePt t="33977" x="3824288" y="3048000"/>
          <p14:tracePt t="33983" x="3824288" y="3025775"/>
          <p14:tracePt t="33990" x="3838575" y="2982913"/>
          <p14:tracePt t="33998" x="3838575" y="2960688"/>
          <p14:tracePt t="34007" x="3846513" y="2946400"/>
          <p14:tracePt t="34016" x="3860800" y="2924175"/>
          <p14:tracePt t="34023" x="3875088" y="2895600"/>
          <p14:tracePt t="34032" x="3889375" y="2873375"/>
          <p14:tracePt t="34040" x="3897313" y="2859088"/>
          <p14:tracePt t="34044" x="3911600" y="2830513"/>
          <p14:tracePt t="34055" x="3925888" y="2822575"/>
          <p14:tracePt t="34062" x="3948113" y="2808288"/>
          <p14:tracePt t="34069" x="3948113" y="2794000"/>
          <p14:tracePt t="34077" x="3976688" y="2771775"/>
          <p14:tracePt t="34088" x="3998913" y="2757488"/>
          <p14:tracePt t="34095" x="4013200" y="2743200"/>
          <p14:tracePt t="34103" x="4027488" y="2720975"/>
          <p14:tracePt t="34112" x="4049713" y="2706688"/>
          <p14:tracePt t="34123" x="4064000" y="2678113"/>
          <p14:tracePt t="34124" x="4092575" y="2670175"/>
          <p14:tracePt t="34133" x="4114800" y="2655888"/>
          <p14:tracePt t="34143" x="4129088" y="2641600"/>
          <p14:tracePt t="34152" x="4151313" y="2627313"/>
          <p14:tracePt t="34158" x="4179888" y="2619375"/>
          <p14:tracePt t="34166" x="4194175" y="2605088"/>
          <p14:tracePt t="34173" x="4216400" y="2590800"/>
          <p14:tracePt t="34183" x="4244975" y="2590800"/>
          <p14:tracePt t="34192" x="4252913" y="2576513"/>
          <p14:tracePt t="34199" x="4281488" y="2568575"/>
          <p14:tracePt t="34207" x="4303713" y="2554288"/>
          <p14:tracePt t="34216" x="4318000" y="2554288"/>
          <p14:tracePt t="34226" x="4346575" y="2540000"/>
          <p14:tracePt t="34227" x="4354513" y="2525713"/>
          <p14:tracePt t="34238" x="4383088" y="2525713"/>
          <p14:tracePt t="34244" x="4397375" y="2517775"/>
          <p14:tracePt t="34256" x="4405313" y="2517775"/>
          <p14:tracePt t="34263" x="4433888" y="2503488"/>
          <p14:tracePt t="34270" x="4448175" y="2503488"/>
          <p14:tracePt t="34278" x="4456113" y="2489200"/>
          <p14:tracePt t="34290" x="4484688" y="2474913"/>
          <p14:tracePt t="34300" x="4498975" y="2474913"/>
          <p14:tracePt t="34310" x="4506913" y="2466975"/>
          <p14:tracePt t="34317" x="4535488" y="2466975"/>
          <p14:tracePt t="34327" x="4549775" y="2452688"/>
          <p14:tracePt t="34334" x="4557713" y="2452688"/>
          <p14:tracePt t="34341" x="4586288" y="2438400"/>
          <p14:tracePt t="34350" x="4600575" y="2438400"/>
          <p14:tracePt t="34360" x="4622800" y="2424113"/>
          <p14:tracePt t="34362" x="4637088" y="2424113"/>
          <p14:tracePt t="34373" x="4651375" y="2416175"/>
          <p14:tracePt t="34380" x="4673600" y="2416175"/>
          <p14:tracePt t="34390" x="4687888" y="2401888"/>
          <p14:tracePt t="34397" x="4702175" y="2401888"/>
          <p14:tracePt t="34407" x="4724400" y="2401888"/>
          <p14:tracePt t="34413" x="4738688" y="2387600"/>
          <p14:tracePt t="34425" x="4752975" y="2387600"/>
          <p14:tracePt t="34426" x="4760913" y="2387600"/>
          <p14:tracePt t="34434" x="4775200" y="2387600"/>
          <p14:tracePt t="34443" x="4789488" y="2387600"/>
          <p14:tracePt t="34453" x="4803775" y="2373313"/>
          <p14:tracePt t="34461" x="4811713" y="2373313"/>
          <p14:tracePt t="34468" x="4826000" y="2373313"/>
          <p14:tracePt t="34481" x="4840288" y="2373313"/>
          <p14:tracePt t="34492" x="4854575" y="2365375"/>
          <p14:tracePt t="34506" x="4862513" y="2365375"/>
          <p14:tracePt t="34514" x="4876800" y="2365375"/>
          <p14:tracePt t="34528" x="4891088" y="2365375"/>
          <p14:tracePt t="34538" x="4905375" y="2365375"/>
          <p14:tracePt t="34546" x="4905375" y="2351088"/>
          <p14:tracePt t="34556" x="4913313" y="2351088"/>
          <p14:tracePt t="34568" x="4927600" y="2351088"/>
          <p14:tracePt t="34592" x="4941888" y="2351088"/>
          <p14:tracePt t="34608" x="4956175" y="2351088"/>
          <p14:tracePt t="34624" x="4964113" y="2351088"/>
          <p14:tracePt t="34632" x="4978400" y="2351088"/>
          <p14:tracePt t="34648" x="4992688" y="2336800"/>
          <p14:tracePt t="34672" x="5006975" y="2336800"/>
          <p14:tracePt t="34689" x="5014913" y="2336800"/>
          <p14:tracePt t="34705" x="5029200" y="2336800"/>
          <p14:tracePt t="34721" x="5043488" y="2336800"/>
          <p14:tracePt t="34744" x="5057775" y="2336800"/>
          <p14:tracePt t="34754" x="5065713" y="2336800"/>
          <p14:tracePt t="34767" x="5080000" y="2336800"/>
          <p14:tracePt t="34783" x="5094288" y="2336800"/>
          <p14:tracePt t="34792" x="5108575" y="2336800"/>
          <p14:tracePt t="34808" x="5116513" y="2336800"/>
          <p14:tracePt t="34817" x="5116513" y="2322513"/>
          <p14:tracePt t="34824" x="5130800" y="2322513"/>
          <p14:tracePt t="34839" x="5145088" y="2322513"/>
          <p14:tracePt t="34863" x="5159375" y="2322513"/>
          <p14:tracePt t="34894" x="5167313" y="2322513"/>
          <p14:tracePt t="34918" x="5181600" y="2322513"/>
          <p14:tracePt t="34950" x="5195888" y="2322513"/>
          <p14:tracePt t="34982" x="5210175" y="2322513"/>
          <p14:tracePt t="35006" x="5218113" y="2322513"/>
          <p14:tracePt t="35038" x="5232400" y="2322513"/>
          <p14:tracePt t="35047" x="5232400" y="2314575"/>
          <p14:tracePt t="35062" x="5246688" y="2314575"/>
          <p14:tracePt t="35101" x="5260975" y="2314575"/>
          <p14:tracePt t="35134" x="5260975" y="2300288"/>
          <p14:tracePt t="35141" x="5268913" y="2300288"/>
          <p14:tracePt t="35180" x="5283200" y="2300288"/>
          <p14:tracePt t="35212" x="5297488" y="2286000"/>
          <p14:tracePt t="35260" x="5311775" y="2286000"/>
          <p14:tracePt t="35380" x="5311775" y="2271713"/>
          <p14:tracePt t="35746" x="5297488" y="2271713"/>
          <p14:tracePt t="35778" x="5283200" y="2271713"/>
          <p14:tracePt t="35801" x="5268913" y="2271713"/>
          <p14:tracePt t="35833" x="5260975" y="2271713"/>
          <p14:tracePt t="35865" x="5246688" y="2271713"/>
          <p14:tracePt t="35877" x="5246688" y="2286000"/>
          <p14:tracePt t="35928" x="5232400" y="2286000"/>
          <p14:tracePt t="36048" x="5232400" y="2300288"/>
          <p14:tracePt t="36136" x="5232400" y="2314575"/>
          <p14:tracePt t="36192" x="5232400" y="2322513"/>
          <p14:tracePt t="36248" x="5232400" y="2336800"/>
          <p14:tracePt t="36279" x="5232400" y="2351088"/>
          <p14:tracePt t="36311" x="5246688" y="2365375"/>
          <p14:tracePt t="36335" x="5246688" y="2373313"/>
          <p14:tracePt t="36350" x="5246688" y="2387600"/>
          <p14:tracePt t="36375" x="5246688" y="2401888"/>
          <p14:tracePt t="36383" x="5246688" y="2416175"/>
          <p14:tracePt t="36399" x="5246688" y="2424113"/>
          <p14:tracePt t="36414" x="5246688" y="2438400"/>
          <p14:tracePt t="36424" x="5246688" y="2452688"/>
          <p14:tracePt t="36439" x="5246688" y="2466975"/>
          <p14:tracePt t="36447" x="5246688" y="2474913"/>
          <p14:tracePt t="36462" x="5246688" y="2489200"/>
          <p14:tracePt t="36472" x="5246688" y="2503488"/>
          <p14:tracePt t="36486" x="5246688" y="2517775"/>
          <p14:tracePt t="36495" x="5246688" y="2525713"/>
          <p14:tracePt t="36511" x="5246688" y="2540000"/>
          <p14:tracePt t="36526" x="5246688" y="2554288"/>
          <p14:tracePt t="36534" x="5246688" y="2568575"/>
          <p14:tracePt t="36550" x="5246688" y="2576513"/>
          <p14:tracePt t="36566" x="5246688" y="2590800"/>
          <p14:tracePt t="36577" x="5246688" y="2605088"/>
          <p14:tracePt t="36589" x="5246688" y="2619375"/>
          <p14:tracePt t="36606" x="5246688" y="2627313"/>
          <p14:tracePt t="36621" x="5246688" y="2641600"/>
          <p14:tracePt t="36630" x="5246688" y="2655888"/>
          <p14:tracePt t="36653" x="5246688" y="2670175"/>
          <p14:tracePt t="36677" x="5246688" y="2678113"/>
          <p14:tracePt t="36701" x="5246688" y="2692400"/>
          <p14:tracePt t="36717" x="5246688" y="2706688"/>
          <p14:tracePt t="36733" x="5246688" y="2720975"/>
          <p14:tracePt t="36749" x="5246688" y="2728913"/>
          <p14:tracePt t="36780" x="5246688" y="2743200"/>
          <p14:tracePt t="36812" x="5246688" y="2757488"/>
          <p14:tracePt t="36844" x="5246688" y="2771775"/>
          <p14:tracePt t="36876" x="5246688" y="2779713"/>
          <p14:tracePt t="36885" x="5232400" y="2779713"/>
          <p14:tracePt t="36907" x="5232400" y="2794000"/>
          <p14:tracePt t="36932" x="5232400" y="2808288"/>
          <p14:tracePt t="36971" x="5232400" y="2822575"/>
          <p14:tracePt t="37003" x="5232400" y="2830513"/>
          <p14:tracePt t="37027" x="5232400" y="2844800"/>
          <p14:tracePt t="37074" x="5232400" y="2859088"/>
          <p14:tracePt t="37154" x="5232400" y="2873375"/>
          <p14:tracePt t="37266" x="5218113" y="2873375"/>
          <p14:tracePt t="37298" x="5218113" y="2881313"/>
          <p14:tracePt t="37496" x="5218113" y="2895600"/>
          <p14:tracePt t="39153" x="5210175" y="2895600"/>
          <p14:tracePt t="39263" x="5195888" y="2895600"/>
          <p14:tracePt t="39509" x="5195888" y="2909888"/>
          <p14:tracePt t="39534" x="5195888" y="2924175"/>
          <p14:tracePt t="39549" x="5195888" y="2932113"/>
          <p14:tracePt t="39566" x="5195888" y="2946400"/>
          <p14:tracePt t="39574" x="5181600" y="2946400"/>
          <p14:tracePt t="39582" x="5181600" y="2960688"/>
          <p14:tracePt t="39591" x="5181600" y="2974975"/>
          <p14:tracePt t="39605" x="5181600" y="2982913"/>
          <p14:tracePt t="39614" x="5181600" y="2997200"/>
          <p14:tracePt t="39622" x="5167313" y="3011488"/>
          <p14:tracePt t="39632" x="5167313" y="3025775"/>
          <p14:tracePt t="39638" x="5167313" y="3033713"/>
          <p14:tracePt t="39647" x="5167313" y="3048000"/>
          <p14:tracePt t="39653" x="5167313" y="3062288"/>
          <p14:tracePt t="39664" x="5167313" y="3076575"/>
          <p14:tracePt t="39669" x="5159375" y="3084513"/>
          <p14:tracePt t="39680" x="5159375" y="3098800"/>
          <p14:tracePt t="39685" x="5159375" y="3113088"/>
          <p14:tracePt t="39694" x="5159375" y="3127375"/>
          <p14:tracePt t="39702" x="5145088" y="3149600"/>
          <p14:tracePt t="39710" x="5145088" y="3163888"/>
          <p14:tracePt t="39718" x="5145088" y="3178175"/>
          <p14:tracePt t="39726" x="5145088" y="3186113"/>
          <p14:tracePt t="39733" x="5145088" y="3200400"/>
          <p14:tracePt t="39743" x="5130800" y="3214688"/>
          <p14:tracePt t="39751" x="5130800" y="3228975"/>
          <p14:tracePt t="39763" x="5130800" y="3236913"/>
          <p14:tracePt t="39774" x="5130800" y="3251200"/>
          <p14:tracePt t="39789" x="5130800" y="3265488"/>
          <p14:tracePt t="39804" x="5130800" y="3279775"/>
          <p14:tracePt t="39836" x="5116513" y="3287713"/>
          <p14:tracePt t="39852" x="5116513" y="3302000"/>
          <p14:tracePt t="39868" x="5116513" y="3316288"/>
          <p14:tracePt t="39879" x="5116513" y="3330575"/>
          <p14:tracePt t="39884" x="5116513" y="3338513"/>
          <p14:tracePt t="39900" x="5116513" y="3352800"/>
          <p14:tracePt t="39909" x="5108575" y="3367088"/>
          <p14:tracePt t="39916" x="5108575" y="3381375"/>
          <p14:tracePt t="39924" x="5108575" y="3389313"/>
          <p14:tracePt t="39940" x="5108575" y="3403600"/>
          <p14:tracePt t="39949" x="5108575" y="3417888"/>
          <p14:tracePt t="39956" x="5108575" y="3432175"/>
          <p14:tracePt t="39966" x="5108575" y="3440113"/>
          <p14:tracePt t="39971" x="5108575" y="3454400"/>
          <p14:tracePt t="39981" x="5108575" y="3482975"/>
          <p14:tracePt t="39987" x="5108575" y="3490913"/>
          <p14:tracePt t="39998" x="5108575" y="3505200"/>
          <p14:tracePt t="40012" x="5108575" y="3533775"/>
          <p14:tracePt t="40027" x="5108575" y="3541713"/>
          <p14:tracePt t="40037" x="5108575" y="3556000"/>
          <p14:tracePt t="40046" x="5108575" y="3570288"/>
          <p14:tracePt t="40059" x="5108575" y="3592513"/>
          <p14:tracePt t="40074" x="5108575" y="3606800"/>
          <p14:tracePt t="40084" x="5108575" y="3621088"/>
          <p14:tracePt t="40093" x="5108575" y="3635375"/>
          <p14:tracePt t="40100" x="5108575" y="3643313"/>
          <p14:tracePt t="40108" x="5108575" y="3657600"/>
          <p14:tracePt t="40114" x="5108575" y="3671888"/>
          <p14:tracePt t="40123" x="5108575" y="3686175"/>
          <p14:tracePt t="40134" x="5108575" y="3694113"/>
          <p14:tracePt t="40140" x="5108575" y="3708400"/>
          <p14:tracePt t="40149" x="5108575" y="3722688"/>
          <p14:tracePt t="40163" x="5108575" y="3736975"/>
          <p14:tracePt t="40173" x="5108575" y="3744913"/>
          <p14:tracePt t="40186" x="5108575" y="3759200"/>
          <p14:tracePt t="40202" x="5108575" y="3773488"/>
          <p14:tracePt t="40217" x="5108575" y="3787775"/>
          <p14:tracePt t="40230" x="5108575" y="3795713"/>
          <p14:tracePt t="40242" x="5108575" y="3810000"/>
          <p14:tracePt t="40251" x="5094288" y="3810000"/>
          <p14:tracePt t="40259" x="5094288" y="3824288"/>
          <p14:tracePt t="40273" x="5094288" y="3838575"/>
          <p14:tracePt t="40282" x="5094288" y="3846513"/>
          <p14:tracePt t="40299" x="5094288" y="3860800"/>
          <p14:tracePt t="40314" x="5094288" y="3875088"/>
          <p14:tracePt t="40323" x="5094288" y="3889375"/>
          <p14:tracePt t="40337" x="5094288" y="3897313"/>
          <p14:tracePt t="40348" x="5080000" y="3897313"/>
          <p14:tracePt t="40354" x="5080000" y="3911600"/>
          <p14:tracePt t="40365" x="5080000" y="3925888"/>
          <p14:tracePt t="40379" x="5080000" y="3948113"/>
          <p14:tracePt t="40393" x="5080000" y="3962400"/>
          <p14:tracePt t="40409" x="5080000" y="3976688"/>
          <p14:tracePt t="40425" x="5080000" y="3990975"/>
          <p14:tracePt t="40441" x="5080000" y="3998913"/>
          <p14:tracePt t="40457" x="5080000" y="4013200"/>
          <p14:tracePt t="40472" x="5080000" y="4027488"/>
          <p14:tracePt t="40481" x="5080000" y="4041775"/>
          <p14:tracePt t="40498" x="5080000" y="4049713"/>
          <p14:tracePt t="40506" x="5080000" y="4064000"/>
          <p14:tracePt t="40529" x="5080000" y="4078288"/>
          <p14:tracePt t="40538" x="5080000" y="4092575"/>
          <p14:tracePt t="40552" x="5080000" y="4100513"/>
          <p14:tracePt t="40563" x="5080000" y="4114800"/>
          <p14:tracePt t="40568" x="5080000" y="4129088"/>
          <p14:tracePt t="40577" x="5080000" y="4143375"/>
          <p14:tracePt t="40593" x="5080000" y="4151313"/>
          <p14:tracePt t="40600" x="5080000" y="4165600"/>
          <p14:tracePt t="40609" x="5080000" y="4179888"/>
          <p14:tracePt t="40625" x="5080000" y="4194175"/>
          <p14:tracePt t="40640" x="5080000" y="4202113"/>
          <p14:tracePt t="40663" x="5080000" y="4216400"/>
          <p14:tracePt t="40688" x="5080000" y="4230688"/>
          <p14:tracePt t="40767" x="5080000" y="4244975"/>
          <p14:tracePt t="41425" x="5080000" y="4252913"/>
          <p14:tracePt t="41433" x="5080000" y="4267200"/>
          <p14:tracePt t="41440" x="5080000" y="4281488"/>
          <p14:tracePt t="41448" x="5080000" y="4295775"/>
          <p14:tracePt t="41465" x="5080000" y="4318000"/>
          <p14:tracePt t="41472" x="5080000" y="4332288"/>
          <p14:tracePt t="41487" x="5080000" y="4354513"/>
          <p14:tracePt t="41503" x="5094288" y="4368800"/>
          <p14:tracePt t="41511" x="5094288" y="4383088"/>
          <p14:tracePt t="41520" x="5094288" y="4397375"/>
          <p14:tracePt t="41530" x="5094288" y="4405313"/>
          <p14:tracePt t="41535" x="5094288" y="4419600"/>
          <p14:tracePt t="41545" x="5094288" y="4433888"/>
          <p14:tracePt t="41552" x="5108575" y="4448175"/>
          <p14:tracePt t="41568" x="5108575" y="4456113"/>
          <p14:tracePt t="41577" x="5108575" y="4470400"/>
          <p14:tracePt t="41591" x="5108575" y="4484688"/>
          <p14:tracePt t="41606" x="5108575" y="4498975"/>
          <p14:tracePt t="41631" x="5108575" y="4506913"/>
          <p14:tracePt t="41646" x="5108575" y="4521200"/>
          <p14:tracePt t="41655" x="5116513" y="4521200"/>
          <p14:tracePt t="41664" x="5116513" y="4535488"/>
          <p14:tracePt t="41678" x="5116513" y="4549775"/>
          <p14:tracePt t="41702" x="5116513" y="4557713"/>
          <p14:tracePt t="41718" x="5116513" y="4572000"/>
          <p14:tracePt t="41733" x="5116513" y="4586288"/>
          <p14:tracePt t="41749" x="5116513" y="4600575"/>
          <p14:tracePt t="41781" x="5116513" y="4608513"/>
          <p14:tracePt t="41813" x="5116513" y="4622800"/>
          <p14:tracePt t="41845" x="5116513" y="4637088"/>
          <p14:tracePt t="41900" x="5130800" y="4651375"/>
          <p14:tracePt t="42020" x="5130800" y="4659313"/>
          <p14:tracePt t="42060" x="5130800" y="4673600"/>
          <p14:tracePt t="42099" x="5130800" y="4687888"/>
          <p14:tracePt t="42139" x="5130800" y="4702175"/>
          <p14:tracePt t="42179" x="5130800" y="4710113"/>
          <p14:tracePt t="42203" x="5130800" y="4724400"/>
          <p14:tracePt t="42234" x="5130800" y="4738688"/>
          <p14:tracePt t="42266" x="5130800" y="4752975"/>
          <p14:tracePt t="42307" x="5130800" y="4760913"/>
          <p14:tracePt t="42403" x="5145088" y="4760913"/>
          <p14:tracePt t="42594" x="5130800" y="4760913"/>
          <p14:tracePt t="42641" x="5116513" y="4760913"/>
          <p14:tracePt t="42672" x="5108575" y="4760913"/>
          <p14:tracePt t="42696" x="5094288" y="4760913"/>
          <p14:tracePt t="42713" x="5080000" y="4760913"/>
          <p14:tracePt t="42736" x="5065713" y="4760913"/>
          <p14:tracePt t="42752" x="5057775" y="4752975"/>
          <p14:tracePt t="42768" x="5043488" y="4752975"/>
          <p14:tracePt t="42784" x="5029200" y="4752975"/>
          <p14:tracePt t="42795" x="5014913" y="4752975"/>
          <p14:tracePt t="42809" x="5006975" y="4752975"/>
          <p14:tracePt t="42824" x="4992688" y="4752975"/>
          <p14:tracePt t="42832" x="4978400" y="4752975"/>
          <p14:tracePt t="42848" x="4964113" y="4752975"/>
          <p14:tracePt t="42858" x="4956175" y="4752975"/>
          <p14:tracePt t="42864" x="4941888" y="4752975"/>
          <p14:tracePt t="42880" x="4927600" y="4752975"/>
          <p14:tracePt t="42896" x="4905375" y="4752975"/>
          <p14:tracePt t="42905" x="4905375" y="4738688"/>
          <p14:tracePt t="42913" x="4891088" y="4738688"/>
          <p14:tracePt t="42921" x="4876800" y="4738688"/>
          <p14:tracePt t="42929" x="4862513" y="4738688"/>
          <p14:tracePt t="42945" x="4840288" y="4738688"/>
          <p14:tracePt t="42959" x="4826000" y="4738688"/>
          <p14:tracePt t="42968" x="4811713" y="4738688"/>
          <p14:tracePt t="42976" x="4803775" y="4738688"/>
          <p14:tracePt t="42985" x="4789488" y="4738688"/>
          <p14:tracePt t="42992" x="4775200" y="4738688"/>
          <p14:tracePt t="43000" x="4752975" y="4738688"/>
          <p14:tracePt t="43013" x="4738688" y="4724400"/>
          <p14:tracePt t="43019" x="4724400" y="4724400"/>
          <p14:tracePt t="43025" x="4702175" y="4724400"/>
          <p14:tracePt t="43032" x="4687888" y="4724400"/>
          <p14:tracePt t="43041" x="4659313" y="4724400"/>
          <p14:tracePt t="43047" x="4637088" y="4724400"/>
          <p14:tracePt t="43058" x="4622800" y="4724400"/>
          <p14:tracePt t="43065" x="4600575" y="4724400"/>
          <p14:tracePt t="43072" x="4586288" y="4710113"/>
          <p14:tracePt t="43083" x="4557713" y="4710113"/>
          <p14:tracePt t="43088" x="4549775" y="4710113"/>
          <p14:tracePt t="43099" x="4535488" y="4710113"/>
          <p14:tracePt t="43104" x="4506913" y="4710113"/>
          <p14:tracePt t="43114" x="4498975" y="4710113"/>
          <p14:tracePt t="43122" x="4484688" y="4710113"/>
          <p14:tracePt t="43131" x="4456113" y="4710113"/>
          <p14:tracePt t="43136" x="4448175" y="4710113"/>
          <p14:tracePt t="43147" x="4419600" y="4710113"/>
          <p14:tracePt t="43154" x="4397375" y="4710113"/>
          <p14:tracePt t="43164" x="4368800" y="4710113"/>
          <p14:tracePt t="43169" x="4354513" y="4702175"/>
          <p14:tracePt t="43182" x="4332288" y="4702175"/>
          <p14:tracePt t="43183" x="4303713" y="4702175"/>
          <p14:tracePt t="43192" x="4281488" y="4702175"/>
          <p14:tracePt t="43200" x="4267200" y="4702175"/>
          <p14:tracePt t="43208" x="4252913" y="4702175"/>
          <p14:tracePt t="43216" x="4230688" y="4702175"/>
          <p14:tracePt t="43225" x="4216400" y="4702175"/>
          <p14:tracePt t="43230" x="4202113" y="4702175"/>
          <p14:tracePt t="43241" x="4179888" y="4702175"/>
          <p14:tracePt t="43250" x="4165600" y="4702175"/>
          <p14:tracePt t="43257" x="4151313" y="4702175"/>
          <p14:tracePt t="43266" x="4143375" y="4702175"/>
          <p14:tracePt t="43272" x="4129088" y="4702175"/>
          <p14:tracePt t="43280" x="4114800" y="4702175"/>
          <p14:tracePt t="43289" x="4100513" y="4702175"/>
          <p14:tracePt t="43298" x="4092575" y="4702175"/>
          <p14:tracePt t="43309" x="4078288" y="4702175"/>
          <p14:tracePt t="43325" x="4064000" y="4702175"/>
          <p14:tracePt t="43341" x="4049713" y="4702175"/>
          <p14:tracePt t="43357" x="4041775" y="4702175"/>
          <p14:tracePt t="43373" x="4027488" y="4702175"/>
          <p14:tracePt t="43389" x="4013200" y="4702175"/>
          <p14:tracePt t="43413" x="3998913" y="4702175"/>
          <p14:tracePt t="43430" x="3990975" y="4702175"/>
          <p14:tracePt t="43446" x="3976688" y="4702175"/>
          <p14:tracePt t="43454" x="3976688" y="4710113"/>
          <p14:tracePt t="43463" x="3962400" y="4710113"/>
          <p14:tracePt t="43484" x="3948113" y="4710113"/>
          <p14:tracePt t="43495" x="3948113" y="4724400"/>
          <p14:tracePt t="43508" x="3940175" y="4724400"/>
          <p14:tracePt t="43524" x="3925888" y="4724400"/>
          <p14:tracePt t="43548" x="3925888" y="4738688"/>
          <p14:tracePt t="43557" x="3911600" y="4738688"/>
          <p14:tracePt t="43588" x="3897313" y="4738688"/>
          <p14:tracePt t="43604" x="3897313" y="4752975"/>
          <p14:tracePt t="43635" x="3889375" y="4752975"/>
          <p14:tracePt t="43647" x="3889375" y="4760913"/>
          <p14:tracePt t="43668" x="3875088" y="4775200"/>
          <p14:tracePt t="43699" x="3875088" y="4789488"/>
          <p14:tracePt t="43723" x="3860800" y="4789488"/>
          <p14:tracePt t="43739" x="3860800" y="4803775"/>
          <p14:tracePt t="43762" x="3860800" y="4811713"/>
          <p14:tracePt t="43787" x="3846513" y="4811713"/>
          <p14:tracePt t="43796" x="3846513" y="4826000"/>
          <p14:tracePt t="43818" x="3846513" y="4840288"/>
          <p14:tracePt t="43842" x="3846513" y="4854575"/>
          <p14:tracePt t="43858" x="3846513" y="4862513"/>
          <p14:tracePt t="43874" x="3846513" y="4876800"/>
          <p14:tracePt t="43890" x="3846513" y="4891088"/>
          <p14:tracePt t="43906" x="3846513" y="4913313"/>
          <p14:tracePt t="43922" x="3846513" y="4927600"/>
          <p14:tracePt t="43931" x="3846513" y="4941888"/>
          <p14:tracePt t="43939" x="3846513" y="4956175"/>
          <p14:tracePt t="43948" x="3846513" y="4964113"/>
          <p14:tracePt t="43954" x="3846513" y="4978400"/>
          <p14:tracePt t="43964" x="3846513" y="4992688"/>
          <p14:tracePt t="43971" x="3846513" y="5006975"/>
          <p14:tracePt t="43980" x="3846513" y="5014913"/>
          <p14:tracePt t="43987" x="3846513" y="5029200"/>
          <p14:tracePt t="43996" x="3860800" y="5043488"/>
          <p14:tracePt t="44003" x="3860800" y="5057775"/>
          <p14:tracePt t="44012" x="3860800" y="5080000"/>
          <p14:tracePt t="44017" x="3860800" y="5094288"/>
          <p14:tracePt t="44026" x="3875088" y="5094288"/>
          <p14:tracePt t="44035" x="3875088" y="5108575"/>
          <p14:tracePt t="44043" x="3875088" y="5130800"/>
          <p14:tracePt t="44052" x="3889375" y="5145088"/>
          <p14:tracePt t="44070" x="3897313" y="5167313"/>
          <p14:tracePt t="44083" x="3897313" y="5181600"/>
          <p14:tracePt t="44091" x="3911600" y="5195888"/>
          <p14:tracePt t="44098" x="3911600" y="5210175"/>
          <p14:tracePt t="44108" x="3911600" y="5218113"/>
          <p14:tracePt t="44114" x="3925888" y="5218113"/>
          <p14:tracePt t="44123" x="3925888" y="5246688"/>
          <p14:tracePt t="44132" x="3940175" y="5246688"/>
          <p14:tracePt t="44140" x="3940175" y="5260975"/>
          <p14:tracePt t="44148" x="3948113" y="5268913"/>
          <p14:tracePt t="44156" x="3962400" y="5283200"/>
          <p14:tracePt t="44163" x="3976688" y="5297488"/>
          <p14:tracePt t="44172" x="3976688" y="5311775"/>
          <p14:tracePt t="44180" x="3990975" y="5319713"/>
          <p14:tracePt t="44189" x="3998913" y="5319713"/>
          <p14:tracePt t="44197" x="3998913" y="5334000"/>
          <p14:tracePt t="44205" x="4013200" y="5348288"/>
          <p14:tracePt t="44215" x="4027488" y="5348288"/>
          <p14:tracePt t="44219" x="4027488" y="5362575"/>
          <p14:tracePt t="44231" x="4041775" y="5362575"/>
          <p14:tracePt t="44233" x="4049713" y="5370513"/>
          <p14:tracePt t="44248" x="4064000" y="5384800"/>
          <p14:tracePt t="44257" x="4078288" y="5384800"/>
          <p14:tracePt t="44267" x="4092575" y="5399088"/>
          <p14:tracePt t="44272" x="4100513" y="5399088"/>
          <p14:tracePt t="44283" x="4114800" y="5413375"/>
          <p14:tracePt t="44288" x="4129088" y="5413375"/>
          <p14:tracePt t="44299" x="4143375" y="5421313"/>
          <p14:tracePt t="44306" x="4151313" y="5421313"/>
          <p14:tracePt t="44316" x="4179888" y="5435600"/>
          <p14:tracePt t="44322" x="4194175" y="5449888"/>
          <p14:tracePt t="44330" x="4202113" y="5449888"/>
          <p14:tracePt t="44340" x="4230688" y="5449888"/>
          <p14:tracePt t="44347" x="4244975" y="5464175"/>
          <p14:tracePt t="44354" x="4267200" y="5464175"/>
          <p14:tracePt t="44365" x="4295775" y="5472113"/>
          <p14:tracePt t="44373" x="4318000" y="5472113"/>
          <p14:tracePt t="44382" x="4332288" y="5486400"/>
          <p14:tracePt t="44388" x="4346575" y="5486400"/>
          <p14:tracePt t="44398" x="4368800" y="5486400"/>
          <p14:tracePt t="44400" x="4397375" y="5486400"/>
          <p14:tracePt t="44409" x="4419600" y="5500688"/>
          <p14:tracePt t="44418" x="4433888" y="5500688"/>
          <p14:tracePt t="44429" x="4448175" y="5500688"/>
          <p14:tracePt t="44435" x="4456113" y="5500688"/>
          <p14:tracePt t="44443" x="4470400" y="5500688"/>
          <p14:tracePt t="44448" x="4484688" y="5500688"/>
          <p14:tracePt t="44458" x="4498975" y="5500688"/>
          <p14:tracePt t="44472" x="4506913" y="5500688"/>
          <p14:tracePt t="44487" x="4521200" y="5500688"/>
          <p14:tracePt t="44511" x="4549775" y="5500688"/>
          <p14:tracePt t="44520" x="4557713" y="5500688"/>
          <p14:tracePt t="45796" x="4549775" y="5500688"/>
          <p14:tracePt t="45806" x="4535488" y="5500688"/>
          <p14:tracePt t="45814" x="4506913" y="5486400"/>
          <p14:tracePt t="45821" x="4498975" y="5486400"/>
          <p14:tracePt t="45830" x="4448175" y="5464175"/>
          <p14:tracePt t="45839" x="4397375" y="5449888"/>
          <p14:tracePt t="45848" x="4383088" y="5449888"/>
          <p14:tracePt t="45854" x="4332288" y="5421313"/>
          <p14:tracePt t="45861" x="4303713" y="5413375"/>
          <p14:tracePt t="45868" x="4267200" y="5399088"/>
          <p14:tracePt t="45876" x="4216400" y="5384800"/>
          <p14:tracePt t="45884" x="4194175" y="5370513"/>
          <p14:tracePt t="45891" x="4143375" y="5362575"/>
          <p14:tracePt t="45903" x="4114800" y="5348288"/>
          <p14:tracePt t="45909" x="4049713" y="5319713"/>
          <p14:tracePt t="45916" x="4013200" y="5297488"/>
          <p14:tracePt t="45924" x="3990975" y="5297488"/>
          <p14:tracePt t="45937" x="3948113" y="5268913"/>
          <p14:tracePt t="45943" x="3897313" y="5260975"/>
          <p14:tracePt t="45950" x="3875088" y="5246688"/>
          <p14:tracePt t="45958" x="3846513" y="5232400"/>
          <p14:tracePt t="45967" x="3810000" y="5218113"/>
          <p14:tracePt t="45976" x="3787775" y="5210175"/>
          <p14:tracePt t="45982" x="3773488" y="5195888"/>
          <p14:tracePt t="45991" x="3759200" y="5181600"/>
          <p14:tracePt t="46000" x="3736975" y="5181600"/>
          <p14:tracePt t="46009" x="3736975" y="5167313"/>
          <p14:tracePt t="46010" x="3722688" y="5167313"/>
          <p14:tracePt t="46026" x="3708400" y="5167313"/>
          <p14:tracePt t="46037" x="3708400" y="5159375"/>
          <p14:tracePt t="46051" x="3694113" y="5159375"/>
          <p14:tracePt t="46217" x="3708400" y="5159375"/>
          <p14:tracePt t="46225" x="3722688" y="5159375"/>
          <p14:tracePt t="46235" x="3736975" y="5159375"/>
          <p14:tracePt t="46244" x="3744913" y="5167313"/>
          <p14:tracePt t="46252" x="3773488" y="5167313"/>
          <p14:tracePt t="46260" x="3795713" y="5167313"/>
          <p14:tracePt t="46268" x="3810000" y="5181600"/>
          <p14:tracePt t="46277" x="3838575" y="5181600"/>
          <p14:tracePt t="46282" x="3860800" y="5181600"/>
          <p14:tracePt t="46291" x="3875088" y="5195888"/>
          <p14:tracePt t="46298" x="3897313" y="5195888"/>
          <p14:tracePt t="46310" x="3925888" y="5210175"/>
          <p14:tracePt t="46316" x="3948113" y="5210175"/>
          <p14:tracePt t="46324" x="3962400" y="5210175"/>
          <p14:tracePt t="46331" x="3990975" y="5218113"/>
          <p14:tracePt t="46343" x="3998913" y="5218113"/>
          <p14:tracePt t="46348" x="4027488" y="5218113"/>
          <p14:tracePt t="46356" x="4041775" y="5218113"/>
          <p14:tracePt t="46363" x="4049713" y="5218113"/>
          <p14:tracePt t="46374" x="4064000" y="5232400"/>
          <p14:tracePt t="46382" x="4092575" y="5232400"/>
          <p14:tracePt t="46390" x="4100513" y="5232400"/>
          <p14:tracePt t="46396" x="4114800" y="5246688"/>
          <p14:tracePt t="46407" x="4143375" y="5246688"/>
          <p14:tracePt t="46409" x="4151313" y="5246688"/>
          <p14:tracePt t="46418" x="4179888" y="5246688"/>
          <p14:tracePt t="46427" x="4194175" y="5260975"/>
          <p14:tracePt t="46438" x="4216400" y="5260975"/>
          <p14:tracePt t="46447" x="4244975" y="5260975"/>
          <p14:tracePt t="46452" x="4267200" y="5260975"/>
          <p14:tracePt t="46459" x="4295775" y="5268913"/>
          <p14:tracePt t="46466" x="4318000" y="5268913"/>
          <p14:tracePt t="46473" x="4346575" y="5268913"/>
          <p14:tracePt t="46484" x="4383088" y="5283200"/>
          <p14:tracePt t="46490" x="4419600" y="5283200"/>
          <p14:tracePt t="46497" x="4448175" y="5283200"/>
          <p14:tracePt t="46509" x="4484688" y="5283200"/>
          <p14:tracePt t="46514" x="4506913" y="5297488"/>
          <p14:tracePt t="46525" x="4549775" y="5297488"/>
          <p14:tracePt t="46527" x="4600575" y="5297488"/>
          <p14:tracePt t="46537" x="4622800" y="5311775"/>
          <p14:tracePt t="46547" x="4687888" y="5311775"/>
          <p14:tracePt t="46556" x="4710113" y="5311775"/>
          <p14:tracePt t="46561" x="4775200" y="5311775"/>
          <p14:tracePt t="46572" x="4826000" y="5319713"/>
          <p14:tracePt t="46580" x="4876800" y="5319713"/>
          <p14:tracePt t="46586" x="4941888" y="5319713"/>
          <p14:tracePt t="46593" x="4964113" y="5319713"/>
          <p14:tracePt t="46604" x="5014913" y="5319713"/>
          <p14:tracePt t="46612" x="5057775" y="5334000"/>
          <p14:tracePt t="46618" x="5116513" y="5334000"/>
          <p14:tracePt t="46625" x="5159375" y="5334000"/>
          <p14:tracePt t="46635" x="5195888" y="5348288"/>
          <p14:tracePt t="46642" x="5232400" y="5348288"/>
          <p14:tracePt t="46655" x="5260975" y="5348288"/>
          <p14:tracePt t="46656" x="5283200" y="5348288"/>
          <p14:tracePt t="46665" x="5297488" y="5362575"/>
          <p14:tracePt t="46676" x="5319713" y="5362575"/>
          <p14:tracePt t="46681" x="5334000" y="5362575"/>
          <p14:tracePt t="46695" x="5348288" y="5362575"/>
          <p14:tracePt t="46704" x="5362575" y="5362575"/>
          <p14:tracePt t="47149" x="5370513" y="5362575"/>
          <p14:tracePt t="47158" x="5399088" y="5362575"/>
          <p14:tracePt t="47166" x="5421313" y="5362575"/>
          <p14:tracePt t="47175" x="5449888" y="5362575"/>
          <p14:tracePt t="47184" x="5472113" y="5362575"/>
          <p14:tracePt t="47188" x="5500688" y="5362575"/>
          <p14:tracePt t="47199" x="5522913" y="5362575"/>
          <p14:tracePt t="47207" x="5551488" y="5362575"/>
          <p14:tracePt t="47215" x="5573713" y="5362575"/>
          <p14:tracePt t="47221" x="5602288" y="5362575"/>
          <p14:tracePt t="47229" x="5624513" y="5362575"/>
          <p14:tracePt t="47239" x="5638800" y="5362575"/>
          <p14:tracePt t="47246" x="5667375" y="5362575"/>
          <p14:tracePt t="47253" x="5675313" y="5362575"/>
          <p14:tracePt t="47264" x="5689600" y="5362575"/>
          <p14:tracePt t="47270" x="5718175" y="5362575"/>
          <p14:tracePt t="47281" x="5726113" y="5362575"/>
          <p14:tracePt t="47286" x="5740400" y="5362575"/>
          <p14:tracePt t="47295" x="5754688" y="5362575"/>
          <p14:tracePt t="47302" x="5776913" y="5362575"/>
          <p14:tracePt t="47312" x="5805488" y="5370513"/>
          <p14:tracePt t="47320" x="5827713" y="5370513"/>
          <p14:tracePt t="47328" x="5870575" y="5370513"/>
          <p14:tracePt t="47334" x="5921375" y="5384800"/>
          <p14:tracePt t="47346" x="5957888" y="5384800"/>
          <p14:tracePt t="47353" x="6022975" y="5384800"/>
          <p14:tracePt t="47355" x="6081713" y="5384800"/>
          <p14:tracePt t="47365" x="6175375" y="5384800"/>
          <p14:tracePt t="47373" x="6262688" y="5399088"/>
          <p14:tracePt t="47383" x="6364288" y="5399088"/>
          <p14:tracePt t="47389" x="6480175" y="5399088"/>
          <p14:tracePt t="47396" x="6567488" y="5413375"/>
          <p14:tracePt t="47406" x="6683375" y="5413375"/>
          <p14:tracePt t="47413" x="6784975" y="5413375"/>
          <p14:tracePt t="47420" x="6872288" y="5413375"/>
          <p14:tracePt t="47430" x="6988175" y="5421313"/>
          <p14:tracePt t="47438" x="7126288" y="5421313"/>
          <p14:tracePt t="47448" x="7250113" y="5421313"/>
          <p14:tracePt t="47453" x="7380288" y="5421313"/>
          <p14:tracePt t="47464" x="7532688" y="5421313"/>
          <p14:tracePt t="47469" x="7670800" y="5421313"/>
          <p14:tracePt t="47481" x="7823200" y="5421313"/>
          <p14:tracePt t="47482" x="7961313" y="5421313"/>
          <p14:tracePt t="47493" x="8105775" y="5421313"/>
          <p14:tracePt t="47501" x="8215313" y="5421313"/>
          <p14:tracePt t="47510" x="8308975" y="5435600"/>
          <p14:tracePt t="47518" x="8345488" y="5435600"/>
          <p14:tracePt t="47524" x="8418513" y="5435600"/>
          <p14:tracePt t="47534" x="8483600" y="5435600"/>
          <p14:tracePt t="47539" x="8570913" y="5435600"/>
          <p14:tracePt t="47550" x="8599488" y="5435600"/>
          <p14:tracePt t="47560" x="8701088" y="5435600"/>
          <p14:tracePt t="47562" x="8737600" y="5435600"/>
          <p14:tracePt t="47571" x="8788400" y="5435600"/>
          <p14:tracePt t="47581" x="8853488" y="5435600"/>
          <p14:tracePt t="47588" x="8926513" y="5435600"/>
          <p14:tracePt t="47597" x="8977313" y="5435600"/>
          <p14:tracePt t="47605" x="9042400" y="5435600"/>
          <p14:tracePt t="47615" x="9107488" y="5435600"/>
          <p14:tracePt t="47620" x="9172575" y="5435600"/>
          <p14:tracePt t="47631" x="9223375" y="5435600"/>
          <p14:tracePt t="47636" x="9296400" y="5435600"/>
          <p14:tracePt t="47648" x="9347200" y="5435600"/>
          <p14:tracePt t="47653" x="9412288" y="5435600"/>
          <p14:tracePt t="47664" x="9477375" y="5435600"/>
          <p14:tracePt t="47666" x="9528175" y="5435600"/>
          <p14:tracePt t="47676" x="9586913" y="5435600"/>
          <p14:tracePt t="47685" x="9629775" y="5435600"/>
          <p14:tracePt t="47691" x="9688513" y="5435600"/>
          <p14:tracePt t="47700" x="9739313" y="5421313"/>
          <p14:tracePt t="47707" x="9790113" y="5421313"/>
          <p14:tracePt t="47717" x="9840913" y="5421313"/>
          <p14:tracePt t="47723" x="9883775" y="5421313"/>
          <p14:tracePt t="47733" x="9920288" y="5421313"/>
          <p14:tracePt t="47738" x="9985375" y="5421313"/>
          <p14:tracePt t="47749" x="10021888" y="5421313"/>
          <p14:tracePt t="47755" x="10058400" y="5421313"/>
          <p14:tracePt t="47765" x="10109200" y="5421313"/>
          <p14:tracePt t="47771" x="10145713" y="5421313"/>
          <p14:tracePt t="47782" x="10188575" y="5421313"/>
          <p14:tracePt t="47788" x="10225088" y="5421313"/>
          <p14:tracePt t="47794" x="10261600" y="5421313"/>
          <p14:tracePt t="47803" x="10312400" y="5421313"/>
          <p14:tracePt t="47815" x="10340975" y="5421313"/>
          <p14:tracePt t="47820" x="10377488" y="5421313"/>
          <p14:tracePt t="47828" x="10399713" y="5421313"/>
          <p14:tracePt t="47836" x="10428288" y="5421313"/>
          <p14:tracePt t="47845" x="10450513" y="5421313"/>
          <p14:tracePt t="47853" x="10479088" y="5421313"/>
          <p14:tracePt t="47862" x="10501313" y="5421313"/>
          <p14:tracePt t="47868" x="10515600" y="5421313"/>
          <p14:tracePt t="47878" x="10544175" y="5421313"/>
          <p14:tracePt t="47886" x="10566400" y="5421313"/>
          <p14:tracePt t="47896" x="10617200" y="5421313"/>
          <p14:tracePt t="47897" x="10631488" y="5421313"/>
          <p14:tracePt t="47906" x="10668000" y="5413375"/>
          <p14:tracePt t="47916" x="10718800" y="5413375"/>
          <p14:tracePt t="47922" x="10733088" y="5413375"/>
          <p14:tracePt t="47931" x="10755313" y="5413375"/>
          <p14:tracePt t="47939" x="10798175" y="5413375"/>
          <p14:tracePt t="47945" x="10820400" y="5413375"/>
          <p14:tracePt t="47956" x="10848975" y="5413375"/>
          <p14:tracePt t="47964" x="10871200" y="5413375"/>
          <p14:tracePt t="47971" x="10885488" y="5413375"/>
          <p14:tracePt t="47977" x="10907713" y="5413375"/>
          <p14:tracePt t="47988" x="10922000" y="5413375"/>
          <p14:tracePt t="47997" x="10936288" y="5413375"/>
          <p14:tracePt t="48003" x="10958513" y="5413375"/>
          <p14:tracePt t="48013" x="10972800" y="5399088"/>
          <p14:tracePt t="48021" x="10987088" y="5399088"/>
          <p14:tracePt t="48029" x="11009313" y="5399088"/>
          <p14:tracePt t="48035" x="11023600" y="5399088"/>
          <p14:tracePt t="48045" x="11052175" y="5399088"/>
          <p14:tracePt t="48053" x="11060113" y="5399088"/>
          <p14:tracePt t="48062" x="11074400" y="5399088"/>
          <p14:tracePt t="48067" x="11102975" y="5399088"/>
          <p14:tracePt t="48079" x="11110913" y="5399088"/>
          <p14:tracePt t="48081" x="11139488" y="5399088"/>
          <p14:tracePt t="48089" x="11161713" y="5399088"/>
          <p14:tracePt t="48098" x="11176000" y="5399088"/>
          <p14:tracePt t="48106" x="11204575" y="5399088"/>
          <p14:tracePt t="48114" x="11212513" y="5399088"/>
          <p14:tracePt t="48120" x="11226800" y="5399088"/>
          <p14:tracePt t="48131" x="11255375" y="5399088"/>
          <p14:tracePt t="48144" x="11263313" y="5399088"/>
          <p14:tracePt t="48154" x="11277600" y="5384800"/>
          <p14:tracePt t="48167" x="11291888" y="5384800"/>
          <p14:tracePt t="48176" x="11306175" y="5384800"/>
          <p14:tracePt t="48192" x="11314113" y="5384800"/>
          <p14:tracePt t="48223" x="11328400" y="5384800"/>
          <p14:tracePt t="48238" x="11342688" y="5384800"/>
          <p14:tracePt t="48279" x="11356975" y="5384800"/>
          <p14:tracePt t="48350" x="11364913" y="5384800"/>
          <p14:tracePt t="50439" x="11356975" y="5384800"/>
          <p14:tracePt t="50449" x="11328400" y="5384800"/>
          <p14:tracePt t="50456" x="11314113" y="5384800"/>
          <p14:tracePt t="50466" x="11291888" y="5370513"/>
          <p14:tracePt t="50472" x="11263313" y="5370513"/>
          <p14:tracePt t="50481" x="11241088" y="5362575"/>
          <p14:tracePt t="50487" x="11212513" y="5348288"/>
          <p14:tracePt t="50495" x="11190288" y="5348288"/>
          <p14:tracePt t="50506" x="11161713" y="5334000"/>
          <p14:tracePt t="50512" x="11139488" y="5334000"/>
          <p14:tracePt t="50520" x="11110913" y="5334000"/>
          <p14:tracePt t="50529" x="11102975" y="5319713"/>
          <p14:tracePt t="50536" x="11052175" y="5319713"/>
          <p14:tracePt t="50543" x="11023600" y="5311775"/>
          <p14:tracePt t="50553" x="10987088" y="5297488"/>
          <p14:tracePt t="50560" x="10950575" y="5297488"/>
          <p14:tracePt t="50571" x="10936288" y="5283200"/>
          <p14:tracePt t="50577" x="10885488" y="5268913"/>
          <p14:tracePt t="50585" x="10871200" y="5260975"/>
          <p14:tracePt t="50592" x="10834688" y="5246688"/>
          <p14:tracePt t="50602" x="10806113" y="5232400"/>
          <p14:tracePt t="50610" x="10798175" y="5210175"/>
          <p14:tracePt t="50618" x="10755313" y="5167313"/>
          <p14:tracePt t="50626" x="10733088" y="5145088"/>
          <p14:tracePt t="50637" x="10718800" y="5108575"/>
          <p14:tracePt t="50638" x="10696575" y="5043488"/>
          <p14:tracePt t="50650" x="10645775" y="4913313"/>
          <p14:tracePt t="50656" x="10594975" y="4789488"/>
          <p14:tracePt t="50664" x="10544175" y="4637088"/>
          <p14:tracePt t="50674" x="10493375" y="4433888"/>
          <p14:tracePt t="50680" x="10450513" y="4244975"/>
          <p14:tracePt t="50688" x="10414000" y="4027488"/>
          <p14:tracePt t="50695" x="10377488" y="3795713"/>
          <p14:tracePt t="50703" x="10363200" y="3686175"/>
          <p14:tracePt t="50711" x="10340975" y="3490913"/>
          <p14:tracePt t="50718" x="10312400" y="3316288"/>
          <p14:tracePt t="50727" x="10298113" y="3149600"/>
          <p14:tracePt t="50736" x="10275888" y="2997200"/>
          <p14:tracePt t="50746" x="10247313" y="2859088"/>
          <p14:tracePt t="50753" x="10239375" y="2706688"/>
          <p14:tracePt t="50761" x="10210800" y="2568575"/>
          <p14:tracePt t="50769" x="10188575" y="2416175"/>
          <p14:tracePt t="50777" x="10160000" y="2271713"/>
          <p14:tracePt t="50785" x="10137775" y="2147888"/>
          <p14:tracePt t="50793" x="10123488" y="2017713"/>
          <p14:tracePt t="50804" x="10109200" y="1916113"/>
          <p14:tracePt t="50811" x="10094913" y="1865313"/>
          <p14:tracePt t="50818" x="10094913" y="1792288"/>
          <p14:tracePt t="50827" x="10086975" y="1712913"/>
          <p14:tracePt t="50837" x="10086975" y="1662113"/>
          <p14:tracePt t="50838" x="10072688" y="1611313"/>
          <p14:tracePt t="50847" x="10072688" y="1560513"/>
          <p14:tracePt t="50855" x="10072688" y="1487488"/>
          <p14:tracePt t="51084" x="10072688" y="1473200"/>
          <p14:tracePt t="51092" x="10072688" y="1436688"/>
          <p14:tracePt t="51100" x="10072688" y="1400175"/>
          <p14:tracePt t="51109" x="10072688" y="1349375"/>
          <p14:tracePt t="51117" x="10072688" y="1270000"/>
          <p14:tracePt t="51126" x="10072688" y="1196975"/>
          <p14:tracePt t="51132" x="10072688" y="1081088"/>
          <p14:tracePt t="51141" x="10072688" y="979488"/>
          <p14:tracePt t="51154" x="10072688" y="892175"/>
          <p14:tracePt t="51155" x="10086975" y="776288"/>
          <p14:tracePt t="51165" x="10094913" y="674688"/>
          <p14:tracePt t="51172" x="10094913" y="587375"/>
          <p14:tracePt t="51182" x="10109200" y="493713"/>
          <p14:tracePt t="51191" x="10109200" y="420688"/>
          <p14:tracePt t="51198" x="10109200" y="341313"/>
          <p14:tracePt t="51205" x="10123488" y="254000"/>
          <p14:tracePt t="51213" x="10123488" y="180975"/>
          <p14:tracePt t="51225" x="10137775" y="101600"/>
          <p14:tracePt t="51230" x="10137775" y="36513"/>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1022159"/>
          </a:xfrm>
        </p:spPr>
        <p:txBody>
          <a:bodyPr/>
          <a:lstStyle/>
          <a:p>
            <a:r>
              <a:rPr lang="en-US" dirty="0"/>
              <a:t>Validation Result Example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47568110"/>
              </p:ext>
            </p:extLst>
          </p:nvPr>
        </p:nvGraphicFramePr>
        <p:xfrm>
          <a:off x="1210085" y="1478618"/>
          <a:ext cx="3852109" cy="2225040"/>
        </p:xfrm>
        <a:graphic>
          <a:graphicData uri="http://schemas.openxmlformats.org/drawingml/2006/table">
            <a:tbl>
              <a:tblPr firstRow="1" bandRow="1">
                <a:tableStyleId>{93296810-A885-4BE3-A3E7-6D5BEEA58F35}</a:tableStyleId>
              </a:tblPr>
              <a:tblGrid>
                <a:gridCol w="1382286">
                  <a:extLst>
                    <a:ext uri="{9D8B030D-6E8A-4147-A177-3AD203B41FA5}">
                      <a16:colId xmlns:a16="http://schemas.microsoft.com/office/drawing/2014/main" val="2787589314"/>
                    </a:ext>
                  </a:extLst>
                </a:gridCol>
                <a:gridCol w="2469823">
                  <a:extLst>
                    <a:ext uri="{9D8B030D-6E8A-4147-A177-3AD203B41FA5}">
                      <a16:colId xmlns:a16="http://schemas.microsoft.com/office/drawing/2014/main" val="3457071889"/>
                    </a:ext>
                  </a:extLst>
                </a:gridCol>
              </a:tblGrid>
              <a:tr h="370840">
                <a:tc>
                  <a:txBody>
                    <a:bodyPr/>
                    <a:lstStyle/>
                    <a:p>
                      <a:r>
                        <a:rPr lang="en-US" dirty="0">
                          <a:solidFill>
                            <a:schemeClr val="tx1"/>
                          </a:solidFill>
                        </a:rPr>
                        <a:t>Model</a:t>
                      </a:r>
                    </a:p>
                  </a:txBody>
                  <a:tcPr/>
                </a:tc>
                <a:tc>
                  <a:txBody>
                    <a:bodyPr/>
                    <a:lstStyle/>
                    <a:p>
                      <a:r>
                        <a:rPr lang="en-US" dirty="0">
                          <a:solidFill>
                            <a:schemeClr val="tx1"/>
                          </a:solidFill>
                        </a:rPr>
                        <a:t>Accuracy</a:t>
                      </a:r>
                    </a:p>
                  </a:txBody>
                  <a:tcPr/>
                </a:tc>
                <a:extLst>
                  <a:ext uri="{0D108BD9-81ED-4DB2-BD59-A6C34878D82A}">
                    <a16:rowId xmlns:a16="http://schemas.microsoft.com/office/drawing/2014/main" val="3184353804"/>
                  </a:ext>
                </a:extLst>
              </a:tr>
              <a:tr h="370840">
                <a:tc>
                  <a:txBody>
                    <a:bodyPr/>
                    <a:lstStyle/>
                    <a:p>
                      <a:r>
                        <a:rPr lang="en-US" dirty="0"/>
                        <a:t>1</a:t>
                      </a:r>
                    </a:p>
                  </a:txBody>
                  <a:tcPr/>
                </a:tc>
                <a:tc>
                  <a:txBody>
                    <a:bodyPr/>
                    <a:lstStyle/>
                    <a:p>
                      <a:r>
                        <a:rPr lang="en-US" dirty="0"/>
                        <a:t>95 %</a:t>
                      </a:r>
                    </a:p>
                  </a:txBody>
                  <a:tcPr/>
                </a:tc>
                <a:extLst>
                  <a:ext uri="{0D108BD9-81ED-4DB2-BD59-A6C34878D82A}">
                    <a16:rowId xmlns:a16="http://schemas.microsoft.com/office/drawing/2014/main" val="299162265"/>
                  </a:ext>
                </a:extLst>
              </a:tr>
              <a:tr h="370840">
                <a:tc>
                  <a:txBody>
                    <a:bodyPr/>
                    <a:lstStyle/>
                    <a:p>
                      <a:r>
                        <a:rPr lang="en-US" dirty="0"/>
                        <a:t>2</a:t>
                      </a:r>
                    </a:p>
                  </a:txBody>
                  <a:tcPr/>
                </a:tc>
                <a:tc>
                  <a:txBody>
                    <a:bodyPr/>
                    <a:lstStyle/>
                    <a:p>
                      <a:r>
                        <a:rPr lang="en-US" dirty="0"/>
                        <a:t>97 %</a:t>
                      </a:r>
                    </a:p>
                  </a:txBody>
                  <a:tcPr/>
                </a:tc>
                <a:extLst>
                  <a:ext uri="{0D108BD9-81ED-4DB2-BD59-A6C34878D82A}">
                    <a16:rowId xmlns:a16="http://schemas.microsoft.com/office/drawing/2014/main" val="257428936"/>
                  </a:ext>
                </a:extLst>
              </a:tr>
              <a:tr h="370840">
                <a:tc>
                  <a:txBody>
                    <a:bodyPr/>
                    <a:lstStyle/>
                    <a:p>
                      <a:r>
                        <a:rPr lang="en-US" dirty="0"/>
                        <a:t>3</a:t>
                      </a:r>
                    </a:p>
                  </a:txBody>
                  <a:tcPr/>
                </a:tc>
                <a:tc>
                  <a:txBody>
                    <a:bodyPr/>
                    <a:lstStyle/>
                    <a:p>
                      <a:r>
                        <a:rPr lang="en-US" dirty="0"/>
                        <a:t>90 %</a:t>
                      </a:r>
                    </a:p>
                  </a:txBody>
                  <a:tcPr/>
                </a:tc>
                <a:extLst>
                  <a:ext uri="{0D108BD9-81ED-4DB2-BD59-A6C34878D82A}">
                    <a16:rowId xmlns:a16="http://schemas.microsoft.com/office/drawing/2014/main" val="1148065146"/>
                  </a:ext>
                </a:extLst>
              </a:tr>
              <a:tr h="370840">
                <a:tc>
                  <a:txBody>
                    <a:bodyPr/>
                    <a:lstStyle/>
                    <a:p>
                      <a:r>
                        <a:rPr lang="en-US" dirty="0"/>
                        <a:t>4</a:t>
                      </a:r>
                    </a:p>
                  </a:txBody>
                  <a:tcPr/>
                </a:tc>
                <a:tc>
                  <a:txBody>
                    <a:bodyPr/>
                    <a:lstStyle/>
                    <a:p>
                      <a:r>
                        <a:rPr lang="en-US" dirty="0"/>
                        <a:t>91 %</a:t>
                      </a:r>
                    </a:p>
                  </a:txBody>
                  <a:tcPr/>
                </a:tc>
                <a:extLst>
                  <a:ext uri="{0D108BD9-81ED-4DB2-BD59-A6C34878D82A}">
                    <a16:rowId xmlns:a16="http://schemas.microsoft.com/office/drawing/2014/main" val="4232432670"/>
                  </a:ext>
                </a:extLst>
              </a:tr>
              <a:tr h="370840">
                <a:tc>
                  <a:txBody>
                    <a:bodyPr/>
                    <a:lstStyle/>
                    <a:p>
                      <a:r>
                        <a:rPr lang="en-US" dirty="0"/>
                        <a:t>5</a:t>
                      </a:r>
                    </a:p>
                  </a:txBody>
                  <a:tcPr/>
                </a:tc>
                <a:tc>
                  <a:txBody>
                    <a:bodyPr/>
                    <a:lstStyle/>
                    <a:p>
                      <a:r>
                        <a:rPr lang="en-US" dirty="0"/>
                        <a:t>70 %</a:t>
                      </a:r>
                    </a:p>
                  </a:txBody>
                  <a:tcPr/>
                </a:tc>
                <a:extLst>
                  <a:ext uri="{0D108BD9-81ED-4DB2-BD59-A6C34878D82A}">
                    <a16:rowId xmlns:a16="http://schemas.microsoft.com/office/drawing/2014/main" val="2640341270"/>
                  </a:ext>
                </a:extLst>
              </a:tr>
            </a:tbl>
          </a:graphicData>
        </a:graphic>
      </p:graphicFrame>
      <p:sp>
        <p:nvSpPr>
          <p:cNvPr id="4" name="Slide Number Placeholder 3"/>
          <p:cNvSpPr>
            <a:spLocks noGrp="1"/>
          </p:cNvSpPr>
          <p:nvPr>
            <p:ph type="sldNum" sz="quarter" idx="12"/>
          </p:nvPr>
        </p:nvSpPr>
        <p:spPr/>
        <p:txBody>
          <a:bodyPr/>
          <a:lstStyle/>
          <a:p>
            <a:fld id="{1D790B7D-7CE2-423E-A609-5BC5140947F8}" type="slidenum">
              <a:rPr lang="en-US" smtClean="0"/>
              <a:t>10</a:t>
            </a:fld>
            <a:endParaRPr lang="en-US" dirty="0"/>
          </a:p>
        </p:txBody>
      </p:sp>
      <p:sp>
        <p:nvSpPr>
          <p:cNvPr id="6" name="Rectangle 5"/>
          <p:cNvSpPr/>
          <p:nvPr/>
        </p:nvSpPr>
        <p:spPr>
          <a:xfrm>
            <a:off x="1097280" y="2111604"/>
            <a:ext cx="4144023" cy="603316"/>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7" name="TextBox 6"/>
          <p:cNvSpPr txBox="1"/>
          <p:nvPr/>
        </p:nvSpPr>
        <p:spPr>
          <a:xfrm>
            <a:off x="5241303" y="2437249"/>
            <a:ext cx="1001813" cy="307777"/>
          </a:xfrm>
          <a:prstGeom prst="rect">
            <a:avLst/>
          </a:prstGeom>
          <a:noFill/>
        </p:spPr>
        <p:txBody>
          <a:bodyPr wrap="none" rtlCol="0">
            <a:spAutoFit/>
          </a:bodyPr>
          <a:lstStyle/>
          <a:p>
            <a:r>
              <a:rPr lang="en-US" sz="1400" dirty="0"/>
              <a:t>best model</a:t>
            </a:r>
          </a:p>
        </p:txBody>
      </p:sp>
      <p:pic>
        <p:nvPicPr>
          <p:cNvPr id="3" name="Audio 2">
            <a:hlinkClick r:id="" action="ppaction://media"/>
            <a:extLst>
              <a:ext uri="{FF2B5EF4-FFF2-40B4-BE49-F238E27FC236}">
                <a16:creationId xmlns:a16="http://schemas.microsoft.com/office/drawing/2014/main" id="{C71105ED-2E18-7F4A-8889-6110394EA83F}"/>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702278350"/>
      </p:ext>
    </p:extLst>
  </p:cSld>
  <p:clrMapOvr>
    <a:masterClrMapping/>
  </p:clrMapOvr>
  <mc:AlternateContent xmlns:mc="http://schemas.openxmlformats.org/markup-compatibility/2006">
    <mc:Choice xmlns:p14="http://schemas.microsoft.com/office/powerpoint/2010/main" Requires="p14">
      <p:transition spd="slow" p14:dur="2000" advTm="28547"/>
    </mc:Choice>
    <mc:Fallback>
      <p:transition spd="slow" advTm="285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par>
                          <p:cTn id="12" fill="hold">
                            <p:stCondLst>
                              <p:cond delay="2000"/>
                            </p:stCondLst>
                            <p:childTnLst>
                              <p:par>
                                <p:cTn id="13" presetID="14" presetClass="entr" presetSubtype="10"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6" fill="hold" display="0">
                  <p:stCondLst>
                    <p:cond delay="indefinite"/>
                  </p:stCondLst>
                  <p:endCondLst>
                    <p:cond evt="onStopAudio" delay="0">
                      <p:tgtEl>
                        <p:sldTgt/>
                      </p:tgtEl>
                    </p:cond>
                  </p:endCondLst>
                </p:cTn>
                <p:tgtEl>
                  <p:spTgt spid="3"/>
                </p:tgtEl>
              </p:cMediaNode>
            </p:audio>
          </p:childTnLst>
        </p:cTn>
      </p:par>
    </p:tnLst>
    <p:bldLst>
      <p:bldP spid="6" grpId="0" animBg="1"/>
      <p:bldP spid="7" grpId="0"/>
    </p:bldLst>
  </p:timing>
  <p:extLst>
    <p:ext uri="{3A86A75C-4F4B-4683-9AE1-C65F6400EC91}">
      <p14:laserTraceLst xmlns:p14="http://schemas.microsoft.com/office/powerpoint/2010/main">
        <p14:tracePtLst>
          <p14:tracePt t="37" x="9209088" y="587375"/>
          <p14:tracePt t="331" x="9144000" y="595313"/>
          <p14:tracePt t="340" x="9078913" y="638175"/>
          <p14:tracePt t="347" x="8991600" y="674688"/>
          <p14:tracePt t="356" x="8918575" y="725488"/>
          <p14:tracePt t="364" x="8788400" y="776288"/>
          <p14:tracePt t="371" x="8686800" y="841375"/>
          <p14:tracePt t="379" x="8562975" y="900113"/>
          <p14:tracePt t="388" x="8483600" y="950913"/>
          <p14:tracePt t="396" x="8396288" y="993775"/>
          <p14:tracePt t="404" x="8367713" y="1001713"/>
          <p14:tracePt t="411" x="8243888" y="1081088"/>
          <p14:tracePt t="420" x="8193088" y="1117600"/>
          <p14:tracePt t="429" x="8128000" y="1146175"/>
          <p14:tracePt t="13006" x="8113713" y="1146175"/>
          <p14:tracePt t="13015" x="8077200" y="1146175"/>
          <p14:tracePt t="13022" x="8012113" y="1146175"/>
          <p14:tracePt t="13030" x="7939088" y="1154113"/>
          <p14:tracePt t="13038" x="7851775" y="1168400"/>
          <p14:tracePt t="13046" x="7656513" y="1204913"/>
          <p14:tracePt t="13053" x="7445375" y="1233488"/>
          <p14:tracePt t="13061" x="7162800" y="1270000"/>
          <p14:tracePt t="13070" x="6872288" y="1284288"/>
          <p14:tracePt t="13078" x="6589713" y="1306513"/>
          <p14:tracePt t="13087" x="6350000" y="1320800"/>
          <p14:tracePt t="13094" x="6234113" y="1335088"/>
          <p14:tracePt t="13103" x="5994400" y="1349375"/>
          <p14:tracePt t="13110" x="5791200" y="1349375"/>
          <p14:tracePt t="13120" x="5602288" y="1357313"/>
          <p14:tracePt t="13125" x="5413375" y="1357313"/>
          <p14:tracePt t="13136" x="5232400" y="1357313"/>
          <p14:tracePt t="13143" x="4964113" y="1357313"/>
          <p14:tracePt t="13153" x="4862513" y="1371600"/>
          <p14:tracePt t="13157" x="4710113" y="1371600"/>
          <p14:tracePt t="13170" x="4557713" y="1385888"/>
          <p14:tracePt t="13178" x="4433888" y="1400175"/>
          <p14:tracePt t="13186" x="4281488" y="1408113"/>
          <p14:tracePt t="13199" x="3925888" y="1436688"/>
          <p14:tracePt t="13206" x="3773488" y="1450975"/>
          <p14:tracePt t="13222" x="3533775" y="1473200"/>
          <p14:tracePt t="13230" x="3490913" y="1487488"/>
          <p14:tracePt t="13236" x="3389313" y="1501775"/>
          <p14:tracePt t="13246" x="3330575" y="1509713"/>
          <p14:tracePt t="13254" x="3265488" y="1524000"/>
          <p14:tracePt t="13261" x="3163888" y="1552575"/>
          <p14:tracePt t="13272" x="3113088" y="1560513"/>
          <p14:tracePt t="13278" x="3048000" y="1574800"/>
          <p14:tracePt t="13287" x="2932113" y="1611313"/>
          <p14:tracePt t="13294" x="2881313" y="1625600"/>
          <p14:tracePt t="13303" x="2678113" y="1690688"/>
          <p14:tracePt t="13311" x="2619375" y="1704975"/>
          <p14:tracePt t="13321" x="2489200" y="1755775"/>
          <p14:tracePt t="13327" x="2336800" y="1792288"/>
          <p14:tracePt t="13338" x="2184400" y="1857375"/>
          <p14:tracePt t="13345" x="2046288" y="1879600"/>
          <p14:tracePt t="13354" x="2009775" y="1908175"/>
          <p14:tracePt t="13356" x="1930400" y="1930400"/>
          <p14:tracePt t="13366" x="1857375" y="1944688"/>
          <p14:tracePt t="13375" x="1792288" y="1958975"/>
          <p14:tracePt t="13380" x="1755775" y="1966913"/>
          <p14:tracePt t="13389" x="1727200" y="1981200"/>
          <p14:tracePt t="13398" x="1690688" y="1981200"/>
          <p14:tracePt t="13407" x="1676400" y="1995488"/>
          <p14:tracePt t="13413" x="1654175" y="1995488"/>
          <p14:tracePt t="13422" x="1625600" y="2009775"/>
          <p14:tracePt t="13429" x="1603375" y="2009775"/>
          <p14:tracePt t="13440" x="1589088" y="2017713"/>
          <p14:tracePt t="13446" x="1560513" y="2017713"/>
          <p14:tracePt t="13456" x="1552575" y="2032000"/>
          <p14:tracePt t="13463" x="1538288" y="2032000"/>
          <p14:tracePt t="13471" x="1524000" y="2032000"/>
          <p14:tracePt t="13479" x="1524000" y="2046288"/>
          <p14:tracePt t="13488" x="1509713" y="2046288"/>
          <p14:tracePt t="13555" x="1509713" y="2032000"/>
          <p14:tracePt t="13570" x="1509713" y="2017713"/>
          <p14:tracePt t="13578" x="1509713" y="2009775"/>
          <p14:tracePt t="13587" x="1509713" y="1995488"/>
          <p14:tracePt t="13596" x="1509713" y="1966913"/>
          <p14:tracePt t="13605" x="1509713" y="1958975"/>
          <p14:tracePt t="13612" x="1509713" y="1944688"/>
          <p14:tracePt t="13622" x="1509713" y="1916113"/>
          <p14:tracePt t="13629" x="1509713" y="1893888"/>
          <p14:tracePt t="13638" x="1509713" y="1879600"/>
          <p14:tracePt t="13645" x="1509713" y="1857375"/>
          <p14:tracePt t="13653" x="1509713" y="1843088"/>
          <p14:tracePt t="13661" x="1509713" y="1814513"/>
          <p14:tracePt t="13670" x="1509713" y="1806575"/>
          <p14:tracePt t="13675" x="1509713" y="1792288"/>
          <p14:tracePt t="13684" x="1509713" y="1778000"/>
          <p14:tracePt t="13693" x="1509713" y="1755775"/>
          <p14:tracePt t="13706" x="1509713" y="1741488"/>
          <p14:tracePt t="13714" x="1509713" y="1727200"/>
          <p14:tracePt t="13729" x="1509713" y="1712913"/>
          <p14:tracePt t="13738" x="1509713" y="1704975"/>
          <p14:tracePt t="13761" x="1501775" y="1690688"/>
          <p14:tracePt t="13771" x="1501775" y="1676400"/>
          <p14:tracePt t="13787" x="1487488" y="1662113"/>
          <p14:tracePt t="13817" x="1473200" y="1662113"/>
          <p14:tracePt t="13841" x="1473200" y="1654175"/>
          <p14:tracePt t="13849" x="1458913" y="1654175"/>
          <p14:tracePt t="13873" x="1450975" y="1654175"/>
          <p14:tracePt t="13889" x="1436688" y="1654175"/>
          <p14:tracePt t="13912" x="1422400" y="1654175"/>
          <p14:tracePt t="13928" x="1408113" y="1654175"/>
          <p14:tracePt t="13944" x="1400175" y="1654175"/>
          <p14:tracePt t="13960" x="1385888" y="1654175"/>
          <p14:tracePt t="13985" x="1385888" y="1662113"/>
          <p14:tracePt t="13993" x="1371600" y="1662113"/>
          <p14:tracePt t="14002" x="1371600" y="1676400"/>
          <p14:tracePt t="14017" x="1371600" y="1690688"/>
          <p14:tracePt t="14025" x="1357313" y="1690688"/>
          <p14:tracePt t="14034" x="1357313" y="1704975"/>
          <p14:tracePt t="14053" x="1357313" y="1712913"/>
          <p14:tracePt t="14064" x="1357313" y="1727200"/>
          <p14:tracePt t="14080" x="1357313" y="1741488"/>
          <p14:tracePt t="14090" x="1349375" y="1755775"/>
          <p14:tracePt t="14104" x="1349375" y="1763713"/>
          <p14:tracePt t="14113" x="1349375" y="1778000"/>
          <p14:tracePt t="14127" x="1349375" y="1792288"/>
          <p14:tracePt t="14143" x="1335088" y="1806575"/>
          <p14:tracePt t="14154" x="1335088" y="1814513"/>
          <p14:tracePt t="14175" x="1335088" y="1828800"/>
          <p14:tracePt t="14199" x="1335088" y="1843088"/>
          <p14:tracePt t="14223" x="1335088" y="1857375"/>
          <p14:tracePt t="14239" x="1335088" y="1865313"/>
          <p14:tracePt t="14248" x="1320800" y="1865313"/>
          <p14:tracePt t="14256" x="1320800" y="1879600"/>
          <p14:tracePt t="14271" x="1320800" y="1893888"/>
          <p14:tracePt t="14294" x="1320800" y="1908175"/>
          <p14:tracePt t="14319" x="1320800" y="1916113"/>
          <p14:tracePt t="14350" x="1320800" y="1930400"/>
          <p14:tracePt t="14366" x="1320800" y="1944688"/>
          <p14:tracePt t="14390" x="1320800" y="1958975"/>
          <p14:tracePt t="14414" x="1306513" y="1966913"/>
          <p14:tracePt t="14446" x="1306513" y="1981200"/>
          <p14:tracePt t="14469" x="1306513" y="1995488"/>
          <p14:tracePt t="14501" x="1306513" y="2009775"/>
          <p14:tracePt t="14525" x="1306513" y="2017713"/>
          <p14:tracePt t="14534" x="1306513" y="2032000"/>
          <p14:tracePt t="14542" x="1306513" y="2046288"/>
          <p14:tracePt t="14550" x="1306513" y="2060575"/>
          <p14:tracePt t="14557" x="1306513" y="2082800"/>
          <p14:tracePt t="14565" x="1306513" y="2097088"/>
          <p14:tracePt t="14574" x="1306513" y="2119313"/>
          <p14:tracePt t="14582" x="1306513" y="2133600"/>
          <p14:tracePt t="14590" x="1306513" y="2147888"/>
          <p14:tracePt t="14597" x="1306513" y="2162175"/>
          <p14:tracePt t="14606" x="1306513" y="2170113"/>
          <p14:tracePt t="14613" x="1306513" y="2184400"/>
          <p14:tracePt t="14622" x="1306513" y="2198688"/>
          <p14:tracePt t="14630" x="1306513" y="2212975"/>
          <p14:tracePt t="14639" x="1306513" y="2220913"/>
          <p14:tracePt t="14645" x="1306513" y="2235200"/>
          <p14:tracePt t="14654" x="1306513" y="2249488"/>
          <p14:tracePt t="14671" x="1306513" y="2271713"/>
          <p14:tracePt t="14686" x="1306513" y="2286000"/>
          <p14:tracePt t="14693" x="1306513" y="2300288"/>
          <p14:tracePt t="14710" x="1306513" y="2314575"/>
          <p14:tracePt t="14719" x="1306513" y="2322513"/>
          <p14:tracePt t="14732" x="1306513" y="2336800"/>
          <p14:tracePt t="14742" x="1306513" y="2351088"/>
          <p14:tracePt t="14756" x="1306513" y="2365375"/>
          <p14:tracePt t="14765" x="1320800" y="2373313"/>
          <p14:tracePt t="14773" x="1320800" y="2387600"/>
          <p14:tracePt t="14781" x="1320800" y="2401888"/>
          <p14:tracePt t="14788" x="1320800" y="2416175"/>
          <p14:tracePt t="14797" x="1320800" y="2424113"/>
          <p14:tracePt t="14805" x="1320800" y="2438400"/>
          <p14:tracePt t="14820" x="1320800" y="2452688"/>
          <p14:tracePt t="14829" x="1320800" y="2466975"/>
          <p14:tracePt t="14839" x="1335088" y="2474913"/>
          <p14:tracePt t="14853" x="1335088" y="2489200"/>
          <p14:tracePt t="14861" x="1335088" y="2503488"/>
          <p14:tracePt t="14871" x="1335088" y="2517775"/>
          <p14:tracePt t="14876" x="1335088" y="2525713"/>
          <p14:tracePt t="14887" x="1335088" y="2540000"/>
          <p14:tracePt t="14900" x="1335088" y="2554288"/>
          <p14:tracePt t="14909" x="1349375" y="2576513"/>
          <p14:tracePt t="14923" x="1349375" y="2590800"/>
          <p14:tracePt t="14932" x="1349375" y="2605088"/>
          <p14:tracePt t="14939" x="1349375" y="2619375"/>
          <p14:tracePt t="14948" x="1357313" y="2627313"/>
          <p14:tracePt t="14955" x="1357313" y="2641600"/>
          <p14:tracePt t="14979" x="1357313" y="2655888"/>
          <p14:tracePt t="14988" x="1357313" y="2670175"/>
          <p14:tracePt t="15004" x="1357313" y="2678113"/>
          <p14:tracePt t="15019" x="1357313" y="2692400"/>
          <p14:tracePt t="15036" x="1357313" y="2706688"/>
          <p14:tracePt t="15044" x="1357313" y="2720975"/>
          <p14:tracePt t="15058" x="1357313" y="2728913"/>
          <p14:tracePt t="15076" x="1357313" y="2743200"/>
          <p14:tracePt t="15090" x="1357313" y="2757488"/>
          <p14:tracePt t="15107" x="1357313" y="2771775"/>
          <p14:tracePt t="15115" x="1371600" y="2779713"/>
          <p14:tracePt t="15122" x="1371600" y="2794000"/>
          <p14:tracePt t="15130" x="1371600" y="2808288"/>
          <p14:tracePt t="15139" x="1371600" y="2822575"/>
          <p14:tracePt t="15154" x="1371600" y="2830513"/>
          <p14:tracePt t="15162" x="1371600" y="2859088"/>
          <p14:tracePt t="15178" x="1371600" y="2873375"/>
          <p14:tracePt t="15188" x="1371600" y="2881313"/>
          <p14:tracePt t="15195" x="1371600" y="2895600"/>
          <p14:tracePt t="15209" x="1371600" y="2909888"/>
          <p14:tracePt t="15219" x="1371600" y="2924175"/>
          <p14:tracePt t="15233" x="1371600" y="2932113"/>
          <p14:tracePt t="15243" x="1371600" y="2946400"/>
          <p14:tracePt t="15257" x="1371600" y="2960688"/>
          <p14:tracePt t="15266" x="1371600" y="2974975"/>
          <p14:tracePt t="15281" x="1371600" y="2982913"/>
          <p14:tracePt t="15290" x="1371600" y="2997200"/>
          <p14:tracePt t="15299" x="1371600" y="3011488"/>
          <p14:tracePt t="15306" x="1371600" y="3025775"/>
          <p14:tracePt t="15321" x="1371600" y="3048000"/>
          <p14:tracePt t="15338" x="1371600" y="3062288"/>
          <p14:tracePt t="15346" x="1371600" y="3084513"/>
          <p14:tracePt t="15361" x="1371600" y="3098800"/>
          <p14:tracePt t="15371" x="1371600" y="3113088"/>
          <p14:tracePt t="15377" x="1371600" y="3127375"/>
          <p14:tracePt t="15387" x="1371600" y="3135313"/>
          <p14:tracePt t="15393" x="1371600" y="3149600"/>
          <p14:tracePt t="15404" x="1371600" y="3163888"/>
          <p14:tracePt t="15417" x="1371600" y="3178175"/>
          <p14:tracePt t="15440" x="1371600" y="3186113"/>
          <p14:tracePt t="15465" x="1371600" y="3200400"/>
          <p14:tracePt t="15496" x="1371600" y="3214688"/>
          <p14:tracePt t="15528" x="1371600" y="3228975"/>
          <p14:tracePt t="15559" x="1371600" y="3236913"/>
          <p14:tracePt t="15623" x="1371600" y="3251200"/>
          <p14:tracePt t="15735" x="1371600" y="3265488"/>
          <p14:tracePt t="15774" x="1371600" y="3279775"/>
          <p14:tracePt t="15791" x="1371600" y="3287713"/>
          <p14:tracePt t="15806" x="1371600" y="3302000"/>
          <p14:tracePt t="15815" x="1371600" y="3316288"/>
          <p14:tracePt t="15823" x="1371600" y="3330575"/>
          <p14:tracePt t="15830" x="1371600" y="3338513"/>
          <p14:tracePt t="15839" x="1385888" y="3352800"/>
          <p14:tracePt t="15846" x="1385888" y="3381375"/>
          <p14:tracePt t="15856" x="1385888" y="3389313"/>
          <p14:tracePt t="15863" x="1385888" y="3403600"/>
          <p14:tracePt t="15872" x="1385888" y="3432175"/>
          <p14:tracePt t="15888" x="1385888" y="3440113"/>
          <p14:tracePt t="15894" x="1385888" y="3454400"/>
          <p14:tracePt t="15905" x="1385888" y="3468688"/>
          <p14:tracePt t="15911" x="1385888" y="3482975"/>
          <p14:tracePt t="15927" x="1385888" y="3490913"/>
          <p14:tracePt t="15943" x="1385888" y="3505200"/>
          <p14:tracePt t="15951" x="1385888" y="3519488"/>
          <p14:tracePt t="15966" x="1385888" y="3533775"/>
          <p14:tracePt t="15982" x="1385888" y="3541713"/>
          <p14:tracePt t="15989" x="1385888" y="3556000"/>
          <p14:tracePt t="16005" x="1385888" y="3570288"/>
          <p14:tracePt t="16029" x="1385888" y="3584575"/>
          <p14:tracePt t="16045" x="1385888" y="3592513"/>
          <p14:tracePt t="16101" x="1400175" y="3592513"/>
          <p14:tracePt t="16124" x="1400175" y="3584575"/>
          <p14:tracePt t="16140" x="1408113" y="3584575"/>
          <p14:tracePt t="16156" x="1422400" y="3570288"/>
          <p14:tracePt t="16165" x="1450975" y="3556000"/>
          <p14:tracePt t="16173" x="1473200" y="3533775"/>
          <p14:tracePt t="16182" x="1524000" y="3519488"/>
          <p14:tracePt t="16189" x="1574800" y="3482975"/>
          <p14:tracePt t="16197" x="1639888" y="3454400"/>
          <p14:tracePt t="16206" x="1704975" y="3403600"/>
          <p14:tracePt t="16214" x="1778000" y="3367088"/>
          <p14:tracePt t="16222" x="1828800" y="3316288"/>
          <p14:tracePt t="16229" x="1908175" y="3279775"/>
          <p14:tracePt t="16238" x="1930400" y="3251200"/>
          <p14:tracePt t="16245" x="1995488" y="3214688"/>
          <p14:tracePt t="16255" x="2032000" y="3178175"/>
          <p14:tracePt t="16260" x="2068513" y="3149600"/>
          <p14:tracePt t="16272" x="2111375" y="3127375"/>
          <p14:tracePt t="16277" x="2147888" y="3098800"/>
          <p14:tracePt t="16290" x="2170113" y="3084513"/>
          <p14:tracePt t="16295" x="2212975" y="3062288"/>
          <p14:tracePt t="16306" x="2235200" y="3033713"/>
          <p14:tracePt t="16307" x="2286000" y="3011488"/>
          <p14:tracePt t="16318" x="2314575" y="2982913"/>
          <p14:tracePt t="16325" x="2322513" y="2974975"/>
          <p14:tracePt t="16338" x="2373313" y="2924175"/>
          <p14:tracePt t="16340" x="2416175" y="2881313"/>
          <p14:tracePt t="16350" x="2424113" y="2873375"/>
          <p14:tracePt t="16356" x="2466975" y="2808288"/>
          <p14:tracePt t="16364" x="2503488" y="2771775"/>
          <p14:tracePt t="16372" x="2540000" y="2720975"/>
          <p14:tracePt t="16382" x="2576513" y="2678113"/>
          <p14:tracePt t="16389" x="2619375" y="2627313"/>
          <p14:tracePt t="16396" x="2655888" y="2576513"/>
          <p14:tracePt t="16407" x="2706688" y="2525713"/>
          <p14:tracePt t="16413" x="2757488" y="2474913"/>
          <p14:tracePt t="16422" x="2794000" y="2424113"/>
          <p14:tracePt t="16429" x="2844800" y="2387600"/>
          <p14:tracePt t="16440" x="2895600" y="2336800"/>
          <p14:tracePt t="16446" x="2932113" y="2286000"/>
          <p14:tracePt t="16456" x="2960688" y="2263775"/>
          <p14:tracePt t="16463" x="3033713" y="2184400"/>
          <p14:tracePt t="16472" x="3048000" y="2162175"/>
          <p14:tracePt t="16479" x="3113088" y="2097088"/>
          <p14:tracePt t="16491" x="3127375" y="2068513"/>
          <p14:tracePt t="16492" x="3178175" y="2017713"/>
          <p14:tracePt t="16501" x="3186113" y="1995488"/>
          <p14:tracePt t="16507" x="3214688" y="1966913"/>
          <p14:tracePt t="16518" x="3236913" y="1958975"/>
          <p14:tracePt t="16523" x="3265488" y="1930400"/>
          <p14:tracePt t="16531" x="3279775" y="1908175"/>
          <p14:tracePt t="16541" x="3302000" y="1879600"/>
          <p14:tracePt t="16548" x="3316288" y="1857375"/>
          <p14:tracePt t="16559" x="3338513" y="1843088"/>
          <p14:tracePt t="16566" x="3352800" y="1828800"/>
          <p14:tracePt t="16572" x="3367088" y="1806575"/>
          <p14:tracePt t="16581" x="3381375" y="1792288"/>
          <p14:tracePt t="16591" x="3403600" y="1778000"/>
          <p14:tracePt t="16597" x="3432175" y="1755775"/>
          <p14:tracePt t="16607" x="3440113" y="1727200"/>
          <p14:tracePt t="16613" x="3454400" y="1712913"/>
          <p14:tracePt t="16625" x="3482975" y="1704975"/>
          <p14:tracePt t="16626" x="3490913" y="1676400"/>
          <p14:tracePt t="16637" x="3519488" y="1662113"/>
          <p14:tracePt t="16644" x="3533775" y="1639888"/>
          <p14:tracePt t="16655" x="3541713" y="1625600"/>
          <p14:tracePt t="16661" x="3556000" y="1603375"/>
          <p14:tracePt t="16669" x="3570288" y="1603375"/>
          <p14:tracePt t="16674" x="3570288" y="1574800"/>
          <p14:tracePt t="16684" x="3584575" y="1574800"/>
          <p14:tracePt t="16692" x="3584575" y="1560513"/>
          <p14:tracePt t="16700" x="3592513" y="1552575"/>
          <p14:tracePt t="16708" x="3592513" y="1538288"/>
          <p14:tracePt t="16717" x="3606800" y="1538288"/>
          <p14:tracePt t="16725" x="3606800" y="1524000"/>
          <p14:tracePt t="16732" x="3621088" y="1524000"/>
          <p14:tracePt t="16745" x="3621088" y="1509713"/>
          <p14:tracePt t="16755" x="3635375" y="1509713"/>
          <p14:tracePt t="16770" x="3635375" y="1501775"/>
          <p14:tracePt t="16801" x="3643313" y="1501775"/>
          <p14:tracePt t="16905" x="3635375" y="1501775"/>
          <p14:tracePt t="16936" x="3621088" y="1501775"/>
          <p14:tracePt t="16952" x="3606800" y="1501775"/>
          <p14:tracePt t="16968" x="3592513" y="1501775"/>
          <p14:tracePt t="16984" x="3584575" y="1501775"/>
          <p14:tracePt t="16992" x="3570288" y="1501775"/>
          <p14:tracePt t="17000" x="3556000" y="1501775"/>
          <p14:tracePt t="17010" x="3541713" y="1501775"/>
          <p14:tracePt t="17024" x="3519488" y="1501775"/>
          <p14:tracePt t="17033" x="3505200" y="1501775"/>
          <p14:tracePt t="17043" x="3490913" y="1501775"/>
          <p14:tracePt t="17050" x="3468688" y="1501775"/>
          <p14:tracePt t="17058" x="3440113" y="1501775"/>
          <p14:tracePt t="17065" x="3403600" y="1501775"/>
          <p14:tracePt t="17075" x="3367088" y="1501775"/>
          <p14:tracePt t="17082" x="3352800" y="1501775"/>
          <p14:tracePt t="17091" x="3316288" y="1501775"/>
          <p14:tracePt t="17098" x="3279775" y="1509713"/>
          <p14:tracePt t="17108" x="3251200" y="1509713"/>
          <p14:tracePt t="17112" x="3214688" y="1509713"/>
          <p14:tracePt t="17121" x="3186113" y="1509713"/>
          <p14:tracePt t="17130" x="3149600" y="1509713"/>
          <p14:tracePt t="17142" x="3127375" y="1524000"/>
          <p14:tracePt t="17144" x="3098800" y="1524000"/>
          <p14:tracePt t="17153" x="3076575" y="1524000"/>
          <p14:tracePt t="17161" x="3062288" y="1524000"/>
          <p14:tracePt t="17169" x="3033713" y="1524000"/>
          <p14:tracePt t="17178" x="2997200" y="1538288"/>
          <p14:tracePt t="17185" x="2960688" y="1538288"/>
          <p14:tracePt t="17194" x="2932113" y="1552575"/>
          <p14:tracePt t="17202" x="2881313" y="1560513"/>
          <p14:tracePt t="17211" x="2859088" y="1560513"/>
          <p14:tracePt t="17216" x="2830513" y="1560513"/>
          <p14:tracePt t="17227" x="2808288" y="1574800"/>
          <p14:tracePt t="17232" x="2779713" y="1589088"/>
          <p14:tracePt t="17243" x="2757488" y="1603375"/>
          <p14:tracePt t="17249" x="2728913" y="1611313"/>
          <p14:tracePt t="17259" x="2720975" y="1611313"/>
          <p14:tracePt t="17264" x="2720975" y="1625600"/>
          <p14:tracePt t="17274" x="2706688" y="1639888"/>
          <p14:tracePt t="17282" x="2692400" y="1654175"/>
          <p14:tracePt t="17288" x="2678113" y="1662113"/>
          <p14:tracePt t="17298" x="2670175" y="1676400"/>
          <p14:tracePt t="17304" x="2670175" y="1690688"/>
          <p14:tracePt t="17313" x="2655888" y="1712913"/>
          <p14:tracePt t="17325" x="2641600" y="1727200"/>
          <p14:tracePt t="17332" x="2627313" y="1741488"/>
          <p14:tracePt t="17335" x="2627313" y="1763713"/>
          <p14:tracePt t="17345" x="2619375" y="1778000"/>
          <p14:tracePt t="17353" x="2605088" y="1806575"/>
          <p14:tracePt t="17360" x="2605088" y="1814513"/>
          <p14:tracePt t="17368" x="2590800" y="1843088"/>
          <p14:tracePt t="17379" x="2576513" y="1865313"/>
          <p14:tracePt t="17384" x="2576513" y="1908175"/>
          <p14:tracePt t="17394" x="2568575" y="1916113"/>
          <p14:tracePt t="17400" x="2568575" y="1944688"/>
          <p14:tracePt t="17411" x="2554288" y="2009775"/>
          <p14:tracePt t="17418" x="2554288" y="2017713"/>
          <p14:tracePt t="17427" x="2540000" y="2060575"/>
          <p14:tracePt t="17433" x="2540000" y="2097088"/>
          <p14:tracePt t="17444" x="2540000" y="2119313"/>
          <p14:tracePt t="17450" x="2525713" y="2162175"/>
          <p14:tracePt t="17460" x="2525713" y="2184400"/>
          <p14:tracePt t="17461" x="2525713" y="2212975"/>
          <p14:tracePt t="17470" x="2525713" y="2249488"/>
          <p14:tracePt t="17479" x="2525713" y="2263775"/>
          <p14:tracePt t="17487" x="2525713" y="2286000"/>
          <p14:tracePt t="17495" x="2525713" y="2314575"/>
          <p14:tracePt t="17503" x="2525713" y="2336800"/>
          <p14:tracePt t="17512" x="2525713" y="2373313"/>
          <p14:tracePt t="17520" x="2525713" y="2387600"/>
          <p14:tracePt t="17528" x="2525713" y="2424113"/>
          <p14:tracePt t="17536" x="2525713" y="2452688"/>
          <p14:tracePt t="17545" x="2525713" y="2474913"/>
          <p14:tracePt t="17551" x="2525713" y="2503488"/>
          <p14:tracePt t="17561" x="2525713" y="2540000"/>
          <p14:tracePt t="17567" x="2525713" y="2568575"/>
          <p14:tracePt t="17578" x="2525713" y="2590800"/>
          <p14:tracePt t="17583" x="2525713" y="2619375"/>
          <p14:tracePt t="17593" x="2525713" y="2655888"/>
          <p14:tracePt t="17599" x="2525713" y="2678113"/>
          <p14:tracePt t="17610" x="2525713" y="2720975"/>
          <p14:tracePt t="17617" x="2525713" y="2757488"/>
          <p14:tracePt t="17626" x="2525713" y="2779713"/>
          <p14:tracePt t="17632" x="2525713" y="2822575"/>
          <p14:tracePt t="17643" x="2540000" y="2844800"/>
          <p14:tracePt t="17645" x="2540000" y="2881313"/>
          <p14:tracePt t="17654" x="2540000" y="2895600"/>
          <p14:tracePt t="17662" x="2554288" y="2932113"/>
          <p14:tracePt t="17670" x="2554288" y="2960688"/>
          <p14:tracePt t="17679" x="2554288" y="2974975"/>
          <p14:tracePt t="17687" x="2568575" y="3011488"/>
          <p14:tracePt t="17695" x="2568575" y="3033713"/>
          <p14:tracePt t="17703" x="2568575" y="3048000"/>
          <p14:tracePt t="17712" x="2568575" y="3084513"/>
          <p14:tracePt t="17719" x="2568575" y="3098800"/>
          <p14:tracePt t="17728" x="2576513" y="3127375"/>
          <p14:tracePt t="17735" x="2576513" y="3163888"/>
          <p14:tracePt t="17745" x="2576513" y="3178175"/>
          <p14:tracePt t="17752" x="2576513" y="3200400"/>
          <p14:tracePt t="17761" x="2576513" y="3228975"/>
          <p14:tracePt t="17767" x="2590800" y="3236913"/>
          <p14:tracePt t="17777" x="2590800" y="3265488"/>
          <p14:tracePt t="17784" x="2590800" y="3279775"/>
          <p14:tracePt t="17793" x="2605088" y="3302000"/>
          <p14:tracePt t="17800" x="2605088" y="3316288"/>
          <p14:tracePt t="17810" x="2605088" y="3338513"/>
          <p14:tracePt t="17816" x="2619375" y="3367088"/>
          <p14:tracePt t="17826" x="2619375" y="3389313"/>
          <p14:tracePt t="17827" x="2627313" y="3403600"/>
          <p14:tracePt t="17836" x="2641600" y="3417888"/>
          <p14:tracePt t="17846" x="2641600" y="3440113"/>
          <p14:tracePt t="17854" x="2655888" y="3454400"/>
          <p14:tracePt t="17862" x="2670175" y="3468688"/>
          <p14:tracePt t="17870" x="2670175" y="3482975"/>
          <p14:tracePt t="17879" x="2678113" y="3490913"/>
          <p14:tracePt t="17892" x="2692400" y="3505200"/>
          <p14:tracePt t="17909" x="2706688" y="3519488"/>
          <p14:tracePt t="17924" x="2728913" y="3519488"/>
          <p14:tracePt t="17932" x="2728913" y="3533775"/>
          <p14:tracePt t="17942" x="2771775" y="3533775"/>
          <p14:tracePt t="17950" x="2779713" y="3541713"/>
          <p14:tracePt t="17959" x="2822575" y="3541713"/>
          <p14:tracePt t="17964" x="2859088" y="3556000"/>
          <p14:tracePt t="17975" x="2909888" y="3570288"/>
          <p14:tracePt t="17983" x="2974975" y="3592513"/>
          <p14:tracePt t="17992" x="3033713" y="3606800"/>
          <p14:tracePt t="17998" x="3098800" y="3621088"/>
          <p14:tracePt t="18008" x="3178175" y="3621088"/>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9631"/>
            <a:ext cx="10058400" cy="971787"/>
          </a:xfrm>
        </p:spPr>
        <p:txBody>
          <a:bodyPr>
            <a:normAutofit fontScale="90000"/>
          </a:bodyPr>
          <a:lstStyle/>
          <a:p>
            <a:r>
              <a:rPr lang="en-US" dirty="0"/>
              <a:t>Build several models: 5 fold cross validation</a:t>
            </a:r>
          </a:p>
        </p:txBody>
      </p:sp>
      <p:sp>
        <p:nvSpPr>
          <p:cNvPr id="4" name="Slide Number Placeholder 3"/>
          <p:cNvSpPr>
            <a:spLocks noGrp="1"/>
          </p:cNvSpPr>
          <p:nvPr>
            <p:ph type="sldNum" sz="quarter" idx="12"/>
          </p:nvPr>
        </p:nvSpPr>
        <p:spPr/>
        <p:txBody>
          <a:bodyPr/>
          <a:lstStyle/>
          <a:p>
            <a:fld id="{1D790B7D-7CE2-423E-A609-5BC5140947F8}" type="slidenum">
              <a:rPr lang="en-US" smtClean="0"/>
              <a:t>11</a:t>
            </a:fld>
            <a:endParaRPr lang="en-US" dirty="0"/>
          </a:p>
        </p:txBody>
      </p:sp>
      <p:sp>
        <p:nvSpPr>
          <p:cNvPr id="46" name="Rectangle 45"/>
          <p:cNvSpPr/>
          <p:nvPr/>
        </p:nvSpPr>
        <p:spPr>
          <a:xfrm>
            <a:off x="3893681"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47" name="Rectangle 46"/>
          <p:cNvSpPr/>
          <p:nvPr/>
        </p:nvSpPr>
        <p:spPr>
          <a:xfrm>
            <a:off x="3893681"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48" name="Rectangle 47"/>
          <p:cNvSpPr/>
          <p:nvPr/>
        </p:nvSpPr>
        <p:spPr>
          <a:xfrm>
            <a:off x="3893681"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49" name="Rectangle 48"/>
          <p:cNvSpPr/>
          <p:nvPr/>
        </p:nvSpPr>
        <p:spPr>
          <a:xfrm>
            <a:off x="3893681"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36" name="TextBox 35"/>
          <p:cNvSpPr txBox="1"/>
          <p:nvPr/>
        </p:nvSpPr>
        <p:spPr>
          <a:xfrm>
            <a:off x="3893681" y="1407162"/>
            <a:ext cx="1359692" cy="307777"/>
          </a:xfrm>
          <a:prstGeom prst="rect">
            <a:avLst/>
          </a:prstGeom>
          <a:solidFill>
            <a:srgbClr val="FFFF00"/>
          </a:solidFill>
          <a:ln w="12700">
            <a:solidFill>
              <a:schemeClr val="dk1"/>
            </a:solidFill>
          </a:ln>
        </p:spPr>
        <p:txBody>
          <a:bodyPr wrap="square" rtlCol="0">
            <a:spAutoFit/>
          </a:bodyPr>
          <a:lstStyle/>
          <a:p>
            <a:r>
              <a:rPr lang="en-US" sz="1400" dirty="0"/>
              <a:t>Multiple Model</a:t>
            </a:r>
          </a:p>
        </p:txBody>
      </p:sp>
      <p:sp>
        <p:nvSpPr>
          <p:cNvPr id="39" name="TextBox 38"/>
          <p:cNvSpPr txBox="1"/>
          <p:nvPr/>
        </p:nvSpPr>
        <p:spPr>
          <a:xfrm>
            <a:off x="3893681"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1:</a:t>
            </a:r>
          </a:p>
        </p:txBody>
      </p:sp>
      <p:sp>
        <p:nvSpPr>
          <p:cNvPr id="41" name="Rectangle 40"/>
          <p:cNvSpPr/>
          <p:nvPr/>
        </p:nvSpPr>
        <p:spPr>
          <a:xfrm>
            <a:off x="5579317"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61" name="Rectangle 60"/>
          <p:cNvSpPr/>
          <p:nvPr/>
        </p:nvSpPr>
        <p:spPr>
          <a:xfrm>
            <a:off x="5579317"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62" name="Rectangle 61"/>
          <p:cNvSpPr/>
          <p:nvPr/>
        </p:nvSpPr>
        <p:spPr>
          <a:xfrm>
            <a:off x="5579317"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73" name="Rectangle 72"/>
          <p:cNvSpPr/>
          <p:nvPr/>
        </p:nvSpPr>
        <p:spPr>
          <a:xfrm>
            <a:off x="5579317"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4" name="TextBox 73"/>
          <p:cNvSpPr txBox="1"/>
          <p:nvPr/>
        </p:nvSpPr>
        <p:spPr>
          <a:xfrm>
            <a:off x="5579317"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2:</a:t>
            </a:r>
          </a:p>
        </p:txBody>
      </p:sp>
      <p:sp>
        <p:nvSpPr>
          <p:cNvPr id="75" name="Rectangle 74"/>
          <p:cNvSpPr/>
          <p:nvPr/>
        </p:nvSpPr>
        <p:spPr>
          <a:xfrm>
            <a:off x="7264953"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76" name="Rectangle 75"/>
          <p:cNvSpPr/>
          <p:nvPr/>
        </p:nvSpPr>
        <p:spPr>
          <a:xfrm>
            <a:off x="7264953"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77" name="Rectangle 76"/>
          <p:cNvSpPr/>
          <p:nvPr/>
        </p:nvSpPr>
        <p:spPr>
          <a:xfrm>
            <a:off x="7264953"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78" name="Rectangle 77"/>
          <p:cNvSpPr/>
          <p:nvPr/>
        </p:nvSpPr>
        <p:spPr>
          <a:xfrm>
            <a:off x="7264953"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79" name="TextBox 78"/>
          <p:cNvSpPr txBox="1"/>
          <p:nvPr/>
        </p:nvSpPr>
        <p:spPr>
          <a:xfrm>
            <a:off x="7264953"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3:</a:t>
            </a:r>
          </a:p>
        </p:txBody>
      </p:sp>
      <p:sp>
        <p:nvSpPr>
          <p:cNvPr id="80" name="Rectangle 79"/>
          <p:cNvSpPr/>
          <p:nvPr/>
        </p:nvSpPr>
        <p:spPr>
          <a:xfrm>
            <a:off x="8950589"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sp>
        <p:nvSpPr>
          <p:cNvPr id="81" name="Rectangle 80"/>
          <p:cNvSpPr/>
          <p:nvPr/>
        </p:nvSpPr>
        <p:spPr>
          <a:xfrm>
            <a:off x="8950589"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2" name="Rectangle 81"/>
          <p:cNvSpPr/>
          <p:nvPr/>
        </p:nvSpPr>
        <p:spPr>
          <a:xfrm>
            <a:off x="8950589"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3" name="Rectangle 82"/>
          <p:cNvSpPr/>
          <p:nvPr/>
        </p:nvSpPr>
        <p:spPr>
          <a:xfrm>
            <a:off x="8950589"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4" name="TextBox 83"/>
          <p:cNvSpPr txBox="1"/>
          <p:nvPr/>
        </p:nvSpPr>
        <p:spPr>
          <a:xfrm>
            <a:off x="8950589"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4:</a:t>
            </a:r>
          </a:p>
        </p:txBody>
      </p:sp>
      <p:sp>
        <p:nvSpPr>
          <p:cNvPr id="85" name="Rectangle 84"/>
          <p:cNvSpPr/>
          <p:nvPr/>
        </p:nvSpPr>
        <p:spPr>
          <a:xfrm>
            <a:off x="10636225" y="2732351"/>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86" name="Rectangle 85"/>
          <p:cNvSpPr/>
          <p:nvPr/>
        </p:nvSpPr>
        <p:spPr>
          <a:xfrm>
            <a:off x="10636225" y="320063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87" name="Rectangle 86"/>
          <p:cNvSpPr/>
          <p:nvPr/>
        </p:nvSpPr>
        <p:spPr>
          <a:xfrm>
            <a:off x="10636225" y="3668917"/>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88" name="Rectangle 87"/>
          <p:cNvSpPr/>
          <p:nvPr/>
        </p:nvSpPr>
        <p:spPr>
          <a:xfrm>
            <a:off x="10636225" y="41073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89" name="TextBox 88"/>
          <p:cNvSpPr txBox="1"/>
          <p:nvPr/>
        </p:nvSpPr>
        <p:spPr>
          <a:xfrm>
            <a:off x="10636225" y="2281624"/>
            <a:ext cx="1359692" cy="307777"/>
          </a:xfrm>
          <a:prstGeom prst="rect">
            <a:avLst/>
          </a:prstGeom>
          <a:solidFill>
            <a:srgbClr val="FFFF00"/>
          </a:solidFill>
          <a:ln w="12700">
            <a:solidFill>
              <a:schemeClr val="dk1"/>
            </a:solidFill>
          </a:ln>
        </p:spPr>
        <p:txBody>
          <a:bodyPr wrap="square" rtlCol="0">
            <a:spAutoFit/>
          </a:bodyPr>
          <a:lstStyle/>
          <a:p>
            <a:pPr algn="ctr"/>
            <a:r>
              <a:rPr lang="en-US" sz="1400" dirty="0"/>
              <a:t>Model 5:</a:t>
            </a:r>
          </a:p>
        </p:txBody>
      </p:sp>
      <p:sp>
        <p:nvSpPr>
          <p:cNvPr id="37" name="Rectangle 36"/>
          <p:cNvSpPr/>
          <p:nvPr/>
        </p:nvSpPr>
        <p:spPr>
          <a:xfrm>
            <a:off x="1097280" y="3308662"/>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Train</a:t>
            </a:r>
          </a:p>
        </p:txBody>
      </p:sp>
      <p:sp>
        <p:nvSpPr>
          <p:cNvPr id="38" name="Rectangle 37"/>
          <p:cNvSpPr/>
          <p:nvPr/>
        </p:nvSpPr>
        <p:spPr>
          <a:xfrm>
            <a:off x="1097280" y="4828044"/>
            <a:ext cx="2176025" cy="540275"/>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Validation</a:t>
            </a:r>
          </a:p>
        </p:txBody>
      </p:sp>
      <p:sp>
        <p:nvSpPr>
          <p:cNvPr id="40" name="Rectangle 39"/>
          <p:cNvSpPr/>
          <p:nvPr/>
        </p:nvSpPr>
        <p:spPr>
          <a:xfrm>
            <a:off x="3893681" y="4828044"/>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5</a:t>
            </a:r>
          </a:p>
        </p:txBody>
      </p:sp>
      <p:sp>
        <p:nvSpPr>
          <p:cNvPr id="42" name="Rectangle 41"/>
          <p:cNvSpPr/>
          <p:nvPr/>
        </p:nvSpPr>
        <p:spPr>
          <a:xfrm>
            <a:off x="5579317" y="4857708"/>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4</a:t>
            </a:r>
          </a:p>
        </p:txBody>
      </p:sp>
      <p:sp>
        <p:nvSpPr>
          <p:cNvPr id="43" name="Rectangle 42"/>
          <p:cNvSpPr/>
          <p:nvPr/>
        </p:nvSpPr>
        <p:spPr>
          <a:xfrm>
            <a:off x="7264953" y="4855752"/>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3</a:t>
            </a:r>
          </a:p>
        </p:txBody>
      </p:sp>
      <p:sp>
        <p:nvSpPr>
          <p:cNvPr id="44" name="Rectangle 43"/>
          <p:cNvSpPr/>
          <p:nvPr/>
        </p:nvSpPr>
        <p:spPr>
          <a:xfrm>
            <a:off x="8950589" y="486016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2</a:t>
            </a:r>
          </a:p>
        </p:txBody>
      </p:sp>
      <p:sp>
        <p:nvSpPr>
          <p:cNvPr id="50" name="Rectangle 49"/>
          <p:cNvSpPr/>
          <p:nvPr/>
        </p:nvSpPr>
        <p:spPr>
          <a:xfrm>
            <a:off x="10636225" y="4852886"/>
            <a:ext cx="1359692" cy="360040"/>
          </a:xfrm>
          <a:prstGeom prst="rect">
            <a:avLst/>
          </a:prstGeom>
          <a:noFill/>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TW" sz="1600" dirty="0"/>
              <a:t>Histogram 1</a:t>
            </a:r>
          </a:p>
        </p:txBody>
      </p:sp>
      <p:cxnSp>
        <p:nvCxnSpPr>
          <p:cNvPr id="5" name="Straight Connector 4"/>
          <p:cNvCxnSpPr/>
          <p:nvPr/>
        </p:nvCxnSpPr>
        <p:spPr>
          <a:xfrm>
            <a:off x="3685310" y="2124364"/>
            <a:ext cx="0" cy="3456304"/>
          </a:xfrm>
          <a:prstGeom prst="line">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211501" y="4689034"/>
            <a:ext cx="11992788" cy="0"/>
          </a:xfrm>
          <a:prstGeom prst="line">
            <a:avLst/>
          </a:prstGeom>
          <a:ln w="158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5385123" y="2049518"/>
            <a:ext cx="1706451" cy="2555180"/>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52" name="TextBox 51"/>
          <p:cNvSpPr txBox="1"/>
          <p:nvPr/>
        </p:nvSpPr>
        <p:spPr>
          <a:xfrm>
            <a:off x="6438102" y="1657405"/>
            <a:ext cx="1001813" cy="307777"/>
          </a:xfrm>
          <a:prstGeom prst="rect">
            <a:avLst/>
          </a:prstGeom>
          <a:noFill/>
        </p:spPr>
        <p:txBody>
          <a:bodyPr wrap="none" rtlCol="0">
            <a:spAutoFit/>
          </a:bodyPr>
          <a:lstStyle/>
          <a:p>
            <a:r>
              <a:rPr lang="en-US" sz="1400" dirty="0"/>
              <a:t>best model</a:t>
            </a:r>
          </a:p>
        </p:txBody>
      </p:sp>
      <p:pic>
        <p:nvPicPr>
          <p:cNvPr id="3" name="Audio 2">
            <a:hlinkClick r:id="" action="ppaction://media"/>
            <a:extLst>
              <a:ext uri="{FF2B5EF4-FFF2-40B4-BE49-F238E27FC236}">
                <a16:creationId xmlns:a16="http://schemas.microsoft.com/office/drawing/2014/main" id="{46EECBCA-4FB4-A046-AF1A-99C9D916542B}"/>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552751311"/>
      </p:ext>
    </p:extLst>
  </p:cSld>
  <p:clrMapOvr>
    <a:masterClrMapping/>
  </p:clrMapOvr>
  <mc:AlternateContent xmlns:mc="http://schemas.openxmlformats.org/markup-compatibility/2006">
    <mc:Choice xmlns:p14="http://schemas.microsoft.com/office/powerpoint/2010/main" Requires="p14">
      <p:transition spd="slow" p14:dur="2000" advTm="19753"/>
    </mc:Choice>
    <mc:Fallback>
      <p:transition spd="slow" advTm="19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heel(1)">
                                      <p:cBhvr>
                                        <p:cTn id="11" dur="2000"/>
                                        <p:tgtEl>
                                          <p:spTgt spid="45"/>
                                        </p:tgtEl>
                                      </p:cBhvr>
                                    </p:animEffect>
                                  </p:childTnLst>
                                </p:cTn>
                              </p:par>
                            </p:childTnLst>
                          </p:cTn>
                        </p:par>
                        <p:par>
                          <p:cTn id="12" fill="hold">
                            <p:stCondLst>
                              <p:cond delay="2000"/>
                            </p:stCondLst>
                            <p:childTnLst>
                              <p:par>
                                <p:cTn id="13" presetID="14" presetClass="entr" presetSubtype="10" fill="hold" grpId="0"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randombar(horizontal)">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6" fill="hold" display="0">
                  <p:stCondLst>
                    <p:cond delay="indefinite"/>
                  </p:stCondLst>
                  <p:endCondLst>
                    <p:cond evt="onStopAudio" delay="0">
                      <p:tgtEl>
                        <p:sldTgt/>
                      </p:tgtEl>
                    </p:cond>
                  </p:endCondLst>
                </p:cTn>
                <p:tgtEl>
                  <p:spTgt spid="3"/>
                </p:tgtEl>
              </p:cMediaNode>
            </p:audio>
          </p:childTnLst>
        </p:cTn>
      </p:par>
    </p:tnLst>
    <p:bldLst>
      <p:bldP spid="45" grpId="0" animBg="1"/>
      <p:bldP spid="5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0130" y="236791"/>
            <a:ext cx="10058400" cy="1290032"/>
          </a:xfrm>
        </p:spPr>
        <p:txBody>
          <a:bodyPr>
            <a:normAutofit fontScale="90000"/>
          </a:bodyPr>
          <a:lstStyle/>
          <a:p>
            <a:r>
              <a:rPr lang="en-US" dirty="0"/>
              <a:t>Other use of validation: choose the best parameter of a classifier</a:t>
            </a:r>
          </a:p>
        </p:txBody>
      </p:sp>
      <p:sp>
        <p:nvSpPr>
          <p:cNvPr id="4" name="Slide Number Placeholder 3"/>
          <p:cNvSpPr>
            <a:spLocks noGrp="1"/>
          </p:cNvSpPr>
          <p:nvPr>
            <p:ph type="sldNum" sz="quarter" idx="12"/>
          </p:nvPr>
        </p:nvSpPr>
        <p:spPr/>
        <p:txBody>
          <a:bodyPr/>
          <a:lstStyle/>
          <a:p>
            <a:fld id="{1D790B7D-7CE2-423E-A609-5BC5140947F8}" type="slidenum">
              <a:rPr lang="en-US" smtClean="0"/>
              <a:t>12</a:t>
            </a:fld>
            <a:endParaRPr lang="en-US" dirty="0"/>
          </a:p>
        </p:txBody>
      </p:sp>
      <p:sp>
        <p:nvSpPr>
          <p:cNvPr id="5" name="Content Placeholder 2"/>
          <p:cNvSpPr txBox="1">
            <a:spLocks/>
          </p:cNvSpPr>
          <p:nvPr/>
        </p:nvSpPr>
        <p:spPr>
          <a:xfrm>
            <a:off x="1212273" y="1663983"/>
            <a:ext cx="10483198" cy="44565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85750" indent="-285750">
              <a:buFont typeface="Arial" panose="020B0604020202020204" pitchFamily="34" charset="0"/>
              <a:buChar char="•"/>
            </a:pPr>
            <a:r>
              <a:rPr lang="en-US" sz="2800" dirty="0">
                <a:solidFill>
                  <a:srgbClr val="606060"/>
                </a:solidFill>
                <a:ea typeface="Open Sans" panose="020B0606030504020204" pitchFamily="34" charset="0"/>
                <a:cs typeface="Open Sans" panose="020B0606030504020204" pitchFamily="34" charset="0"/>
              </a:rPr>
              <a:t>Performance result of a classifier is depend on some parameters. </a:t>
            </a:r>
          </a:p>
          <a:p>
            <a:pPr marL="285750" indent="-285750">
              <a:buFont typeface="Arial" panose="020B0604020202020204" pitchFamily="34" charset="0"/>
              <a:buChar char="•"/>
            </a:pPr>
            <a:r>
              <a:rPr lang="en-US" sz="2800" dirty="0">
                <a:solidFill>
                  <a:srgbClr val="606060"/>
                </a:solidFill>
                <a:ea typeface="Open Sans" panose="020B0606030504020204" pitchFamily="34" charset="0"/>
                <a:cs typeface="Open Sans" panose="020B0606030504020204" pitchFamily="34" charset="0"/>
              </a:rPr>
              <a:t>For example, in Support Vector Machine (SVM) we need to decide C value when build a model.</a:t>
            </a:r>
          </a:p>
          <a:p>
            <a:pPr marL="285750" indent="-285750">
              <a:buFont typeface="Arial" panose="020B0604020202020204" pitchFamily="34" charset="0"/>
              <a:buChar char="•"/>
            </a:pPr>
            <a:r>
              <a:rPr lang="en-US" sz="2800" dirty="0">
                <a:solidFill>
                  <a:srgbClr val="606060"/>
                </a:solidFill>
                <a:ea typeface="Open Sans" panose="020B0606030504020204" pitchFamily="34" charset="0"/>
                <a:cs typeface="Open Sans" panose="020B0606030504020204" pitchFamily="34" charset="0"/>
              </a:rPr>
              <a:t>Different C, different result</a:t>
            </a:r>
          </a:p>
          <a:p>
            <a:pPr marL="285750" indent="-285750">
              <a:buFont typeface="Arial" panose="020B0604020202020204" pitchFamily="34" charset="0"/>
              <a:buChar char="•"/>
            </a:pPr>
            <a:r>
              <a:rPr lang="en-US" sz="2800" dirty="0">
                <a:solidFill>
                  <a:srgbClr val="606060"/>
                </a:solidFill>
                <a:ea typeface="Open Sans" panose="020B0606030504020204" pitchFamily="34" charset="0"/>
                <a:cs typeface="Open Sans" panose="020B0606030504020204" pitchFamily="34" charset="0"/>
              </a:rPr>
              <a:t>We want to find the best C</a:t>
            </a:r>
          </a:p>
          <a:p>
            <a:pPr marL="285750" indent="-285750">
              <a:buFont typeface="Arial" panose="020B0604020202020204" pitchFamily="34" charset="0"/>
              <a:buChar char="•"/>
            </a:pPr>
            <a:endParaRPr lang="en-US" sz="2800" dirty="0">
              <a:solidFill>
                <a:srgbClr val="606060"/>
              </a:solidFill>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endParaRPr lang="en-US" sz="2800" dirty="0">
              <a:solidFill>
                <a:srgbClr val="606060"/>
              </a:solidFill>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2800" dirty="0">
                <a:solidFill>
                  <a:srgbClr val="606060"/>
                </a:solidFill>
                <a:ea typeface="Open Sans" panose="020B0606030504020204" pitchFamily="34" charset="0"/>
                <a:cs typeface="Open Sans" panose="020B0606030504020204" pitchFamily="34" charset="0"/>
              </a:rPr>
              <a:t>Use the final model (model with the best C) for testing.</a:t>
            </a:r>
          </a:p>
          <a:p>
            <a:pPr marL="0" indent="0">
              <a:buNone/>
            </a:pPr>
            <a:endParaRPr lang="en-US" sz="2800" dirty="0">
              <a:solidFill>
                <a:srgbClr val="606060"/>
              </a:solidFill>
              <a:ea typeface="Open Sans" panose="020B0606030504020204" pitchFamily="34" charset="0"/>
              <a:cs typeface="Open Sans" panose="020B0606030504020204" pitchFamily="34" charset="0"/>
            </a:endParaRPr>
          </a:p>
        </p:txBody>
      </p:sp>
      <p:sp>
        <p:nvSpPr>
          <p:cNvPr id="6" name="Rectangle 5"/>
          <p:cNvSpPr/>
          <p:nvPr/>
        </p:nvSpPr>
        <p:spPr>
          <a:xfrm>
            <a:off x="1856256" y="4326402"/>
            <a:ext cx="8806828" cy="923330"/>
          </a:xfrm>
          <a:prstGeom prst="rect">
            <a:avLst/>
          </a:prstGeom>
        </p:spPr>
        <p:txBody>
          <a:bodyPr wrap="square">
            <a:spAutoFit/>
          </a:bodyPr>
          <a:lstStyle/>
          <a:p>
            <a:pPr marL="285753" indent="-285753">
              <a:buFont typeface="Wingdings" panose="05000000000000000000" pitchFamily="2" charset="2"/>
              <a:buChar char="Ø"/>
            </a:pPr>
            <a:r>
              <a:rPr lang="en-US" dirty="0">
                <a:solidFill>
                  <a:srgbClr val="606060"/>
                </a:solidFill>
                <a:latin typeface="Open Sans" panose="020B0606030504020204" pitchFamily="34" charset="0"/>
                <a:ea typeface="Open Sans" panose="020B0606030504020204" pitchFamily="34" charset="0"/>
                <a:cs typeface="Open Sans" panose="020B0606030504020204" pitchFamily="34" charset="0"/>
              </a:rPr>
              <a:t>Define C value range we want to test (example : 10</a:t>
            </a:r>
            <a:r>
              <a:rPr lang="en-US" baseline="30000" dirty="0">
                <a:solidFill>
                  <a:srgbClr val="606060"/>
                </a:solidFill>
                <a:latin typeface="Open Sans" panose="020B0606030504020204" pitchFamily="34" charset="0"/>
                <a:ea typeface="Open Sans" panose="020B0606030504020204" pitchFamily="34" charset="0"/>
                <a:cs typeface="Open Sans" panose="020B0606030504020204" pitchFamily="34" charset="0"/>
              </a:rPr>
              <a:t>-3 </a:t>
            </a:r>
            <a:r>
              <a:rPr lang="en-US" dirty="0">
                <a:solidFill>
                  <a:srgbClr val="606060"/>
                </a:solidFill>
                <a:latin typeface="Open Sans" panose="020B0606030504020204" pitchFamily="34" charset="0"/>
                <a:ea typeface="Open Sans" panose="020B0606030504020204" pitchFamily="34" charset="0"/>
                <a:cs typeface="Open Sans" panose="020B0606030504020204" pitchFamily="34" charset="0"/>
              </a:rPr>
              <a:t>to 10</a:t>
            </a:r>
            <a:r>
              <a:rPr lang="en-US" baseline="30000" dirty="0">
                <a:solidFill>
                  <a:srgbClr val="606060"/>
                </a:solidFill>
                <a:latin typeface="Open Sans" panose="020B0606030504020204" pitchFamily="34" charset="0"/>
                <a:ea typeface="Open Sans" panose="020B0606030504020204" pitchFamily="34" charset="0"/>
                <a:cs typeface="Open Sans" panose="020B0606030504020204" pitchFamily="34" charset="0"/>
              </a:rPr>
              <a:t>3</a:t>
            </a:r>
            <a:r>
              <a:rPr lang="en-US" dirty="0">
                <a:solidFill>
                  <a:srgbClr val="606060"/>
                </a:solidFill>
                <a:latin typeface="Open Sans" panose="020B0606030504020204" pitchFamily="34" charset="0"/>
                <a:ea typeface="Open Sans" panose="020B0606030504020204" pitchFamily="34" charset="0"/>
                <a:cs typeface="Open Sans" panose="020B0606030504020204" pitchFamily="34" charset="0"/>
              </a:rPr>
              <a:t>)</a:t>
            </a:r>
          </a:p>
          <a:p>
            <a:pPr marL="285753" indent="-285753">
              <a:buFont typeface="Wingdings" panose="05000000000000000000" pitchFamily="2" charset="2"/>
              <a:buChar char="Ø"/>
            </a:pPr>
            <a:r>
              <a:rPr lang="en-US" dirty="0">
                <a:solidFill>
                  <a:srgbClr val="606060"/>
                </a:solidFill>
                <a:latin typeface="Open Sans" panose="020B0606030504020204" pitchFamily="34" charset="0"/>
                <a:ea typeface="Open Sans" panose="020B0606030504020204" pitchFamily="34" charset="0"/>
                <a:cs typeface="Open Sans" panose="020B0606030504020204" pitchFamily="34" charset="0"/>
              </a:rPr>
              <a:t>For each C value, doing 5-Fold Cross Validation and then record the validation accuracy</a:t>
            </a:r>
          </a:p>
          <a:p>
            <a:pPr marL="285753" indent="-285753">
              <a:buFont typeface="Wingdings" panose="05000000000000000000" pitchFamily="2" charset="2"/>
              <a:buChar char="Ø"/>
            </a:pPr>
            <a:r>
              <a:rPr lang="en-US" dirty="0">
                <a:solidFill>
                  <a:srgbClr val="606060"/>
                </a:solidFill>
                <a:latin typeface="Open Sans" panose="020B0606030504020204" pitchFamily="34" charset="0"/>
                <a:ea typeface="Open Sans" panose="020B0606030504020204" pitchFamily="34" charset="0"/>
                <a:cs typeface="Open Sans" panose="020B0606030504020204" pitchFamily="34" charset="0"/>
              </a:rPr>
              <a:t>Select C value with the highest validation accuracy for the final model</a:t>
            </a:r>
          </a:p>
        </p:txBody>
      </p:sp>
      <p:pic>
        <p:nvPicPr>
          <p:cNvPr id="10" name="Audio 9">
            <a:hlinkClick r:id="" action="ppaction://media"/>
            <a:extLst>
              <a:ext uri="{FF2B5EF4-FFF2-40B4-BE49-F238E27FC236}">
                <a16:creationId xmlns:a16="http://schemas.microsoft.com/office/drawing/2014/main" id="{C02A465C-7E74-B246-BF42-46E17F78F4F1}"/>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16971587"/>
      </p:ext>
    </p:extLst>
  </p:cSld>
  <p:clrMapOvr>
    <a:masterClrMapping/>
  </p:clrMapOvr>
  <mc:AlternateContent xmlns:mc="http://schemas.openxmlformats.org/markup-compatibility/2006">
    <mc:Choice xmlns:p14="http://schemas.microsoft.com/office/powerpoint/2010/main" Requires="p14">
      <p:transition spd="slow" p14:dur="2000" advTm="71090"/>
    </mc:Choice>
    <mc:Fallback>
      <p:transition spd="slow" advTm="71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extLst>
    <p:ext uri="{3A86A75C-4F4B-4683-9AE1-C65F6400EC91}">
      <p14:laserTraceLst xmlns:p14="http://schemas.microsoft.com/office/powerpoint/2010/main">
        <p14:tracePtLst>
          <p14:tracePt t="38424" x="11088688" y="87313"/>
          <p14:tracePt t="38432" x="11037888" y="188913"/>
          <p14:tracePt t="38442" x="10972800" y="319088"/>
          <p14:tracePt t="38447" x="10907713" y="434975"/>
          <p14:tracePt t="38455" x="10783888" y="674688"/>
          <p14:tracePt t="38462" x="10696575" y="812800"/>
          <p14:tracePt t="38475" x="10602913" y="979488"/>
          <p14:tracePt t="38480" x="10501313" y="1146175"/>
          <p14:tracePt t="38487" x="10414000" y="1335088"/>
          <p14:tracePt t="38497" x="10290175" y="1524000"/>
          <p14:tracePt t="38503" x="10174288" y="1741488"/>
          <p14:tracePt t="38515" x="10044113" y="1958975"/>
          <p14:tracePt t="38519" x="9891713" y="2184400"/>
          <p14:tracePt t="38531" x="9832975" y="2263775"/>
          <p14:tracePt t="38537" x="9717088" y="2452688"/>
          <p14:tracePt t="38549" x="9615488" y="2605088"/>
          <p14:tracePt t="38554" x="9528175" y="2728913"/>
          <p14:tracePt t="38564" x="9383713" y="2974975"/>
          <p14:tracePt t="38569" x="9296400" y="3113088"/>
          <p14:tracePt t="38585" x="9223375" y="3265488"/>
          <p14:tracePt t="38588" x="9144000" y="3454400"/>
          <p14:tracePt t="38594" x="9070975" y="3657600"/>
          <p14:tracePt t="38600" x="8991600" y="3875088"/>
          <p14:tracePt t="38607" x="8955088" y="3976688"/>
          <p14:tracePt t="38615" x="8890000" y="4151313"/>
          <p14:tracePt t="38623" x="8875713" y="4202113"/>
          <p14:tracePt t="38632" x="8839200" y="4295775"/>
          <p14:tracePt t="38640" x="8766175" y="4419600"/>
          <p14:tracePt t="38892" x="8751888" y="4419600"/>
          <p14:tracePt t="38901" x="8715375" y="4419600"/>
          <p14:tracePt t="38908" x="8664575" y="4419600"/>
          <p14:tracePt t="38916" x="8599488" y="4405313"/>
          <p14:tracePt t="38924" x="8512175" y="4397375"/>
          <p14:tracePt t="38935" x="8432800" y="4383088"/>
          <p14:tracePt t="38940" x="8359775" y="4368800"/>
          <p14:tracePt t="38951" x="8316913" y="4354513"/>
          <p14:tracePt t="38957" x="8258175" y="4332288"/>
          <p14:tracePt t="38968" x="8193088" y="4332288"/>
          <p14:tracePt t="38972" x="8142288" y="4318000"/>
          <p14:tracePt t="38983" x="8091488" y="4303713"/>
          <p14:tracePt t="38988" x="8004175" y="4295775"/>
          <p14:tracePt t="39003" x="7953375" y="4281488"/>
          <p14:tracePt t="39007" x="7902575" y="4267200"/>
          <p14:tracePt t="39013" x="7837488" y="4267200"/>
          <p14:tracePt t="39022" x="7772400" y="4252913"/>
          <p14:tracePt t="39033" x="7685088" y="4244975"/>
          <p14:tracePt t="39040" x="7605713" y="4230688"/>
          <p14:tracePt t="39046" x="7583488" y="4230688"/>
          <p14:tracePt t="39055" x="7518400" y="4216400"/>
          <p14:tracePt t="39062" x="7467600" y="4202113"/>
          <p14:tracePt t="39069" x="7445375" y="4202113"/>
          <p14:tracePt t="39078" x="7402513" y="4202113"/>
          <p14:tracePt t="39085" x="7394575" y="4202113"/>
          <p14:tracePt t="39094" x="7366000" y="4202113"/>
          <p14:tracePt t="39104" x="7351713" y="4202113"/>
          <p14:tracePt t="39108" x="7343775" y="4202113"/>
          <p14:tracePt t="39119" x="7329488" y="4202113"/>
          <p14:tracePt t="39125" x="7292975" y="4202113"/>
          <p14:tracePt t="39135" x="7264400" y="4202113"/>
          <p14:tracePt t="39142" x="7250113" y="4202113"/>
          <p14:tracePt t="39152" x="7191375" y="4202113"/>
          <p14:tracePt t="39157" x="7148513" y="4216400"/>
          <p14:tracePt t="39168" x="7126288" y="4216400"/>
          <p14:tracePt t="39176" x="7089775" y="4244975"/>
          <p14:tracePt t="39185" x="7061200" y="4252913"/>
          <p14:tracePt t="39191" x="7024688" y="4267200"/>
          <p14:tracePt t="39202" x="6996113" y="4281488"/>
          <p14:tracePt t="39207" x="6973888" y="4295775"/>
          <p14:tracePt t="39219" x="6945313" y="4318000"/>
          <p14:tracePt t="39220" x="6937375" y="4332288"/>
          <p14:tracePt t="39228" x="6923088" y="4346575"/>
          <p14:tracePt t="39237" x="6908800" y="4354513"/>
          <p14:tracePt t="39245" x="6894513" y="4368800"/>
          <p14:tracePt t="39252" x="6894513" y="4383088"/>
          <p14:tracePt t="39267" x="6886575" y="4397375"/>
          <p14:tracePt t="39275" x="6886575" y="4405313"/>
          <p14:tracePt t="39284" x="6886575" y="4419600"/>
          <p14:tracePt t="39291" x="6886575" y="4433888"/>
          <p14:tracePt t="39301" x="6886575" y="4456113"/>
          <p14:tracePt t="39308" x="6886575" y="4498975"/>
          <p14:tracePt t="39317" x="6886575" y="4521200"/>
          <p14:tracePt t="39324" x="6886575" y="4549775"/>
          <p14:tracePt t="39333" x="6886575" y="4572000"/>
          <p14:tracePt t="39340" x="6886575" y="4622800"/>
          <p14:tracePt t="39347" x="6886575" y="4651375"/>
          <p14:tracePt t="39355" x="6894513" y="4673600"/>
          <p14:tracePt t="39364" x="6923088" y="4702175"/>
          <p14:tracePt t="39372" x="6937375" y="4710113"/>
          <p14:tracePt t="39380" x="6959600" y="4738688"/>
          <p14:tracePt t="39387" x="7010400" y="4760913"/>
          <p14:tracePt t="39396" x="7046913" y="4760913"/>
          <p14:tracePt t="39404" x="7089775" y="4789488"/>
          <p14:tracePt t="39412" x="7140575" y="4789488"/>
          <p14:tracePt t="39420" x="7199313" y="4803775"/>
          <p14:tracePt t="39428" x="7278688" y="4803775"/>
          <p14:tracePt t="39437" x="7351713" y="4803775"/>
          <p14:tracePt t="39444" x="7380288" y="4803775"/>
          <p14:tracePt t="39453" x="7496175" y="4803775"/>
          <p14:tracePt t="39459" x="7554913" y="4803775"/>
          <p14:tracePt t="39470" x="7634288" y="4803775"/>
          <p14:tracePt t="39476" x="7656513" y="4803775"/>
          <p14:tracePt t="39485" x="7758113" y="4803775"/>
          <p14:tracePt t="39492" x="7772400" y="4803775"/>
          <p14:tracePt t="39502" x="7837488" y="4803775"/>
          <p14:tracePt t="39509" x="7888288" y="4803775"/>
          <p14:tracePt t="39518" x="7961313" y="4803775"/>
          <p14:tracePt t="39525" x="7989888" y="4803775"/>
          <p14:tracePt t="39535" x="8026400" y="4789488"/>
          <p14:tracePt t="39540" x="8091488" y="4775200"/>
          <p14:tracePt t="39552" x="8128000" y="4760913"/>
          <p14:tracePt t="39557" x="8193088" y="4738688"/>
          <p14:tracePt t="39569" x="8243888" y="4724400"/>
          <p14:tracePt t="39570" x="8308975" y="4702175"/>
          <p14:tracePt t="39579" x="8382000" y="4659313"/>
          <p14:tracePt t="39585" x="8447088" y="4651375"/>
          <p14:tracePt t="39595" x="8469313" y="4637088"/>
          <p14:tracePt t="39604" x="8520113" y="4608513"/>
          <p14:tracePt t="39611" x="8562975" y="4586288"/>
          <p14:tracePt t="39618" x="8585200" y="4572000"/>
          <p14:tracePt t="39628" x="8621713" y="4557713"/>
          <p14:tracePt t="39638" x="8636000" y="4557713"/>
          <p14:tracePt t="39644" x="8650288" y="4549775"/>
          <p14:tracePt t="39653" x="8664575" y="4549775"/>
          <p14:tracePt t="39660" x="8664575" y="4535488"/>
          <p14:tracePt t="39672" x="8672513" y="4521200"/>
          <p14:tracePt t="39688" x="8672513" y="4506913"/>
          <p14:tracePt t="39720" x="8672513" y="4498975"/>
          <p14:tracePt t="39736" x="8672513" y="4470400"/>
          <p14:tracePt t="39744" x="8672513" y="4433888"/>
          <p14:tracePt t="39752" x="8672513" y="4397375"/>
          <p14:tracePt t="39760" x="8672513" y="4354513"/>
          <p14:tracePt t="39769" x="8672513" y="4332288"/>
          <p14:tracePt t="39776" x="8672513" y="4303713"/>
          <p14:tracePt t="39784" x="8672513" y="4281488"/>
          <p14:tracePt t="39792" x="8672513" y="4252913"/>
          <p14:tracePt t="39801" x="8672513" y="4244975"/>
          <p14:tracePt t="39808" x="8672513" y="4230688"/>
          <p14:tracePt t="39823" x="8672513" y="4216400"/>
          <p14:tracePt t="39879" x="8664575" y="4216400"/>
          <p14:tracePt t="39895" x="8650288" y="4216400"/>
          <p14:tracePt t="39911" x="8636000" y="4216400"/>
          <p14:tracePt t="39934" x="8621713" y="4216400"/>
          <p14:tracePt t="40165" x="8636000" y="4216400"/>
          <p14:tracePt t="40173" x="8636000" y="4202113"/>
          <p14:tracePt t="40189" x="8650288" y="4202113"/>
          <p14:tracePt t="40220" x="8664575" y="4194175"/>
          <p14:tracePt t="40237" x="8672513" y="4194175"/>
          <p14:tracePt t="70279" x="8672513" y="4179888"/>
          <p14:tracePt t="70287" x="8686800" y="4129088"/>
          <p14:tracePt t="70295" x="8723313" y="4041775"/>
          <p14:tracePt t="70302" x="8774113" y="3940175"/>
          <p14:tracePt t="70317" x="8816975" y="3824288"/>
          <p14:tracePt t="70320" x="8904288" y="3621088"/>
          <p14:tracePt t="70328" x="9020175" y="3367088"/>
          <p14:tracePt t="70334" x="9107488" y="3098800"/>
          <p14:tracePt t="70349" x="9209088" y="2844800"/>
          <p14:tracePt t="70354" x="9259888" y="2720975"/>
          <p14:tracePt t="70360" x="9347200" y="2517775"/>
          <p14:tracePt t="70367" x="9426575" y="2336800"/>
          <p14:tracePt t="70374" x="9485313" y="2184400"/>
          <p14:tracePt t="70385" x="9550400" y="2046288"/>
          <p14:tracePt t="70390" x="9615488" y="1908175"/>
          <p14:tracePt t="70399" x="9666288" y="1792288"/>
          <p14:tracePt t="70407" x="9702800" y="1704975"/>
          <p14:tracePt t="70417" x="9731375" y="1639888"/>
          <p14:tracePt t="70426" x="9739313" y="1603375"/>
          <p14:tracePt t="70435" x="9782175" y="1538288"/>
          <p14:tracePt t="70444" x="9818688" y="1450975"/>
          <p14:tracePt t="70452" x="9832975" y="1371600"/>
          <p14:tracePt t="70460" x="9855200" y="1306513"/>
          <p14:tracePt t="70467" x="9883775" y="1247775"/>
          <p14:tracePt t="70475" x="9891713" y="1168400"/>
          <p14:tracePt t="70484" x="9906000" y="1081088"/>
          <p14:tracePt t="70491" x="9934575" y="993775"/>
          <p14:tracePt t="70499" x="9942513" y="900113"/>
          <p14:tracePt t="70507" x="9956800" y="790575"/>
          <p14:tracePt t="70517" x="9985375" y="696913"/>
          <p14:tracePt t="70523" x="10007600" y="587375"/>
          <p14:tracePt t="70535" x="10036175" y="471488"/>
          <p14:tracePt t="70536" x="10044113" y="420688"/>
          <p14:tracePt t="70543" x="10058400" y="341313"/>
          <p14:tracePt t="70551" x="10086975" y="254000"/>
          <p14:tracePt t="70558" x="10094913" y="203200"/>
          <p14:tracePt t="70568" x="10094913" y="152400"/>
          <p14:tracePt t="70574" x="10109200" y="115888"/>
          <p14:tracePt t="70585" x="10123488" y="79375"/>
          <p14:tracePt t="70593" x="10123488" y="36513"/>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D790B7D-7CE2-423E-A609-5BC5140947F8}" type="slidenum">
              <a:rPr lang="en-US" smtClean="0"/>
              <a:t>13</a:t>
            </a:fld>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351388545"/>
              </p:ext>
            </p:extLst>
          </p:nvPr>
        </p:nvGraphicFramePr>
        <p:xfrm>
          <a:off x="3998401" y="0"/>
          <a:ext cx="5661793" cy="6519281"/>
        </p:xfrm>
        <a:graphic>
          <a:graphicData uri="http://schemas.openxmlformats.org/presentationml/2006/ole">
            <mc:AlternateContent xmlns:mc="http://schemas.openxmlformats.org/markup-compatibility/2006">
              <mc:Choice xmlns:v="urn:schemas-microsoft-com:vml" Requires="v">
                <p:oleObj spid="_x0000_s1028" name="Visio" r:id="rId5" imgW="5667601" imgH="6524596" progId="Visio.Drawing.15">
                  <p:embed/>
                </p:oleObj>
              </mc:Choice>
              <mc:Fallback>
                <p:oleObj name="Visio" r:id="rId5" imgW="5667601" imgH="6524596" progId="Visio.Drawing.15">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8401" y="0"/>
                        <a:ext cx="5661793" cy="6519281"/>
                      </a:xfrm>
                      <a:prstGeom prst="rect">
                        <a:avLst/>
                      </a:prstGeom>
                      <a:solidFill>
                        <a:schemeClr val="bg1"/>
                      </a:solidFill>
                    </p:spPr>
                  </p:pic>
                </p:oleObj>
              </mc:Fallback>
            </mc:AlternateContent>
          </a:graphicData>
        </a:graphic>
      </p:graphicFrame>
      <mc:AlternateContent xmlns:mc="http://schemas.openxmlformats.org/markup-compatibility/2006">
        <mc:Choice xmlns:p14="http://schemas.microsoft.com/office/powerpoint/2010/main" xmlns:iact="http://schemas.microsoft.com/office/powerpoint/2014/inkAction" Requires="p14 iact">
          <p:contentPart p14:bwMode="auto" r:id="rId7">
            <p14:nvContentPartPr>
              <p14:cNvPr id="13" name="Ink 12">
                <a:extLst>
                  <a:ext uri="{FF2B5EF4-FFF2-40B4-BE49-F238E27FC236}">
                    <a16:creationId xmlns:a16="http://schemas.microsoft.com/office/drawing/2014/main" id="{9D29C43F-9C00-6C40-B653-F7BECDBD2A3D}"/>
                  </a:ext>
                </a:extLst>
              </p14:cNvPr>
              <p14:cNvContentPartPr/>
              <p14:nvPr>
                <p:extLst>
                  <p:ext uri="{42D2F446-02D8-4167-A562-619A0277C38B}">
                    <p15:isNarration xmlns:p15="http://schemas.microsoft.com/office/powerpoint/2012/main" val="1"/>
                  </p:ext>
                </p:extLst>
              </p14:nvPr>
            </p14:nvContentPartPr>
            <p14:xfrm>
              <a:off x="7445880" y="1814400"/>
              <a:ext cx="1379160" cy="1212840"/>
            </p14:xfrm>
          </p:contentPart>
        </mc:Choice>
        <mc:Fallback>
          <p:pic>
            <p:nvPicPr>
              <p:cNvPr id="13" name="Ink 12">
                <a:extLst>
                  <a:ext uri="{FF2B5EF4-FFF2-40B4-BE49-F238E27FC236}">
                    <a16:creationId xmlns:a16="http://schemas.microsoft.com/office/drawing/2014/main" id="{9D29C43F-9C00-6C40-B653-F7BECDBD2A3D}"/>
                  </a:ext>
                </a:extLst>
              </p:cNvPr>
              <p:cNvPicPr>
                <a:picLocks noGrp="1" noRot="1" noChangeAspect="1" noMove="1" noResize="1" noEditPoints="1" noAdjustHandles="1" noChangeArrowheads="1" noChangeShapeType="1"/>
              </p:cNvPicPr>
              <p:nvPr/>
            </p:nvPicPr>
            <p:blipFill>
              <a:blip r:embed="rId8"/>
              <a:stretch>
                <a:fillRect/>
              </a:stretch>
            </p:blipFill>
            <p:spPr>
              <a:xfrm>
                <a:off x="7436520" y="1805040"/>
                <a:ext cx="1397880" cy="1231560"/>
              </a:xfrm>
              <a:prstGeom prst="rect">
                <a:avLst/>
              </a:prstGeom>
            </p:spPr>
          </p:pic>
        </mc:Fallback>
      </mc:AlternateContent>
      <p:pic>
        <p:nvPicPr>
          <p:cNvPr id="14" name="Audio 13">
            <a:hlinkClick r:id="" action="ppaction://media"/>
            <a:extLst>
              <a:ext uri="{FF2B5EF4-FFF2-40B4-BE49-F238E27FC236}">
                <a16:creationId xmlns:a16="http://schemas.microsoft.com/office/drawing/2014/main" id="{F1E2FF54-8F7D-5E41-A9E8-0AC39F3495FC}"/>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84242257"/>
      </p:ext>
    </p:extLst>
  </p:cSld>
  <p:clrMapOvr>
    <a:masterClrMapping/>
  </p:clrMapOvr>
  <mc:AlternateContent xmlns:mc="http://schemas.openxmlformats.org/markup-compatibility/2006">
    <mc:Choice xmlns:p14="http://schemas.microsoft.com/office/powerpoint/2010/main" Requires="p14">
      <p:transition spd="slow" p14:dur="2000" advTm="36370"/>
    </mc:Choice>
    <mc:Fallback>
      <p:transition spd="slow" advTm="36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par>
                                <p:cTn id="7" presetID="59"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md type="call" cmd="playFrom(0.0)">
                                      <p:cBhvr>
                                        <p:cTn id="9"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1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93585" y="1655055"/>
            <a:ext cx="10058400" cy="883135"/>
          </a:xfrm>
        </p:spPr>
        <p:txBody>
          <a:bodyPr/>
          <a:lstStyle/>
          <a:p>
            <a:pPr algn="ctr"/>
            <a:r>
              <a:rPr lang="en-US" dirty="0"/>
              <a:t>Guided Notes:</a:t>
            </a:r>
          </a:p>
        </p:txBody>
      </p:sp>
      <p:sp>
        <p:nvSpPr>
          <p:cNvPr id="4" name="Slide Number Placeholder 3"/>
          <p:cNvSpPr>
            <a:spLocks noGrp="1"/>
          </p:cNvSpPr>
          <p:nvPr>
            <p:ph type="sldNum" sz="quarter" idx="12"/>
          </p:nvPr>
        </p:nvSpPr>
        <p:spPr/>
        <p:txBody>
          <a:bodyPr/>
          <a:lstStyle/>
          <a:p>
            <a:fld id="{1D790B7D-7CE2-423E-A609-5BC5140947F8}" type="slidenum">
              <a:rPr lang="en-US" smtClean="0"/>
              <a:t>14</a:t>
            </a:fld>
            <a:endParaRPr lang="en-US" dirty="0"/>
          </a:p>
        </p:txBody>
      </p:sp>
      <p:sp>
        <p:nvSpPr>
          <p:cNvPr id="2" name="Rectangle 1"/>
          <p:cNvSpPr/>
          <p:nvPr/>
        </p:nvSpPr>
        <p:spPr>
          <a:xfrm>
            <a:off x="767852" y="3743641"/>
            <a:ext cx="10509865" cy="584775"/>
          </a:xfrm>
          <a:prstGeom prst="rect">
            <a:avLst/>
          </a:prstGeom>
        </p:spPr>
        <p:txBody>
          <a:bodyPr wrap="none">
            <a:spAutoFit/>
          </a:bodyPr>
          <a:lstStyle/>
          <a:p>
            <a:r>
              <a:rPr lang="en-US" sz="3200" dirty="0"/>
              <a:t>Faulty Experiment Design when adjusting classifier parameters</a:t>
            </a:r>
          </a:p>
        </p:txBody>
      </p:sp>
      <p:pic>
        <p:nvPicPr>
          <p:cNvPr id="7" name="Audio 6">
            <a:hlinkClick r:id="" action="ppaction://media"/>
            <a:extLst>
              <a:ext uri="{FF2B5EF4-FFF2-40B4-BE49-F238E27FC236}">
                <a16:creationId xmlns:a16="http://schemas.microsoft.com/office/drawing/2014/main" id="{738BA8E9-08A1-9C4C-AE24-AC68A37A561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828700897"/>
      </p:ext>
    </p:extLst>
  </p:cSld>
  <p:clrMapOvr>
    <a:masterClrMapping/>
  </p:clrMapOvr>
  <mc:AlternateContent xmlns:mc="http://schemas.openxmlformats.org/markup-compatibility/2006">
    <mc:Choice xmlns:p14="http://schemas.microsoft.com/office/powerpoint/2010/main" Requires="p14">
      <p:transition spd="slow" p14:dur="2000" advTm="11536"/>
    </mc:Choice>
    <mc:Fallback>
      <p:transition spd="slow" advTm="115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93585" y="1655055"/>
            <a:ext cx="10058400" cy="883135"/>
          </a:xfrm>
        </p:spPr>
        <p:txBody>
          <a:bodyPr/>
          <a:lstStyle/>
          <a:p>
            <a:pPr algn="ctr"/>
            <a:r>
              <a:rPr lang="en-US" dirty="0"/>
              <a:t>Question?</a:t>
            </a:r>
          </a:p>
        </p:txBody>
      </p:sp>
      <p:sp>
        <p:nvSpPr>
          <p:cNvPr id="4" name="Slide Number Placeholder 3"/>
          <p:cNvSpPr>
            <a:spLocks noGrp="1"/>
          </p:cNvSpPr>
          <p:nvPr>
            <p:ph type="sldNum" sz="quarter" idx="12"/>
          </p:nvPr>
        </p:nvSpPr>
        <p:spPr/>
        <p:txBody>
          <a:bodyPr/>
          <a:lstStyle/>
          <a:p>
            <a:fld id="{1D790B7D-7CE2-423E-A609-5BC5140947F8}" type="slidenum">
              <a:rPr lang="en-US" smtClean="0"/>
              <a:t>15</a:t>
            </a:fld>
            <a:endParaRPr lang="en-US" dirty="0"/>
          </a:p>
        </p:txBody>
      </p:sp>
      <p:sp>
        <p:nvSpPr>
          <p:cNvPr id="2" name="Rectangle 1"/>
          <p:cNvSpPr/>
          <p:nvPr/>
        </p:nvSpPr>
        <p:spPr>
          <a:xfrm>
            <a:off x="1932975" y="3419176"/>
            <a:ext cx="8632491" cy="584775"/>
          </a:xfrm>
          <a:prstGeom prst="rect">
            <a:avLst/>
          </a:prstGeom>
        </p:spPr>
        <p:txBody>
          <a:bodyPr wrap="none">
            <a:spAutoFit/>
          </a:bodyPr>
          <a:lstStyle/>
          <a:p>
            <a:r>
              <a:rPr lang="en-US" sz="3200" dirty="0"/>
              <a:t>Find the faulty part, and design a correct flowchart</a:t>
            </a:r>
          </a:p>
        </p:txBody>
      </p:sp>
      <p:pic>
        <p:nvPicPr>
          <p:cNvPr id="10" name="Audio 9">
            <a:hlinkClick r:id="" action="ppaction://media"/>
            <a:extLst>
              <a:ext uri="{FF2B5EF4-FFF2-40B4-BE49-F238E27FC236}">
                <a16:creationId xmlns:a16="http://schemas.microsoft.com/office/drawing/2014/main" id="{39B6725E-F897-2A46-95A2-98C61994056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11843896"/>
      </p:ext>
    </p:extLst>
  </p:cSld>
  <p:clrMapOvr>
    <a:masterClrMapping/>
  </p:clrMapOvr>
  <mc:AlternateContent xmlns:mc="http://schemas.openxmlformats.org/markup-compatibility/2006">
    <mc:Choice xmlns:p14="http://schemas.microsoft.com/office/powerpoint/2010/main" Requires="p14">
      <p:transition spd="slow" p14:dur="2000" advTm="22106"/>
    </mc:Choice>
    <mc:Fallback>
      <p:transition spd="slow" advTm="221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1.3|5.2"/>
</p:tagLst>
</file>

<file path=ppt/tags/tag2.xml><?xml version="1.0" encoding="utf-8"?>
<p:tagLst xmlns:a="http://schemas.openxmlformats.org/drawingml/2006/main" xmlns:r="http://schemas.openxmlformats.org/officeDocument/2006/relationships" xmlns:p="http://schemas.openxmlformats.org/presentationml/2006/main">
  <p:tag name="TIMING" val="|19"/>
</p:tagLst>
</file>

<file path=ppt/tags/tag3.xml><?xml version="1.0" encoding="utf-8"?>
<p:tagLst xmlns:a="http://schemas.openxmlformats.org/drawingml/2006/main" xmlns:r="http://schemas.openxmlformats.org/officeDocument/2006/relationships" xmlns:p="http://schemas.openxmlformats.org/presentationml/2006/main">
  <p:tag name="TIMING" val="|3.4"/>
</p:tagLst>
</file>

<file path=ppt/theme/theme1.xml><?xml version="1.0" encoding="utf-8"?>
<a:theme xmlns:a="http://schemas.openxmlformats.org/drawingml/2006/main" name="Retrospect">
  <a:themeElements>
    <a:clrScheme name="Custom 2">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593500"/>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solidFill>
          <a:schemeClr val="bg1"/>
        </a:solidFill>
        <a:ln>
          <a:solidFill>
            <a:schemeClr val="tx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23566</TotalTime>
  <Words>846</Words>
  <Application>Microsoft Macintosh PowerPoint</Application>
  <PresentationFormat>Widescreen</PresentationFormat>
  <Paragraphs>214</Paragraphs>
  <Slides>15</Slides>
  <Notes>7</Notes>
  <HiddenSlides>0</HiddenSlides>
  <MMClips>15</MMClips>
  <ScaleCrop>false</ScaleCrop>
  <HeadingPairs>
    <vt:vector size="10"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ariant>
        <vt:lpstr>Custom Shows</vt:lpstr>
      </vt:variant>
      <vt:variant>
        <vt:i4>1</vt:i4>
      </vt:variant>
    </vt:vector>
  </HeadingPairs>
  <TitlesOfParts>
    <vt:vector size="23" baseType="lpstr">
      <vt:lpstr>Arial</vt:lpstr>
      <vt:lpstr>Calibri</vt:lpstr>
      <vt:lpstr>Calibri Light</vt:lpstr>
      <vt:lpstr>Open Sans</vt:lpstr>
      <vt:lpstr>Wingdings</vt:lpstr>
      <vt:lpstr>Retrospect</vt:lpstr>
      <vt:lpstr>Visio</vt:lpstr>
      <vt:lpstr>Cross Validation</vt:lpstr>
      <vt:lpstr>Problem after we build a model</vt:lpstr>
      <vt:lpstr>Build several models</vt:lpstr>
      <vt:lpstr>| Overfitting</vt:lpstr>
      <vt:lpstr>Solution</vt:lpstr>
      <vt:lpstr>Validation: Part of training</vt:lpstr>
      <vt:lpstr>Validation: pretest</vt:lpstr>
      <vt:lpstr>Introduction to validation data</vt:lpstr>
      <vt:lpstr>PowerPoint Presentation</vt:lpstr>
      <vt:lpstr>Validation Result Example</vt:lpstr>
      <vt:lpstr>Build several models: 5 fold cross validation</vt:lpstr>
      <vt:lpstr>Other use of validation: choose the best parameter of a classifier</vt:lpstr>
      <vt:lpstr>PowerPoint Presentation</vt:lpstr>
      <vt:lpstr>Guided Notes:</vt:lpstr>
      <vt:lpstr>Question?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Review</dc:title>
  <dc:creator>sufia</dc:creator>
  <cp:lastModifiedBy>Pratomo Adinegoro</cp:lastModifiedBy>
  <cp:revision>506</cp:revision>
  <dcterms:created xsi:type="dcterms:W3CDTF">2016-04-08T12:01:43Z</dcterms:created>
  <dcterms:modified xsi:type="dcterms:W3CDTF">2022-04-10T18:02:48Z</dcterms:modified>
</cp:coreProperties>
</file>