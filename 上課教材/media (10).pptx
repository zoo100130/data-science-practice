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embeddedFontLst>
    <p:embeddedFont>
      <p:font typeface="Arvo" panose="020B0604020202020204" charset="0"/>
      <p:regular r:id="rId31"/>
      <p:bold r:id="rId32"/>
      <p:italic r:id="rId33"/>
      <p:boldItalic r:id="rId34"/>
    </p:embeddedFont>
    <p:embeddedFont>
      <p:font typeface="Roboto Condensed Light" panose="020B0604020202020204" charset="0"/>
      <p:regular r:id="rId35"/>
      <p:bold r:id="rId36"/>
      <p:italic r:id="rId37"/>
      <p:boldItalic r:id="rId38"/>
    </p:embeddedFont>
    <p:embeddedFont>
      <p:font typeface="Dosis" pitchFamily="2" charset="0"/>
      <p:regular r:id="rId39"/>
      <p:bold r:id="rId40"/>
    </p:embeddedFont>
    <p:embeddedFont>
      <p:font typeface="Roboto Condensed" panose="020B0604020202020204" charset="0"/>
      <p:regular r:id="rId41"/>
      <p:bold r:id="rId42"/>
      <p:italic r:id="rId43"/>
      <p:boldItalic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435441-2011-46E0-9767-547DBE263A97}">
  <a:tblStyle styleId="{58435441-2011-46E0-9767-547DBE263A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400" autoAdjust="0"/>
  </p:normalViewPr>
  <p:slideViewPr>
    <p:cSldViewPr snapToGrid="0">
      <p:cViewPr varScale="1">
        <p:scale>
          <a:sx n="85" d="100"/>
          <a:sy n="85" d="100"/>
        </p:scale>
        <p:origin x="804" y="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 everyone,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this session, I will explain about the Expectation Maximization Algorithm or EM algorithm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In this session, I will covers the following: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First, the key value, of when WE NEED TO use EM ALGORITHM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Second, we use a coin experiment example to explain how the EM works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Third, the algorithm itself, which is the iteration process like you can see in the flowchart in the right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which starts with initial guessing, then estimating the E-step, and M-step until either max iteration or stop condition has been met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Then, the last, the result of the coin experiment example using EM algorithm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d44eec66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4d44eec66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WE NEED TO USE EM ALGORITHM?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is when you have incomplete dataset (for example, did not have any groups/labels in your data), but you need to estimate the parameter for that group/labels.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Yet it is never observed, but believed to be important for explaining the data.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this case, it called “Latent” variables, or it means hidden variables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4d44eec66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4d44eec66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4d5333a9c4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4d5333a9c4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an example to explain how EM Algorithm works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Suppose,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friend has posed a challenge to you, to estimate the head probability of two coins with 5 records where: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He chosen one of the two coins (A or B) at random.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Then he flipped that same coin 10 times.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Repeat point 1 and 2, 5 times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4d5333a9c4_1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4d5333a9c4_1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how the record looks like.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can see here that we only have 5 sets of 10 times coin tosses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However, we do not know which coin is used for each set.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Then...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can you provide a reasonable estimate of head probability (θ) of each coin?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4c5156ba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4c5156ba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another occasion,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we know everything about the input,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could say we have </a:t>
            </a:r>
            <a:r>
              <a:rPr lang="en" i="1">
                <a:solidFill>
                  <a:schemeClr val="dk1"/>
                </a:solidFill>
              </a:rPr>
              <a:t>the complete data set</a:t>
            </a:r>
            <a:r>
              <a:rPr lang="en">
                <a:solidFill>
                  <a:schemeClr val="dk1"/>
                </a:solidFill>
              </a:rPr>
              <a:t>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Then, our problem is pretty easy,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just need estimate the head probability of each coin using maximum likelihood.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coin A, it is the number of heads using coin A (which is 24),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divided by the total number of flips using coin A (it means Head + Tail, which is 24 + 6)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we have 0.8 for coin 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similar calculation for coin B will get 0.45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4d44eec669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4d44eec669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80d41834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80d41834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Let’s back to the first problem: IF, we don't see which coin is used for each set.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Here, We have 2 hidden parameters, that we don’t know or can’t calculate directly, which are: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The identity of coin A &amp; B (The coin observation) for each set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The Head Probability of each coin biases (Objective)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e0a15a6e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e0a15a6e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Based on our situation, The EM Algorithm could help us solve our problem.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To get the bigger picture, the EM Algorithm could be explained by using this diagram,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Step 1: Initial Parameter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Before we begin, we need to guess the initial parameter,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or in this case, the head probability for each coin (theta A and theta B)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For example 0.6 for coin A and 0.5 for coin B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Step 2: Then at the beginning of the first iteration, we have initial value for each coin in this step 2.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In the EM algorithm process, it is work by continuously updating the variables in step 2, which have the mutual dependencies with the formula in step 4.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It means that variables on step 2 are updated based on estimation on step 4, and vice versa,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And where variables on step 4 also updated based on step 2.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That’s why the EM doesn’t work if we don’t set the initial values.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Step 3: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Then in the step 3, we estimate the likelihood for each set (we call it the E).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Or we could say, how much likelihood probability for each set E is occur using coin A and coin B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For example, in a set of 8 heads and 2 tails, the likelihood of coin A is 0.12 and coin B is 0.04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4: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Then in the step 4 we calculate the ratio of the likelihood in each set based on step 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It means that which coin is likely to be used in that set.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For example, in step 3, we have to compare 0.12 and 0.04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So that we may have the ratio of coin A and B is 73% to 27%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Step 5: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Then in the step 5, we split the number of Head in each set, based on the ratio on step 4,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Then we could have the estimated number of H and the estimated number of tosses for each coin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For example in the first iteration, the results show that the head probability coin A is 0.71 and coin B is 0.58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Which later are used to update the current parameter, or the head probability for each coin (theta A and theta B)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52d036c69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52d036c69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4d5e860c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4d5e860c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Ok, now, we begin with step 1, guessing the initial parameter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EM need an initial value to be able to do the estimation,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In this step, we need to guess the initial Head Probability for each coin....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doesn’t need to be accurate, as we don’t know about it.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any probability between 0 and 1 is ok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example, in this case we use: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0.6 for Coin A, and 0.5 for coin 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means for coin A, it has 0.6 head probability and 0.4 tail probability,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coin B, it has the same 0.5 probability for head and tail.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ddd05922f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ddd05922f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In our problem</a:t>
            </a:r>
            <a:r>
              <a:rPr lang="en-US" dirty="0">
                <a:solidFill>
                  <a:schemeClr val="dk1"/>
                </a:solidFill>
              </a:rPr>
              <a:t>, we have set the initial value of </a:t>
            </a:r>
            <a:r>
              <a:rPr lang="en" dirty="0">
                <a:solidFill>
                  <a:schemeClr val="dk1"/>
                </a:solidFill>
              </a:rPr>
              <a:t>Head Probability of each coin,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chemeClr val="dk1"/>
                </a:solidFill>
              </a:rPr>
              <a:t>0.6 for theta A and 0.5 for theta 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chemeClr val="dk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chemeClr val="dk1"/>
                </a:solidFill>
              </a:rPr>
              <a:t>This will be the theta value for the first EM iteration.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4d44eec669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4d44eec669_3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503be58a8e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503be58a8e_1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basic concept of E-Step is to estimate the expected value of hidden variables,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based on the current values of each parameter.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Example: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already choose 0.6 for coin A and 0.5 for coin B, as the current parameter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there is a set of 8 Heads and 2 Tails,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Then in this case, coin A has likelihood probability of 0.12 to showing a set of 8 Heads 2 Tails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While coin B is only has 0.04 likelihood probability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Then after we calculate the ratio of coin A and B,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we could split the number of Head based on the ratio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example, coin A has 73%, then, the 73% of 8 heads will go to coin A,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 it like around 6 Heads to coin A and 2 Heads to coin B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503be58a8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503be58a8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third step of our EM, is calculating the likelihood, or probability for each coin, to show a particular set 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this coin case, we could use a binomial random variable to estimate it.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Then using this formula, we could estimate the likelihood based on the head probability of a coin and the number of head occurred.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503be58a8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503be58a8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Then for a full implementation, this is what we get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a set with 8 heads and 2 tails,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Coin A has a likelihood of 0.12 to come up with this set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coin B likelihood is 0.04 </a:t>
            </a:r>
            <a:r>
              <a:rPr lang="en" dirty="0">
                <a:solidFill>
                  <a:schemeClr val="dk1"/>
                </a:solidFill>
              </a:rPr>
              <a:t>to come up with this set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503be58a8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503be58a8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Then after that, we need to estimate </a:t>
            </a:r>
            <a:r>
              <a:rPr lang="en-US" dirty="0"/>
              <a:t>that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</a:t>
            </a:r>
            <a:r>
              <a:rPr lang="en" dirty="0"/>
              <a:t>or a set of 8 Heads and 2 Tails,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which which coin is likely to be used in that set.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Based on Bayes' theorem and the law of total probability,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could calculate coin A by dividing the likelihood of coin A, with the total likelihood from coin A and B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similar method for the coin B.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dd008a5fc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dd008a5fc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get the estimation like this,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for a set of 8 Heads and 2 Tails,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means that this set has 73% probability of using coin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27% probability of using coin B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4d5b5276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4d5b5276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4d842442b9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4d842442b9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after we calculate the probability of coin A and B,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estimate the number of Heads, in each set, based on their probability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simply by </a:t>
            </a:r>
            <a:r>
              <a:rPr lang="en" b="1">
                <a:solidFill>
                  <a:schemeClr val="dk1"/>
                </a:solidFill>
              </a:rPr>
              <a:t>multiplying </a:t>
            </a:r>
            <a:r>
              <a:rPr lang="en">
                <a:solidFill>
                  <a:schemeClr val="dk1"/>
                </a:solidFill>
              </a:rPr>
              <a:t>these </a:t>
            </a:r>
            <a:r>
              <a:rPr lang="en" b="1">
                <a:solidFill>
                  <a:schemeClr val="dk1"/>
                </a:solidFill>
              </a:rPr>
              <a:t>probabilities </a:t>
            </a:r>
            <a:r>
              <a:rPr lang="en">
                <a:solidFill>
                  <a:schemeClr val="dk1"/>
                </a:solidFill>
              </a:rPr>
              <a:t>by the </a:t>
            </a:r>
            <a:r>
              <a:rPr lang="en" b="1">
                <a:solidFill>
                  <a:schemeClr val="dk1"/>
                </a:solidFill>
              </a:rPr>
              <a:t>number of heads</a:t>
            </a:r>
            <a:r>
              <a:rPr lang="en">
                <a:solidFill>
                  <a:schemeClr val="dk1"/>
                </a:solidFill>
              </a:rPr>
              <a:t> and tails in a trail.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example, in the third set, 8 Heads and 2 tails,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coin A has 73%, then, the 73% of 8 heads will go to coin A,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we have the estimation of 5.84 Heads for coin A and 2.16 Heads for coin B.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same calculation apply for all the other sets.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503be58a8e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503be58a8e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Once we have an estimate for the number of heads and tails for each coin,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we could improve our estimate for the coin biases.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It’s as easy as completed data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For example the head probability of coin A,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Could be obtained by dividing the number of heads using coin A,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By the total number of flips using coin A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same applies in Coin B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503be58a8e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503be58a8e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Finally, we have the result of the first Iteration of our EM Algorithm,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Head Probability of Coin A is 0.713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Where </a:t>
            </a:r>
            <a:r>
              <a:rPr lang="en" dirty="0">
                <a:solidFill>
                  <a:schemeClr val="dk1"/>
                </a:solidFill>
              </a:rPr>
              <a:t>the Head Probability of Coin B is 0.581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calculate the total # of flips using coin A, we need the total number of Head and Tail for each set.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first set (5H 5T), the probability is only 0.45,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 means only 4.5 tosses apply </a:t>
            </a:r>
            <a:r>
              <a:rPr lang="en" dirty="0">
                <a:solidFill>
                  <a:schemeClr val="dk1"/>
                </a:solidFill>
              </a:rPr>
              <a:t>both Head and Tail </a:t>
            </a:r>
            <a:r>
              <a:rPr lang="en" dirty="0"/>
              <a:t>for using coin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 we could calculate the H, at the same time it could be used for the Tail,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example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the total # of flips using coin A, in first set,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(5H * 0.45) + (5T * 0.45)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 is just the same as 10 * 0.45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And then we re-start from the beginning of the E-step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Which re-calculating the likelihood, then coin used probability, and head estimation,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And re-improve the estimation in this M-step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And so on...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4d842442b9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4d842442b9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503be58a8e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503be58a8e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end, our EM will continue its iteration until reaching either maximum iteration or until convergence (changes below threshold)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Whatever comes first, and it called “Stop Conditions”.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example, if we set the max iteration at 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threshold of 0.01, it will stop in fifth iteration,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if our threshold is 0.001, it may stopped at eighth iteration.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if the threshold is much lower, it may stop at tenth iteration, as it may reach the max iteration first.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case, the differences between current and previous theta could be calculated using MSE.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Then, for each EM iteration, the differences will get smaller and smaller, until it converged.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de76b1bb8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de76b1bb8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when we compare to the complete data,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it is not a 100% accurate, but we have the reasonable estimation for each coin,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we have closer head probability compared to the ground truth.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 coin may have 0.79 head probability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another coin is around 0.52 head probability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some limitation about how this EM works.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 if we set the initial value of coin B is higher than A,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the result will be the opposite, the coin B will be the one with 0.79 probability.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why unless it is stated which coin have higher probability,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only estimate that one of the coin has is higher probability, which is 0.79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limitation is that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the initial parameter is same (e.g. θA = 0.3 and θB = 0.3),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parameters improvement stay the same, at every iteration of EM.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However, EM does not guarantee that the globally optimal value of θ is reached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practice, people perform the EM algorithm with multiple initial values, and hope that one of them will reach the globally optimal value, which usually works well!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4d842442b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4d842442b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end of my explanation about the EM algorithm.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hope that you understand what and how the EM algorithm works.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thank you and see you next time.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4" name="Google Shape;44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45" name="Google Shape;45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7" name="Google Shape;47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48" name="Google Shape;48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50" name="Google Shape;50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 i="1">
                <a:solidFill>
                  <a:srgbClr val="FFFFFF"/>
                </a:solidFill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286600" y="1014575"/>
            <a:ext cx="6765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9800"/>
                </a:solidFill>
              </a:rPr>
              <a:t>“</a:t>
            </a:r>
            <a:endParaRPr sz="7200" b="1">
              <a:solidFill>
                <a:srgbClr val="FF9800"/>
              </a:solidFill>
            </a:endParaRPr>
          </a:p>
        </p:txBody>
      </p:sp>
      <p:grpSp>
        <p:nvGrpSpPr>
          <p:cNvPr id="52" name="Google Shape;52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53" name="Google Shape;53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" name="Google Shape;54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5" name="Google Shape;55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" name="Google Shape;57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58" name="Google Shape;58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63" name="Google Shape;63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Google Shape;64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1" name="Google Shape;71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7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04" name="Google Shape;104;p7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5" name="Google Shape;105;p7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06" name="Google Shape;106;p7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8" name="Google Shape;108;p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1" name="Google Shape;111;p7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2" name="Google Shape;112;p7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" name="Google Shape;113;p7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4" name="Google Shape;114;p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2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3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45" name="Google Shape;145;p9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" name="Google Shape;149;p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55" name="Google Shape;155;p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4" name="Google Shape;164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65" name="Google Shape;165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" name="Google Shape;166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7" name="Google Shape;167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0" name="Google Shape;170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" name="Google Shape;172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73" name="Google Shape;173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5" name="Google Shape;175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10" Type="http://schemas.openxmlformats.org/officeDocument/2006/relationships/image" Target="../media/image1.png"/><Relationship Id="rId4" Type="http://schemas.openxmlformats.org/officeDocument/2006/relationships/slide" Target="slide5.xml"/><Relationship Id="rId9" Type="http://schemas.openxmlformats.org/officeDocument/2006/relationships/slide" Target="slide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image" Target="../media/image4.jpg"/><Relationship Id="rId7" Type="http://schemas.openxmlformats.org/officeDocument/2006/relationships/slide" Target="slide1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7.xml"/><Relationship Id="rId5" Type="http://schemas.openxmlformats.org/officeDocument/2006/relationships/slide" Target="slide14.xml"/><Relationship Id="rId4" Type="http://schemas.openxmlformats.org/officeDocument/2006/relationships/slide" Target="slide13.xml"/><Relationship Id="rId9" Type="http://schemas.openxmlformats.org/officeDocument/2006/relationships/slide" Target="slide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slide" Target="slide1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slide" Target="slide1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Maximization Algorithm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8271750" y="4236625"/>
            <a:ext cx="8721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CSIE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advTm="7379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>
            <a:spLocks noGrp="1"/>
          </p:cNvSpPr>
          <p:nvPr>
            <p:ph type="ctrTitle" idx="4294967295"/>
          </p:nvPr>
        </p:nvSpPr>
        <p:spPr>
          <a:xfrm>
            <a:off x="79100" y="537863"/>
            <a:ext cx="5567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9800"/>
                </a:solidFill>
              </a:rPr>
              <a:t>EMA OUTLINE</a:t>
            </a:r>
            <a:endParaRPr sz="7200">
              <a:solidFill>
                <a:srgbClr val="FF9800"/>
              </a:solidFill>
            </a:endParaRPr>
          </a:p>
        </p:txBody>
      </p:sp>
      <p:sp>
        <p:nvSpPr>
          <p:cNvPr id="191" name="Google Shape;191;p12"/>
          <p:cNvSpPr txBox="1">
            <a:spLocks noGrp="1"/>
          </p:cNvSpPr>
          <p:nvPr>
            <p:ph type="subTitle" idx="4294967295"/>
          </p:nvPr>
        </p:nvSpPr>
        <p:spPr>
          <a:xfrm>
            <a:off x="326750" y="1697675"/>
            <a:ext cx="4780500" cy="33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263248"/>
              </a:buClr>
              <a:buSzPts val="2400"/>
              <a:buAutoNum type="arabicPeriod"/>
            </a:pPr>
            <a:r>
              <a:rPr lang="en" dirty="0">
                <a:uFill>
                  <a:noFill/>
                </a:uFill>
                <a:hlinkClick r:id="rId3" action="ppaction://hlinksldjump"/>
              </a:rPr>
              <a:t>The Key Value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AutoNum type="arabicPeriod"/>
            </a:pPr>
            <a:r>
              <a:rPr lang="en" dirty="0">
                <a:uFill>
                  <a:noFill/>
                </a:uFill>
                <a:hlinkClick r:id="rId4" action="ppaction://hlinksldjump"/>
              </a:rPr>
              <a:t>A coin experiment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AutoNum type="arabicPeriod"/>
            </a:pPr>
            <a:r>
              <a:rPr lang="en" dirty="0">
                <a:uFill>
                  <a:noFill/>
                </a:uFill>
                <a:hlinkClick r:id="rId5" action="ppaction://hlinksldjump"/>
              </a:rPr>
              <a:t>EM Algorithm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AutoNum type="alphaLcPeriod"/>
            </a:pPr>
            <a:r>
              <a:rPr lang="en" dirty="0">
                <a:uFill>
                  <a:noFill/>
                </a:uFill>
                <a:hlinkClick r:id="rId6" action="ppaction://hlinksldjump"/>
              </a:rPr>
              <a:t>Initial Guessing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AutoNum type="alphaLcPeriod"/>
            </a:pPr>
            <a:r>
              <a:rPr lang="en" dirty="0">
                <a:uFill>
                  <a:noFill/>
                </a:uFill>
                <a:hlinkClick r:id="rId7" action="ppaction://hlinksldjump"/>
              </a:rPr>
              <a:t>The E-Step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AutoNum type="alphaLcPeriod"/>
            </a:pPr>
            <a:r>
              <a:rPr lang="en" dirty="0">
                <a:uFill>
                  <a:noFill/>
                </a:uFill>
                <a:hlinkClick r:id="rId8" action="ppaction://hlinksldjump"/>
              </a:rPr>
              <a:t>The M-Step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AutoNum type="arabicPeriod"/>
            </a:pPr>
            <a:r>
              <a:rPr lang="en" dirty="0">
                <a:uFill>
                  <a:noFill/>
                </a:uFill>
                <a:hlinkClick r:id="rId9" action="ppaction://hlinksldjump"/>
              </a:rPr>
              <a:t>Results</a:t>
            </a:r>
            <a:endParaRPr sz="1200" dirty="0">
              <a:solidFill>
                <a:srgbClr val="EFEFEF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193" name="Google Shape;193;p12"/>
          <p:cNvGrpSpPr/>
          <p:nvPr/>
        </p:nvGrpSpPr>
        <p:grpSpPr>
          <a:xfrm>
            <a:off x="5646805" y="676368"/>
            <a:ext cx="794281" cy="882815"/>
            <a:chOff x="3581544" y="2667002"/>
            <a:chExt cx="1409549" cy="1718876"/>
          </a:xfrm>
        </p:grpSpPr>
        <p:grpSp>
          <p:nvGrpSpPr>
            <p:cNvPr id="194" name="Google Shape;194;p12"/>
            <p:cNvGrpSpPr/>
            <p:nvPr/>
          </p:nvGrpSpPr>
          <p:grpSpPr>
            <a:xfrm>
              <a:off x="3581544" y="2667002"/>
              <a:ext cx="1409549" cy="1718876"/>
              <a:chOff x="1268550" y="929175"/>
              <a:chExt cx="407950" cy="497475"/>
            </a:xfrm>
          </p:grpSpPr>
          <p:sp>
            <p:nvSpPr>
              <p:cNvPr id="195" name="Google Shape;195;p12"/>
              <p:cNvSpPr/>
              <p:nvPr/>
            </p:nvSpPr>
            <p:spPr>
              <a:xfrm>
                <a:off x="1268550" y="953550"/>
                <a:ext cx="387250" cy="473100"/>
              </a:xfrm>
              <a:custGeom>
                <a:avLst/>
                <a:gdLst/>
                <a:ahLst/>
                <a:cxnLst/>
                <a:rect l="l" t="t" r="r" b="b"/>
                <a:pathLst>
                  <a:path w="15490" h="18924" fill="none" extrusionOk="0">
                    <a:moveTo>
                      <a:pt x="15490" y="17828"/>
                    </a:moveTo>
                    <a:lnTo>
                      <a:pt x="15490" y="17828"/>
                    </a:lnTo>
                    <a:lnTo>
                      <a:pt x="15465" y="17998"/>
                    </a:lnTo>
                    <a:lnTo>
                      <a:pt x="15417" y="18169"/>
                    </a:lnTo>
                    <a:lnTo>
                      <a:pt x="15319" y="18364"/>
                    </a:lnTo>
                    <a:lnTo>
                      <a:pt x="15197" y="18534"/>
                    </a:lnTo>
                    <a:lnTo>
                      <a:pt x="15051" y="18680"/>
                    </a:lnTo>
                    <a:lnTo>
                      <a:pt x="14881" y="18802"/>
                    </a:lnTo>
                    <a:lnTo>
                      <a:pt x="14735" y="18900"/>
                    </a:lnTo>
                    <a:lnTo>
                      <a:pt x="14564" y="18924"/>
                    </a:lnTo>
                    <a:lnTo>
                      <a:pt x="1023" y="18924"/>
                    </a:lnTo>
                    <a:lnTo>
                      <a:pt x="1023" y="18924"/>
                    </a:lnTo>
                    <a:lnTo>
                      <a:pt x="852" y="18900"/>
                    </a:lnTo>
                    <a:lnTo>
                      <a:pt x="682" y="18802"/>
                    </a:lnTo>
                    <a:lnTo>
                      <a:pt x="511" y="18680"/>
                    </a:lnTo>
                    <a:lnTo>
                      <a:pt x="341" y="18534"/>
                    </a:lnTo>
                    <a:lnTo>
                      <a:pt x="219" y="18364"/>
                    </a:lnTo>
                    <a:lnTo>
                      <a:pt x="97" y="18169"/>
                    </a:lnTo>
                    <a:lnTo>
                      <a:pt x="24" y="17998"/>
                    </a:lnTo>
                    <a:lnTo>
                      <a:pt x="0" y="17828"/>
                    </a:lnTo>
                    <a:lnTo>
                      <a:pt x="0" y="877"/>
                    </a:lnTo>
                    <a:lnTo>
                      <a:pt x="0" y="877"/>
                    </a:lnTo>
                    <a:lnTo>
                      <a:pt x="24" y="706"/>
                    </a:lnTo>
                    <a:lnTo>
                      <a:pt x="97" y="560"/>
                    </a:lnTo>
                    <a:lnTo>
                      <a:pt x="195" y="414"/>
                    </a:lnTo>
                    <a:lnTo>
                      <a:pt x="341" y="268"/>
                    </a:lnTo>
                    <a:lnTo>
                      <a:pt x="487" y="171"/>
                    </a:lnTo>
                    <a:lnTo>
                      <a:pt x="658" y="73"/>
                    </a:lnTo>
                    <a:lnTo>
                      <a:pt x="828" y="24"/>
                    </a:lnTo>
                    <a:lnTo>
                      <a:pt x="974" y="0"/>
                    </a:lnTo>
                  </a:path>
                </a:pathLst>
              </a:custGeom>
              <a:noFill/>
              <a:ln w="12175" cap="rnd" cmpd="sng">
                <a:solidFill>
                  <a:srgbClr val="FF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2"/>
              <p:cNvSpPr/>
              <p:nvPr/>
            </p:nvSpPr>
            <p:spPr>
              <a:xfrm>
                <a:off x="1298975" y="929175"/>
                <a:ext cx="377525" cy="462775"/>
              </a:xfrm>
              <a:custGeom>
                <a:avLst/>
                <a:gdLst/>
                <a:ahLst/>
                <a:cxnLst/>
                <a:rect l="l" t="t" r="r" b="b"/>
                <a:pathLst>
                  <a:path w="15101" h="18511" fill="none" extrusionOk="0">
                    <a:moveTo>
                      <a:pt x="15101" y="3362"/>
                    </a:moveTo>
                    <a:lnTo>
                      <a:pt x="15101" y="17731"/>
                    </a:lnTo>
                    <a:lnTo>
                      <a:pt x="15101" y="17731"/>
                    </a:lnTo>
                    <a:lnTo>
                      <a:pt x="15076" y="17877"/>
                    </a:lnTo>
                    <a:lnTo>
                      <a:pt x="15028" y="18024"/>
                    </a:lnTo>
                    <a:lnTo>
                      <a:pt x="14979" y="18145"/>
                    </a:lnTo>
                    <a:lnTo>
                      <a:pt x="14882" y="18267"/>
                    </a:lnTo>
                    <a:lnTo>
                      <a:pt x="14760" y="18365"/>
                    </a:lnTo>
                    <a:lnTo>
                      <a:pt x="14614" y="18438"/>
                    </a:lnTo>
                    <a:lnTo>
                      <a:pt x="14468" y="18486"/>
                    </a:lnTo>
                    <a:lnTo>
                      <a:pt x="14321" y="18511"/>
                    </a:lnTo>
                    <a:lnTo>
                      <a:pt x="780" y="18511"/>
                    </a:lnTo>
                    <a:lnTo>
                      <a:pt x="780" y="18511"/>
                    </a:lnTo>
                    <a:lnTo>
                      <a:pt x="634" y="18486"/>
                    </a:lnTo>
                    <a:lnTo>
                      <a:pt x="488" y="18438"/>
                    </a:lnTo>
                    <a:lnTo>
                      <a:pt x="342" y="18365"/>
                    </a:lnTo>
                    <a:lnTo>
                      <a:pt x="220" y="18267"/>
                    </a:lnTo>
                    <a:lnTo>
                      <a:pt x="123" y="18145"/>
                    </a:lnTo>
                    <a:lnTo>
                      <a:pt x="74" y="18024"/>
                    </a:lnTo>
                    <a:lnTo>
                      <a:pt x="25" y="17877"/>
                    </a:lnTo>
                    <a:lnTo>
                      <a:pt x="1" y="17731"/>
                    </a:lnTo>
                    <a:lnTo>
                      <a:pt x="1" y="780"/>
                    </a:lnTo>
                    <a:lnTo>
                      <a:pt x="1" y="780"/>
                    </a:lnTo>
                    <a:lnTo>
                      <a:pt x="25" y="610"/>
                    </a:lnTo>
                    <a:lnTo>
                      <a:pt x="74" y="464"/>
                    </a:lnTo>
                    <a:lnTo>
                      <a:pt x="123" y="342"/>
                    </a:lnTo>
                    <a:lnTo>
                      <a:pt x="220" y="220"/>
                    </a:lnTo>
                    <a:lnTo>
                      <a:pt x="342" y="123"/>
                    </a:lnTo>
                    <a:lnTo>
                      <a:pt x="488" y="50"/>
                    </a:lnTo>
                    <a:lnTo>
                      <a:pt x="634" y="1"/>
                    </a:lnTo>
                    <a:lnTo>
                      <a:pt x="780" y="1"/>
                    </a:lnTo>
                    <a:lnTo>
                      <a:pt x="11740" y="1"/>
                    </a:lnTo>
                  </a:path>
                </a:pathLst>
              </a:custGeom>
              <a:noFill/>
              <a:ln w="12175" cap="rnd" cmpd="sng">
                <a:solidFill>
                  <a:srgbClr val="FF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2"/>
              <p:cNvSpPr/>
              <p:nvPr/>
            </p:nvSpPr>
            <p:spPr>
              <a:xfrm>
                <a:off x="1592450" y="929175"/>
                <a:ext cx="84050" cy="84050"/>
              </a:xfrm>
              <a:custGeom>
                <a:avLst/>
                <a:gdLst/>
                <a:ahLst/>
                <a:cxnLst/>
                <a:rect l="l" t="t" r="r" b="b"/>
                <a:pathLst>
                  <a:path w="3362" h="3362" fill="none" extrusionOk="0">
                    <a:moveTo>
                      <a:pt x="1" y="2582"/>
                    </a:moveTo>
                    <a:lnTo>
                      <a:pt x="1" y="1"/>
                    </a:lnTo>
                    <a:lnTo>
                      <a:pt x="3362" y="3362"/>
                    </a:lnTo>
                    <a:lnTo>
                      <a:pt x="780" y="3362"/>
                    </a:lnTo>
                    <a:lnTo>
                      <a:pt x="780" y="3362"/>
                    </a:lnTo>
                    <a:lnTo>
                      <a:pt x="610" y="3337"/>
                    </a:lnTo>
                    <a:lnTo>
                      <a:pt x="464" y="3289"/>
                    </a:lnTo>
                    <a:lnTo>
                      <a:pt x="342" y="3216"/>
                    </a:lnTo>
                    <a:lnTo>
                      <a:pt x="220" y="3118"/>
                    </a:lnTo>
                    <a:lnTo>
                      <a:pt x="123" y="3021"/>
                    </a:lnTo>
                    <a:lnTo>
                      <a:pt x="50" y="2875"/>
                    </a:lnTo>
                    <a:lnTo>
                      <a:pt x="1" y="2729"/>
                    </a:lnTo>
                    <a:lnTo>
                      <a:pt x="1" y="2582"/>
                    </a:lnTo>
                    <a:lnTo>
                      <a:pt x="1" y="2582"/>
                    </a:lnTo>
                    <a:close/>
                  </a:path>
                </a:pathLst>
              </a:custGeom>
              <a:noFill/>
              <a:ln w="12175" cap="rnd" cmpd="sng">
                <a:solidFill>
                  <a:srgbClr val="FF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" name="Google Shape;198;p12"/>
            <p:cNvSpPr/>
            <p:nvPr/>
          </p:nvSpPr>
          <p:spPr>
            <a:xfrm>
              <a:off x="3824184" y="2845306"/>
              <a:ext cx="219632" cy="219646"/>
            </a:xfrm>
            <a:custGeom>
              <a:avLst/>
              <a:gdLst/>
              <a:ahLst/>
              <a:cxnLst/>
              <a:rect l="l" t="t" r="r" b="b"/>
              <a:pathLst>
                <a:path w="16221" h="16222" fill="none" extrusionOk="0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3824184" y="3142343"/>
              <a:ext cx="219632" cy="219646"/>
            </a:xfrm>
            <a:custGeom>
              <a:avLst/>
              <a:gdLst/>
              <a:ahLst/>
              <a:cxnLst/>
              <a:rect l="l" t="t" r="r" b="b"/>
              <a:pathLst>
                <a:path w="16221" h="16222" fill="none" extrusionOk="0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3824184" y="3439380"/>
              <a:ext cx="219632" cy="219646"/>
            </a:xfrm>
            <a:custGeom>
              <a:avLst/>
              <a:gdLst/>
              <a:ahLst/>
              <a:cxnLst/>
              <a:rect l="l" t="t" r="r" b="b"/>
              <a:pathLst>
                <a:path w="16221" h="16222" fill="none" extrusionOk="0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3824184" y="3736416"/>
              <a:ext cx="219632" cy="219646"/>
            </a:xfrm>
            <a:custGeom>
              <a:avLst/>
              <a:gdLst/>
              <a:ahLst/>
              <a:cxnLst/>
              <a:rect l="l" t="t" r="r" b="b"/>
              <a:pathLst>
                <a:path w="16221" h="16222" fill="none" extrusionOk="0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2" name="Google Shape;202;p12"/>
            <p:cNvGrpSpPr/>
            <p:nvPr/>
          </p:nvGrpSpPr>
          <p:grpSpPr>
            <a:xfrm>
              <a:off x="4085540" y="3066303"/>
              <a:ext cx="728164" cy="728078"/>
              <a:chOff x="1923675" y="1633650"/>
              <a:chExt cx="436000" cy="435975"/>
            </a:xfrm>
          </p:grpSpPr>
          <p:sp>
            <p:nvSpPr>
              <p:cNvPr id="203" name="Google Shape;203;p12"/>
              <p:cNvSpPr/>
              <p:nvPr/>
            </p:nvSpPr>
            <p:spPr>
              <a:xfrm>
                <a:off x="2209250" y="1633650"/>
                <a:ext cx="150425" cy="150425"/>
              </a:xfrm>
              <a:custGeom>
                <a:avLst/>
                <a:gdLst/>
                <a:ahLst/>
                <a:cxnLst/>
                <a:rect l="l" t="t" r="r" b="b"/>
                <a:pathLst>
                  <a:path w="6017" h="6017" fill="none" extrusionOk="0">
                    <a:moveTo>
                      <a:pt x="5846" y="3605"/>
                    </a:moveTo>
                    <a:lnTo>
                      <a:pt x="2412" y="171"/>
                    </a:lnTo>
                    <a:lnTo>
                      <a:pt x="2412" y="171"/>
                    </a:lnTo>
                    <a:lnTo>
                      <a:pt x="2314" y="98"/>
                    </a:lnTo>
                    <a:lnTo>
                      <a:pt x="2217" y="49"/>
                    </a:lnTo>
                    <a:lnTo>
                      <a:pt x="2095" y="25"/>
                    </a:lnTo>
                    <a:lnTo>
                      <a:pt x="1997" y="1"/>
                    </a:lnTo>
                    <a:lnTo>
                      <a:pt x="1876" y="25"/>
                    </a:lnTo>
                    <a:lnTo>
                      <a:pt x="1778" y="49"/>
                    </a:lnTo>
                    <a:lnTo>
                      <a:pt x="1681" y="98"/>
                    </a:lnTo>
                    <a:lnTo>
                      <a:pt x="1583" y="171"/>
                    </a:lnTo>
                    <a:lnTo>
                      <a:pt x="0" y="1778"/>
                    </a:lnTo>
                    <a:lnTo>
                      <a:pt x="4238" y="6016"/>
                    </a:lnTo>
                    <a:lnTo>
                      <a:pt x="5846" y="4433"/>
                    </a:lnTo>
                    <a:lnTo>
                      <a:pt x="5846" y="4433"/>
                    </a:lnTo>
                    <a:lnTo>
                      <a:pt x="5919" y="4336"/>
                    </a:lnTo>
                    <a:lnTo>
                      <a:pt x="5967" y="4238"/>
                    </a:lnTo>
                    <a:lnTo>
                      <a:pt x="5992" y="4141"/>
                    </a:lnTo>
                    <a:lnTo>
                      <a:pt x="6016" y="4019"/>
                    </a:lnTo>
                    <a:lnTo>
                      <a:pt x="5992" y="3922"/>
                    </a:lnTo>
                    <a:lnTo>
                      <a:pt x="5967" y="3800"/>
                    </a:lnTo>
                    <a:lnTo>
                      <a:pt x="5919" y="3703"/>
                    </a:lnTo>
                    <a:lnTo>
                      <a:pt x="5846" y="3605"/>
                    </a:lnTo>
                    <a:lnTo>
                      <a:pt x="5846" y="3605"/>
                    </a:lnTo>
                    <a:close/>
                  </a:path>
                </a:pathLst>
              </a:custGeom>
              <a:solidFill>
                <a:srgbClr val="FFFFFF"/>
              </a:solidFill>
              <a:ln w="12175" cap="rnd" cmpd="sng">
                <a:solidFill>
                  <a:srgbClr val="FF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2"/>
              <p:cNvSpPr/>
              <p:nvPr/>
            </p:nvSpPr>
            <p:spPr>
              <a:xfrm>
                <a:off x="2019900" y="1757250"/>
                <a:ext cx="261825" cy="261850"/>
              </a:xfrm>
              <a:custGeom>
                <a:avLst/>
                <a:gdLst/>
                <a:ahLst/>
                <a:cxnLst/>
                <a:rect l="l" t="t" r="r" b="b"/>
                <a:pathLst>
                  <a:path w="10473" h="10474" fill="none" extrusionOk="0">
                    <a:moveTo>
                      <a:pt x="10473" y="1"/>
                    </a:moveTo>
                    <a:lnTo>
                      <a:pt x="0" y="10473"/>
                    </a:lnTo>
                  </a:path>
                </a:pathLst>
              </a:custGeom>
              <a:solidFill>
                <a:srgbClr val="FFFFFF"/>
              </a:solidFill>
              <a:ln w="12175" cap="rnd" cmpd="sng">
                <a:solidFill>
                  <a:srgbClr val="FF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2"/>
              <p:cNvSpPr/>
              <p:nvPr/>
            </p:nvSpPr>
            <p:spPr>
              <a:xfrm>
                <a:off x="1923675" y="1681150"/>
                <a:ext cx="388500" cy="388475"/>
              </a:xfrm>
              <a:custGeom>
                <a:avLst/>
                <a:gdLst/>
                <a:ahLst/>
                <a:cxnLst/>
                <a:rect l="l" t="t" r="r" b="b"/>
                <a:pathLst>
                  <a:path w="15540" h="15539" fill="none" extrusionOk="0">
                    <a:moveTo>
                      <a:pt x="11277" y="0"/>
                    </a:moveTo>
                    <a:lnTo>
                      <a:pt x="756" y="10546"/>
                    </a:lnTo>
                    <a:lnTo>
                      <a:pt x="756" y="10546"/>
                    </a:lnTo>
                    <a:lnTo>
                      <a:pt x="683" y="10619"/>
                    </a:lnTo>
                    <a:lnTo>
                      <a:pt x="634" y="10692"/>
                    </a:lnTo>
                    <a:lnTo>
                      <a:pt x="610" y="10765"/>
                    </a:lnTo>
                    <a:lnTo>
                      <a:pt x="585" y="10863"/>
                    </a:lnTo>
                    <a:lnTo>
                      <a:pt x="1" y="14881"/>
                    </a:lnTo>
                    <a:lnTo>
                      <a:pt x="1" y="14881"/>
                    </a:lnTo>
                    <a:lnTo>
                      <a:pt x="1" y="15003"/>
                    </a:lnTo>
                    <a:lnTo>
                      <a:pt x="25" y="15149"/>
                    </a:lnTo>
                    <a:lnTo>
                      <a:pt x="98" y="15271"/>
                    </a:lnTo>
                    <a:lnTo>
                      <a:pt x="171" y="15368"/>
                    </a:lnTo>
                    <a:lnTo>
                      <a:pt x="171" y="15368"/>
                    </a:lnTo>
                    <a:lnTo>
                      <a:pt x="269" y="15441"/>
                    </a:lnTo>
                    <a:lnTo>
                      <a:pt x="366" y="15490"/>
                    </a:lnTo>
                    <a:lnTo>
                      <a:pt x="464" y="15514"/>
                    </a:lnTo>
                    <a:lnTo>
                      <a:pt x="585" y="15539"/>
                    </a:lnTo>
                    <a:lnTo>
                      <a:pt x="585" y="15539"/>
                    </a:lnTo>
                    <a:lnTo>
                      <a:pt x="659" y="15539"/>
                    </a:lnTo>
                    <a:lnTo>
                      <a:pt x="4677" y="14954"/>
                    </a:lnTo>
                    <a:lnTo>
                      <a:pt x="4677" y="14954"/>
                    </a:lnTo>
                    <a:lnTo>
                      <a:pt x="4848" y="14905"/>
                    </a:lnTo>
                    <a:lnTo>
                      <a:pt x="4921" y="14857"/>
                    </a:lnTo>
                    <a:lnTo>
                      <a:pt x="4994" y="14784"/>
                    </a:lnTo>
                    <a:lnTo>
                      <a:pt x="15539" y="4262"/>
                    </a:lnTo>
                  </a:path>
                </a:pathLst>
              </a:custGeom>
              <a:solidFill>
                <a:srgbClr val="FFFFFF"/>
              </a:solidFill>
              <a:ln w="12175" cap="rnd" cmpd="sng">
                <a:solidFill>
                  <a:srgbClr val="FF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2"/>
              <p:cNvSpPr/>
              <p:nvPr/>
            </p:nvSpPr>
            <p:spPr>
              <a:xfrm>
                <a:off x="1974225" y="1711575"/>
                <a:ext cx="261825" cy="261850"/>
              </a:xfrm>
              <a:custGeom>
                <a:avLst/>
                <a:gdLst/>
                <a:ahLst/>
                <a:cxnLst/>
                <a:rect l="l" t="t" r="r" b="b"/>
                <a:pathLst>
                  <a:path w="10473" h="10474" fill="none" extrusionOk="0">
                    <a:moveTo>
                      <a:pt x="0" y="10474"/>
                    </a:moveTo>
                    <a:lnTo>
                      <a:pt x="10473" y="1"/>
                    </a:lnTo>
                  </a:path>
                </a:pathLst>
              </a:custGeom>
              <a:solidFill>
                <a:srgbClr val="FFFFFF"/>
              </a:solidFill>
              <a:ln w="12175" cap="rnd" cmpd="sng">
                <a:solidFill>
                  <a:srgbClr val="FF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>
                <a:off x="1934650" y="2014200"/>
                <a:ext cx="44475" cy="44475"/>
              </a:xfrm>
              <a:custGeom>
                <a:avLst/>
                <a:gdLst/>
                <a:ahLst/>
                <a:cxnLst/>
                <a:rect l="l" t="t" r="r" b="b"/>
                <a:pathLst>
                  <a:path w="1779" h="1779" fill="none" extrusionOk="0">
                    <a:moveTo>
                      <a:pt x="1778" y="1778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12175" cap="rnd" cmpd="sng">
                <a:solidFill>
                  <a:srgbClr val="FF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>
                <a:off x="1944375" y="1947225"/>
                <a:ext cx="101725" cy="101700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4068" fill="none" extrusionOk="0">
                    <a:moveTo>
                      <a:pt x="1" y="49"/>
                    </a:moveTo>
                    <a:lnTo>
                      <a:pt x="1" y="49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4068" y="4043"/>
                    </a:lnTo>
                    <a:lnTo>
                      <a:pt x="4068" y="4043"/>
                    </a:lnTo>
                    <a:lnTo>
                      <a:pt x="4068" y="4043"/>
                    </a:lnTo>
                    <a:lnTo>
                      <a:pt x="4020" y="4068"/>
                    </a:lnTo>
                  </a:path>
                </a:pathLst>
              </a:custGeom>
              <a:solidFill>
                <a:srgbClr val="FFFFFF"/>
              </a:solidFill>
              <a:ln w="12175" cap="rnd" cmpd="sng">
                <a:solidFill>
                  <a:srgbClr val="FF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09" name="Google Shape;209;p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57300" y="330163"/>
            <a:ext cx="1626325" cy="414881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2"/>
          <p:cNvSpPr txBox="1"/>
          <p:nvPr/>
        </p:nvSpPr>
        <p:spPr>
          <a:xfrm>
            <a:off x="4525900" y="4820100"/>
            <a:ext cx="25329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https://bit.ly/EM_explanation</a:t>
            </a:r>
            <a:endParaRPr dirty="0"/>
          </a:p>
        </p:txBody>
      </p:sp>
    </p:spTree>
  </p:cSld>
  <p:clrMapOvr>
    <a:masterClrMapping/>
  </p:clrMapOvr>
  <p:transition advTm="40292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48" x="2614613" y="1630363"/>
          <p14:tracePt t="164" x="2614613" y="1620838"/>
          <p14:tracePt t="180" x="2624138" y="1620838"/>
          <p14:tracePt t="188" x="2624138" y="1612900"/>
          <p14:tracePt t="196" x="2624138" y="1603375"/>
          <p14:tracePt t="204" x="2624138" y="1585913"/>
          <p14:tracePt t="212" x="2624138" y="1577975"/>
          <p14:tracePt t="228" x="2632075" y="1560513"/>
          <p14:tracePt t="373" x="2632075" y="1550988"/>
          <p14:tracePt t="452" x="2632075" y="1543050"/>
          <p14:tracePt t="460" x="2632075" y="1535113"/>
          <p14:tracePt t="468" x="2632075" y="1525588"/>
          <p14:tracePt t="476" x="2624138" y="1517650"/>
          <p14:tracePt t="484" x="2624138" y="1508125"/>
          <p14:tracePt t="492" x="2614613" y="1508125"/>
          <p14:tracePt t="500" x="2614613" y="1500188"/>
          <p14:tracePt t="564" x="2614613" y="1490663"/>
          <p14:tracePt t="588" x="2614613" y="1482725"/>
          <p14:tracePt t="1501" x="2614613" y="1473200"/>
          <p14:tracePt t="2093" x="2624138" y="1465263"/>
          <p14:tracePt t="2180" x="2624138" y="1455738"/>
          <p14:tracePt t="2196" x="2624138" y="1447800"/>
          <p14:tracePt t="2228" x="2624138" y="1438275"/>
          <p14:tracePt t="2725" x="2624138" y="1447800"/>
          <p14:tracePt t="2732" x="2606675" y="1482725"/>
          <p14:tracePt t="2740" x="2579688" y="1535113"/>
          <p14:tracePt t="2748" x="2571750" y="1577975"/>
          <p14:tracePt t="2756" x="2554288" y="1612900"/>
          <p14:tracePt t="2764" x="2536825" y="1647825"/>
          <p14:tracePt t="2772" x="2527300" y="1682750"/>
          <p14:tracePt t="2780" x="2501900" y="1725613"/>
          <p14:tracePt t="2788" x="2492375" y="1743075"/>
          <p14:tracePt t="2797" x="2466975" y="1770063"/>
          <p14:tracePt t="2804" x="2466975" y="1778000"/>
          <p14:tracePt t="2813" x="2449513" y="1822450"/>
          <p14:tracePt t="2820" x="2432050" y="1839913"/>
          <p14:tracePt t="2829" x="2406650" y="1857375"/>
          <p14:tracePt t="2836" x="2379663" y="1892300"/>
          <p14:tracePt t="2844" x="2362200" y="1909763"/>
          <p14:tracePt t="2852" x="2336800" y="1944688"/>
          <p14:tracePt t="2860" x="2309813" y="1970088"/>
          <p14:tracePt t="2868" x="2301875" y="2014538"/>
          <p14:tracePt t="2876" x="2292350" y="2032000"/>
          <p14:tracePt t="2897" x="2292350" y="2065338"/>
          <p14:tracePt t="2900" x="2301875" y="2092325"/>
          <p14:tracePt t="2908" x="2371725" y="2117725"/>
          <p14:tracePt t="2916" x="2379663" y="2117725"/>
          <p14:tracePt t="3116" x="2379663" y="2127250"/>
          <p14:tracePt t="3132" x="2344738" y="2135188"/>
          <p14:tracePt t="3140" x="2309813" y="2135188"/>
          <p14:tracePt t="3148" x="2239963" y="2135188"/>
          <p14:tracePt t="3156" x="2170113" y="2135188"/>
          <p14:tracePt t="3164" x="2092325" y="2162175"/>
          <p14:tracePt t="3172" x="2065338" y="2162175"/>
          <p14:tracePt t="3180" x="2022475" y="2162175"/>
          <p14:tracePt t="3188" x="2005013" y="2162175"/>
          <p14:tracePt t="3196" x="1978025" y="2179638"/>
          <p14:tracePt t="3204" x="1935163" y="2187575"/>
          <p14:tracePt t="3213" x="1909763" y="2187575"/>
          <p14:tracePt t="3220" x="1882775" y="2197100"/>
          <p14:tracePt t="3228" x="1865313" y="2197100"/>
          <p14:tracePt t="3237" x="1839913" y="2205038"/>
          <p14:tracePt t="3244" x="1812925" y="2222500"/>
          <p14:tracePt t="3252" x="1795463" y="2222500"/>
          <p14:tracePt t="3260" x="1770063" y="2232025"/>
          <p14:tracePt t="3268" x="1752600" y="2232025"/>
          <p14:tracePt t="3276" x="1743075" y="2232025"/>
          <p14:tracePt t="3284" x="1725613" y="2249488"/>
          <p14:tracePt t="3292" x="1708150" y="2249488"/>
          <p14:tracePt t="3308" x="1682750" y="2249488"/>
          <p14:tracePt t="3868" x="1665288" y="2249488"/>
          <p14:tracePt t="3884" x="1655763" y="2249488"/>
          <p14:tracePt t="3892" x="1655763" y="2257425"/>
          <p14:tracePt t="3900" x="1647825" y="2266950"/>
          <p14:tracePt t="3908" x="1638300" y="2266950"/>
          <p14:tracePt t="3916" x="1630363" y="2274888"/>
          <p14:tracePt t="3924" x="1630363" y="2284413"/>
          <p14:tracePt t="3932" x="1620838" y="2292350"/>
          <p14:tracePt t="3941" x="1612900" y="2309813"/>
          <p14:tracePt t="3948" x="1603375" y="2309813"/>
          <p14:tracePt t="3956" x="1595438" y="2327275"/>
          <p14:tracePt t="3980" x="1577975" y="2344738"/>
          <p14:tracePt t="4124" x="1577975" y="2336800"/>
          <p14:tracePt t="4132" x="1577975" y="2327275"/>
          <p14:tracePt t="4140" x="1577975" y="2309813"/>
          <p14:tracePt t="4148" x="1577975" y="2292350"/>
          <p14:tracePt t="4156" x="1577975" y="2274888"/>
          <p14:tracePt t="4164" x="1577975" y="2266950"/>
          <p14:tracePt t="4172" x="1577975" y="2249488"/>
          <p14:tracePt t="4180" x="1577975" y="2239963"/>
          <p14:tracePt t="4196" x="1577975" y="2232025"/>
          <p14:tracePt t="4213" x="1577975" y="2222500"/>
          <p14:tracePt t="4300" x="1577975" y="2214563"/>
          <p14:tracePt t="4340" x="1577975" y="2205038"/>
          <p14:tracePt t="4356" x="1577975" y="2197100"/>
          <p14:tracePt t="4388" x="1585913" y="2187575"/>
          <p14:tracePt t="4460" x="1595438" y="2179638"/>
          <p14:tracePt t="4516" x="1603375" y="2179638"/>
          <p14:tracePt t="4532" x="1620838" y="2170113"/>
          <p14:tracePt t="4548" x="1630363" y="2170113"/>
          <p14:tracePt t="4556" x="1638300" y="2162175"/>
          <p14:tracePt t="4588" x="1647825" y="2162175"/>
          <p14:tracePt t="4860" x="1655763" y="2162175"/>
          <p14:tracePt t="4908" x="1673225" y="2162175"/>
          <p14:tracePt t="4924" x="1682750" y="2162175"/>
          <p14:tracePt t="4940" x="1700213" y="2162175"/>
          <p14:tracePt t="4956" x="1708150" y="2162175"/>
          <p14:tracePt t="4964" x="1717675" y="2162175"/>
          <p14:tracePt t="4972" x="1725613" y="2162175"/>
          <p14:tracePt t="4980" x="1735138" y="2162175"/>
          <p14:tracePt t="4996" x="1743075" y="2162175"/>
          <p14:tracePt t="5004" x="1752600" y="2162175"/>
          <p14:tracePt t="5013" x="1760538" y="2162175"/>
          <p14:tracePt t="5029" x="1770063" y="2162175"/>
          <p14:tracePt t="5044" x="1778000" y="2162175"/>
          <p14:tracePt t="5052" x="1787525" y="2162175"/>
          <p14:tracePt t="5068" x="1795463" y="2162175"/>
          <p14:tracePt t="5076" x="1812925" y="2162175"/>
          <p14:tracePt t="5092" x="1830388" y="2162175"/>
          <p14:tracePt t="5100" x="1839913" y="2162175"/>
          <p14:tracePt t="5108" x="1847850" y="2170113"/>
          <p14:tracePt t="5116" x="1857375" y="2170113"/>
          <p14:tracePt t="5132" x="1865313" y="2170113"/>
          <p14:tracePt t="5156" x="1882775" y="2170113"/>
          <p14:tracePt t="5869" x="1892300" y="2170113"/>
          <p14:tracePt t="5924" x="1900238" y="2170113"/>
          <p14:tracePt t="5940" x="1917700" y="2170113"/>
          <p14:tracePt t="6348" x="1935163" y="2170113"/>
          <p14:tracePt t="6364" x="1943100" y="2170113"/>
          <p14:tracePt t="6380" x="1960563" y="2170113"/>
          <p14:tracePt t="6388" x="1970088" y="2170113"/>
          <p14:tracePt t="6396" x="1987550" y="2170113"/>
          <p14:tracePt t="6404" x="1995488" y="2170113"/>
          <p14:tracePt t="6413" x="2012950" y="2170113"/>
          <p14:tracePt t="6420" x="2030413" y="2170113"/>
          <p14:tracePt t="6428" x="2047875" y="2170113"/>
          <p14:tracePt t="6444" x="2057400" y="2170113"/>
          <p14:tracePt t="6452" x="2074863" y="2170113"/>
          <p14:tracePt t="6468" x="2092325" y="2170113"/>
          <p14:tracePt t="6476" x="2109788" y="2170113"/>
          <p14:tracePt t="6492" x="2127250" y="2170113"/>
          <p14:tracePt t="6500" x="2144713" y="2170113"/>
          <p14:tracePt t="6508" x="2170113" y="2170113"/>
          <p14:tracePt t="6516" x="2179638" y="2170113"/>
          <p14:tracePt t="6524" x="2205038" y="2170113"/>
          <p14:tracePt t="6532" x="2222500" y="2170113"/>
          <p14:tracePt t="6540" x="2232025" y="2170113"/>
          <p14:tracePt t="6548" x="2239963" y="2170113"/>
          <p14:tracePt t="6556" x="2249488" y="2170113"/>
          <p14:tracePt t="6588" x="2257425" y="2170113"/>
          <p14:tracePt t="6604" x="2266950" y="2170113"/>
          <p14:tracePt t="6612" x="2274888" y="2170113"/>
          <p14:tracePt t="6620" x="2284413" y="2170113"/>
          <p14:tracePt t="6629" x="2292350" y="2170113"/>
          <p14:tracePt t="6636" x="2309813" y="2162175"/>
          <p14:tracePt t="6652" x="2319338" y="2162175"/>
          <p14:tracePt t="6660" x="2319338" y="2152650"/>
          <p14:tracePt t="6668" x="2327275" y="2152650"/>
          <p14:tracePt t="6676" x="2336800" y="2152650"/>
          <p14:tracePt t="6684" x="2344738" y="2144713"/>
          <p14:tracePt t="6708" x="2354263" y="2144713"/>
          <p14:tracePt t="6724" x="2362200" y="2135188"/>
          <p14:tracePt t="6748" x="2362200" y="2127250"/>
          <p14:tracePt t="6756" x="2371725" y="2127250"/>
          <p14:tracePt t="6764" x="2371725" y="2117725"/>
          <p14:tracePt t="6772" x="2379663" y="2117725"/>
          <p14:tracePt t="6780" x="2389188" y="2109788"/>
          <p14:tracePt t="6796" x="2397125" y="2109788"/>
          <p14:tracePt t="6804" x="2406650" y="2109788"/>
          <p14:tracePt t="6813" x="2414588" y="2092325"/>
          <p14:tracePt t="6820" x="2422525" y="2092325"/>
          <p14:tracePt t="6836" x="2439988" y="2082800"/>
          <p14:tracePt t="6876" x="2449513" y="2074863"/>
          <p14:tracePt t="6884" x="2457450" y="2074863"/>
          <p14:tracePt t="6893" x="2466975" y="2074863"/>
          <p14:tracePt t="6900" x="2474913" y="2074863"/>
          <p14:tracePt t="6916" x="2484438" y="2074863"/>
          <p14:tracePt t="6924" x="2492375" y="2074863"/>
          <p14:tracePt t="6932" x="2509838" y="2065338"/>
          <p14:tracePt t="6948" x="2527300" y="2065338"/>
          <p14:tracePt t="6956" x="2536825" y="2057400"/>
          <p14:tracePt t="6964" x="2544763" y="2057400"/>
          <p14:tracePt t="6988" x="2554288" y="2057400"/>
          <p14:tracePt t="7004" x="2562225" y="2049463"/>
          <p14:tracePt t="7012" x="2579688" y="2039938"/>
          <p14:tracePt t="7020" x="2589213" y="2022475"/>
          <p14:tracePt t="7028" x="2614613" y="2014538"/>
          <p14:tracePt t="7036" x="2624138" y="1997075"/>
          <p14:tracePt t="7044" x="2659063" y="1952625"/>
          <p14:tracePt t="7052" x="2684463" y="1944688"/>
          <p14:tracePt t="7060" x="2701925" y="1927225"/>
          <p14:tracePt t="7068" x="2736850" y="1917700"/>
          <p14:tracePt t="7076" x="2754313" y="1917700"/>
          <p14:tracePt t="7084" x="2816225" y="1917700"/>
          <p14:tracePt t="7092" x="2851150" y="1917700"/>
          <p14:tracePt t="7100" x="2886075" y="1917700"/>
          <p14:tracePt t="7108" x="2919413" y="1917700"/>
          <p14:tracePt t="7116" x="2936875" y="1917700"/>
          <p14:tracePt t="7124" x="2963863" y="1927225"/>
          <p14:tracePt t="7140" x="2971800" y="1927225"/>
          <p14:tracePt t="7172" x="2971800" y="1935163"/>
          <p14:tracePt t="7188" x="2971800" y="1944688"/>
          <p14:tracePt t="7204" x="2971800" y="1952625"/>
          <p14:tracePt t="7212" x="2971800" y="1962150"/>
          <p14:tracePt t="7220" x="2971800" y="1979613"/>
          <p14:tracePt t="7228" x="2971800" y="1987550"/>
          <p14:tracePt t="7236" x="2971800" y="2005013"/>
          <p14:tracePt t="7244" x="2971800" y="2014538"/>
          <p14:tracePt t="7268" x="2971800" y="2032000"/>
          <p14:tracePt t="7276" x="2971800" y="2039938"/>
          <p14:tracePt t="7292" x="2963863" y="2049463"/>
          <p14:tracePt t="7308" x="2946400" y="2065338"/>
          <p14:tracePt t="7316" x="2928938" y="2065338"/>
          <p14:tracePt t="7324" x="2901950" y="2065338"/>
          <p14:tracePt t="7332" x="2868613" y="2074863"/>
          <p14:tracePt t="7340" x="2833688" y="2074863"/>
          <p14:tracePt t="7348" x="2789238" y="2074863"/>
          <p14:tracePt t="7356" x="2719388" y="2074863"/>
          <p14:tracePt t="7364" x="2667000" y="2074863"/>
          <p14:tracePt t="7372" x="2624138" y="2074863"/>
          <p14:tracePt t="7380" x="2589213" y="2074863"/>
          <p14:tracePt t="7388" x="2562225" y="2074863"/>
          <p14:tracePt t="7396" x="2536825" y="2074863"/>
          <p14:tracePt t="7404" x="2519363" y="2074863"/>
          <p14:tracePt t="7412" x="2492375" y="2074863"/>
          <p14:tracePt t="7420" x="2484438" y="2074863"/>
          <p14:tracePt t="7428" x="2474913" y="2074863"/>
          <p14:tracePt t="7436" x="2466975" y="2074863"/>
          <p14:tracePt t="7836" x="2457450" y="2074863"/>
          <p14:tracePt t="7844" x="2449513" y="2065338"/>
          <p14:tracePt t="7852" x="2439988" y="2065338"/>
          <p14:tracePt t="7860" x="2432050" y="2057400"/>
          <p14:tracePt t="7868" x="2422525" y="2057400"/>
          <p14:tracePt t="7876" x="2406650" y="2057400"/>
          <p14:tracePt t="7884" x="2371725" y="2057400"/>
          <p14:tracePt t="7893" x="2344738" y="2057400"/>
          <p14:tracePt t="7900" x="2319338" y="2057400"/>
          <p14:tracePt t="7908" x="2284413" y="2057400"/>
          <p14:tracePt t="7916" x="2266950" y="2057400"/>
          <p14:tracePt t="7924" x="2232025" y="2057400"/>
          <p14:tracePt t="7932" x="2197100" y="2074863"/>
          <p14:tracePt t="7940" x="2162175" y="2074863"/>
          <p14:tracePt t="7948" x="2117725" y="2074863"/>
          <p14:tracePt t="7956" x="2092325" y="2082800"/>
          <p14:tracePt t="7964" x="2074863" y="2082800"/>
          <p14:tracePt t="7972" x="2057400" y="2092325"/>
          <p14:tracePt t="7980" x="2047875" y="2092325"/>
          <p14:tracePt t="7988" x="2022475" y="2100263"/>
          <p14:tracePt t="7996" x="2012950" y="2100263"/>
          <p14:tracePt t="8005" x="2005013" y="2109788"/>
          <p14:tracePt t="8013" x="1978025" y="2117725"/>
          <p14:tracePt t="8020" x="1960563" y="2117725"/>
          <p14:tracePt t="8028" x="1935163" y="2127250"/>
          <p14:tracePt t="8036" x="1900238" y="2135188"/>
          <p14:tracePt t="8044" x="1874838" y="2144713"/>
          <p14:tracePt t="8052" x="1812925" y="2152650"/>
          <p14:tracePt t="8060" x="1770063" y="2179638"/>
          <p14:tracePt t="8068" x="1708150" y="2187575"/>
          <p14:tracePt t="8076" x="1647825" y="2197100"/>
          <p14:tracePt t="8084" x="1603375" y="2205038"/>
          <p14:tracePt t="8092" x="1543050" y="2222500"/>
          <p14:tracePt t="8100" x="1481138" y="2232025"/>
          <p14:tracePt t="8108" x="1420813" y="2232025"/>
          <p14:tracePt t="8116" x="1368425" y="2239963"/>
          <p14:tracePt t="8124" x="1325563" y="2249488"/>
          <p14:tracePt t="8132" x="1273175" y="2249488"/>
          <p14:tracePt t="8140" x="1228725" y="2266950"/>
          <p14:tracePt t="8148" x="1150938" y="2274888"/>
          <p14:tracePt t="8156" x="1106488" y="2284413"/>
          <p14:tracePt t="8164" x="1019175" y="2292350"/>
          <p14:tracePt t="8172" x="958850" y="2309813"/>
          <p14:tracePt t="8180" x="906463" y="2319338"/>
          <p14:tracePt t="8188" x="846138" y="2319338"/>
          <p14:tracePt t="8196" x="793750" y="2336800"/>
          <p14:tracePt t="8204" x="766763" y="2344738"/>
          <p14:tracePt t="8213" x="723900" y="2354263"/>
          <p14:tracePt t="8220" x="696913" y="2362200"/>
          <p14:tracePt t="8228" x="688975" y="2362200"/>
          <p14:tracePt t="8236" x="679450" y="2371725"/>
          <p14:tracePt t="8244" x="661988" y="2371725"/>
          <p14:tracePt t="8260" x="654050" y="2379663"/>
          <p14:tracePt t="8268" x="644525" y="2379663"/>
          <p14:tracePt t="8276" x="636588" y="2389188"/>
          <p14:tracePt t="8292" x="609600" y="2397125"/>
          <p14:tracePt t="8300" x="601663" y="2406650"/>
          <p14:tracePt t="8308" x="592138" y="2406650"/>
          <p14:tracePt t="8316" x="557213" y="2414588"/>
          <p14:tracePt t="8324" x="549275" y="2424113"/>
          <p14:tracePt t="8332" x="531813" y="2424113"/>
          <p14:tracePt t="8340" x="514350" y="2432050"/>
          <p14:tracePt t="8348" x="496888" y="2432050"/>
          <p14:tracePt t="8356" x="496888" y="2441575"/>
          <p14:tracePt t="8364" x="487363" y="2441575"/>
          <p14:tracePt t="8372" x="487363" y="2449513"/>
          <p14:tracePt t="8732" x="496888" y="2449513"/>
          <p14:tracePt t="8740" x="504825" y="2449513"/>
          <p14:tracePt t="8764" x="514350" y="2449513"/>
          <p14:tracePt t="8828" x="522288" y="2449513"/>
          <p14:tracePt t="8844" x="531813" y="2449513"/>
          <p14:tracePt t="8852" x="539750" y="2449513"/>
          <p14:tracePt t="8892" x="549275" y="2449513"/>
          <p14:tracePt t="8908" x="557213" y="2449513"/>
          <p14:tracePt t="8916" x="566738" y="2449513"/>
          <p14:tracePt t="8940" x="574675" y="2449513"/>
          <p14:tracePt t="9036" x="584200" y="2449513"/>
          <p14:tracePt t="9076" x="592138" y="2449513"/>
          <p14:tracePt t="9092" x="601663" y="2449513"/>
          <p14:tracePt t="9100" x="609600" y="2449513"/>
          <p14:tracePt t="9124" x="619125" y="2449513"/>
          <p14:tracePt t="9140" x="627063" y="2449513"/>
          <p14:tracePt t="9156" x="636588" y="2449513"/>
          <p14:tracePt t="9309" x="644525" y="2449513"/>
          <p14:tracePt t="9340" x="654050" y="2449513"/>
          <p14:tracePt t="9356" x="661988" y="2449513"/>
          <p14:tracePt t="14757" x="679450" y="2441575"/>
          <p14:tracePt t="14772" x="696913" y="2459038"/>
          <p14:tracePt t="14780" x="696913" y="2466975"/>
          <p14:tracePt t="14788" x="706438" y="2484438"/>
          <p14:tracePt t="14796" x="706438" y="2501900"/>
          <p14:tracePt t="14804" x="714375" y="2511425"/>
          <p14:tracePt t="14813" x="731838" y="2519363"/>
          <p14:tracePt t="14829" x="731838" y="2528888"/>
          <p14:tracePt t="14860" x="731838" y="2546350"/>
          <p14:tracePt t="14876" x="758825" y="2579688"/>
          <p14:tracePt t="14884" x="766763" y="2597150"/>
          <p14:tracePt t="14898" x="793750" y="2641600"/>
          <p14:tracePt t="14900" x="819150" y="2684463"/>
          <p14:tracePt t="14908" x="828675" y="2711450"/>
          <p14:tracePt t="14916" x="836613" y="2728913"/>
          <p14:tracePt t="14924" x="846138" y="2746375"/>
          <p14:tracePt t="14932" x="846138" y="2763838"/>
          <p14:tracePt t="14940" x="846138" y="2771775"/>
          <p14:tracePt t="14980" x="846138" y="2781300"/>
          <p14:tracePt t="15036" x="846138" y="2789238"/>
          <p14:tracePt t="15060" x="854075" y="2789238"/>
          <p14:tracePt t="15076" x="863600" y="2789238"/>
          <p14:tracePt t="15084" x="881063" y="2789238"/>
          <p14:tracePt t="15092" x="889000" y="2789238"/>
          <p14:tracePt t="15100" x="915988" y="2789238"/>
          <p14:tracePt t="15108" x="950913" y="2789238"/>
          <p14:tracePt t="15116" x="1001713" y="2789238"/>
          <p14:tracePt t="15124" x="1071563" y="2789238"/>
          <p14:tracePt t="15132" x="1141413" y="2789238"/>
          <p14:tracePt t="15140" x="1220788" y="2789238"/>
          <p14:tracePt t="15148" x="1325563" y="2789238"/>
          <p14:tracePt t="15156" x="1403350" y="2789238"/>
          <p14:tracePt t="15164" x="1490663" y="2789238"/>
          <p14:tracePt t="15172" x="1568450" y="2789238"/>
          <p14:tracePt t="15180" x="1630363" y="2789238"/>
          <p14:tracePt t="15188" x="1673225" y="2789238"/>
          <p14:tracePt t="15196" x="1735138" y="2789238"/>
          <p14:tracePt t="15204" x="1787525" y="2789238"/>
          <p14:tracePt t="15212" x="1865313" y="2789238"/>
          <p14:tracePt t="15220" x="1917700" y="2789238"/>
          <p14:tracePt t="15228" x="1987550" y="2789238"/>
          <p14:tracePt t="15236" x="2057400" y="2789238"/>
          <p14:tracePt t="15244" x="2127250" y="2789238"/>
          <p14:tracePt t="15252" x="2187575" y="2789238"/>
          <p14:tracePt t="15260" x="2257425" y="2789238"/>
          <p14:tracePt t="15269" x="2319338" y="2789238"/>
          <p14:tracePt t="15276" x="2379663" y="2789238"/>
          <p14:tracePt t="15284" x="2422525" y="2789238"/>
          <p14:tracePt t="15292" x="2466975" y="2789238"/>
          <p14:tracePt t="15300" x="2519363" y="2789238"/>
          <p14:tracePt t="15308" x="2579688" y="2789238"/>
          <p14:tracePt t="15316" x="2641600" y="2806700"/>
          <p14:tracePt t="15324" x="2693988" y="2816225"/>
          <p14:tracePt t="15332" x="2771775" y="2841625"/>
          <p14:tracePt t="15340" x="2851150" y="2851150"/>
          <p14:tracePt t="15348" x="2911475" y="2859088"/>
          <p14:tracePt t="15356" x="2981325" y="2876550"/>
          <p14:tracePt t="15364" x="3024188" y="2886075"/>
          <p14:tracePt t="15372" x="3059113" y="2886075"/>
          <p14:tracePt t="15380" x="3086100" y="2886075"/>
          <p14:tracePt t="15388" x="3094038" y="2886075"/>
          <p14:tracePt t="15396" x="3103563" y="2886075"/>
          <p14:tracePt t="15628" x="3094038" y="2886075"/>
          <p14:tracePt t="15836" x="3086100" y="2886075"/>
          <p14:tracePt t="15884" x="3076575" y="2876550"/>
          <p14:tracePt t="18765" x="3076575" y="2868613"/>
          <p14:tracePt t="19164" x="3094038" y="2868613"/>
          <p14:tracePt t="19172" x="3128963" y="2868613"/>
          <p14:tracePt t="19180" x="3181350" y="2868613"/>
          <p14:tracePt t="19188" x="3251200" y="2868613"/>
          <p14:tracePt t="19196" x="3321050" y="2868613"/>
          <p14:tracePt t="19204" x="3408363" y="2868613"/>
          <p14:tracePt t="19213" x="3530600" y="2868613"/>
          <p14:tracePt t="19220" x="3652838" y="2868613"/>
          <p14:tracePt t="19229" x="3810000" y="2868613"/>
          <p14:tracePt t="19236" x="4052888" y="2868613"/>
          <p14:tracePt t="19244" x="4332288" y="2868613"/>
          <p14:tracePt t="19252" x="4629150" y="2903538"/>
          <p14:tracePt t="19260" x="4846638" y="2903538"/>
          <p14:tracePt t="19269" x="5081588" y="2903538"/>
          <p14:tracePt t="19276" x="5273675" y="2903538"/>
          <p14:tracePt t="19284" x="5438775" y="2903538"/>
          <p14:tracePt t="19292" x="5605463" y="2903538"/>
          <p14:tracePt t="19300" x="5778500" y="2903538"/>
          <p14:tracePt t="19308" x="5945188" y="2903538"/>
          <p14:tracePt t="19316" x="6110288" y="2903538"/>
          <p14:tracePt t="19324" x="6249988" y="2903538"/>
          <p14:tracePt t="19332" x="6397625" y="2903538"/>
          <p14:tracePt t="19340" x="6519863" y="2903538"/>
          <p14:tracePt t="19348" x="6651625" y="2903538"/>
          <p14:tracePt t="19356" x="6764338" y="2903538"/>
          <p14:tracePt t="19364" x="6894513" y="2903538"/>
          <p14:tracePt t="19372" x="6981825" y="2903538"/>
          <p14:tracePt t="19380" x="7104063" y="2894013"/>
          <p14:tracePt t="19388" x="7200900" y="2868613"/>
          <p14:tracePt t="19396" x="7286625" y="2859088"/>
          <p14:tracePt t="19404" x="7373938" y="2851150"/>
          <p14:tracePt t="19412" x="7453313" y="2841625"/>
          <p14:tracePt t="19420" x="7505700" y="2816225"/>
          <p14:tracePt t="19428" x="7558088" y="2798763"/>
          <p14:tracePt t="19436" x="7610475" y="2771775"/>
          <p14:tracePt t="19444" x="7662863" y="2754313"/>
          <p14:tracePt t="19452" x="7713663" y="2719388"/>
          <p14:tracePt t="19460" x="7748588" y="2693988"/>
          <p14:tracePt t="19468" x="7800975" y="2667000"/>
          <p14:tracePt t="19476" x="7845425" y="2632075"/>
          <p14:tracePt t="19484" x="7897813" y="2597150"/>
          <p14:tracePt t="19492" x="7985125" y="2546350"/>
          <p14:tracePt t="19500" x="8037513" y="2501900"/>
          <p14:tracePt t="19508" x="8107363" y="2441575"/>
          <p14:tracePt t="19516" x="8159750" y="2397125"/>
          <p14:tracePt t="19524" x="8210550" y="2344738"/>
          <p14:tracePt t="19532" x="8255000" y="2284413"/>
          <p14:tracePt t="19540" x="8297863" y="2214563"/>
          <p14:tracePt t="19548" x="8350250" y="2127250"/>
          <p14:tracePt t="19556" x="8394700" y="2057400"/>
          <p14:tracePt t="19564" x="8420100" y="1979613"/>
          <p14:tracePt t="19572" x="8455025" y="1900238"/>
          <p14:tracePt t="19580" x="8464550" y="1812925"/>
          <p14:tracePt t="19588" x="8482013" y="1735138"/>
          <p14:tracePt t="19596" x="8489950" y="1673225"/>
          <p14:tracePt t="19604" x="8499475" y="1603375"/>
          <p14:tracePt t="19612" x="8499475" y="1543050"/>
          <p14:tracePt t="19620" x="8507413" y="1482725"/>
          <p14:tracePt t="19628" x="8507413" y="1465263"/>
          <p14:tracePt t="19636" x="8507413" y="1430338"/>
          <p14:tracePt t="19644" x="8507413" y="1385888"/>
          <p14:tracePt t="19652" x="8507413" y="1333500"/>
          <p14:tracePt t="19660" x="8507413" y="1290638"/>
          <p14:tracePt t="19668" x="8482013" y="1246188"/>
          <p14:tracePt t="19676" x="8472488" y="1193800"/>
          <p14:tracePt t="19684" x="8447088" y="1168400"/>
          <p14:tracePt t="19692" x="8437563" y="1141413"/>
          <p14:tracePt t="19700" x="8412163" y="1106488"/>
          <p14:tracePt t="19708" x="8385175" y="1081088"/>
          <p14:tracePt t="19716" x="8367713" y="1071563"/>
          <p14:tracePt t="19724" x="8332788" y="1046163"/>
          <p14:tracePt t="19732" x="8315325" y="1020763"/>
          <p14:tracePt t="19741" x="8289925" y="1011238"/>
          <p14:tracePt t="19748" x="8262938" y="1003300"/>
          <p14:tracePt t="19756" x="8228013" y="985838"/>
          <p14:tracePt t="19764" x="8185150" y="976313"/>
          <p14:tracePt t="19772" x="8150225" y="968375"/>
          <p14:tracePt t="19780" x="8115300" y="968375"/>
          <p14:tracePt t="19788" x="8072438" y="950913"/>
          <p14:tracePt t="19796" x="8045450" y="950913"/>
          <p14:tracePt t="19804" x="8020050" y="950913"/>
          <p14:tracePt t="19812" x="8002588" y="950913"/>
          <p14:tracePt t="19820" x="7967663" y="950913"/>
          <p14:tracePt t="19828" x="7932738" y="950913"/>
          <p14:tracePt t="19836" x="7905750" y="950913"/>
          <p14:tracePt t="19844" x="7853363" y="976313"/>
          <p14:tracePt t="19852" x="7810500" y="1003300"/>
          <p14:tracePt t="19860" x="7766050" y="1036638"/>
          <p14:tracePt t="19868" x="7713663" y="1071563"/>
          <p14:tracePt t="19876" x="7680325" y="1106488"/>
          <p14:tracePt t="19896" x="7610475" y="1168400"/>
          <p14:tracePt t="19900" x="7558088" y="1220788"/>
          <p14:tracePt t="19908" x="7523163" y="1255713"/>
          <p14:tracePt t="19916" x="7496175" y="1290638"/>
          <p14:tracePt t="19924" x="7478713" y="1298575"/>
          <p14:tracePt t="19932" x="7461250" y="1316038"/>
          <p14:tracePt t="19940" x="7443788" y="1343025"/>
          <p14:tracePt t="19948" x="7418388" y="1360488"/>
          <p14:tracePt t="19956" x="7408863" y="1368425"/>
          <p14:tracePt t="19964" x="7391400" y="1403350"/>
          <p14:tracePt t="19972" x="7373938" y="1420813"/>
          <p14:tracePt t="19980" x="7348538" y="1465263"/>
          <p14:tracePt t="19989" x="7339013" y="1490663"/>
          <p14:tracePt t="19996" x="7321550" y="1535113"/>
          <p14:tracePt t="20004" x="7304088" y="1560513"/>
          <p14:tracePt t="20012" x="7278688" y="1612900"/>
          <p14:tracePt t="20020" x="7269163" y="1665288"/>
          <p14:tracePt t="20028" x="7269163" y="1708150"/>
          <p14:tracePt t="20036" x="7261225" y="1770063"/>
          <p14:tracePt t="20044" x="7234238" y="1847850"/>
          <p14:tracePt t="20052" x="7234238" y="1892300"/>
          <p14:tracePt t="20060" x="7226300" y="1952625"/>
          <p14:tracePt t="20068" x="7218363" y="2014538"/>
          <p14:tracePt t="20076" x="7191375" y="2074863"/>
          <p14:tracePt t="20084" x="7183438" y="2127250"/>
          <p14:tracePt t="20092" x="7173913" y="2197100"/>
          <p14:tracePt t="20100" x="7165975" y="2257425"/>
          <p14:tracePt t="20108" x="7148513" y="2344738"/>
          <p14:tracePt t="20116" x="7148513" y="2432050"/>
          <p14:tracePt t="20124" x="7148513" y="2501900"/>
          <p14:tracePt t="20132" x="7148513" y="2554288"/>
          <p14:tracePt t="20140" x="7138988" y="2649538"/>
          <p14:tracePt t="20148" x="7138988" y="2746375"/>
          <p14:tracePt t="20156" x="7131050" y="2824163"/>
          <p14:tracePt t="20164" x="7121525" y="2886075"/>
          <p14:tracePt t="20172" x="7104063" y="2955925"/>
          <p14:tracePt t="20180" x="7096125" y="2998788"/>
          <p14:tracePt t="20188" x="7096125" y="3060700"/>
          <p14:tracePt t="20197" x="7086600" y="3111500"/>
          <p14:tracePt t="20204" x="7078663" y="3173413"/>
          <p14:tracePt t="20212" x="7078663" y="3225800"/>
          <p14:tracePt t="20221" x="7078663" y="3278188"/>
          <p14:tracePt t="20228" x="7078663" y="3338513"/>
          <p14:tracePt t="20236" x="7078663" y="3400425"/>
          <p14:tracePt t="20244" x="7078663" y="3470275"/>
          <p14:tracePt t="20252" x="7078663" y="3540125"/>
          <p14:tracePt t="20260" x="7078663" y="3582988"/>
          <p14:tracePt t="20268" x="7078663" y="3652838"/>
          <p14:tracePt t="20276" x="7078663" y="3722688"/>
          <p14:tracePt t="20284" x="7078663" y="3783013"/>
          <p14:tracePt t="20292" x="7078663" y="3852863"/>
          <p14:tracePt t="20300" x="7104063" y="3905250"/>
          <p14:tracePt t="20308" x="7113588" y="3967163"/>
          <p14:tracePt t="20316" x="7148513" y="4027488"/>
          <p14:tracePt t="20324" x="7191375" y="4106863"/>
          <p14:tracePt t="20332" x="7208838" y="4167188"/>
          <p14:tracePt t="20340" x="7243763" y="4219575"/>
          <p14:tracePt t="20348" x="7278688" y="4271963"/>
          <p14:tracePt t="20356" x="7296150" y="4297363"/>
          <p14:tracePt t="20364" x="7331075" y="4332288"/>
          <p14:tracePt t="20372" x="7366000" y="4367213"/>
          <p14:tracePt t="20380" x="7391400" y="4394200"/>
          <p14:tracePt t="20388" x="7400925" y="4411663"/>
          <p14:tracePt t="20396" x="7418388" y="4419600"/>
          <p14:tracePt t="20404" x="7443788" y="4446588"/>
          <p14:tracePt t="20412" x="7470775" y="4454525"/>
          <p14:tracePt t="20420" x="7488238" y="4471988"/>
          <p14:tracePt t="20428" x="7496175" y="4481513"/>
          <p14:tracePt t="20436" x="7540625" y="4506913"/>
          <p14:tracePt t="20444" x="7548563" y="4516438"/>
          <p14:tracePt t="20452" x="7583488" y="4551363"/>
          <p14:tracePt t="20460" x="7610475" y="4559300"/>
          <p14:tracePt t="20468" x="7645400" y="4586288"/>
          <p14:tracePt t="20476" x="7680325" y="4594225"/>
          <p14:tracePt t="20484" x="7731125" y="4621213"/>
          <p14:tracePt t="20492" x="7748588" y="4621213"/>
          <p14:tracePt t="20500" x="7793038" y="4629150"/>
          <p14:tracePt t="20508" x="7818438" y="4629150"/>
          <p14:tracePt t="20516" x="7870825" y="4637088"/>
          <p14:tracePt t="20524" x="7905750" y="4637088"/>
          <p14:tracePt t="20532" x="7940675" y="4637088"/>
          <p14:tracePt t="20540" x="7985125" y="4637088"/>
          <p14:tracePt t="20548" x="8010525" y="4637088"/>
          <p14:tracePt t="20556" x="8037513" y="4637088"/>
          <p14:tracePt t="20564" x="8062913" y="4637088"/>
          <p14:tracePt t="20572" x="8089900" y="4629150"/>
          <p14:tracePt t="20580" x="8097838" y="4611688"/>
          <p14:tracePt t="20588" x="8115300" y="4594225"/>
          <p14:tracePt t="20596" x="8124825" y="4568825"/>
          <p14:tracePt t="20604" x="8142288" y="4551363"/>
          <p14:tracePt t="20612" x="8150225" y="4524375"/>
          <p14:tracePt t="20620" x="8150225" y="4516438"/>
          <p14:tracePt t="20628" x="8167688" y="4481513"/>
          <p14:tracePt t="20636" x="8193088" y="4446588"/>
          <p14:tracePt t="20644" x="8210550" y="4411663"/>
          <p14:tracePt t="20652" x="8228013" y="4376738"/>
          <p14:tracePt t="20660" x="8255000" y="4324350"/>
          <p14:tracePt t="20668" x="8262938" y="4306888"/>
          <p14:tracePt t="20676" x="8272463" y="4279900"/>
          <p14:tracePt t="20684" x="8289925" y="4237038"/>
          <p14:tracePt t="20692" x="8297863" y="4210050"/>
          <p14:tracePt t="20700" x="8307388" y="4184650"/>
          <p14:tracePt t="20708" x="8307388" y="4157663"/>
          <p14:tracePt t="20716" x="8315325" y="4122738"/>
          <p14:tracePt t="20724" x="8332788" y="4106863"/>
          <p14:tracePt t="20732" x="8332788" y="4079875"/>
          <p14:tracePt t="20740" x="8342313" y="4044950"/>
          <p14:tracePt t="20748" x="8377238" y="3992563"/>
          <p14:tracePt t="20756" x="8385175" y="3949700"/>
          <p14:tracePt t="20764" x="8412163" y="3897313"/>
          <p14:tracePt t="20772" x="8420100" y="3835400"/>
          <p14:tracePt t="20780" x="8429625" y="3783013"/>
          <p14:tracePt t="20788" x="8455025" y="3748088"/>
          <p14:tracePt t="20796" x="8464550" y="3705225"/>
          <p14:tracePt t="20804" x="8472488" y="3678238"/>
          <p14:tracePt t="20812" x="8482013" y="3643313"/>
          <p14:tracePt t="20821" x="8482013" y="3608388"/>
          <p14:tracePt t="20828" x="8489950" y="3565525"/>
          <p14:tracePt t="20836" x="8489950" y="3522663"/>
          <p14:tracePt t="20844" x="8499475" y="3460750"/>
          <p14:tracePt t="20852" x="8507413" y="3408363"/>
          <p14:tracePt t="20860" x="8507413" y="3365500"/>
          <p14:tracePt t="20868" x="8507413" y="3313113"/>
          <p14:tracePt t="20881" x="8507413" y="3278188"/>
          <p14:tracePt t="20884" x="8507413" y="3233738"/>
          <p14:tracePt t="20892" x="8507413" y="3181350"/>
          <p14:tracePt t="20900" x="8507413" y="3146425"/>
          <p14:tracePt t="20908" x="8507413" y="3111500"/>
          <p14:tracePt t="20916" x="8507413" y="3078163"/>
          <p14:tracePt t="20924" x="8507413" y="3033713"/>
          <p14:tracePt t="20932" x="8507413" y="2998788"/>
          <p14:tracePt t="20940" x="8507413" y="2955925"/>
          <p14:tracePt t="20948" x="8507413" y="2911475"/>
          <p14:tracePt t="20956" x="8507413" y="2876550"/>
          <p14:tracePt t="20964" x="8507413" y="2841625"/>
          <p14:tracePt t="20972" x="8507413" y="2789238"/>
          <p14:tracePt t="20980" x="8507413" y="2754313"/>
          <p14:tracePt t="20988" x="8507413" y="2736850"/>
          <p14:tracePt t="20996" x="8524875" y="2701925"/>
          <p14:tracePt t="21004" x="8524875" y="2667000"/>
          <p14:tracePt t="21012" x="8524875" y="2641600"/>
          <p14:tracePt t="21020" x="8524875" y="2597150"/>
          <p14:tracePt t="21028" x="8524875" y="2571750"/>
          <p14:tracePt t="21036" x="8524875" y="2519363"/>
          <p14:tracePt t="21044" x="8524875" y="2449513"/>
          <p14:tracePt t="21052" x="8542338" y="2379663"/>
          <p14:tracePt t="21060" x="8542338" y="2336800"/>
          <p14:tracePt t="21068" x="8542338" y="2301875"/>
          <p14:tracePt t="21076" x="8542338" y="2266950"/>
          <p14:tracePt t="21084" x="8542338" y="2205038"/>
          <p14:tracePt t="21092" x="8542338" y="2170113"/>
          <p14:tracePt t="21100" x="8542338" y="2152650"/>
          <p14:tracePt t="21108" x="8542338" y="2109788"/>
          <p14:tracePt t="21116" x="8542338" y="2057400"/>
          <p14:tracePt t="21124" x="8542338" y="2022475"/>
          <p14:tracePt t="21132" x="8542338" y="1979613"/>
          <p14:tracePt t="21140" x="8542338" y="1952625"/>
          <p14:tracePt t="21148" x="8542338" y="1917700"/>
          <p14:tracePt t="21156" x="8542338" y="1900238"/>
          <p14:tracePt t="21164" x="8542338" y="1882775"/>
          <p14:tracePt t="21172" x="8542338" y="1865313"/>
          <p14:tracePt t="21180" x="8542338" y="1847850"/>
          <p14:tracePt t="21196" x="8542338" y="1839913"/>
          <p14:tracePt t="21204" x="8542338" y="1830388"/>
          <p14:tracePt t="21212" x="8542338" y="1822450"/>
          <p14:tracePt t="21292" x="8542338" y="1812925"/>
          <p14:tracePt t="21300" x="8542338" y="1804988"/>
          <p14:tracePt t="21316" x="8534400" y="1804988"/>
          <p14:tracePt t="21348" x="8524875" y="1804988"/>
          <p14:tracePt t="21356" x="8516938" y="1795463"/>
          <p14:tracePt t="21372" x="8507413" y="1795463"/>
          <p14:tracePt t="21388" x="8499475" y="1795463"/>
          <p14:tracePt t="21396" x="8489950" y="1795463"/>
          <p14:tracePt t="21404" x="8482013" y="1795463"/>
          <p14:tracePt t="21556" x="8472488" y="1795463"/>
          <p14:tracePt t="21588" x="8464550" y="1795463"/>
          <p14:tracePt t="21596" x="8455025" y="1804988"/>
          <p14:tracePt t="21812" x="8455025" y="1787525"/>
          <p14:tracePt t="21820" x="8447088" y="1787525"/>
          <p14:tracePt t="21829" x="8447088" y="1770063"/>
          <p14:tracePt t="21836" x="8437563" y="1752600"/>
          <p14:tracePt t="21852" x="8437563" y="1743075"/>
          <p14:tracePt t="21860" x="8437563" y="1735138"/>
          <p14:tracePt t="21876" x="8429625" y="1735138"/>
          <p14:tracePt t="21896" x="8420100" y="1700213"/>
          <p14:tracePt t="21900" x="8420100" y="1682750"/>
          <p14:tracePt t="21908" x="8402638" y="1673225"/>
          <p14:tracePt t="21916" x="8402638" y="1665288"/>
          <p14:tracePt t="21924" x="8402638" y="1638300"/>
          <p14:tracePt t="21932" x="8394700" y="1620838"/>
          <p14:tracePt t="21940" x="8394700" y="1612900"/>
          <p14:tracePt t="21948" x="8385175" y="1595438"/>
          <p14:tracePt t="21956" x="8377238" y="1568450"/>
          <p14:tracePt t="21964" x="8377238" y="1560513"/>
          <p14:tracePt t="21972" x="8359775" y="1543050"/>
          <p14:tracePt t="21980" x="8359775" y="1525588"/>
          <p14:tracePt t="21988" x="8350250" y="1508125"/>
          <p14:tracePt t="21996" x="8342313" y="1482725"/>
          <p14:tracePt t="22004" x="8324850" y="1455738"/>
          <p14:tracePt t="22013" x="8324850" y="1430338"/>
          <p14:tracePt t="22021" x="8324850" y="1403350"/>
          <p14:tracePt t="22029" x="8307388" y="1395413"/>
          <p14:tracePt t="22036" x="8307388" y="1385888"/>
          <p14:tracePt t="22044" x="8307388" y="1368425"/>
          <p14:tracePt t="22052" x="8307388" y="1360488"/>
          <p14:tracePt t="22060" x="8307388" y="1343025"/>
          <p14:tracePt t="22068" x="8307388" y="1316038"/>
          <p14:tracePt t="22076" x="8307388" y="1298575"/>
          <p14:tracePt t="22084" x="8307388" y="1273175"/>
          <p14:tracePt t="22092" x="8307388" y="1238250"/>
          <p14:tracePt t="22100" x="8307388" y="1193800"/>
          <p14:tracePt t="22108" x="8307388" y="1168400"/>
          <p14:tracePt t="22116" x="8307388" y="1141413"/>
          <p14:tracePt t="22124" x="8307388" y="1123950"/>
          <p14:tracePt t="22132" x="8307388" y="1106488"/>
          <p14:tracePt t="22148" x="8307388" y="1098550"/>
          <p14:tracePt t="22156" x="8307388" y="1089025"/>
          <p14:tracePt t="22164" x="8307388" y="1081088"/>
          <p14:tracePt t="22172" x="8307388" y="1071563"/>
          <p14:tracePt t="22180" x="8307388" y="1054100"/>
          <p14:tracePt t="22188" x="8307388" y="1046163"/>
          <p14:tracePt t="22196" x="8297863" y="1028700"/>
          <p14:tracePt t="22204" x="8289925" y="1011238"/>
          <p14:tracePt t="22212" x="8289925" y="1003300"/>
          <p14:tracePt t="22220" x="8280400" y="993775"/>
          <p14:tracePt t="22228" x="8272463" y="985838"/>
          <p14:tracePt t="22260" x="8262938" y="976313"/>
          <p14:tracePt t="22332" x="8262938" y="968375"/>
          <p14:tracePt t="22348" x="8255000" y="968375"/>
          <p14:tracePt t="22364" x="8245475" y="968375"/>
          <p14:tracePt t="22380" x="8228013" y="968375"/>
          <p14:tracePt t="22396" x="8220075" y="968375"/>
          <p14:tracePt t="22420" x="8210550" y="968375"/>
          <p14:tracePt t="22428" x="8202613" y="968375"/>
          <p14:tracePt t="22436" x="8193088" y="968375"/>
          <p14:tracePt t="22444" x="8177213" y="968375"/>
          <p14:tracePt t="22460" x="8167688" y="968375"/>
          <p14:tracePt t="22476" x="8150225" y="968375"/>
          <p14:tracePt t="22484" x="8142288" y="968375"/>
          <p14:tracePt t="22492" x="8124825" y="968375"/>
          <p14:tracePt t="22500" x="8115300" y="968375"/>
          <p14:tracePt t="22516" x="8107363" y="968375"/>
          <p14:tracePt t="22524" x="8097838" y="968375"/>
          <p14:tracePt t="22540" x="8089900" y="968375"/>
          <p14:tracePt t="22548" x="8080375" y="968375"/>
          <p14:tracePt t="22556" x="8072438" y="968375"/>
          <p14:tracePt t="22564" x="8062913" y="968375"/>
          <p14:tracePt t="22572" x="8054975" y="968375"/>
          <p14:tracePt t="22580" x="8045450" y="968375"/>
          <p14:tracePt t="22596" x="8037513" y="968375"/>
          <p14:tracePt t="22604" x="8027988" y="968375"/>
          <p14:tracePt t="22612" x="8010525" y="968375"/>
          <p14:tracePt t="22628" x="7993063" y="968375"/>
          <p14:tracePt t="22636" x="7985125" y="968375"/>
          <p14:tracePt t="22644" x="7975600" y="968375"/>
          <p14:tracePt t="22652" x="7967663" y="968375"/>
          <p14:tracePt t="22660" x="7958138" y="968375"/>
          <p14:tracePt t="22676" x="7940675" y="968375"/>
          <p14:tracePt t="22684" x="7932738" y="968375"/>
          <p14:tracePt t="22700" x="7923213" y="968375"/>
          <p14:tracePt t="22708" x="7915275" y="968375"/>
          <p14:tracePt t="22716" x="7905750" y="968375"/>
          <p14:tracePt t="22724" x="7905750" y="976313"/>
          <p14:tracePt t="22732" x="7897813" y="976313"/>
          <p14:tracePt t="22740" x="7897813" y="985838"/>
          <p14:tracePt t="22764" x="7888288" y="993775"/>
          <p14:tracePt t="22772" x="7880350" y="1003300"/>
          <p14:tracePt t="22804" x="7880350" y="1011238"/>
          <p14:tracePt t="22820" x="7880350" y="1020763"/>
          <p14:tracePt t="22828" x="7880350" y="1036638"/>
          <p14:tracePt t="22844" x="7880350" y="1046163"/>
          <p14:tracePt t="22860" x="7880350" y="1054100"/>
          <p14:tracePt t="22880" x="7880350" y="1071563"/>
          <p14:tracePt t="22884" x="7888288" y="1071563"/>
          <p14:tracePt t="22892" x="7888288" y="1081088"/>
          <p14:tracePt t="22900" x="7905750" y="1081088"/>
          <p14:tracePt t="22908" x="7923213" y="1089025"/>
          <p14:tracePt t="22916" x="7940675" y="1098550"/>
          <p14:tracePt t="22924" x="7958138" y="1098550"/>
          <p14:tracePt t="22932" x="7967663" y="1098550"/>
          <p14:tracePt t="22940" x="7993063" y="1098550"/>
          <p14:tracePt t="22948" x="8002588" y="1098550"/>
          <p14:tracePt t="22964" x="8020050" y="1106488"/>
          <p14:tracePt t="23852" x="8020050" y="1116013"/>
          <p14:tracePt t="23884" x="8020050" y="1123950"/>
          <p14:tracePt t="23908" x="8020050" y="1141413"/>
          <p14:tracePt t="23924" x="8020050" y="1150938"/>
          <p14:tracePt t="23940" x="8020050" y="1158875"/>
          <p14:tracePt t="23948" x="8020050" y="1168400"/>
          <p14:tracePt t="23972" x="8020050" y="1176338"/>
          <p14:tracePt t="24004" x="8010525" y="1185863"/>
          <p14:tracePt t="24012" x="8002588" y="1185863"/>
          <p14:tracePt t="24028" x="8002588" y="1193800"/>
          <p14:tracePt t="24068" x="8002588" y="1203325"/>
          <p14:tracePt t="24076" x="8002588" y="1211263"/>
          <p14:tracePt t="24108" x="8002588" y="1220788"/>
          <p14:tracePt t="24132" x="7993063" y="1228725"/>
          <p14:tracePt t="24164" x="7993063" y="1238250"/>
          <p14:tracePt t="24172" x="7993063" y="1246188"/>
          <p14:tracePt t="24196" x="7993063" y="1255713"/>
          <p14:tracePt t="24204" x="7993063" y="1263650"/>
          <p14:tracePt t="24212" x="7975600" y="1273175"/>
          <p14:tracePt t="24220" x="7975600" y="1281113"/>
          <p14:tracePt t="24228" x="7975600" y="1290638"/>
          <p14:tracePt t="24236" x="7975600" y="1298575"/>
          <p14:tracePt t="24244" x="7967663" y="1298575"/>
          <p14:tracePt t="24252" x="7967663" y="1325563"/>
          <p14:tracePt t="24260" x="7967663" y="1333500"/>
          <p14:tracePt t="24268" x="7958138" y="1350963"/>
          <p14:tracePt t="24284" x="7958138" y="1360488"/>
          <p14:tracePt t="24292" x="7950200" y="1385888"/>
          <p14:tracePt t="24300" x="7940675" y="1395413"/>
          <p14:tracePt t="24308" x="7940675" y="1403350"/>
          <p14:tracePt t="24316" x="7940675" y="1412875"/>
          <p14:tracePt t="24332" x="7940675" y="1430338"/>
          <p14:tracePt t="24340" x="7940675" y="1438275"/>
          <p14:tracePt t="24364" x="7940675" y="1447800"/>
          <p14:tracePt t="24372" x="7940675" y="1455738"/>
          <p14:tracePt t="24380" x="7940675" y="1465263"/>
          <p14:tracePt t="24396" x="7932738" y="1473200"/>
          <p14:tracePt t="24404" x="7932738" y="1482725"/>
          <p14:tracePt t="24412" x="7932738" y="1490663"/>
          <p14:tracePt t="24428" x="7932738" y="1500188"/>
          <p14:tracePt t="24436" x="7932738" y="1517650"/>
          <p14:tracePt t="24452" x="7923213" y="1535113"/>
          <p14:tracePt t="24468" x="7923213" y="1543050"/>
          <p14:tracePt t="24476" x="7923213" y="1550988"/>
          <p14:tracePt t="24484" x="7923213" y="1560513"/>
          <p14:tracePt t="24492" x="7915275" y="1568450"/>
          <p14:tracePt t="24500" x="7915275" y="1577975"/>
          <p14:tracePt t="24508" x="7915275" y="1595438"/>
          <p14:tracePt t="24516" x="7915275" y="1603375"/>
          <p14:tracePt t="24524" x="7915275" y="1620838"/>
          <p14:tracePt t="24532" x="7915275" y="1638300"/>
          <p14:tracePt t="24540" x="7915275" y="1655763"/>
          <p14:tracePt t="24548" x="7915275" y="1665288"/>
          <p14:tracePt t="24556" x="7915275" y="1673225"/>
          <p14:tracePt t="24564" x="7915275" y="1682750"/>
          <p14:tracePt t="24652" x="7915275" y="1690688"/>
          <p14:tracePt t="24668" x="7915275" y="1700213"/>
          <p14:tracePt t="24676" x="7915275" y="1708150"/>
          <p14:tracePt t="24692" x="7915275" y="1717675"/>
          <p14:tracePt t="24700" x="7915275" y="1725613"/>
          <p14:tracePt t="24708" x="7915275" y="1735138"/>
          <p14:tracePt t="24716" x="7915275" y="1743075"/>
          <p14:tracePt t="24724" x="7915275" y="1760538"/>
          <p14:tracePt t="24732" x="7915275" y="1770063"/>
          <p14:tracePt t="24740" x="7915275" y="1795463"/>
          <p14:tracePt t="24748" x="7915275" y="1822450"/>
          <p14:tracePt t="24756" x="7915275" y="1839913"/>
          <p14:tracePt t="24764" x="7915275" y="1865313"/>
          <p14:tracePt t="24772" x="7915275" y="1882775"/>
          <p14:tracePt t="24780" x="7915275" y="1900238"/>
          <p14:tracePt t="24788" x="7915275" y="1909763"/>
          <p14:tracePt t="24796" x="7915275" y="1927225"/>
          <p14:tracePt t="24805" x="7915275" y="1944688"/>
          <p14:tracePt t="24820" x="7915275" y="1952625"/>
          <p14:tracePt t="24828" x="7915275" y="1970088"/>
          <p14:tracePt t="24836" x="7915275" y="1979613"/>
          <p14:tracePt t="24844" x="7915275" y="1987550"/>
          <p14:tracePt t="24852" x="7915275" y="1997075"/>
          <p14:tracePt t="24860" x="7915275" y="2005013"/>
          <p14:tracePt t="24868" x="7915275" y="2014538"/>
          <p14:tracePt t="24876" x="7915275" y="2022475"/>
          <p14:tracePt t="24897" x="7915275" y="2039938"/>
          <p14:tracePt t="24900" x="7915275" y="2057400"/>
          <p14:tracePt t="24908" x="7905750" y="2065338"/>
          <p14:tracePt t="24916" x="7905750" y="2074863"/>
          <p14:tracePt t="24924" x="7905750" y="2082800"/>
          <p14:tracePt t="24932" x="7905750" y="2092325"/>
          <p14:tracePt t="24940" x="7905750" y="2100263"/>
          <p14:tracePt t="24948" x="7905750" y="2109788"/>
          <p14:tracePt t="24956" x="7897813" y="2127250"/>
          <p14:tracePt t="24972" x="7897813" y="2144713"/>
          <p14:tracePt t="24988" x="7897813" y="2162175"/>
          <p14:tracePt t="24996" x="7897813" y="2170113"/>
          <p14:tracePt t="25004" x="7888288" y="2170113"/>
          <p14:tracePt t="25012" x="7888288" y="2179638"/>
          <p14:tracePt t="25020" x="7880350" y="2197100"/>
          <p14:tracePt t="25036" x="7880350" y="2214563"/>
          <p14:tracePt t="25052" x="7862888" y="2222500"/>
          <p14:tracePt t="25060" x="7862888" y="2239963"/>
          <p14:tracePt t="25069" x="7862888" y="2249488"/>
          <p14:tracePt t="25076" x="7862888" y="2257425"/>
          <p14:tracePt t="25092" x="7862888" y="2274888"/>
          <p14:tracePt t="25100" x="7853363" y="2274888"/>
          <p14:tracePt t="25108" x="7853363" y="2284413"/>
          <p14:tracePt t="25116" x="7853363" y="2301875"/>
          <p14:tracePt t="25132" x="7853363" y="2309813"/>
          <p14:tracePt t="25140" x="7845425" y="2327275"/>
          <p14:tracePt t="25148" x="7835900" y="2327275"/>
          <p14:tracePt t="25156" x="7835900" y="2336800"/>
          <p14:tracePt t="25164" x="7835900" y="2344738"/>
          <p14:tracePt t="25172" x="7835900" y="2354263"/>
          <p14:tracePt t="25180" x="7835900" y="2362200"/>
          <p14:tracePt t="25188" x="7835900" y="2371725"/>
          <p14:tracePt t="25204" x="7835900" y="2379663"/>
          <p14:tracePt t="25236" x="7835900" y="2389188"/>
          <p14:tracePt t="25252" x="7835900" y="2397125"/>
          <p14:tracePt t="25268" x="7835900" y="2406650"/>
          <p14:tracePt t="25284" x="7835900" y="2414588"/>
          <p14:tracePt t="25300" x="7835900" y="2424113"/>
          <p14:tracePt t="25316" x="7835900" y="2432050"/>
          <p14:tracePt t="25356" x="7835900" y="2441575"/>
          <p14:tracePt t="25372" x="7835900" y="2449513"/>
          <p14:tracePt t="25396" x="7835900" y="2459038"/>
          <p14:tracePt t="25460" x="7835900" y="2466975"/>
          <p14:tracePt t="25476" x="7835900" y="2476500"/>
          <p14:tracePt t="25516" x="7845425" y="2484438"/>
          <p14:tracePt t="25556" x="7853363" y="2493963"/>
          <p14:tracePt t="25580" x="7862888" y="2501900"/>
          <p14:tracePt t="25604" x="7870825" y="2511425"/>
          <p14:tracePt t="25620" x="7880350" y="2519363"/>
          <p14:tracePt t="25676" x="7888288" y="2519363"/>
          <p14:tracePt t="25861" x="7905750" y="2519363"/>
          <p14:tracePt t="26189" x="7915275" y="2519363"/>
          <p14:tracePt t="26204" x="7932738" y="2519363"/>
          <p14:tracePt t="26220" x="7950200" y="2519363"/>
          <p14:tracePt t="26228" x="7967663" y="2519363"/>
          <p14:tracePt t="26236" x="7985125" y="2519363"/>
          <p14:tracePt t="26244" x="8027988" y="2546350"/>
          <p14:tracePt t="26260" x="8054975" y="2546350"/>
          <p14:tracePt t="26268" x="8062913" y="2546350"/>
          <p14:tracePt t="26276" x="8089900" y="2546350"/>
          <p14:tracePt t="26284" x="8097838" y="2546350"/>
          <p14:tracePt t="26292" x="8124825" y="2546350"/>
          <p14:tracePt t="26300" x="8150225" y="2546350"/>
          <p14:tracePt t="26308" x="8177213" y="2546350"/>
          <p14:tracePt t="26316" x="8202613" y="2546350"/>
          <p14:tracePt t="26324" x="8220075" y="2546350"/>
          <p14:tracePt t="26332" x="8255000" y="2546350"/>
          <p14:tracePt t="26340" x="8262938" y="2546350"/>
          <p14:tracePt t="26348" x="8280400" y="2546350"/>
          <p14:tracePt t="26356" x="8307388" y="2546350"/>
          <p14:tracePt t="26364" x="8315325" y="2546350"/>
          <p14:tracePt t="26372" x="8342313" y="2546350"/>
          <p14:tracePt t="26380" x="8350250" y="2546350"/>
          <p14:tracePt t="26388" x="8359775" y="2546350"/>
          <p14:tracePt t="26396" x="8377238" y="2546350"/>
          <p14:tracePt t="26404" x="8385175" y="2546350"/>
          <p14:tracePt t="26413" x="8402638" y="2546350"/>
          <p14:tracePt t="26420" x="8412163" y="2546350"/>
          <p14:tracePt t="26429" x="8420100" y="2546350"/>
          <p14:tracePt t="26436" x="8429625" y="2546350"/>
          <p14:tracePt t="26452" x="8437563" y="2546350"/>
          <p14:tracePt t="26468" x="8447088" y="2546350"/>
          <p14:tracePt t="26476" x="8455025" y="2546350"/>
          <p14:tracePt t="26508" x="8455025" y="2536825"/>
          <p14:tracePt t="26725" x="8464550" y="2536825"/>
          <p14:tracePt t="26748" x="8472488" y="2554288"/>
          <p14:tracePt t="26756" x="8472488" y="2563813"/>
          <p14:tracePt t="26764" x="8472488" y="2571750"/>
          <p14:tracePt t="26772" x="8472488" y="2579688"/>
          <p14:tracePt t="26780" x="8482013" y="2589213"/>
          <p14:tracePt t="26788" x="8482013" y="2597150"/>
          <p14:tracePt t="26796" x="8489950" y="2624138"/>
          <p14:tracePt t="26804" x="8489950" y="2632075"/>
          <p14:tracePt t="26812" x="8499475" y="2659063"/>
          <p14:tracePt t="26820" x="8516938" y="2667000"/>
          <p14:tracePt t="26829" x="8516938" y="2693988"/>
          <p14:tracePt t="26836" x="8524875" y="2728913"/>
          <p14:tracePt t="26852" x="8534400" y="2746375"/>
          <p14:tracePt t="26860" x="8542338" y="2771775"/>
          <p14:tracePt t="26868" x="8542338" y="2798763"/>
          <p14:tracePt t="26880" x="8551863" y="2816225"/>
          <p14:tracePt t="26884" x="8551863" y="2833688"/>
          <p14:tracePt t="26892" x="8559800" y="2851150"/>
          <p14:tracePt t="26900" x="8569325" y="2868613"/>
          <p14:tracePt t="26908" x="8569325" y="2886075"/>
          <p14:tracePt t="26916" x="8569325" y="2894013"/>
          <p14:tracePt t="26924" x="8569325" y="2921000"/>
          <p14:tracePt t="26932" x="8569325" y="2938463"/>
          <p14:tracePt t="26940" x="8569325" y="2946400"/>
          <p14:tracePt t="26948" x="8569325" y="2955925"/>
          <p14:tracePt t="26956" x="8569325" y="2963863"/>
          <p14:tracePt t="26964" x="8569325" y="2973388"/>
          <p14:tracePt t="26980" x="8577263" y="2990850"/>
          <p14:tracePt t="27004" x="8577263" y="2998788"/>
          <p14:tracePt t="27196" x="8569325" y="2998788"/>
          <p14:tracePt t="27204" x="8542338" y="2981325"/>
          <p14:tracePt t="27212" x="8534400" y="2963863"/>
          <p14:tracePt t="27220" x="8516938" y="2955925"/>
          <p14:tracePt t="27228" x="8499475" y="2938463"/>
          <p14:tracePt t="27237" x="8482013" y="2928938"/>
          <p14:tracePt t="27244" x="8464550" y="2928938"/>
          <p14:tracePt t="27252" x="8455025" y="2921000"/>
          <p14:tracePt t="27260" x="8447088" y="2921000"/>
          <p14:tracePt t="27268" x="8429625" y="2911475"/>
          <p14:tracePt t="27276" x="8420100" y="2911475"/>
          <p14:tracePt t="27292" x="8412163" y="2911475"/>
          <p14:tracePt t="27300" x="8402638" y="2911475"/>
          <p14:tracePt t="27316" x="8394700" y="2911475"/>
          <p14:tracePt t="27324" x="8377238" y="2911475"/>
          <p14:tracePt t="27332" x="8367713" y="2911475"/>
          <p14:tracePt t="27340" x="8350250" y="2911475"/>
          <p14:tracePt t="27348" x="8342313" y="2911475"/>
          <p14:tracePt t="27356" x="8324850" y="2911475"/>
          <p14:tracePt t="27364" x="8307388" y="2911475"/>
          <p14:tracePt t="27373" x="8280400" y="2911475"/>
          <p14:tracePt t="27380" x="8255000" y="2911475"/>
          <p14:tracePt t="27388" x="8220075" y="2921000"/>
          <p14:tracePt t="27396" x="8167688" y="2938463"/>
          <p14:tracePt t="27404" x="8142288" y="2955925"/>
          <p14:tracePt t="27412" x="8107363" y="2981325"/>
          <p14:tracePt t="27420" x="8089900" y="2998788"/>
          <p14:tracePt t="27428" x="8062913" y="3016250"/>
          <p14:tracePt t="27436" x="8054975" y="3025775"/>
          <p14:tracePt t="27444" x="8045450" y="3043238"/>
          <p14:tracePt t="27452" x="8037513" y="3051175"/>
          <p14:tracePt t="27460" x="8027988" y="3051175"/>
          <p14:tracePt t="27468" x="8027988" y="3068638"/>
          <p14:tracePt t="27476" x="8027988" y="3086100"/>
          <p14:tracePt t="27484" x="8027988" y="3094038"/>
          <p14:tracePt t="28460" x="8037513" y="3111500"/>
          <p14:tracePt t="28468" x="8037513" y="3121025"/>
          <p14:tracePt t="28476" x="8045450" y="3128963"/>
          <p14:tracePt t="28484" x="8054975" y="3138488"/>
          <p14:tracePt t="28492" x="8062913" y="3138488"/>
          <p14:tracePt t="28500" x="8062913" y="3146425"/>
          <p14:tracePt t="28508" x="8062913" y="3155950"/>
          <p14:tracePt t="28532" x="8062913" y="3163888"/>
          <p14:tracePt t="28548" x="8062913" y="3173413"/>
          <p14:tracePt t="28564" x="8072438" y="3190875"/>
          <p14:tracePt t="28572" x="8072438" y="3198813"/>
          <p14:tracePt t="28580" x="8080375" y="3208338"/>
          <p14:tracePt t="28588" x="8080375" y="3216275"/>
          <p14:tracePt t="28596" x="8080375" y="3225800"/>
          <p14:tracePt t="28604" x="8089900" y="3243263"/>
          <p14:tracePt t="28620" x="8097838" y="3260725"/>
          <p14:tracePt t="28629" x="8097838" y="3268663"/>
          <p14:tracePt t="28636" x="8097838" y="3295650"/>
          <p14:tracePt t="28644" x="8097838" y="3303588"/>
          <p14:tracePt t="28652" x="8097838" y="3313113"/>
          <p14:tracePt t="28660" x="8097838" y="3330575"/>
          <p14:tracePt t="28668" x="8115300" y="3355975"/>
          <p14:tracePt t="28684" x="8124825" y="3382963"/>
          <p14:tracePt t="28692" x="8124825" y="3400425"/>
          <p14:tracePt t="28700" x="8132763" y="3417888"/>
          <p14:tracePt t="28708" x="8142288" y="3425825"/>
          <p14:tracePt t="28716" x="8142288" y="3443288"/>
          <p14:tracePt t="28724" x="8142288" y="3452813"/>
          <p14:tracePt t="28732" x="8150225" y="3470275"/>
          <p14:tracePt t="28740" x="8159750" y="3487738"/>
          <p14:tracePt t="28748" x="8159750" y="3505200"/>
          <p14:tracePt t="28764" x="8159750" y="3513138"/>
          <p14:tracePt t="28788" x="8159750" y="3530600"/>
          <p14:tracePt t="28796" x="8167688" y="3530600"/>
          <p14:tracePt t="28804" x="8177213" y="3548063"/>
          <p14:tracePt t="28836" x="8177213" y="3557588"/>
          <p14:tracePt t="28852" x="8185150" y="3565525"/>
          <p14:tracePt t="28876" x="8185150" y="3575050"/>
          <p14:tracePt t="28892" x="8185150" y="3582988"/>
          <p14:tracePt t="28900" x="8185150" y="3592513"/>
          <p14:tracePt t="28916" x="8193088" y="3600450"/>
          <p14:tracePt t="28924" x="8193088" y="3608388"/>
          <p14:tracePt t="28932" x="8202613" y="3625850"/>
          <p14:tracePt t="28964" x="8202613" y="3635375"/>
          <p14:tracePt t="29084" x="8210550" y="3635375"/>
          <p14:tracePt t="29196" x="8210550" y="3625850"/>
          <p14:tracePt t="29212" x="8210550" y="3617913"/>
          <p14:tracePt t="29220" x="8210550" y="3608388"/>
          <p14:tracePt t="29228" x="8210550" y="3600450"/>
          <p14:tracePt t="29236" x="8210550" y="3592513"/>
          <p14:tracePt t="29252" x="8210550" y="3575050"/>
          <p14:tracePt t="29292" x="8202613" y="3565525"/>
          <p14:tracePt t="29437" x="8185150" y="3557588"/>
          <p14:tracePt t="29460" x="8177213" y="3557588"/>
          <p14:tracePt t="29468" x="8177213" y="3548063"/>
          <p14:tracePt t="29788" x="8167688" y="3548063"/>
          <p14:tracePt t="29796" x="8159750" y="3540125"/>
          <p14:tracePt t="29812" x="8150225" y="3540125"/>
          <p14:tracePt t="29876" x="8142288" y="3540125"/>
          <p14:tracePt t="29884" x="8132763" y="3540125"/>
          <p14:tracePt t="29916" x="8124825" y="3540125"/>
          <p14:tracePt t="29932" x="8115300" y="3540125"/>
          <p14:tracePt t="29996" x="8107363" y="3540125"/>
          <p14:tracePt t="30028" x="8097838" y="3540125"/>
          <p14:tracePt t="30140" x="8089900" y="3540125"/>
          <p14:tracePt t="30164" x="8080375" y="3540125"/>
          <p14:tracePt t="31164" x="8072438" y="3540125"/>
          <p14:tracePt t="31180" x="8072438" y="3548063"/>
          <p14:tracePt t="31188" x="8062913" y="3548063"/>
          <p14:tracePt t="31204" x="8054975" y="3557588"/>
          <p14:tracePt t="31220" x="8054975" y="3565525"/>
          <p14:tracePt t="31229" x="8054975" y="3575050"/>
          <p14:tracePt t="31236" x="8054975" y="3582988"/>
          <p14:tracePt t="31244" x="8062913" y="3592513"/>
          <p14:tracePt t="31308" x="8072438" y="3600450"/>
          <p14:tracePt t="31324" x="8089900" y="3608388"/>
          <p14:tracePt t="31332" x="8107363" y="3608388"/>
          <p14:tracePt t="31340" x="8115300" y="3608388"/>
          <p14:tracePt t="31356" x="8124825" y="3608388"/>
          <p14:tracePt t="31364" x="8124825" y="3617913"/>
          <p14:tracePt t="31388" x="8132763" y="3617913"/>
          <p14:tracePt t="31436" x="8142288" y="3617913"/>
          <p14:tracePt t="31452" x="8142288" y="3608388"/>
          <p14:tracePt t="31476" x="8142288" y="3600450"/>
          <p14:tracePt t="31484" x="8142288" y="3592513"/>
          <p14:tracePt t="31508" x="8142288" y="3575050"/>
          <p14:tracePt t="31516" x="8142288" y="3565525"/>
          <p14:tracePt t="31524" x="8124825" y="3565525"/>
          <p14:tracePt t="31532" x="8107363" y="3565525"/>
          <p14:tracePt t="31548" x="8089900" y="3557588"/>
          <p14:tracePt t="31556" x="8072438" y="3548063"/>
          <p14:tracePt t="31572" x="8054975" y="3548063"/>
          <p14:tracePt t="31580" x="8037513" y="3540125"/>
          <p14:tracePt t="31588" x="8020050" y="3530600"/>
          <p14:tracePt t="31596" x="7967663" y="3505200"/>
          <p14:tracePt t="31604" x="7940675" y="3495675"/>
          <p14:tracePt t="31612" x="7897813" y="3470275"/>
          <p14:tracePt t="31620" x="7835900" y="3435350"/>
          <p14:tracePt t="31628" x="7766050" y="3400425"/>
          <p14:tracePt t="31636" x="7680325" y="3330575"/>
          <p14:tracePt t="31644" x="7593013" y="3260725"/>
          <p14:tracePt t="31652" x="7540625" y="3216275"/>
          <p14:tracePt t="31660" x="7505700" y="3181350"/>
          <p14:tracePt t="31669" x="7470775" y="3146425"/>
          <p14:tracePt t="31676" x="7443788" y="3103563"/>
          <p14:tracePt t="31684" x="7426325" y="3068638"/>
          <p14:tracePt t="31692" x="7418388" y="3025775"/>
          <p14:tracePt t="31700" x="7408863" y="2990850"/>
          <p14:tracePt t="31708" x="7408863" y="2955925"/>
          <p14:tracePt t="31716" x="7408863" y="2921000"/>
          <p14:tracePt t="31724" x="7408863" y="2868613"/>
          <p14:tracePt t="31733" x="7408863" y="2798763"/>
          <p14:tracePt t="31740" x="7408863" y="2754313"/>
          <p14:tracePt t="31748" x="7408863" y="2701925"/>
          <p14:tracePt t="31756" x="7408863" y="2624138"/>
          <p14:tracePt t="31764" x="7426325" y="2536825"/>
          <p14:tracePt t="31772" x="7453313" y="2466975"/>
          <p14:tracePt t="31780" x="7470775" y="2397125"/>
          <p14:tracePt t="31788" x="7478713" y="2344738"/>
          <p14:tracePt t="31797" x="7505700" y="2274888"/>
          <p14:tracePt t="31804" x="7513638" y="2222500"/>
          <p14:tracePt t="31813" x="7531100" y="2170113"/>
          <p14:tracePt t="31820" x="7548563" y="2135188"/>
          <p14:tracePt t="31828" x="7558088" y="2092325"/>
          <p14:tracePt t="31836" x="7583488" y="2032000"/>
          <p14:tracePt t="31844" x="7593013" y="1987550"/>
          <p14:tracePt t="31852" x="7600950" y="1962150"/>
          <p14:tracePt t="31860" x="7600950" y="1935163"/>
          <p14:tracePt t="31868" x="7610475" y="1900238"/>
          <p14:tracePt t="31881" x="7627938" y="1882775"/>
          <p14:tracePt t="31884" x="7627938" y="1874838"/>
          <p14:tracePt t="31892" x="7627938" y="1857375"/>
          <p14:tracePt t="31900" x="7635875" y="1839913"/>
          <p14:tracePt t="31908" x="7653338" y="1795463"/>
          <p14:tracePt t="31916" x="7653338" y="1787525"/>
          <p14:tracePt t="31924" x="7662863" y="1752600"/>
          <p14:tracePt t="31932" x="7688263" y="1717675"/>
          <p14:tracePt t="31940" x="7697788" y="1700213"/>
          <p14:tracePt t="31948" x="7713663" y="1673225"/>
          <p14:tracePt t="31956" x="7731125" y="1655763"/>
          <p14:tracePt t="31964" x="7740650" y="1630363"/>
          <p14:tracePt t="31972" x="7758113" y="1612900"/>
          <p14:tracePt t="31981" x="7766050" y="1603375"/>
          <p14:tracePt t="31988" x="7783513" y="1585913"/>
          <p14:tracePt t="31996" x="7800975" y="1577975"/>
          <p14:tracePt t="32004" x="7818438" y="1560513"/>
          <p14:tracePt t="32012" x="7827963" y="1550988"/>
          <p14:tracePt t="32020" x="7835900" y="1535113"/>
          <p14:tracePt t="32028" x="7845425" y="1535113"/>
          <p14:tracePt t="32036" x="7853363" y="1517650"/>
          <p14:tracePt t="32044" x="7862888" y="1517650"/>
          <p14:tracePt t="32052" x="7862888" y="1508125"/>
          <p14:tracePt t="32068" x="7870825" y="1508125"/>
          <p14:tracePt t="32084" x="7880350" y="1508125"/>
          <p14:tracePt t="33581" x="7880350" y="1500188"/>
          <p14:tracePt t="34108" x="7880350" y="1490663"/>
          <p14:tracePt t="34116" x="7880350" y="1482725"/>
          <p14:tracePt t="34132" x="7853363" y="1482725"/>
          <p14:tracePt t="34140" x="7845425" y="1482725"/>
          <p14:tracePt t="34148" x="7827963" y="1482725"/>
          <p14:tracePt t="34156" x="7810500" y="1482725"/>
          <p14:tracePt t="34164" x="7783513" y="1482725"/>
          <p14:tracePt t="34172" x="7766050" y="1482725"/>
          <p14:tracePt t="34180" x="7731125" y="1490663"/>
          <p14:tracePt t="34188" x="7705725" y="1508125"/>
          <p14:tracePt t="34196" x="7653338" y="1535113"/>
          <p14:tracePt t="34204" x="7575550" y="1560513"/>
          <p14:tracePt t="34213" x="7505700" y="1585913"/>
          <p14:tracePt t="34220" x="7418388" y="1620838"/>
          <p14:tracePt t="34228" x="7339013" y="1665288"/>
          <p14:tracePt t="34236" x="7251700" y="1700213"/>
          <p14:tracePt t="34244" x="7156450" y="1735138"/>
          <p14:tracePt t="34252" x="7061200" y="1795463"/>
          <p14:tracePt t="34260" x="6877050" y="1909763"/>
          <p14:tracePt t="34269" x="6669088" y="2014538"/>
          <p14:tracePt t="34276" x="6467475" y="2109788"/>
          <p14:tracePt t="34284" x="6215063" y="2239963"/>
          <p14:tracePt t="34292" x="5970588" y="2344738"/>
          <p14:tracePt t="34300" x="5762625" y="2476500"/>
          <p14:tracePt t="34308" x="5535613" y="2554288"/>
          <p14:tracePt t="34316" x="5316538" y="2649538"/>
          <p14:tracePt t="34324" x="5151438" y="2684463"/>
          <p14:tracePt t="34332" x="4986338" y="2746375"/>
          <p14:tracePt t="34340" x="4846638" y="2781300"/>
          <p14:tracePt t="34348" x="4733925" y="2816225"/>
          <p14:tracePt t="34356" x="4629150" y="2868613"/>
          <p14:tracePt t="34364" x="4524375" y="2921000"/>
          <p14:tracePt t="34372" x="4437063" y="2946400"/>
          <p14:tracePt t="34381" x="4324350" y="3008313"/>
          <p14:tracePt t="34388" x="4244975" y="3068638"/>
          <p14:tracePt t="34396" x="4149725" y="3128963"/>
          <p14:tracePt t="34404" x="4087813" y="3173413"/>
          <p14:tracePt t="34413" x="4000500" y="3251200"/>
          <p14:tracePt t="34420" x="3957638" y="3286125"/>
          <p14:tracePt t="34428" x="3913188" y="3348038"/>
          <p14:tracePt t="34436" x="3895725" y="3400425"/>
          <p14:tracePt t="34444" x="3895725" y="3435350"/>
          <p14:tracePt t="34452" x="3895725" y="3487738"/>
          <p14:tracePt t="34460" x="3905250" y="3495675"/>
          <p14:tracePt t="34700" x="3878263" y="3505200"/>
          <p14:tracePt t="34708" x="3860800" y="3513138"/>
          <p14:tracePt t="34716" x="3844925" y="3522663"/>
          <p14:tracePt t="34724" x="3810000" y="3522663"/>
          <p14:tracePt t="34732" x="3757613" y="3548063"/>
          <p14:tracePt t="34740" x="3713163" y="3548063"/>
          <p14:tracePt t="34748" x="3678238" y="3575050"/>
          <p14:tracePt t="34756" x="3635375" y="3592513"/>
          <p14:tracePt t="34764" x="3573463" y="3617913"/>
          <p14:tracePt t="34772" x="3513138" y="3643313"/>
          <p14:tracePt t="34780" x="3451225" y="3670300"/>
          <p14:tracePt t="34788" x="3365500" y="3713163"/>
          <p14:tracePt t="34796" x="3303588" y="3730625"/>
          <p14:tracePt t="34804" x="3243263" y="3765550"/>
          <p14:tracePt t="34813" x="3190875" y="3783013"/>
          <p14:tracePt t="34820" x="3111500" y="3817938"/>
          <p14:tracePt t="34828" x="3033713" y="3844925"/>
          <p14:tracePt t="34836" x="2954338" y="3870325"/>
          <p14:tracePt t="34844" x="2876550" y="3897313"/>
          <p14:tracePt t="34852" x="2816225" y="3914775"/>
          <p14:tracePt t="34860" x="2754313" y="3932238"/>
          <p14:tracePt t="34868" x="2701925" y="3940175"/>
          <p14:tracePt t="34881" x="2667000" y="3949700"/>
          <p14:tracePt t="34884" x="2614613" y="3975100"/>
          <p14:tracePt t="34892" x="2579688" y="3984625"/>
          <p14:tracePt t="34900" x="2527300" y="3992563"/>
          <p14:tracePt t="34908" x="2466975" y="4019550"/>
          <p14:tracePt t="34916" x="2414588" y="4027488"/>
          <p14:tracePt t="34924" x="2389188" y="4037013"/>
          <p14:tracePt t="34932" x="2362200" y="4044950"/>
          <p14:tracePt t="34940" x="2344738" y="4054475"/>
          <p14:tracePt t="34948" x="2327275" y="4054475"/>
          <p14:tracePt t="34956" x="2327275" y="4062413"/>
          <p14:tracePt t="34972" x="2319338" y="4062413"/>
          <p14:tracePt t="34996" x="2301875" y="4062413"/>
          <p14:tracePt t="35013" x="2301875" y="4071938"/>
          <p14:tracePt t="35060" x="2292350" y="4071938"/>
          <p14:tracePt t="35068" x="2292350" y="4089400"/>
          <p14:tracePt t="35076" x="2292350" y="4106863"/>
          <p14:tracePt t="35084" x="2301875" y="4114800"/>
          <p14:tracePt t="35092" x="2344738" y="4114800"/>
          <p14:tracePt t="35309" x="2344738" y="4122738"/>
          <p14:tracePt t="35316" x="2336800" y="4122738"/>
          <p14:tracePt t="35333" x="2327275" y="4122738"/>
          <p14:tracePt t="35356" x="2327275" y="4132263"/>
          <p14:tracePt t="35372" x="2309813" y="4149725"/>
          <p14:tracePt t="35380" x="2301875" y="4149725"/>
          <p14:tracePt t="35388" x="2292350" y="4149725"/>
          <p14:tracePt t="35396" x="2274888" y="4167188"/>
          <p14:tracePt t="35404" x="2257425" y="4175125"/>
          <p14:tracePt t="35413" x="2249488" y="4184650"/>
          <p14:tracePt t="35420" x="2232025" y="4202113"/>
          <p14:tracePt t="35428" x="2205038" y="4210050"/>
          <p14:tracePt t="35436" x="2197100" y="4219575"/>
          <p14:tracePt t="35444" x="2187575" y="4219575"/>
          <p14:tracePt t="35452" x="2179638" y="4227513"/>
          <p14:tracePt t="35468" x="2179638" y="4237038"/>
          <p14:tracePt t="35476" x="2170113" y="4237038"/>
          <p14:tracePt t="35492" x="2162175" y="4237038"/>
          <p14:tracePt t="36053" x="2162175" y="4254500"/>
          <p14:tracePt t="36068" x="2162175" y="4262438"/>
          <p14:tracePt t="36084" x="2162175" y="4279900"/>
          <p14:tracePt t="36100" x="2162175" y="4289425"/>
          <p14:tracePt t="36220" x="2162175" y="4306888"/>
          <p14:tracePt t="36268" x="2162175" y="4314825"/>
          <p14:tracePt t="36284" x="2162175" y="4324350"/>
          <p14:tracePt t="36292" x="2162175" y="4332288"/>
          <p14:tracePt t="36300" x="2162175" y="4341813"/>
          <p14:tracePt t="36308" x="2162175" y="4359275"/>
          <p14:tracePt t="36316" x="2162175" y="4367213"/>
          <p14:tracePt t="36332" x="2162175" y="4384675"/>
          <p14:tracePt t="36340" x="2162175" y="4394200"/>
          <p14:tracePt t="36356" x="2152650" y="4402138"/>
          <p14:tracePt t="36364" x="2152650" y="4411663"/>
          <p14:tracePt t="36372" x="2144713" y="4429125"/>
          <p14:tracePt t="36388" x="2135188" y="4437063"/>
          <p14:tracePt t="36396" x="2127250" y="4446588"/>
          <p14:tracePt t="36420" x="2117725" y="4454525"/>
          <p14:tracePt t="36452" x="2109788" y="4464050"/>
          <p14:tracePt t="36468" x="2100263" y="4471988"/>
          <p14:tracePt t="36484" x="2092325" y="4481513"/>
          <p14:tracePt t="36492" x="2082800" y="4481513"/>
          <p14:tracePt t="36508" x="2074863" y="4481513"/>
          <p14:tracePt t="36516" x="2065338" y="4498975"/>
          <p14:tracePt t="36548" x="2057400" y="4498975"/>
          <p14:tracePt t="36588" x="2047875" y="4498975"/>
          <p14:tracePt t="36612" x="2039938" y="4498975"/>
          <p14:tracePt t="36676" x="2030413" y="4498975"/>
          <p14:tracePt t="36708" x="2022475" y="4498975"/>
          <p14:tracePt t="36732" x="2012950" y="4498975"/>
          <p14:tracePt t="36740" x="2005013" y="4489450"/>
          <p14:tracePt t="36764" x="1995488" y="4489450"/>
          <p14:tracePt t="36860" x="1995488" y="4481513"/>
          <p14:tracePt t="36892" x="1978025" y="4471988"/>
          <p14:tracePt t="36996" x="1970088" y="4464050"/>
          <p14:tracePt t="37028" x="1970088" y="4454525"/>
          <p14:tracePt t="37140" x="1952625" y="4446588"/>
          <p14:tracePt t="37148" x="1952625" y="4437063"/>
          <p14:tracePt t="37164" x="1952625" y="4429125"/>
          <p14:tracePt t="37196" x="1952625" y="4419600"/>
          <p14:tracePt t="37212" x="1943100" y="4419600"/>
          <p14:tracePt t="38845" x="1943100" y="4411663"/>
          <p14:tracePt t="38868" x="1943100" y="4402138"/>
          <p14:tracePt t="38900" x="1943100" y="4394200"/>
          <p14:tracePt t="38924" x="1943100" y="4384675"/>
          <p14:tracePt t="38932" x="1943100" y="4376738"/>
          <p14:tracePt t="38940" x="1952625" y="4367213"/>
          <p14:tracePt t="38956" x="1952625" y="4349750"/>
          <p14:tracePt t="38964" x="1952625" y="4324350"/>
          <p14:tracePt t="38972" x="1952625" y="4306888"/>
          <p14:tracePt t="38980" x="1952625" y="4262438"/>
          <p14:tracePt t="38988" x="1960563" y="4237038"/>
          <p14:tracePt t="38996" x="1970088" y="4202113"/>
          <p14:tracePt t="39004" x="1987550" y="4149725"/>
          <p14:tracePt t="39013" x="2005013" y="4097338"/>
          <p14:tracePt t="39020" x="2012950" y="4027488"/>
          <p14:tracePt t="39029" x="2039938" y="3949700"/>
          <p14:tracePt t="39036" x="2092325" y="3852863"/>
          <p14:tracePt t="39044" x="2144713" y="3695700"/>
          <p14:tracePt t="39052" x="2222500" y="3513138"/>
          <p14:tracePt t="39060" x="2309813" y="3251200"/>
          <p14:tracePt t="39068" x="2414588" y="2981325"/>
          <p14:tracePt t="39076" x="2492375" y="2763838"/>
          <p14:tracePt t="39084" x="2579688" y="2519363"/>
          <p14:tracePt t="39092" x="2693988" y="2292350"/>
          <p14:tracePt t="39100" x="2771775" y="2117725"/>
          <p14:tracePt t="39108" x="2841625" y="1944688"/>
          <p14:tracePt t="39116" x="2963863" y="1752600"/>
          <p14:tracePt t="39124" x="3111500" y="1543050"/>
          <p14:tracePt t="39132" x="3251200" y="1325563"/>
          <p14:tracePt t="39140" x="3416300" y="1089025"/>
          <p14:tracePt t="39148" x="3556000" y="881063"/>
          <p14:tracePt t="39156" x="3625850" y="723900"/>
          <p14:tracePt t="39164" x="3678238" y="609600"/>
          <p14:tracePt t="39172" x="3705225" y="531813"/>
          <p14:tracePt t="39180" x="3722688" y="454025"/>
          <p14:tracePt t="39188" x="3722688" y="401638"/>
          <p14:tracePt t="39196" x="3740150" y="357188"/>
          <p14:tracePt t="39204" x="3757613" y="304800"/>
          <p14:tracePt t="39213" x="3757613" y="269875"/>
          <p14:tracePt t="39220" x="3765550" y="234950"/>
          <p14:tracePt t="39229" x="3765550" y="209550"/>
          <p14:tracePt t="39236" x="3775075" y="174625"/>
          <p14:tracePt t="39244" x="3775075" y="157163"/>
          <p14:tracePt t="39252" x="3775075" y="130175"/>
          <p14:tracePt t="39260" x="3775075" y="112713"/>
          <p14:tracePt t="39268" x="3775075" y="95250"/>
          <p14:tracePt t="39276" x="3775075" y="52388"/>
          <p14:tracePt t="39284" x="3775075" y="2540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KEY VALUE</a:t>
            </a:r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Is this really what you need?</a:t>
            </a:r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18" name="Google Shape;218;p13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WE NEED TO USE EM ALGORITHM?</a:t>
            </a:r>
            <a:endParaRPr/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7575300" cy="31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b="1" i="1">
                <a:latin typeface="Roboto Condensed"/>
                <a:ea typeface="Roboto Condensed"/>
                <a:cs typeface="Roboto Condensed"/>
                <a:sym typeface="Roboto Condensed"/>
              </a:rPr>
              <a:t>incomplete dataset</a:t>
            </a:r>
            <a:r>
              <a:rPr lang="en"/>
              <a:t> (e.g. did not have any groups/labels in your data), 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but need to </a:t>
            </a:r>
            <a:r>
              <a:rPr lang="en" b="1" i="1">
                <a:latin typeface="Roboto Condensed"/>
                <a:ea typeface="Roboto Condensed"/>
                <a:cs typeface="Roboto Condensed"/>
                <a:sym typeface="Roboto Condensed"/>
              </a:rPr>
              <a:t>estimate the parameter</a:t>
            </a:r>
            <a:r>
              <a:rPr lang="en" i="1"/>
              <a:t> </a:t>
            </a:r>
            <a:r>
              <a:rPr lang="en"/>
              <a:t>for that group/labels.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▰"/>
            </a:pPr>
            <a:r>
              <a:rPr lang="en"/>
              <a:t>It called “</a:t>
            </a:r>
            <a:r>
              <a:rPr lang="en" b="1" i="1">
                <a:latin typeface="Roboto Condensed"/>
                <a:ea typeface="Roboto Condensed"/>
                <a:cs typeface="Roboto Condensed"/>
                <a:sym typeface="Roboto Condensed"/>
              </a:rPr>
              <a:t>Latent</a:t>
            </a:r>
            <a:r>
              <a:rPr lang="en"/>
              <a:t>” variables, means </a:t>
            </a:r>
            <a:r>
              <a:rPr lang="en" i="1"/>
              <a:t>hidden</a:t>
            </a:r>
            <a:endParaRPr/>
          </a:p>
        </p:txBody>
      </p:sp>
      <p:sp>
        <p:nvSpPr>
          <p:cNvPr id="225" name="Google Shape;225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226" name="Google Shape;226;p14"/>
          <p:cNvGrpSpPr/>
          <p:nvPr/>
        </p:nvGrpSpPr>
        <p:grpSpPr>
          <a:xfrm>
            <a:off x="215603" y="608243"/>
            <a:ext cx="334872" cy="334853"/>
            <a:chOff x="576250" y="4319400"/>
            <a:chExt cx="442075" cy="442050"/>
          </a:xfrm>
        </p:grpSpPr>
        <p:sp>
          <p:nvSpPr>
            <p:cNvPr id="227" name="Google Shape;227;p14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advTm="29965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82" x="3059113" y="1350963"/>
          <p14:tracePt t="109" x="3059113" y="1343025"/>
          <p14:tracePt t="157" x="3051175" y="1333500"/>
          <p14:tracePt t="197" x="3041650" y="1325563"/>
          <p14:tracePt t="261" x="3033713" y="1316038"/>
          <p14:tracePt t="325" x="3024188" y="1308100"/>
          <p14:tracePt t="3237" x="3033713" y="1308100"/>
          <p14:tracePt t="3253" x="3041650" y="1308100"/>
          <p14:tracePt t="3261" x="3094038" y="1325563"/>
          <p14:tracePt t="3437" x="3094038" y="1308100"/>
          <p14:tracePt t="3446" x="3094038" y="1298575"/>
          <p14:tracePt t="3477" x="3086100" y="1298575"/>
          <p14:tracePt t="3493" x="3076575" y="1298575"/>
          <p14:tracePt t="3501" x="3059113" y="1298575"/>
          <p14:tracePt t="3517" x="3051175" y="1298575"/>
          <p14:tracePt t="3541" x="3033713" y="1298575"/>
          <p14:tracePt t="3557" x="3016250" y="1308100"/>
          <p14:tracePt t="3573" x="3016250" y="1316038"/>
          <p14:tracePt t="3581" x="2998788" y="1333500"/>
          <p14:tracePt t="3589" x="2989263" y="1360488"/>
          <p14:tracePt t="3597" x="2963863" y="1395413"/>
          <p14:tracePt t="3605" x="2954338" y="1420813"/>
          <p14:tracePt t="3613" x="2954338" y="1438275"/>
          <p14:tracePt t="3621" x="2946400" y="1465263"/>
          <p14:tracePt t="3630" x="2928938" y="1517650"/>
          <p14:tracePt t="3637" x="2919413" y="1550988"/>
          <p14:tracePt t="3645" x="2901950" y="1585913"/>
          <p14:tracePt t="3653" x="2886075" y="1638300"/>
          <p14:tracePt t="3661" x="2876550" y="1655763"/>
          <p14:tracePt t="3669" x="2876550" y="1682750"/>
          <p14:tracePt t="3677" x="2868613" y="1700213"/>
          <p14:tracePt t="3685" x="2868613" y="1708150"/>
          <p14:tracePt t="3693" x="2868613" y="1717675"/>
          <p14:tracePt t="3701" x="2868613" y="1725613"/>
          <p14:tracePt t="4197" x="2859088" y="1725613"/>
          <p14:tracePt t="4205" x="2824163" y="1725613"/>
          <p14:tracePt t="4213" x="2771775" y="1725613"/>
          <p14:tracePt t="4221" x="2684463" y="1725613"/>
          <p14:tracePt t="4230" x="2579688" y="1725613"/>
          <p14:tracePt t="4237" x="2422525" y="1725613"/>
          <p14:tracePt t="4245" x="2187575" y="1725613"/>
          <p14:tracePt t="4253" x="1970088" y="1725613"/>
          <p14:tracePt t="4261" x="1735138" y="1725613"/>
          <p14:tracePt t="4269" x="1516063" y="1725613"/>
          <p14:tracePt t="4277" x="1377950" y="1725613"/>
          <p14:tracePt t="4285" x="1281113" y="1725613"/>
          <p14:tracePt t="4293" x="1203325" y="1725613"/>
          <p14:tracePt t="4301" x="1176338" y="1725613"/>
          <p14:tracePt t="5325" x="1185863" y="1725613"/>
          <p14:tracePt t="5341" x="1193800" y="1725613"/>
          <p14:tracePt t="5349" x="1211263" y="1725613"/>
          <p14:tracePt t="5365" x="1220788" y="1725613"/>
          <p14:tracePt t="5405" x="1238250" y="1743075"/>
          <p14:tracePt t="5453" x="1246188" y="1743075"/>
          <p14:tracePt t="5509" x="1255713" y="1752600"/>
          <p14:tracePt t="5533" x="1263650" y="1752600"/>
          <p14:tracePt t="5629" x="1281113" y="1760538"/>
          <p14:tracePt t="5661" x="1281113" y="1770063"/>
          <p14:tracePt t="6021" x="1290638" y="1778000"/>
          <p14:tracePt t="6045" x="1298575" y="1795463"/>
          <p14:tracePt t="6261" x="1308100" y="1804988"/>
          <p14:tracePt t="6309" x="1316038" y="1804988"/>
          <p14:tracePt t="6349" x="1333500" y="1804988"/>
          <p14:tracePt t="6357" x="1343025" y="1804988"/>
          <p14:tracePt t="6365" x="1350963" y="1804988"/>
          <p14:tracePt t="6373" x="1368425" y="1804988"/>
          <p14:tracePt t="6381" x="1377950" y="1804988"/>
          <p14:tracePt t="6389" x="1395413" y="1804988"/>
          <p14:tracePt t="6397" x="1403350" y="1804988"/>
          <p14:tracePt t="6405" x="1412875" y="1804988"/>
          <p14:tracePt t="6413" x="1420813" y="1804988"/>
          <p14:tracePt t="6429" x="1430338" y="1804988"/>
          <p14:tracePt t="6437" x="1455738" y="1804988"/>
          <p14:tracePt t="6446" x="1463675" y="1804988"/>
          <p14:tracePt t="6453" x="1481138" y="1804988"/>
          <p14:tracePt t="6461" x="1508125" y="1804988"/>
          <p14:tracePt t="6469" x="1516063" y="1804988"/>
          <p14:tracePt t="6477" x="1543050" y="1822450"/>
          <p14:tracePt t="6485" x="1568450" y="1822450"/>
          <p14:tracePt t="6493" x="1595438" y="1830388"/>
          <p14:tracePt t="6501" x="1612900" y="1830388"/>
          <p14:tracePt t="6510" x="1638300" y="1830388"/>
          <p14:tracePt t="6517" x="1647825" y="1830388"/>
          <p14:tracePt t="6525" x="1673225" y="1830388"/>
          <p14:tracePt t="6533" x="1682750" y="1830388"/>
          <p14:tracePt t="6541" x="1708150" y="1830388"/>
          <p14:tracePt t="6549" x="1735138" y="1830388"/>
          <p14:tracePt t="6558" x="1760538" y="1830388"/>
          <p14:tracePt t="6565" x="1778000" y="1830388"/>
          <p14:tracePt t="6573" x="1822450" y="1830388"/>
          <p14:tracePt t="6581" x="1882775" y="1830388"/>
          <p14:tracePt t="6589" x="1943100" y="1839913"/>
          <p14:tracePt t="6597" x="2005013" y="1847850"/>
          <p14:tracePt t="6605" x="2047875" y="1847850"/>
          <p14:tracePt t="6614" x="2100263" y="1847850"/>
          <p14:tracePt t="6621" x="2144713" y="1847850"/>
          <p14:tracePt t="6629" x="2205038" y="1847850"/>
          <p14:tracePt t="6637" x="2266950" y="1865313"/>
          <p14:tracePt t="6646" x="2336800" y="1874838"/>
          <p14:tracePt t="6653" x="2406650" y="1882775"/>
          <p14:tracePt t="6661" x="2501900" y="1892300"/>
          <p14:tracePt t="6669" x="2589213" y="1909763"/>
          <p14:tracePt t="6677" x="2667000" y="1917700"/>
          <p14:tracePt t="6685" x="2754313" y="1927225"/>
          <p14:tracePt t="6693" x="2806700" y="1935163"/>
          <p14:tracePt t="6701" x="2859088" y="1935163"/>
          <p14:tracePt t="6709" x="2901950" y="1935163"/>
          <p14:tracePt t="6717" x="2928938" y="1935163"/>
          <p14:tracePt t="6725" x="2963863" y="1935163"/>
          <p14:tracePt t="6733" x="2989263" y="1935163"/>
          <p14:tracePt t="6741" x="3016250" y="1935163"/>
          <p14:tracePt t="6749" x="3041650" y="1935163"/>
          <p14:tracePt t="6757" x="3059113" y="1935163"/>
          <p14:tracePt t="6765" x="3086100" y="1935163"/>
          <p14:tracePt t="6773" x="3121025" y="1935163"/>
          <p14:tracePt t="6781" x="3146425" y="1935163"/>
          <p14:tracePt t="6789" x="3173413" y="1935163"/>
          <p14:tracePt t="6797" x="3208338" y="1935163"/>
          <p14:tracePt t="6805" x="3233738" y="1944688"/>
          <p14:tracePt t="6813" x="3268663" y="1962150"/>
          <p14:tracePt t="6821" x="3286125" y="1962150"/>
          <p14:tracePt t="7045" x="3286125" y="1952625"/>
          <p14:tracePt t="7061" x="3286125" y="1944688"/>
          <p14:tracePt t="7069" x="3303588" y="1935163"/>
          <p14:tracePt t="7077" x="3321050" y="1935163"/>
          <p14:tracePt t="7085" x="3355975" y="1927225"/>
          <p14:tracePt t="7093" x="3381375" y="1927225"/>
          <p14:tracePt t="7101" x="3416300" y="1917700"/>
          <p14:tracePt t="7109" x="3451225" y="1917700"/>
          <p14:tracePt t="7117" x="3486150" y="1917700"/>
          <p14:tracePt t="7125" x="3538538" y="1917700"/>
          <p14:tracePt t="7133" x="3573463" y="1917700"/>
          <p14:tracePt t="7141" x="3617913" y="1917700"/>
          <p14:tracePt t="7149" x="3678238" y="1917700"/>
          <p14:tracePt t="7157" x="3730625" y="1917700"/>
          <p14:tracePt t="7165" x="3775075" y="1917700"/>
          <p14:tracePt t="7173" x="3817938" y="1917700"/>
          <p14:tracePt t="7181" x="3852863" y="1917700"/>
          <p14:tracePt t="7189" x="3895725" y="1917700"/>
          <p14:tracePt t="7197" x="3922713" y="1917700"/>
          <p14:tracePt t="7205" x="3940175" y="1917700"/>
          <p14:tracePt t="7213" x="3948113" y="1917700"/>
          <p14:tracePt t="7221" x="3957638" y="1917700"/>
          <p14:tracePt t="7237" x="3965575" y="1917700"/>
          <p14:tracePt t="7261" x="3975100" y="1917700"/>
          <p14:tracePt t="7285" x="3992563" y="1917700"/>
          <p14:tracePt t="7301" x="3992563" y="1909763"/>
          <p14:tracePt t="7869" x="3992563" y="1927225"/>
          <p14:tracePt t="7877" x="3992563" y="1935163"/>
          <p14:tracePt t="7885" x="3992563" y="1944688"/>
          <p14:tracePt t="8085" x="4000500" y="1944688"/>
          <p14:tracePt t="8093" x="4010025" y="1944688"/>
          <p14:tracePt t="8101" x="4010025" y="1935163"/>
          <p14:tracePt t="8117" x="4027488" y="1917700"/>
          <p14:tracePt t="8125" x="4035425" y="1917700"/>
          <p14:tracePt t="8133" x="4044950" y="1917700"/>
          <p14:tracePt t="8141" x="4052888" y="1900238"/>
          <p14:tracePt t="8149" x="4062413" y="1900238"/>
          <p14:tracePt t="8157" x="4070350" y="1900238"/>
          <p14:tracePt t="8165" x="4079875" y="1900238"/>
          <p14:tracePt t="8173" x="4087813" y="1892300"/>
          <p14:tracePt t="8181" x="4105275" y="1882775"/>
          <p14:tracePt t="8189" x="4122738" y="1874838"/>
          <p14:tracePt t="8197" x="4140200" y="1874838"/>
          <p14:tracePt t="8205" x="4149725" y="1865313"/>
          <p14:tracePt t="8213" x="4175125" y="1865313"/>
          <p14:tracePt t="8221" x="4202113" y="1857375"/>
          <p14:tracePt t="8229" x="4227513" y="1857375"/>
          <p14:tracePt t="8237" x="4244975" y="1857375"/>
          <p14:tracePt t="8245" x="4271963" y="1857375"/>
          <p14:tracePt t="8253" x="4289425" y="1857375"/>
          <p14:tracePt t="8261" x="4314825" y="1839913"/>
          <p14:tracePt t="8269" x="4340225" y="1839913"/>
          <p14:tracePt t="8277" x="4367213" y="1830388"/>
          <p14:tracePt t="8285" x="4375150" y="1830388"/>
          <p14:tracePt t="8293" x="4392613" y="1830388"/>
          <p14:tracePt t="8301" x="4402138" y="1830388"/>
          <p14:tracePt t="8309" x="4427538" y="1822450"/>
          <p14:tracePt t="8317" x="4437063" y="1822450"/>
          <p14:tracePt t="8325" x="4454525" y="1822450"/>
          <p14:tracePt t="8333" x="4471988" y="1812925"/>
          <p14:tracePt t="8341" x="4497388" y="1812925"/>
          <p14:tracePt t="8349" x="4541838" y="1812925"/>
          <p14:tracePt t="8357" x="4567238" y="1812925"/>
          <p14:tracePt t="8365" x="4602163" y="1812925"/>
          <p14:tracePt t="8373" x="4629150" y="1812925"/>
          <p14:tracePt t="8381" x="4637088" y="1812925"/>
          <p14:tracePt t="8389" x="4646613" y="1812925"/>
          <p14:tracePt t="8397" x="4654550" y="1812925"/>
          <p14:tracePt t="8885" x="4664075" y="1804988"/>
          <p14:tracePt t="8925" x="4664075" y="1795463"/>
          <p14:tracePt t="8997" x="4672013" y="1795463"/>
          <p14:tracePt t="9029" x="4681538" y="1795463"/>
          <p14:tracePt t="9317" x="4689475" y="1787525"/>
          <p14:tracePt t="9333" x="4699000" y="1787525"/>
          <p14:tracePt t="9357" x="4706938" y="1787525"/>
          <p14:tracePt t="9365" x="4716463" y="1787525"/>
          <p14:tracePt t="9373" x="4724400" y="1787525"/>
          <p14:tracePt t="9381" x="4733925" y="1787525"/>
          <p14:tracePt t="9389" x="4751388" y="1787525"/>
          <p14:tracePt t="9397" x="4759325" y="1787525"/>
          <p14:tracePt t="9405" x="4768850" y="1787525"/>
          <p14:tracePt t="9413" x="4786313" y="1787525"/>
          <p14:tracePt t="9437" x="4794250" y="1787525"/>
          <p14:tracePt t="9453" x="4811713" y="1787525"/>
          <p14:tracePt t="9461" x="4819650" y="1787525"/>
          <p14:tracePt t="9469" x="4837113" y="1787525"/>
          <p14:tracePt t="9485" x="4864100" y="1787525"/>
          <p14:tracePt t="9493" x="4889500" y="1787525"/>
          <p14:tracePt t="9501" x="4916488" y="1787525"/>
          <p14:tracePt t="9509" x="4951413" y="1787525"/>
          <p14:tracePt t="9517" x="5011738" y="1787525"/>
          <p14:tracePt t="9525" x="5046663" y="1787525"/>
          <p14:tracePt t="9533" x="5091113" y="1787525"/>
          <p14:tracePt t="9541" x="5143500" y="1787525"/>
          <p14:tracePt t="9549" x="5186363" y="1787525"/>
          <p14:tracePt t="9557" x="5230813" y="1787525"/>
          <p14:tracePt t="9565" x="5256213" y="1787525"/>
          <p14:tracePt t="9573" x="5291138" y="1787525"/>
          <p14:tracePt t="9581" x="5326063" y="1795463"/>
          <p14:tracePt t="9589" x="5351463" y="1795463"/>
          <p14:tracePt t="9597" x="5360988" y="1795463"/>
          <p14:tracePt t="9605" x="5386388" y="1812925"/>
          <p14:tracePt t="9613" x="5403850" y="1812925"/>
          <p14:tracePt t="9621" x="5421313" y="1812925"/>
          <p14:tracePt t="9630" x="5421313" y="1822450"/>
          <p14:tracePt t="9637" x="5430838" y="1822450"/>
          <p14:tracePt t="9645" x="5448300" y="1822450"/>
          <p14:tracePt t="9677" x="5465763" y="1822450"/>
          <p14:tracePt t="9701" x="5473700" y="1822450"/>
          <p14:tracePt t="9709" x="5491163" y="1822450"/>
          <p14:tracePt t="9717" x="5518150" y="1822450"/>
          <p14:tracePt t="9725" x="5535613" y="1822450"/>
          <p14:tracePt t="9733" x="5553075" y="1822450"/>
          <p14:tracePt t="9741" x="5561013" y="1822450"/>
          <p14:tracePt t="9749" x="5578475" y="1822450"/>
          <p14:tracePt t="9757" x="5595938" y="1822450"/>
          <p14:tracePt t="9773" x="5622925" y="1822450"/>
          <p14:tracePt t="9797" x="5640388" y="1822450"/>
          <p14:tracePt t="9805" x="5648325" y="1822450"/>
          <p14:tracePt t="9813" x="5665788" y="1822450"/>
          <p14:tracePt t="9821" x="5683250" y="1822450"/>
          <p14:tracePt t="9830" x="5710238" y="1822450"/>
          <p14:tracePt t="9837" x="5727700" y="1822450"/>
          <p14:tracePt t="9845" x="5745163" y="1822450"/>
          <p14:tracePt t="9853" x="5753100" y="1822450"/>
          <p14:tracePt t="9861" x="5762625" y="1822450"/>
          <p14:tracePt t="9869" x="5778500" y="1822450"/>
          <p14:tracePt t="9885" x="5788025" y="1822450"/>
          <p14:tracePt t="9901" x="5795963" y="1822450"/>
          <p14:tracePt t="9917" x="5805488" y="1822450"/>
          <p14:tracePt t="9925" x="5822950" y="1822450"/>
          <p14:tracePt t="9933" x="5830888" y="1822450"/>
          <p14:tracePt t="9941" x="5857875" y="1822450"/>
          <p14:tracePt t="9949" x="5883275" y="1822450"/>
          <p14:tracePt t="9957" x="5918200" y="1830388"/>
          <p14:tracePt t="9965" x="5988050" y="1847850"/>
          <p14:tracePt t="9973" x="6057900" y="1857375"/>
          <p14:tracePt t="9981" x="6137275" y="1865313"/>
          <p14:tracePt t="9989" x="6207125" y="1865313"/>
          <p14:tracePt t="9997" x="6275388" y="1874838"/>
          <p14:tracePt t="10005" x="6337300" y="1892300"/>
          <p14:tracePt t="10013" x="6407150" y="1900238"/>
          <p14:tracePt t="10021" x="6442075" y="1909763"/>
          <p14:tracePt t="10030" x="6477000" y="1909763"/>
          <p14:tracePt t="10037" x="6511925" y="1917700"/>
          <p14:tracePt t="10045" x="6519863" y="1917700"/>
          <p14:tracePt t="10061" x="6537325" y="1917700"/>
          <p14:tracePt t="10485" x="6546850" y="1917700"/>
          <p14:tracePt t="10501" x="6564313" y="1917700"/>
          <p14:tracePt t="10509" x="6572250" y="1917700"/>
          <p14:tracePt t="10517" x="6589713" y="1917700"/>
          <p14:tracePt t="10525" x="6607175" y="1917700"/>
          <p14:tracePt t="10533" x="6634163" y="1909763"/>
          <p14:tracePt t="10541" x="6642100" y="1909763"/>
          <p14:tracePt t="10549" x="6659563" y="1900238"/>
          <p14:tracePt t="10557" x="6677025" y="1892300"/>
          <p14:tracePt t="10565" x="6704013" y="1882775"/>
          <p14:tracePt t="10573" x="6721475" y="1882775"/>
          <p14:tracePt t="10581" x="6746875" y="1874838"/>
          <p14:tracePt t="10589" x="6754813" y="1874838"/>
          <p14:tracePt t="10597" x="6781800" y="1874838"/>
          <p14:tracePt t="10606" x="6789738" y="1874838"/>
          <p14:tracePt t="10621" x="6807200" y="1874838"/>
          <p14:tracePt t="10630" x="6816725" y="1874838"/>
          <p14:tracePt t="10637" x="6824663" y="1874838"/>
          <p14:tracePt t="10645" x="6842125" y="1874838"/>
          <p14:tracePt t="10661" x="6859588" y="1874838"/>
          <p14:tracePt t="10669" x="6869113" y="1874838"/>
          <p14:tracePt t="10677" x="6877050" y="1874838"/>
          <p14:tracePt t="10685" x="6894513" y="1874838"/>
          <p14:tracePt t="10693" x="6921500" y="1874838"/>
          <p14:tracePt t="10701" x="6938963" y="1874838"/>
          <p14:tracePt t="10709" x="6973888" y="1874838"/>
          <p14:tracePt t="10717" x="6991350" y="1874838"/>
          <p14:tracePt t="10725" x="7016750" y="1882775"/>
          <p14:tracePt t="10733" x="7034213" y="1882775"/>
          <p14:tracePt t="10749" x="7043738" y="1882775"/>
          <p14:tracePt t="10757" x="7061200" y="1892300"/>
          <p14:tracePt t="10805" x="7078663" y="1892300"/>
          <p14:tracePt t="10845" x="7086600" y="1892300"/>
          <p14:tracePt t="10886" x="7104063" y="1892300"/>
          <p14:tracePt t="10901" x="7113588" y="1892300"/>
          <p14:tracePt t="10925" x="7121525" y="1892300"/>
          <p14:tracePt t="10933" x="7131050" y="1892300"/>
          <p14:tracePt t="14621" x="7121525" y="1892300"/>
          <p14:tracePt t="14629" x="7096125" y="1892300"/>
          <p14:tracePt t="14637" x="7069138" y="1892300"/>
          <p14:tracePt t="14645" x="7043738" y="1892300"/>
          <p14:tracePt t="14653" x="7008813" y="1892300"/>
          <p14:tracePt t="14661" x="6973888" y="1892300"/>
          <p14:tracePt t="14669" x="6938963" y="1892300"/>
          <p14:tracePt t="14677" x="6911975" y="1892300"/>
          <p14:tracePt t="14685" x="6886575" y="1892300"/>
          <p14:tracePt t="14693" x="6859588" y="1892300"/>
          <p14:tracePt t="14701" x="6834188" y="1892300"/>
          <p14:tracePt t="14709" x="6816725" y="1892300"/>
          <p14:tracePt t="14717" x="6799263" y="1892300"/>
          <p14:tracePt t="14725" x="6772275" y="1892300"/>
          <p14:tracePt t="14733" x="6746875" y="1892300"/>
          <p14:tracePt t="14741" x="6721475" y="1892300"/>
          <p14:tracePt t="14749" x="6704013" y="1892300"/>
          <p14:tracePt t="14758" x="6669088" y="1892300"/>
          <p14:tracePt t="14765" x="6607175" y="1892300"/>
          <p14:tracePt t="14773" x="6564313" y="1892300"/>
          <p14:tracePt t="14781" x="6511925" y="1892300"/>
          <p14:tracePt t="14789" x="6442075" y="1892300"/>
          <p14:tracePt t="14797" x="6389688" y="1892300"/>
          <p14:tracePt t="14805" x="6327775" y="1892300"/>
          <p14:tracePt t="14813" x="6275388" y="1892300"/>
          <p14:tracePt t="14821" x="6232525" y="1892300"/>
          <p14:tracePt t="14830" x="6207125" y="1892300"/>
          <p14:tracePt t="14837" x="6189663" y="1892300"/>
          <p14:tracePt t="14845" x="6172200" y="1892300"/>
          <p14:tracePt t="14853" x="6154738" y="1892300"/>
          <p14:tracePt t="14861" x="6127750" y="1892300"/>
          <p14:tracePt t="14869" x="6102350" y="1892300"/>
          <p14:tracePt t="14877" x="6049963" y="1892300"/>
          <p14:tracePt t="14898" x="5883275" y="1900238"/>
          <p14:tracePt t="14901" x="5822950" y="1909763"/>
          <p14:tracePt t="14909" x="5778500" y="1917700"/>
          <p14:tracePt t="14917" x="5762625" y="1917700"/>
          <p14:tracePt t="14925" x="5735638" y="1917700"/>
          <p14:tracePt t="14933" x="5727700" y="1917700"/>
          <p14:tracePt t="14989" x="5735638" y="1917700"/>
          <p14:tracePt t="14997" x="5745163" y="1917700"/>
          <p14:tracePt t="15005" x="5770563" y="1909763"/>
          <p14:tracePt t="15013" x="5813425" y="1900238"/>
          <p14:tracePt t="15021" x="5865813" y="1900238"/>
          <p14:tracePt t="15030" x="5900738" y="1892300"/>
          <p14:tracePt t="15038" x="5962650" y="1882775"/>
          <p14:tracePt t="15045" x="6005513" y="1874838"/>
          <p14:tracePt t="15053" x="6049963" y="1874838"/>
          <p14:tracePt t="15061" x="6075363" y="1874838"/>
          <p14:tracePt t="15069" x="6102350" y="1874838"/>
          <p14:tracePt t="15077" x="6110288" y="1865313"/>
          <p14:tracePt t="15085" x="6127750" y="1865313"/>
          <p14:tracePt t="15093" x="6137275" y="1857375"/>
          <p14:tracePt t="15101" x="6154738" y="1857375"/>
          <p14:tracePt t="15109" x="6162675" y="1857375"/>
          <p14:tracePt t="15117" x="6180138" y="1857375"/>
          <p14:tracePt t="15125" x="6189663" y="1857375"/>
          <p14:tracePt t="15133" x="6207125" y="1857375"/>
          <p14:tracePt t="15141" x="6224588" y="1857375"/>
          <p14:tracePt t="15149" x="6242050" y="1857375"/>
          <p14:tracePt t="15157" x="6249988" y="1857375"/>
          <p14:tracePt t="15165" x="6257925" y="1857375"/>
          <p14:tracePt t="15173" x="6284913" y="1857375"/>
          <p14:tracePt t="15181" x="6302375" y="1857375"/>
          <p14:tracePt t="15189" x="6310313" y="1857375"/>
          <p14:tracePt t="15197" x="6337300" y="1857375"/>
          <p14:tracePt t="15205" x="6362700" y="1857375"/>
          <p14:tracePt t="15213" x="6380163" y="1857375"/>
          <p14:tracePt t="15221" x="6397625" y="1857375"/>
          <p14:tracePt t="15230" x="6407150" y="1857375"/>
          <p14:tracePt t="15237" x="6424613" y="1857375"/>
          <p14:tracePt t="15253" x="6432550" y="1857375"/>
          <p14:tracePt t="15261" x="6450013" y="1857375"/>
          <p14:tracePt t="15285" x="6459538" y="1857375"/>
          <p14:tracePt t="15301" x="6467475" y="1847850"/>
          <p14:tracePt t="16693" x="6459538" y="1847850"/>
          <p14:tracePt t="16701" x="6450013" y="1847850"/>
          <p14:tracePt t="16709" x="6432550" y="1847850"/>
          <p14:tracePt t="16717" x="6407150" y="1847850"/>
          <p14:tracePt t="16725" x="6397625" y="1847850"/>
          <p14:tracePt t="16733" x="6372225" y="1847850"/>
          <p14:tracePt t="16741" x="6354763" y="1847850"/>
          <p14:tracePt t="16749" x="6337300" y="1847850"/>
          <p14:tracePt t="16757" x="6327775" y="1847850"/>
          <p14:tracePt t="16765" x="6310313" y="1847850"/>
          <p14:tracePt t="16773" x="6302375" y="1847850"/>
          <p14:tracePt t="16781" x="6275388" y="1847850"/>
          <p14:tracePt t="16789" x="6267450" y="1847850"/>
          <p14:tracePt t="16797" x="6242050" y="1847850"/>
          <p14:tracePt t="16805" x="6215063" y="1847850"/>
          <p14:tracePt t="16813" x="6207125" y="1847850"/>
          <p14:tracePt t="16821" x="6180138" y="1847850"/>
          <p14:tracePt t="16830" x="6154738" y="1847850"/>
          <p14:tracePt t="16837" x="6127750" y="1847850"/>
          <p14:tracePt t="16845" x="6119813" y="1847850"/>
          <p14:tracePt t="16853" x="6092825" y="1847850"/>
          <p14:tracePt t="16861" x="6057900" y="1847850"/>
          <p14:tracePt t="16869" x="6040438" y="1847850"/>
          <p14:tracePt t="16877" x="5988050" y="1847850"/>
          <p14:tracePt t="16885" x="5918200" y="1857375"/>
          <p14:tracePt t="16893" x="5840413" y="1865313"/>
          <p14:tracePt t="16901" x="5762625" y="1892300"/>
          <p14:tracePt t="16909" x="5700713" y="1909763"/>
          <p14:tracePt t="16917" x="5640388" y="1917700"/>
          <p14:tracePt t="16925" x="5578475" y="1944688"/>
          <p14:tracePt t="16933" x="5543550" y="1952625"/>
          <p14:tracePt t="16941" x="5518150" y="1962150"/>
          <p14:tracePt t="16949" x="5483225" y="1962150"/>
          <p14:tracePt t="16957" x="5456238" y="1970088"/>
          <p14:tracePt t="16965" x="5448300" y="1970088"/>
          <p14:tracePt t="16973" x="5438775" y="1979613"/>
          <p14:tracePt t="16989" x="5430838" y="1979613"/>
          <p14:tracePt t="16997" x="5413375" y="1979613"/>
          <p14:tracePt t="17037" x="5403850" y="1979613"/>
          <p14:tracePt t="17045" x="5386388" y="1979613"/>
          <p14:tracePt t="17053" x="5378450" y="1979613"/>
          <p14:tracePt t="17069" x="5360988" y="1987550"/>
          <p14:tracePt t="17085" x="5351463" y="1987550"/>
          <p14:tracePt t="22710" x="5343525" y="1997075"/>
          <p14:tracePt t="22717" x="5343525" y="2014538"/>
          <p14:tracePt t="22733" x="5343525" y="2022475"/>
          <p14:tracePt t="22749" x="5343525" y="2039938"/>
          <p14:tracePt t="22757" x="5351463" y="2039938"/>
          <p14:tracePt t="22765" x="5351463" y="2049463"/>
          <p14:tracePt t="22773" x="5351463" y="2074863"/>
          <p14:tracePt t="22781" x="5351463" y="2092325"/>
          <p14:tracePt t="22789" x="5351463" y="2117725"/>
          <p14:tracePt t="22797" x="5351463" y="2127250"/>
          <p14:tracePt t="22805" x="5351463" y="2144713"/>
          <p14:tracePt t="22813" x="5351463" y="2152650"/>
          <p14:tracePt t="22829" x="5351463" y="2170113"/>
          <p14:tracePt t="22837" x="5351463" y="2179638"/>
          <p14:tracePt t="22846" x="5351463" y="2187575"/>
          <p14:tracePt t="22853" x="5351463" y="2197100"/>
          <p14:tracePt t="22933" x="5351463" y="2205038"/>
          <p14:tracePt t="22941" x="5351463" y="2214563"/>
          <p14:tracePt t="22949" x="5351463" y="2222500"/>
          <p14:tracePt t="22973" x="5351463" y="2232025"/>
          <p14:tracePt t="23581" x="5334000" y="2232025"/>
          <p14:tracePt t="23589" x="5308600" y="2232025"/>
          <p14:tracePt t="23597" x="5291138" y="2232025"/>
          <p14:tracePt t="23605" x="5265738" y="2232025"/>
          <p14:tracePt t="23613" x="5256213" y="2232025"/>
          <p14:tracePt t="23621" x="5238750" y="2239963"/>
          <p14:tracePt t="23629" x="5221288" y="2249488"/>
          <p14:tracePt t="23637" x="5203825" y="2257425"/>
          <p14:tracePt t="23645" x="5178425" y="2257425"/>
          <p14:tracePt t="23653" x="5160963" y="2266950"/>
          <p14:tracePt t="23661" x="5133975" y="2274888"/>
          <p14:tracePt t="23669" x="5099050" y="2274888"/>
          <p14:tracePt t="23677" x="5056188" y="2301875"/>
          <p14:tracePt t="23685" x="4994275" y="2336800"/>
          <p14:tracePt t="23693" x="4933950" y="2354263"/>
          <p14:tracePt t="23701" x="4837113" y="2397125"/>
          <p14:tracePt t="23709" x="4751388" y="2441575"/>
          <p14:tracePt t="23717" x="4654550" y="2476500"/>
          <p14:tracePt t="23725" x="4584700" y="2501900"/>
          <p14:tracePt t="23733" x="4506913" y="2546350"/>
          <p14:tracePt t="23741" x="4445000" y="2571750"/>
          <p14:tracePt t="23749" x="4384675" y="2597150"/>
          <p14:tracePt t="23757" x="4332288" y="2624138"/>
          <p14:tracePt t="23765" x="4262438" y="2659063"/>
          <p14:tracePt t="23773" x="4202113" y="2676525"/>
          <p14:tracePt t="23781" x="4132263" y="2711450"/>
          <p14:tracePt t="23790" x="4070350" y="2728913"/>
          <p14:tracePt t="23798" x="4027488" y="2763838"/>
          <p14:tracePt t="23805" x="3965575" y="2798763"/>
          <p14:tracePt t="23813" x="3930650" y="2816225"/>
          <p14:tracePt t="23821" x="3887788" y="2851150"/>
          <p14:tracePt t="23829" x="3844925" y="2876550"/>
          <p14:tracePt t="23837" x="3792538" y="2921000"/>
          <p14:tracePt t="23845" x="3740150" y="2963863"/>
          <p14:tracePt t="23854" x="3695700" y="2981325"/>
          <p14:tracePt t="23861" x="3643313" y="3016250"/>
          <p14:tracePt t="23869" x="3590925" y="3051175"/>
          <p14:tracePt t="23877" x="3530600" y="3094038"/>
          <p14:tracePt t="23885" x="3503613" y="3111500"/>
          <p14:tracePt t="23898" x="3443288" y="3155950"/>
          <p14:tracePt t="23901" x="3390900" y="3190875"/>
          <p14:tracePt t="23909" x="3330575" y="3243263"/>
          <p14:tracePt t="23917" x="3303588" y="3260725"/>
          <p14:tracePt t="23925" x="3278188" y="3278188"/>
          <p14:tracePt t="23933" x="3233738" y="3313113"/>
          <p14:tracePt t="23941" x="3233738" y="3330575"/>
          <p14:tracePt t="23949" x="3208338" y="3348038"/>
          <p14:tracePt t="23957" x="3208338" y="3365500"/>
          <p14:tracePt t="23965" x="3208338" y="3373438"/>
          <p14:tracePt t="23973" x="3198813" y="3390900"/>
          <p14:tracePt t="23981" x="3198813" y="3408363"/>
          <p14:tracePt t="23989" x="3198813" y="3425825"/>
          <p14:tracePt t="23997" x="3198813" y="3435350"/>
          <p14:tracePt t="24005" x="3216275" y="3470275"/>
          <p14:tracePt t="24013" x="3225800" y="3470275"/>
          <p14:tracePt t="24269" x="3216275" y="3470275"/>
          <p14:tracePt t="24406" x="3216275" y="3460750"/>
          <p14:tracePt t="24429" x="3208338" y="3443288"/>
          <p14:tracePt t="24445" x="3208338" y="3435350"/>
          <p14:tracePt t="24453" x="3208338" y="3425825"/>
          <p14:tracePt t="24461" x="3190875" y="3408363"/>
          <p14:tracePt t="24477" x="3181350" y="3390900"/>
          <p14:tracePt t="24485" x="3173413" y="3365500"/>
          <p14:tracePt t="24493" x="3163888" y="3365500"/>
          <p14:tracePt t="24501" x="3146425" y="3348038"/>
          <p14:tracePt t="24509" x="3138488" y="3330575"/>
          <p14:tracePt t="24517" x="3121025" y="3313113"/>
          <p14:tracePt t="24525" x="3094038" y="3303588"/>
          <p14:tracePt t="24533" x="3076575" y="3295650"/>
          <p14:tracePt t="24541" x="3059113" y="3278188"/>
          <p14:tracePt t="24549" x="3033713" y="3278188"/>
          <p14:tracePt t="24557" x="3016250" y="3268663"/>
          <p14:tracePt t="24565" x="2998788" y="3268663"/>
          <p14:tracePt t="24574" x="2954338" y="3251200"/>
          <p14:tracePt t="24589" x="2936875" y="3251200"/>
          <p14:tracePt t="24597" x="2919413" y="3251200"/>
          <p14:tracePt t="24605" x="2901950" y="3251200"/>
          <p14:tracePt t="24613" x="2894013" y="3251200"/>
          <p14:tracePt t="24621" x="2886075" y="3243263"/>
          <p14:tracePt t="24637" x="2876550" y="3243263"/>
          <p14:tracePt t="24653" x="2868613" y="3243263"/>
          <p14:tracePt t="24661" x="2851150" y="3243263"/>
          <p14:tracePt t="24669" x="2841625" y="3243263"/>
          <p14:tracePt t="24677" x="2824163" y="3233738"/>
          <p14:tracePt t="24685" x="2798763" y="3225800"/>
          <p14:tracePt t="24693" x="2781300" y="3216275"/>
          <p14:tracePt t="24701" x="2763838" y="3216275"/>
          <p14:tracePt t="24709" x="2754313" y="3208338"/>
          <p14:tracePt t="24717" x="2728913" y="3198813"/>
          <p14:tracePt t="24733" x="2719388" y="3198813"/>
          <p14:tracePt t="24773" x="2711450" y="3198813"/>
          <p14:tracePt t="24805" x="2693988" y="3190875"/>
          <p14:tracePt t="24941" x="2676525" y="3190875"/>
          <p14:tracePt t="24957" x="2667000" y="3190875"/>
          <p14:tracePt t="24965" x="2649538" y="3190875"/>
          <p14:tracePt t="24973" x="2641600" y="3190875"/>
          <p14:tracePt t="24981" x="2632075" y="3190875"/>
          <p14:tracePt t="24989" x="2624138" y="3190875"/>
          <p14:tracePt t="24997" x="2614613" y="3190875"/>
          <p14:tracePt t="25005" x="2606675" y="3190875"/>
          <p14:tracePt t="25013" x="2589213" y="3190875"/>
          <p14:tracePt t="25797" x="2571750" y="3190875"/>
          <p14:tracePt t="25805" x="2562225" y="3190875"/>
          <p14:tracePt t="25813" x="2554288" y="3190875"/>
          <p14:tracePt t="25821" x="2544763" y="3190875"/>
          <p14:tracePt t="25830" x="2536825" y="3190875"/>
          <p14:tracePt t="25837" x="2527300" y="3190875"/>
          <p14:tracePt t="25845" x="2519363" y="3190875"/>
          <p14:tracePt t="25861" x="2509838" y="3190875"/>
          <p14:tracePt t="25885" x="2501900" y="3190875"/>
          <p14:tracePt t="25893" x="2492375" y="3190875"/>
          <p14:tracePt t="25901" x="2484438" y="3190875"/>
          <p14:tracePt t="25917" x="2474913" y="3190875"/>
          <p14:tracePt t="25925" x="2466975" y="3190875"/>
          <p14:tracePt t="25933" x="2457450" y="3190875"/>
          <p14:tracePt t="25957" x="2449513" y="3198813"/>
          <p14:tracePt t="25981" x="2439988" y="3198813"/>
          <p14:tracePt t="26133" x="2449513" y="3198813"/>
          <p14:tracePt t="26141" x="2457450" y="3198813"/>
          <p14:tracePt t="26149" x="2492375" y="3198813"/>
          <p14:tracePt t="26157" x="2519363" y="3198813"/>
          <p14:tracePt t="26165" x="2554288" y="3198813"/>
          <p14:tracePt t="26173" x="2606675" y="3198813"/>
          <p14:tracePt t="26181" x="2641600" y="3198813"/>
          <p14:tracePt t="26189" x="2676525" y="3198813"/>
          <p14:tracePt t="26197" x="2711450" y="3198813"/>
          <p14:tracePt t="26205" x="2746375" y="3198813"/>
          <p14:tracePt t="26213" x="2771775" y="3198813"/>
          <p14:tracePt t="26221" x="2798763" y="3198813"/>
          <p14:tracePt t="26229" x="2816225" y="3198813"/>
          <p14:tracePt t="26238" x="2833688" y="3198813"/>
          <p14:tracePt t="26245" x="2851150" y="3198813"/>
          <p14:tracePt t="26253" x="2868613" y="3198813"/>
          <p14:tracePt t="26261" x="2876550" y="3198813"/>
          <p14:tracePt t="26269" x="2894013" y="3198813"/>
          <p14:tracePt t="26277" x="2911475" y="3198813"/>
          <p14:tracePt t="26285" x="2928938" y="3198813"/>
          <p14:tracePt t="26293" x="2954338" y="3198813"/>
          <p14:tracePt t="26301" x="2971800" y="3198813"/>
          <p14:tracePt t="26309" x="3006725" y="3198813"/>
          <p14:tracePt t="26317" x="3033713" y="3198813"/>
          <p14:tracePt t="26325" x="3051175" y="3198813"/>
          <p14:tracePt t="26333" x="3068638" y="3198813"/>
          <p14:tracePt t="26341" x="3094038" y="3198813"/>
          <p14:tracePt t="26349" x="3103563" y="3198813"/>
          <p14:tracePt t="26357" x="3121025" y="3198813"/>
          <p14:tracePt t="26365" x="3138488" y="3198813"/>
          <p14:tracePt t="26373" x="3163888" y="3198813"/>
          <p14:tracePt t="26381" x="3190875" y="3198813"/>
          <p14:tracePt t="26389" x="3251200" y="3198813"/>
          <p14:tracePt t="26397" x="3303588" y="3198813"/>
          <p14:tracePt t="26405" x="3390900" y="3198813"/>
          <p14:tracePt t="26413" x="3443288" y="3198813"/>
          <p14:tracePt t="26421" x="3503613" y="3198813"/>
          <p14:tracePt t="26429" x="3565525" y="3198813"/>
          <p14:tracePt t="26437" x="3600450" y="3198813"/>
          <p14:tracePt t="26445" x="3643313" y="3198813"/>
          <p14:tracePt t="26453" x="3678238" y="3198813"/>
          <p14:tracePt t="26461" x="3722688" y="3198813"/>
          <p14:tracePt t="26469" x="3757613" y="3198813"/>
          <p14:tracePt t="26477" x="3810000" y="3198813"/>
          <p14:tracePt t="26485" x="3860800" y="3198813"/>
          <p14:tracePt t="26493" x="3895725" y="3198813"/>
          <p14:tracePt t="26501" x="3940175" y="3198813"/>
          <p14:tracePt t="26509" x="3992563" y="3198813"/>
          <p14:tracePt t="26517" x="4027488" y="3198813"/>
          <p14:tracePt t="26525" x="4062413" y="3198813"/>
          <p14:tracePt t="26533" x="4097338" y="3198813"/>
          <p14:tracePt t="26541" x="4132263" y="3198813"/>
          <p14:tracePt t="26549" x="4167188" y="3198813"/>
          <p14:tracePt t="26557" x="4219575" y="3198813"/>
          <p14:tracePt t="26565" x="4262438" y="3198813"/>
          <p14:tracePt t="26573" x="4306888" y="3216275"/>
          <p14:tracePt t="26581" x="4349750" y="3216275"/>
          <p14:tracePt t="26589" x="4375150" y="3216275"/>
          <p14:tracePt t="26597" x="4392613" y="3216275"/>
          <p14:tracePt t="26605" x="4419600" y="3216275"/>
          <p14:tracePt t="26613" x="4445000" y="3216275"/>
          <p14:tracePt t="26621" x="4454525" y="3216275"/>
          <p14:tracePt t="26645" x="4471988" y="3216275"/>
          <p14:tracePt t="26661" x="4479925" y="3216275"/>
          <p14:tracePt t="26677" x="4489450" y="3216275"/>
          <p14:tracePt t="27750" x="4514850" y="3216275"/>
          <p14:tracePt t="27757" x="4524375" y="3216275"/>
          <p14:tracePt t="27765" x="4532313" y="3216275"/>
          <p14:tracePt t="27773" x="4549775" y="3216275"/>
          <p14:tracePt t="27781" x="4567238" y="3216275"/>
          <p14:tracePt t="27789" x="4594225" y="3216275"/>
          <p14:tracePt t="27797" x="4619625" y="3216275"/>
          <p14:tracePt t="27805" x="4637088" y="3216275"/>
          <p14:tracePt t="27813" x="4646613" y="3216275"/>
          <p14:tracePt t="27821" x="4654550" y="3216275"/>
          <p14:tracePt t="27829" x="4664075" y="3216275"/>
          <p14:tracePt t="27837" x="4672013" y="3216275"/>
          <p14:tracePt t="27845" x="4681538" y="3225800"/>
          <p14:tracePt t="27853" x="4689475" y="3225800"/>
          <p14:tracePt t="27861" x="4706938" y="3225800"/>
          <p14:tracePt t="27869" x="4716463" y="3225800"/>
          <p14:tracePt t="27877" x="4741863" y="3233738"/>
          <p14:tracePt t="27898" x="4768850" y="3233738"/>
          <p14:tracePt t="27909" x="4776788" y="3233738"/>
          <p14:tracePt t="27917" x="4803775" y="3243263"/>
          <p14:tracePt t="27925" x="4811713" y="3243263"/>
          <p14:tracePt t="27933" x="4837113" y="3243263"/>
          <p14:tracePt t="27941" x="4864100" y="3251200"/>
          <p14:tracePt t="27949" x="4899025" y="3260725"/>
          <p14:tracePt t="27957" x="4924425" y="3260725"/>
          <p14:tracePt t="27965" x="4959350" y="3268663"/>
          <p14:tracePt t="27973" x="4976813" y="3268663"/>
          <p14:tracePt t="27981" x="5021263" y="3286125"/>
          <p14:tracePt t="27989" x="5046663" y="3286125"/>
          <p14:tracePt t="27997" x="5091113" y="3286125"/>
          <p14:tracePt t="28005" x="5116513" y="3286125"/>
          <p14:tracePt t="28014" x="5133975" y="3286125"/>
          <p14:tracePt t="28021" x="5151438" y="3295650"/>
          <p14:tracePt t="28030" x="5168900" y="3295650"/>
          <p14:tracePt t="28037" x="5178425" y="3295650"/>
          <p14:tracePt t="28045" x="5203825" y="3303588"/>
          <p14:tracePt t="28053" x="5230813" y="3303588"/>
          <p14:tracePt t="28061" x="5273675" y="3321050"/>
          <p14:tracePt t="28069" x="5308600" y="3321050"/>
          <p14:tracePt t="28077" x="5343525" y="3321050"/>
          <p14:tracePt t="28085" x="5368925" y="3321050"/>
          <p14:tracePt t="28093" x="5386388" y="3330575"/>
          <p14:tracePt t="28101" x="5395913" y="3330575"/>
          <p14:tracePt t="28109" x="5413375" y="3330575"/>
          <p14:tracePt t="28125" x="5430838" y="3338513"/>
          <p14:tracePt t="28133" x="5448300" y="3338513"/>
          <p14:tracePt t="28141" x="5456238" y="3338513"/>
          <p14:tracePt t="28149" x="5465763" y="3338513"/>
          <p14:tracePt t="28157" x="5483225" y="3338513"/>
          <p14:tracePt t="28165" x="5500688" y="3338513"/>
          <p14:tracePt t="28173" x="5526088" y="3338513"/>
          <p14:tracePt t="28181" x="5535613" y="3338513"/>
          <p14:tracePt t="28189" x="5553075" y="3338513"/>
          <p14:tracePt t="28197" x="5561013" y="3338513"/>
          <p14:tracePt t="28205" x="5578475" y="3338513"/>
          <p14:tracePt t="28213" x="5588000" y="3338513"/>
          <p14:tracePt t="28221" x="5605463" y="3338513"/>
          <p14:tracePt t="28230" x="5622925" y="3338513"/>
          <p14:tracePt t="28237" x="5640388" y="3338513"/>
          <p14:tracePt t="28246" x="5675313" y="3338513"/>
          <p14:tracePt t="28253" x="5700713" y="3338513"/>
          <p14:tracePt t="28261" x="5735638" y="3338513"/>
          <p14:tracePt t="28269" x="5753100" y="3338513"/>
          <p14:tracePt t="28277" x="5778500" y="3338513"/>
          <p14:tracePt t="28285" x="5805488" y="3338513"/>
          <p14:tracePt t="28293" x="5822950" y="3338513"/>
          <p14:tracePt t="28301" x="5848350" y="3338513"/>
          <p14:tracePt t="28309" x="5865813" y="3330575"/>
          <p14:tracePt t="28317" x="5883275" y="3330575"/>
          <p14:tracePt t="28325" x="5910263" y="3321050"/>
          <p14:tracePt t="28333" x="5927725" y="3313113"/>
          <p14:tracePt t="28341" x="5945188" y="3313113"/>
          <p14:tracePt t="28349" x="5970588" y="3303588"/>
          <p14:tracePt t="28357" x="5980113" y="3303588"/>
          <p14:tracePt t="28365" x="5988050" y="3303588"/>
          <p14:tracePt t="28373" x="5997575" y="3303588"/>
          <p14:tracePt t="28381" x="6015038" y="3295650"/>
          <p14:tracePt t="28398" x="6032500" y="3295650"/>
          <p14:tracePt t="28405" x="6057900" y="3295650"/>
          <p14:tracePt t="28413" x="6084888" y="3295650"/>
          <p14:tracePt t="28421" x="6119813" y="3295650"/>
          <p14:tracePt t="28429" x="6137275" y="3295650"/>
          <p14:tracePt t="28437" x="6172200" y="3295650"/>
          <p14:tracePt t="28445" x="6197600" y="3295650"/>
          <p14:tracePt t="28453" x="6224588" y="3295650"/>
          <p14:tracePt t="28461" x="6232525" y="3295650"/>
          <p14:tracePt t="28469" x="6249988" y="3295650"/>
          <p14:tracePt t="28477" x="6257925" y="3295650"/>
          <p14:tracePt t="28501" x="6267450" y="3295650"/>
          <p14:tracePt t="28549" x="6275388" y="3286125"/>
          <p14:tracePt t="28573" x="6284913" y="3286125"/>
          <p14:tracePt t="28661" x="6292850" y="3278188"/>
          <p14:tracePt t="29117" x="6284913" y="3268663"/>
          <p14:tracePt t="29133" x="6284913" y="3260725"/>
          <p14:tracePt t="29141" x="6275388" y="3260725"/>
          <p14:tracePt t="29157" x="6249988" y="3260725"/>
          <p14:tracePt t="29165" x="6224588" y="3260725"/>
          <p14:tracePt t="29173" x="6189663" y="3260725"/>
          <p14:tracePt t="29181" x="6145213" y="3260725"/>
          <p14:tracePt t="29189" x="6092825" y="3260725"/>
          <p14:tracePt t="29197" x="6015038" y="3260725"/>
          <p14:tracePt t="29205" x="5910263" y="3251200"/>
          <p14:tracePt t="29213" x="5795963" y="3251200"/>
          <p14:tracePt t="29221" x="5640388" y="3225800"/>
          <p14:tracePt t="29230" x="5518150" y="3208338"/>
          <p14:tracePt t="29237" x="5378450" y="3173413"/>
          <p14:tracePt t="29245" x="5203825" y="3146425"/>
          <p14:tracePt t="29253" x="5011738" y="3111500"/>
          <p14:tracePt t="29261" x="4803775" y="3060700"/>
          <p14:tracePt t="29269" x="4427538" y="2955925"/>
          <p14:tracePt t="29277" x="4052888" y="2859088"/>
          <p14:tracePt t="29285" x="3748088" y="2763838"/>
          <p14:tracePt t="29293" x="3381375" y="2641600"/>
          <p14:tracePt t="29301" x="3024188" y="2511425"/>
          <p14:tracePt t="29309" x="2589213" y="2292350"/>
          <p14:tracePt t="29317" x="2135188" y="2100263"/>
          <p14:tracePt t="29325" x="1700213" y="1927225"/>
          <p14:tracePt t="29333" x="1377950" y="1770063"/>
          <p14:tracePt t="29341" x="1054100" y="1577975"/>
          <p14:tracePt t="29349" x="793750" y="1420813"/>
          <p14:tracePt t="29357" x="609600" y="1298575"/>
          <p14:tracePt t="29365" x="419100" y="1168400"/>
          <p14:tracePt t="29373" x="269875" y="1054100"/>
          <p14:tracePt t="29381" x="147638" y="976313"/>
          <p14:tracePt t="29389" x="17463" y="8636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COIN EXPERIMENT</a:t>
            </a:r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 Concrete example</a:t>
            </a:r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 OF COIN TOSSES </a:t>
            </a:r>
            <a:endParaRPr/>
          </a:p>
        </p:txBody>
      </p:sp>
      <p:sp>
        <p:nvSpPr>
          <p:cNvPr id="244" name="Google Shape;244;p16"/>
          <p:cNvSpPr txBox="1">
            <a:spLocks noGrp="1"/>
          </p:cNvSpPr>
          <p:nvPr>
            <p:ph type="body" idx="1"/>
          </p:nvPr>
        </p:nvSpPr>
        <p:spPr>
          <a:xfrm>
            <a:off x="200550" y="1327350"/>
            <a:ext cx="5749500" cy="37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example,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Estimate the head probability of </a:t>
            </a: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two coins</a:t>
            </a:r>
            <a:r>
              <a:rPr lang="en">
                <a:solidFill>
                  <a:schemeClr val="dk1"/>
                </a:solidFill>
              </a:rPr>
              <a:t> with 5 records where: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Chosen one of the two coins at random.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Flipped that same coin 10 times.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Repeat point 1 and 2, 5 times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5" name="Google Shape;245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246" name="Google Shape;246;p16"/>
          <p:cNvGrpSpPr/>
          <p:nvPr/>
        </p:nvGrpSpPr>
        <p:grpSpPr>
          <a:xfrm>
            <a:off x="297498" y="654814"/>
            <a:ext cx="333035" cy="241699"/>
            <a:chOff x="3932350" y="3714775"/>
            <a:chExt cx="439650" cy="319075"/>
          </a:xfrm>
        </p:grpSpPr>
        <p:sp>
          <p:nvSpPr>
            <p:cNvPr id="247" name="Google Shape;247;p16"/>
            <p:cNvSpPr/>
            <p:nvPr/>
          </p:nvSpPr>
          <p:spPr>
            <a:xfrm>
              <a:off x="3932350" y="3714775"/>
              <a:ext cx="439650" cy="319075"/>
            </a:xfrm>
            <a:custGeom>
              <a:avLst/>
              <a:gdLst/>
              <a:ahLst/>
              <a:cxnLst/>
              <a:rect l="l" t="t" r="r" b="b"/>
              <a:pathLst>
                <a:path w="17586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39701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42788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4073000" y="3716600"/>
              <a:ext cx="77350" cy="278900"/>
            </a:xfrm>
            <a:custGeom>
              <a:avLst/>
              <a:gdLst/>
              <a:ahLst/>
              <a:cxnLst/>
              <a:rect l="l" t="t" r="r" b="b"/>
              <a:pathLst>
                <a:path w="3094" h="11156" fill="none" extrusionOk="0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4175900" y="3787250"/>
              <a:ext cx="77350" cy="208250"/>
            </a:xfrm>
            <a:custGeom>
              <a:avLst/>
              <a:gdLst/>
              <a:ahLst/>
              <a:cxnLst/>
              <a:rect l="l" t="t" r="r" b="b"/>
              <a:pathLst>
                <a:path w="3094" h="8330" fill="none" extrusionOk="0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16"/>
          <p:cNvPicPr preferRelativeResize="0"/>
          <p:nvPr/>
        </p:nvPicPr>
        <p:blipFill rotWithShape="1">
          <a:blip r:embed="rId3">
            <a:alphaModFix/>
          </a:blip>
          <a:srcRect l="15198" t="11941" r="19033" b="2331"/>
          <a:stretch/>
        </p:blipFill>
        <p:spPr>
          <a:xfrm>
            <a:off x="6023800" y="1065750"/>
            <a:ext cx="3081600" cy="3012000"/>
          </a:xfrm>
          <a:prstGeom prst="diamond">
            <a:avLst/>
          </a:prstGeom>
          <a:noFill/>
          <a:ln>
            <a:noFill/>
          </a:ln>
        </p:spPr>
      </p:pic>
      <p:grpSp>
        <p:nvGrpSpPr>
          <p:cNvPr id="253" name="Google Shape;253;p16"/>
          <p:cNvGrpSpPr/>
          <p:nvPr/>
        </p:nvGrpSpPr>
        <p:grpSpPr>
          <a:xfrm>
            <a:off x="5768500" y="3479800"/>
            <a:ext cx="595201" cy="1001001"/>
            <a:chOff x="5768500" y="3479800"/>
            <a:chExt cx="595201" cy="1001001"/>
          </a:xfrm>
        </p:grpSpPr>
        <p:pic>
          <p:nvPicPr>
            <p:cNvPr id="254" name="Google Shape;254;p16"/>
            <p:cNvPicPr preferRelativeResize="0"/>
            <p:nvPr/>
          </p:nvPicPr>
          <p:blipFill rotWithShape="1">
            <a:blip r:embed="rId4">
              <a:alphaModFix/>
            </a:blip>
            <a:srcRect t="43065" r="89689" b="42527"/>
            <a:stretch/>
          </p:blipFill>
          <p:spPr>
            <a:xfrm>
              <a:off x="5768500" y="3479800"/>
              <a:ext cx="595201" cy="454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6"/>
            <p:cNvPicPr preferRelativeResize="0"/>
            <p:nvPr/>
          </p:nvPicPr>
          <p:blipFill rotWithShape="1">
            <a:blip r:embed="rId4">
              <a:alphaModFix/>
            </a:blip>
            <a:srcRect l="742" t="57618" r="89464" b="28037"/>
            <a:stretch/>
          </p:blipFill>
          <p:spPr>
            <a:xfrm>
              <a:off x="5783450" y="4028100"/>
              <a:ext cx="565300" cy="4527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advTm="31498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57" x="1665288" y="2222500"/>
          <p14:tracePt t="105" x="1673225" y="2222500"/>
          <p14:tracePt t="113" x="1682750" y="2222500"/>
          <p14:tracePt t="177" x="1690688" y="2214563"/>
          <p14:tracePt t="4865" x="1682750" y="2214563"/>
          <p14:tracePt t="4873" x="1665288" y="2214563"/>
          <p14:tracePt t="4889" x="1655763" y="2214563"/>
          <p14:tracePt t="4898" x="1630363" y="2214563"/>
          <p14:tracePt t="4905" x="1603375" y="2232025"/>
          <p14:tracePt t="4913" x="1595438" y="2239963"/>
          <p14:tracePt t="4921" x="1568450" y="2239963"/>
          <p14:tracePt t="4930" x="1560513" y="2239963"/>
          <p14:tracePt t="4937" x="1533525" y="2249488"/>
          <p14:tracePt t="4946" x="1498600" y="2266950"/>
          <p14:tracePt t="4961" x="1490663" y="2274888"/>
          <p14:tracePt t="4969" x="1473200" y="2284413"/>
          <p14:tracePt t="4977" x="1463675" y="2284413"/>
          <p14:tracePt t="4985" x="1455738" y="2301875"/>
          <p14:tracePt t="4993" x="1438275" y="2301875"/>
          <p14:tracePt t="5009" x="1438275" y="2309813"/>
          <p14:tracePt t="5033" x="1420813" y="2309813"/>
          <p14:tracePt t="5041" x="1420813" y="2319338"/>
          <p14:tracePt t="5049" x="1412875" y="2319338"/>
          <p14:tracePt t="5073" x="1412875" y="2327275"/>
          <p14:tracePt t="5081" x="1403350" y="2327275"/>
          <p14:tracePt t="5089" x="1395413" y="2336800"/>
          <p14:tracePt t="5137" x="1385888" y="2336800"/>
          <p14:tracePt t="5153" x="1377950" y="2344738"/>
          <p14:tracePt t="5161" x="1368425" y="2344738"/>
          <p14:tracePt t="5177" x="1360488" y="2344738"/>
          <p14:tracePt t="5185" x="1360488" y="2354263"/>
          <p14:tracePt t="5193" x="1343025" y="2354263"/>
          <p14:tracePt t="6738" x="1360488" y="2354263"/>
          <p14:tracePt t="6753" x="1368425" y="2354263"/>
          <p14:tracePt t="6761" x="1385888" y="2362200"/>
          <p14:tracePt t="6793" x="1395413" y="2371725"/>
          <p14:tracePt t="6817" x="1395413" y="2379663"/>
          <p14:tracePt t="6833" x="1395413" y="2389188"/>
          <p14:tracePt t="6841" x="1403350" y="2389188"/>
          <p14:tracePt t="6857" x="1403350" y="2397125"/>
          <p14:tracePt t="6897" x="1403350" y="2406650"/>
          <p14:tracePt t="6913" x="1403350" y="2414588"/>
          <p14:tracePt t="6921" x="1403350" y="2424113"/>
          <p14:tracePt t="6937" x="1403350" y="2432050"/>
          <p14:tracePt t="7089" x="1403350" y="2441575"/>
          <p14:tracePt t="7105" x="1412875" y="2441575"/>
          <p14:tracePt t="7185" x="1420813" y="2441575"/>
          <p14:tracePt t="7193" x="1430338" y="2441575"/>
          <p14:tracePt t="7209" x="1438275" y="2441575"/>
          <p14:tracePt t="7242" x="1446213" y="2441575"/>
          <p14:tracePt t="7249" x="1455738" y="2441575"/>
          <p14:tracePt t="7265" x="1463675" y="2441575"/>
          <p14:tracePt t="7281" x="1473200" y="2441575"/>
          <p14:tracePt t="7289" x="1490663" y="2449513"/>
          <p14:tracePt t="7297" x="1498600" y="2449513"/>
          <p14:tracePt t="7305" x="1508125" y="2449513"/>
          <p14:tracePt t="7313" x="1525588" y="2459038"/>
          <p14:tracePt t="7329" x="1543050" y="2459038"/>
          <p14:tracePt t="7337" x="1568450" y="2459038"/>
          <p14:tracePt t="7346" x="1585913" y="2459038"/>
          <p14:tracePt t="7353" x="1612900" y="2459038"/>
          <p14:tracePt t="7361" x="1620838" y="2459038"/>
          <p14:tracePt t="7369" x="1638300" y="2459038"/>
          <p14:tracePt t="7377" x="1647825" y="2459038"/>
          <p14:tracePt t="7385" x="1655763" y="2459038"/>
          <p14:tracePt t="7393" x="1665288" y="2459038"/>
          <p14:tracePt t="7402" x="1673225" y="2459038"/>
          <p14:tracePt t="7417" x="1690688" y="2466975"/>
          <p14:tracePt t="7425" x="1700213" y="2476500"/>
          <p14:tracePt t="7433" x="1725613" y="2476500"/>
          <p14:tracePt t="7441" x="1735138" y="2476500"/>
          <p14:tracePt t="7449" x="1760538" y="2476500"/>
          <p14:tracePt t="7457" x="1778000" y="2476500"/>
          <p14:tracePt t="7465" x="1795463" y="2476500"/>
          <p14:tracePt t="7473" x="1822450" y="2476500"/>
          <p14:tracePt t="7481" x="1839913" y="2476500"/>
          <p14:tracePt t="7489" x="1857375" y="2476500"/>
          <p14:tracePt t="7497" x="1882775" y="2476500"/>
          <p14:tracePt t="7505" x="1892300" y="2476500"/>
          <p14:tracePt t="7513" x="1909763" y="2476500"/>
          <p14:tracePt t="7521" x="1917700" y="2476500"/>
          <p14:tracePt t="7529" x="1935163" y="2476500"/>
          <p14:tracePt t="7537" x="1952625" y="2476500"/>
          <p14:tracePt t="7546" x="1978025" y="2476500"/>
          <p14:tracePt t="7561" x="1995488" y="2476500"/>
          <p14:tracePt t="7569" x="2005013" y="2476500"/>
          <p14:tracePt t="7577" x="2022475" y="2476500"/>
          <p14:tracePt t="7593" x="2030413" y="2476500"/>
          <p14:tracePt t="7601" x="2030413" y="2484438"/>
          <p14:tracePt t="7609" x="2047875" y="2484438"/>
          <p14:tracePt t="7625" x="2057400" y="2484438"/>
          <p14:tracePt t="7633" x="2065338" y="2484438"/>
          <p14:tracePt t="7641" x="2074863" y="2484438"/>
          <p14:tracePt t="7657" x="2082800" y="2484438"/>
          <p14:tracePt t="8729" x="2092325" y="2484438"/>
          <p14:tracePt t="9833" x="2100263" y="2484438"/>
          <p14:tracePt t="10530" x="2109788" y="2493963"/>
          <p14:tracePt t="10729" x="2109788" y="2501900"/>
          <p14:tracePt t="10753" x="2109788" y="2511425"/>
          <p14:tracePt t="10761" x="2109788" y="2519363"/>
          <p14:tracePt t="10769" x="2117725" y="2519363"/>
          <p14:tracePt t="10777" x="2117725" y="2528888"/>
          <p14:tracePt t="10865" x="2117725" y="2536825"/>
          <p14:tracePt t="10961" x="2117725" y="2554288"/>
          <p14:tracePt t="12042" x="2127250" y="2563813"/>
          <p14:tracePt t="12081" x="2135188" y="2563813"/>
          <p14:tracePt t="12089" x="2152650" y="2563813"/>
          <p14:tracePt t="12097" x="2170113" y="2563813"/>
          <p14:tracePt t="12105" x="2197100" y="2563813"/>
          <p14:tracePt t="12113" x="2214563" y="2571750"/>
          <p14:tracePt t="12121" x="2249488" y="2579688"/>
          <p14:tracePt t="12130" x="2266950" y="2597150"/>
          <p14:tracePt t="12137" x="2292350" y="2597150"/>
          <p14:tracePt t="12145" x="2336800" y="2606675"/>
          <p14:tracePt t="12153" x="2379663" y="2624138"/>
          <p14:tracePt t="12161" x="2422525" y="2624138"/>
          <p14:tracePt t="12169" x="2457450" y="2632075"/>
          <p14:tracePt t="12177" x="2509838" y="2641600"/>
          <p14:tracePt t="12185" x="2554288" y="2641600"/>
          <p14:tracePt t="12193" x="2589213" y="2641600"/>
          <p14:tracePt t="12201" x="2641600" y="2641600"/>
          <p14:tracePt t="12209" x="2693988" y="2641600"/>
          <p14:tracePt t="12217" x="2781300" y="2649538"/>
          <p14:tracePt t="12225" x="2876550" y="2676525"/>
          <p14:tracePt t="12233" x="2954338" y="2676525"/>
          <p14:tracePt t="12241" x="3051175" y="2693988"/>
          <p14:tracePt t="12249" x="3146425" y="2719388"/>
          <p14:tracePt t="12257" x="3233738" y="2736850"/>
          <p14:tracePt t="12265" x="3330575" y="2746375"/>
          <p14:tracePt t="12273" x="3433763" y="2763838"/>
          <p14:tracePt t="12281" x="3538538" y="2781300"/>
          <p14:tracePt t="12289" x="3660775" y="2789238"/>
          <p14:tracePt t="12297" x="3757613" y="2806700"/>
          <p14:tracePt t="12305" x="3817938" y="2816225"/>
          <p14:tracePt t="12313" x="3860800" y="2824163"/>
          <p14:tracePt t="12321" x="3887788" y="2824163"/>
          <p14:tracePt t="12329" x="3905250" y="2824163"/>
          <p14:tracePt t="12361" x="3913188" y="2833688"/>
          <p14:tracePt t="12377" x="3905250" y="2841625"/>
          <p14:tracePt t="12385" x="3895725" y="2841625"/>
          <p14:tracePt t="12393" x="3870325" y="2841625"/>
          <p14:tracePt t="12401" x="3844925" y="2841625"/>
          <p14:tracePt t="12409" x="3800475" y="2841625"/>
          <p14:tracePt t="12417" x="3748088" y="2851150"/>
          <p14:tracePt t="12425" x="3687763" y="2851150"/>
          <p14:tracePt t="12433" x="3590925" y="2868613"/>
          <p14:tracePt t="12441" x="3513138" y="2894013"/>
          <p14:tracePt t="12449" x="3443288" y="2903538"/>
          <p14:tracePt t="12457" x="3365500" y="2911475"/>
          <p14:tracePt t="12465" x="3278188" y="2938463"/>
          <p14:tracePt t="12473" x="3198813" y="2955925"/>
          <p14:tracePt t="12481" x="3121025" y="2981325"/>
          <p14:tracePt t="12489" x="3076575" y="2998788"/>
          <p14:tracePt t="12497" x="3041650" y="3008313"/>
          <p14:tracePt t="12505" x="3006725" y="3016250"/>
          <p14:tracePt t="12513" x="2981325" y="3025775"/>
          <p14:tracePt t="12521" x="2954338" y="3025775"/>
          <p14:tracePt t="12529" x="2919413" y="3033713"/>
          <p14:tracePt t="12537" x="2876550" y="3043238"/>
          <p14:tracePt t="12545" x="2816225" y="3043238"/>
          <p14:tracePt t="12553" x="2754313" y="3043238"/>
          <p14:tracePt t="12561" x="2667000" y="3043238"/>
          <p14:tracePt t="12569" x="2579688" y="3043238"/>
          <p14:tracePt t="12577" x="2492375" y="3043238"/>
          <p14:tracePt t="12585" x="2371725" y="3043238"/>
          <p14:tracePt t="12593" x="2266950" y="3043238"/>
          <p14:tracePt t="12601" x="2170113" y="3043238"/>
          <p14:tracePt t="12609" x="2092325" y="3060700"/>
          <p14:tracePt t="12617" x="2022475" y="3068638"/>
          <p14:tracePt t="12625" x="1960563" y="3078163"/>
          <p14:tracePt t="12633" x="1925638" y="3086100"/>
          <p14:tracePt t="12641" x="1892300" y="3086100"/>
          <p14:tracePt t="12649" x="1865313" y="3094038"/>
          <p14:tracePt t="12657" x="1839913" y="3094038"/>
          <p14:tracePt t="12665" x="1804988" y="3103563"/>
          <p14:tracePt t="12673" x="1787525" y="3111500"/>
          <p14:tracePt t="12681" x="1752600" y="3111500"/>
          <p14:tracePt t="12689" x="1690688" y="3121025"/>
          <p14:tracePt t="12697" x="1647825" y="3121025"/>
          <p14:tracePt t="12705" x="1585913" y="3121025"/>
          <p14:tracePt t="12713" x="1525588" y="3121025"/>
          <p14:tracePt t="12721" x="1473200" y="3121025"/>
          <p14:tracePt t="12729" x="1403350" y="3121025"/>
          <p14:tracePt t="12737" x="1350963" y="3121025"/>
          <p14:tracePt t="12746" x="1308100" y="3121025"/>
          <p14:tracePt t="12753" x="1255713" y="3121025"/>
          <p14:tracePt t="12761" x="1228725" y="3121025"/>
          <p14:tracePt t="12769" x="1193800" y="3121025"/>
          <p14:tracePt t="12777" x="1176338" y="3121025"/>
          <p14:tracePt t="12785" x="1168400" y="3121025"/>
          <p14:tracePt t="12793" x="1141413" y="3121025"/>
          <p14:tracePt t="12801" x="1133475" y="3121025"/>
          <p14:tracePt t="12809" x="1116013" y="3121025"/>
          <p14:tracePt t="12833" x="1106488" y="3121025"/>
          <p14:tracePt t="13305" x="1098550" y="3138488"/>
          <p14:tracePt t="13313" x="1116013" y="3173413"/>
          <p14:tracePt t="13321" x="1116013" y="3181350"/>
          <p14:tracePt t="13329" x="1123950" y="3190875"/>
          <p14:tracePt t="13337" x="1123950" y="3198813"/>
          <p14:tracePt t="13354" x="1123950" y="3208338"/>
          <p14:tracePt t="13361" x="1123950" y="3216275"/>
          <p14:tracePt t="13369" x="1133475" y="3225800"/>
          <p14:tracePt t="13385" x="1141413" y="3225800"/>
          <p14:tracePt t="13505" x="1150938" y="3225800"/>
          <p14:tracePt t="13513" x="1168400" y="3225800"/>
          <p14:tracePt t="13521" x="1185863" y="3225800"/>
          <p14:tracePt t="13529" x="1203325" y="3225800"/>
          <p14:tracePt t="13537" x="1228725" y="3225800"/>
          <p14:tracePt t="13546" x="1238250" y="3225800"/>
          <p14:tracePt t="13553" x="1263650" y="3225800"/>
          <p14:tracePt t="13561" x="1290638" y="3225800"/>
          <p14:tracePt t="13569" x="1325563" y="3225800"/>
          <p14:tracePt t="13577" x="1368425" y="3225800"/>
          <p14:tracePt t="13585" x="1403350" y="3225800"/>
          <p14:tracePt t="13593" x="1446213" y="3225800"/>
          <p14:tracePt t="13601" x="1481138" y="3225800"/>
          <p14:tracePt t="13609" x="1533525" y="3225800"/>
          <p14:tracePt t="13617" x="1585913" y="3225800"/>
          <p14:tracePt t="13625" x="1638300" y="3225800"/>
          <p14:tracePt t="13633" x="1673225" y="3225800"/>
          <p14:tracePt t="13641" x="1717675" y="3225800"/>
          <p14:tracePt t="13649" x="1752600" y="3225800"/>
          <p14:tracePt t="13657" x="1795463" y="3225800"/>
          <p14:tracePt t="13665" x="1830388" y="3225800"/>
          <p14:tracePt t="13673" x="1857375" y="3225800"/>
          <p14:tracePt t="13681" x="1892300" y="3225800"/>
          <p14:tracePt t="13689" x="1917700" y="3225800"/>
          <p14:tracePt t="13697" x="1925638" y="3225800"/>
          <p14:tracePt t="13705" x="1943100" y="3225800"/>
          <p14:tracePt t="13713" x="1952625" y="3225800"/>
          <p14:tracePt t="13721" x="1960563" y="3225800"/>
          <p14:tracePt t="13729" x="1970088" y="3225800"/>
          <p14:tracePt t="13746" x="1978025" y="3225800"/>
          <p14:tracePt t="13793" x="1987550" y="3225800"/>
          <p14:tracePt t="14002" x="1995488" y="3225800"/>
          <p14:tracePt t="14009" x="2005013" y="3225800"/>
          <p14:tracePt t="14017" x="2012950" y="3225800"/>
          <p14:tracePt t="14025" x="2022475" y="3225800"/>
          <p14:tracePt t="14034" x="2030413" y="3225800"/>
          <p14:tracePt t="14047" x="2057400" y="3225800"/>
          <p14:tracePt t="14049" x="2074863" y="3225800"/>
          <p14:tracePt t="14057" x="2100263" y="3225800"/>
          <p14:tracePt t="14065" x="2127250" y="3225800"/>
          <p14:tracePt t="14073" x="2162175" y="3225800"/>
          <p14:tracePt t="14081" x="2187575" y="3225800"/>
          <p14:tracePt t="14089" x="2222500" y="3225800"/>
          <p14:tracePt t="14097" x="2257425" y="3225800"/>
          <p14:tracePt t="14105" x="2292350" y="3225800"/>
          <p14:tracePt t="14113" x="2309813" y="3225800"/>
          <p14:tracePt t="14121" x="2336800" y="3225800"/>
          <p14:tracePt t="14129" x="2354263" y="3225800"/>
          <p14:tracePt t="14137" x="2371725" y="3225800"/>
          <p14:tracePt t="14146" x="2397125" y="3225800"/>
          <p14:tracePt t="14153" x="2422525" y="3225800"/>
          <p14:tracePt t="14161" x="2449513" y="3225800"/>
          <p14:tracePt t="14169" x="2466975" y="3225800"/>
          <p14:tracePt t="14177" x="2519363" y="3225800"/>
          <p14:tracePt t="14185" x="2536825" y="3225800"/>
          <p14:tracePt t="14193" x="2562225" y="3225800"/>
          <p14:tracePt t="14201" x="2589213" y="3225800"/>
          <p14:tracePt t="14209" x="2624138" y="3225800"/>
          <p14:tracePt t="14217" x="2649538" y="3225800"/>
          <p14:tracePt t="14225" x="2667000" y="3225800"/>
          <p14:tracePt t="14233" x="2693988" y="3225800"/>
          <p14:tracePt t="14241" x="2701925" y="3225800"/>
          <p14:tracePt t="14249" x="2719388" y="3225800"/>
          <p14:tracePt t="14257" x="2728913" y="3225800"/>
          <p14:tracePt t="14273" x="2736850" y="3225800"/>
          <p14:tracePt t="14714" x="2746375" y="3225800"/>
          <p14:tracePt t="14889" x="2736850" y="3225800"/>
          <p14:tracePt t="14897" x="2728913" y="3225800"/>
          <p14:tracePt t="14905" x="2719388" y="3225800"/>
          <p14:tracePt t="14913" x="2701925" y="3225800"/>
          <p14:tracePt t="14921" x="2693988" y="3225800"/>
          <p14:tracePt t="14930" x="2676525" y="3225800"/>
          <p14:tracePt t="14937" x="2667000" y="3225800"/>
          <p14:tracePt t="14946" x="2649538" y="3225800"/>
          <p14:tracePt t="14953" x="2641600" y="3225800"/>
          <p14:tracePt t="14961" x="2632075" y="3225800"/>
          <p14:tracePt t="14969" x="2606675" y="3225800"/>
          <p14:tracePt t="14977" x="2571750" y="3225800"/>
          <p14:tracePt t="14985" x="2544763" y="3225800"/>
          <p14:tracePt t="14994" x="2519363" y="3233738"/>
          <p14:tracePt t="15001" x="2484438" y="3233738"/>
          <p14:tracePt t="15009" x="2457450" y="3243263"/>
          <p14:tracePt t="15017" x="2422525" y="3243263"/>
          <p14:tracePt t="15025" x="2397125" y="3243263"/>
          <p14:tracePt t="15033" x="2371725" y="3251200"/>
          <p14:tracePt t="15047" x="2344738" y="3260725"/>
          <p14:tracePt t="15049" x="2284413" y="3268663"/>
          <p14:tracePt t="15057" x="2214563" y="3295650"/>
          <p14:tracePt t="15065" x="2117725" y="3330575"/>
          <p14:tracePt t="15073" x="2047875" y="3348038"/>
          <p14:tracePt t="15081" x="1970088" y="3365500"/>
          <p14:tracePt t="15089" x="1909763" y="3390900"/>
          <p14:tracePt t="15097" x="1865313" y="3400425"/>
          <p14:tracePt t="15105" x="1804988" y="3417888"/>
          <p14:tracePt t="15114" x="1752600" y="3435350"/>
          <p14:tracePt t="15121" x="1717675" y="3443288"/>
          <p14:tracePt t="15129" x="1673225" y="3452813"/>
          <p14:tracePt t="15137" x="1630363" y="3470275"/>
          <p14:tracePt t="15146" x="1603375" y="3470275"/>
          <p14:tracePt t="15153" x="1577975" y="3478213"/>
          <p14:tracePt t="15161" x="1560513" y="3487738"/>
          <p14:tracePt t="15169" x="1543050" y="3487738"/>
          <p14:tracePt t="15177" x="1508125" y="3487738"/>
          <p14:tracePt t="15185" x="1473200" y="3505200"/>
          <p14:tracePt t="15194" x="1430338" y="3505200"/>
          <p14:tracePt t="15201" x="1395413" y="3505200"/>
          <p14:tracePt t="15209" x="1350963" y="3513138"/>
          <p14:tracePt t="15217" x="1298575" y="3522663"/>
          <p14:tracePt t="15225" x="1263650" y="3530600"/>
          <p14:tracePt t="15233" x="1203325" y="3548063"/>
          <p14:tracePt t="15241" x="1168400" y="3548063"/>
          <p14:tracePt t="15249" x="1123950" y="3548063"/>
          <p14:tracePt t="15257" x="1089025" y="3557588"/>
          <p14:tracePt t="15265" x="1071563" y="3565525"/>
          <p14:tracePt t="15273" x="1054100" y="3565525"/>
          <p14:tracePt t="15281" x="1028700" y="3565525"/>
          <p14:tracePt t="15289" x="1011238" y="3565525"/>
          <p14:tracePt t="15305" x="1001713" y="3565525"/>
          <p14:tracePt t="15313" x="984250" y="3565525"/>
          <p14:tracePt t="15321" x="976313" y="3575050"/>
          <p14:tracePt t="15329" x="966788" y="3582988"/>
          <p14:tracePt t="15337" x="950913" y="3582988"/>
          <p14:tracePt t="15346" x="923925" y="3582988"/>
          <p14:tracePt t="15353" x="906463" y="3592513"/>
          <p14:tracePt t="15361" x="898525" y="3592513"/>
          <p14:tracePt t="15369" x="881063" y="3592513"/>
          <p14:tracePt t="15377" x="863600" y="3592513"/>
          <p14:tracePt t="15385" x="863600" y="3600450"/>
          <p14:tracePt t="15393" x="846138" y="3600450"/>
          <p14:tracePt t="15401" x="836613" y="3600450"/>
          <p14:tracePt t="15409" x="819150" y="3600450"/>
          <p14:tracePt t="15417" x="811213" y="3608388"/>
          <p14:tracePt t="15425" x="793750" y="3617913"/>
          <p14:tracePt t="15433" x="784225" y="3617913"/>
          <p14:tracePt t="15441" x="758825" y="3625850"/>
          <p14:tracePt t="15457" x="749300" y="3625850"/>
          <p14:tracePt t="17225" x="758825" y="3617913"/>
          <p14:tracePt t="17249" x="766763" y="3617913"/>
          <p14:tracePt t="17257" x="776288" y="3617913"/>
          <p14:tracePt t="17482" x="784225" y="3617913"/>
          <p14:tracePt t="17513" x="793750" y="3617913"/>
          <p14:tracePt t="17521" x="801688" y="3617913"/>
          <p14:tracePt t="17577" x="811213" y="3617913"/>
          <p14:tracePt t="17681" x="819150" y="3617913"/>
          <p14:tracePt t="17769" x="828675" y="3617913"/>
          <p14:tracePt t="17777" x="836613" y="3617913"/>
          <p14:tracePt t="17785" x="846138" y="3617913"/>
          <p14:tracePt t="17793" x="854075" y="3617913"/>
          <p14:tracePt t="17809" x="863600" y="3617913"/>
          <p14:tracePt t="17841" x="871538" y="3617913"/>
          <p14:tracePt t="17889" x="881063" y="3617913"/>
          <p14:tracePt t="17897" x="889000" y="3617913"/>
          <p14:tracePt t="17913" x="898525" y="3617913"/>
          <p14:tracePt t="17994" x="906463" y="3617913"/>
          <p14:tracePt t="18009" x="915988" y="3617913"/>
          <p14:tracePt t="18017" x="923925" y="3617913"/>
          <p14:tracePt t="18034" x="933450" y="3617913"/>
          <p14:tracePt t="18049" x="950913" y="3617913"/>
          <p14:tracePt t="18073" x="958850" y="3617913"/>
          <p14:tracePt t="18089" x="976313" y="3617913"/>
          <p14:tracePt t="18105" x="984250" y="3617913"/>
          <p14:tracePt t="18113" x="1011238" y="3617913"/>
          <p14:tracePt t="18121" x="1019175" y="3617913"/>
          <p14:tracePt t="18129" x="1028700" y="3617913"/>
          <p14:tracePt t="18137" x="1046163" y="3617913"/>
          <p14:tracePt t="18145" x="1063625" y="3617913"/>
          <p14:tracePt t="18153" x="1081088" y="3608388"/>
          <p14:tracePt t="18161" x="1106488" y="3608388"/>
          <p14:tracePt t="18169" x="1116013" y="3600450"/>
          <p14:tracePt t="18177" x="1123950" y="3600450"/>
          <p14:tracePt t="18185" x="1141413" y="3600450"/>
          <p14:tracePt t="18193" x="1158875" y="3600450"/>
          <p14:tracePt t="18201" x="1168400" y="3600450"/>
          <p14:tracePt t="18209" x="1193800" y="3592513"/>
          <p14:tracePt t="18217" x="1211263" y="3592513"/>
          <p14:tracePt t="18225" x="1228725" y="3592513"/>
          <p14:tracePt t="18233" x="1246188" y="3582988"/>
          <p14:tracePt t="18241" x="1255713" y="3582988"/>
          <p14:tracePt t="18249" x="1273175" y="3582988"/>
          <p14:tracePt t="18257" x="1290638" y="3582988"/>
          <p14:tracePt t="18273" x="1308100" y="3582988"/>
          <p14:tracePt t="18281" x="1316038" y="3582988"/>
          <p14:tracePt t="18297" x="1325563" y="3575050"/>
          <p14:tracePt t="18313" x="1333500" y="3575050"/>
          <p14:tracePt t="18329" x="1343025" y="3575050"/>
          <p14:tracePt t="18337" x="1350963" y="3575050"/>
          <p14:tracePt t="18346" x="1360488" y="3575050"/>
          <p14:tracePt t="18353" x="1368425" y="3575050"/>
          <p14:tracePt t="18361" x="1385888" y="3575050"/>
          <p14:tracePt t="18369" x="1395413" y="3575050"/>
          <p14:tracePt t="18377" x="1412875" y="3575050"/>
          <p14:tracePt t="18385" x="1420813" y="3575050"/>
          <p14:tracePt t="18401" x="1438275" y="3575050"/>
          <p14:tracePt t="18409" x="1446213" y="3575050"/>
          <p14:tracePt t="18417" x="1455738" y="3575050"/>
          <p14:tracePt t="18425" x="1463675" y="3575050"/>
          <p14:tracePt t="18433" x="1473200" y="3575050"/>
          <p14:tracePt t="18441" x="1490663" y="3575050"/>
          <p14:tracePt t="18465" x="1498600" y="3575050"/>
          <p14:tracePt t="18481" x="1508125" y="3575050"/>
          <p14:tracePt t="18497" x="1516063" y="3575050"/>
          <p14:tracePt t="18513" x="1525588" y="3575050"/>
          <p14:tracePt t="18529" x="1543050" y="3575050"/>
          <p14:tracePt t="18537" x="1550988" y="3575050"/>
          <p14:tracePt t="18545" x="1568450" y="3575050"/>
          <p14:tracePt t="18553" x="1577975" y="3575050"/>
          <p14:tracePt t="18561" x="1585913" y="3575050"/>
          <p14:tracePt t="18577" x="1595438" y="3575050"/>
          <p14:tracePt t="18585" x="1603375" y="3575050"/>
          <p14:tracePt t="18593" x="1612900" y="3575050"/>
          <p14:tracePt t="18601" x="1630363" y="3575050"/>
          <p14:tracePt t="18617" x="1638300" y="3575050"/>
          <p14:tracePt t="18625" x="1655763" y="3575050"/>
          <p14:tracePt t="18641" x="1673225" y="3575050"/>
          <p14:tracePt t="18657" x="1682750" y="3575050"/>
          <p14:tracePt t="18681" x="1690688" y="3575050"/>
          <p14:tracePt t="18689" x="1700213" y="3575050"/>
          <p14:tracePt t="18697" x="1708150" y="3575050"/>
          <p14:tracePt t="18705" x="1725613" y="3575050"/>
          <p14:tracePt t="18713" x="1735138" y="3575050"/>
          <p14:tracePt t="18721" x="1760538" y="3557588"/>
          <p14:tracePt t="18729" x="1770063" y="3557588"/>
          <p14:tracePt t="18737" x="1787525" y="3557588"/>
          <p14:tracePt t="18746" x="1804988" y="3557588"/>
          <p14:tracePt t="18753" x="1822450" y="3557588"/>
          <p14:tracePt t="18761" x="1839913" y="3557588"/>
          <p14:tracePt t="18769" x="1857375" y="3557588"/>
          <p14:tracePt t="18777" x="1882775" y="3557588"/>
          <p14:tracePt t="18785" x="1925638" y="3557588"/>
          <p14:tracePt t="18793" x="1960563" y="3557588"/>
          <p14:tracePt t="18801" x="2012950" y="3557588"/>
          <p14:tracePt t="18809" x="2057400" y="3557588"/>
          <p14:tracePt t="18817" x="2092325" y="3557588"/>
          <p14:tracePt t="18825" x="2127250" y="3557588"/>
          <p14:tracePt t="18833" x="2152650" y="3557588"/>
          <p14:tracePt t="18841" x="2162175" y="3557588"/>
          <p14:tracePt t="18849" x="2187575" y="3557588"/>
          <p14:tracePt t="18857" x="2205038" y="3557588"/>
          <p14:tracePt t="18865" x="2222500" y="3557588"/>
          <p14:tracePt t="18873" x="2257425" y="3557588"/>
          <p14:tracePt t="18881" x="2292350" y="3557588"/>
          <p14:tracePt t="18889" x="2327275" y="3557588"/>
          <p14:tracePt t="18897" x="2379663" y="3557588"/>
          <p14:tracePt t="18905" x="2406650" y="3557588"/>
          <p14:tracePt t="18913" x="2439988" y="3557588"/>
          <p14:tracePt t="18921" x="2457450" y="3557588"/>
          <p14:tracePt t="18929" x="2466975" y="3557588"/>
          <p14:tracePt t="18937" x="2474913" y="3557588"/>
          <p14:tracePt t="18945" x="2484438" y="3557588"/>
          <p14:tracePt t="18969" x="2501900" y="3557588"/>
          <p14:tracePt t="18977" x="2519363" y="3557588"/>
          <p14:tracePt t="18985" x="2544763" y="3557588"/>
          <p14:tracePt t="18993" x="2589213" y="3557588"/>
          <p14:tracePt t="19001" x="2641600" y="3557588"/>
          <p14:tracePt t="19009" x="2701925" y="3557588"/>
          <p14:tracePt t="19017" x="2754313" y="3557588"/>
          <p14:tracePt t="19025" x="2798763" y="3557588"/>
          <p14:tracePt t="19033" x="2833688" y="3557588"/>
          <p14:tracePt t="19041" x="2859088" y="3557588"/>
          <p14:tracePt t="19049" x="2876550" y="3557588"/>
          <p14:tracePt t="19057" x="2886075" y="3557588"/>
          <p14:tracePt t="19065" x="2901950" y="3557588"/>
          <p14:tracePt t="19073" x="2928938" y="3557588"/>
          <p14:tracePt t="19081" x="2989263" y="3557588"/>
          <p14:tracePt t="19089" x="3103563" y="3557588"/>
          <p14:tracePt t="19097" x="3295650" y="3557588"/>
          <p14:tracePt t="19105" x="3556000" y="3557588"/>
          <p14:tracePt t="19113" x="3827463" y="3557588"/>
          <p14:tracePt t="19121" x="4070350" y="3582988"/>
          <p14:tracePt t="19129" x="4202113" y="3592513"/>
          <p14:tracePt t="19137" x="4349750" y="3625850"/>
          <p14:tracePt t="19145" x="4445000" y="3635375"/>
          <p14:tracePt t="19153" x="4524375" y="3643313"/>
          <p14:tracePt t="19161" x="4559300" y="3652838"/>
          <p14:tracePt t="19209" x="4541838" y="3652838"/>
          <p14:tracePt t="19217" x="4532313" y="3652838"/>
          <p14:tracePt t="19225" x="4524375" y="3643313"/>
          <p14:tracePt t="19233" x="4514850" y="3643313"/>
          <p14:tracePt t="19313" x="4506913" y="3635375"/>
          <p14:tracePt t="19338" x="4497388" y="3635375"/>
          <p14:tracePt t="19457" x="4489450" y="3635375"/>
          <p14:tracePt t="19481" x="4479925" y="3625850"/>
          <p14:tracePt t="19489" x="4471988" y="3617913"/>
          <p14:tracePt t="19497" x="4462463" y="3617913"/>
          <p14:tracePt t="19505" x="4454525" y="3617913"/>
          <p14:tracePt t="19513" x="4437063" y="3608388"/>
          <p14:tracePt t="19521" x="4402138" y="3600450"/>
          <p14:tracePt t="19529" x="4367213" y="3600450"/>
          <p14:tracePt t="19538" x="4314825" y="3592513"/>
          <p14:tracePt t="19546" x="4289425" y="3592513"/>
          <p14:tracePt t="19553" x="4254500" y="3582988"/>
          <p14:tracePt t="19561" x="4237038" y="3582988"/>
          <p14:tracePt t="19569" x="4219575" y="3575050"/>
          <p14:tracePt t="19577" x="4184650" y="3575050"/>
          <p14:tracePt t="19585" x="4167188" y="3565525"/>
          <p14:tracePt t="19593" x="4140200" y="3565525"/>
          <p14:tracePt t="19601" x="4122738" y="3557588"/>
          <p14:tracePt t="19609" x="4114800" y="3557588"/>
          <p14:tracePt t="19617" x="4087813" y="3548063"/>
          <p14:tracePt t="19625" x="4070350" y="3548063"/>
          <p14:tracePt t="19633" x="4062413" y="3548063"/>
          <p14:tracePt t="19641" x="4052888" y="3540125"/>
          <p14:tracePt t="19649" x="4044950" y="3540125"/>
          <p14:tracePt t="19657" x="4035425" y="3540125"/>
          <p14:tracePt t="19665" x="4027488" y="3540125"/>
          <p14:tracePt t="19673" x="4010025" y="3540125"/>
          <p14:tracePt t="19681" x="3983038" y="3540125"/>
          <p14:tracePt t="19689" x="3957638" y="3540125"/>
          <p14:tracePt t="19697" x="3930650" y="3540125"/>
          <p14:tracePt t="19705" x="3895725" y="3530600"/>
          <p14:tracePt t="19713" x="3860800" y="3513138"/>
          <p14:tracePt t="19721" x="3817938" y="3505200"/>
          <p14:tracePt t="19729" x="3783013" y="3505200"/>
          <p14:tracePt t="19737" x="3757613" y="3495675"/>
          <p14:tracePt t="19746" x="3748088" y="3495675"/>
          <p14:tracePt t="19801" x="3740150" y="3495675"/>
          <p14:tracePt t="19929" x="3730625" y="3478213"/>
          <p14:tracePt t="19937" x="3722688" y="3470275"/>
          <p14:tracePt t="19946" x="3722688" y="3460750"/>
          <p14:tracePt t="19953" x="3722688" y="3452813"/>
          <p14:tracePt t="19962" x="3722688" y="3443288"/>
          <p14:tracePt t="19969" x="3722688" y="3425825"/>
          <p14:tracePt t="19977" x="3722688" y="3390900"/>
          <p14:tracePt t="19985" x="3722688" y="3365500"/>
          <p14:tracePt t="19993" x="3757613" y="3330575"/>
          <p14:tracePt t="20001" x="3783013" y="3313113"/>
          <p14:tracePt t="20009" x="3817938" y="3295650"/>
          <p14:tracePt t="20017" x="3844925" y="3286125"/>
          <p14:tracePt t="20025" x="3870325" y="3278188"/>
          <p14:tracePt t="20033" x="3895725" y="3278188"/>
          <p14:tracePt t="20047" x="3922713" y="3278188"/>
          <p14:tracePt t="20049" x="3940175" y="3278188"/>
          <p14:tracePt t="20057" x="3957638" y="3278188"/>
          <p14:tracePt t="20065" x="3975100" y="3286125"/>
          <p14:tracePt t="20081" x="3975100" y="3295650"/>
          <p14:tracePt t="20089" x="3975100" y="3303588"/>
          <p14:tracePt t="20097" x="3975100" y="3321050"/>
          <p14:tracePt t="20105" x="3975100" y="3330575"/>
          <p14:tracePt t="20113" x="3975100" y="3355975"/>
          <p14:tracePt t="20121" x="3975100" y="3373438"/>
          <p14:tracePt t="20129" x="3975100" y="3400425"/>
          <p14:tracePt t="20137" x="3957638" y="3408363"/>
          <p14:tracePt t="20145" x="3948113" y="3425825"/>
          <p14:tracePt t="20153" x="3930650" y="3425825"/>
          <p14:tracePt t="20161" x="3930650" y="3435350"/>
          <p14:tracePt t="20169" x="3922713" y="3443288"/>
          <p14:tracePt t="20561" x="3930650" y="3443288"/>
          <p14:tracePt t="20569" x="3940175" y="3443288"/>
          <p14:tracePt t="20577" x="3948113" y="3443288"/>
          <p14:tracePt t="20665" x="3957638" y="3443288"/>
          <p14:tracePt t="20681" x="3965575" y="3435350"/>
          <p14:tracePt t="20689" x="3975100" y="3435350"/>
          <p14:tracePt t="20697" x="3975100" y="3425825"/>
          <p14:tracePt t="20705" x="3983038" y="3425825"/>
          <p14:tracePt t="20713" x="4010025" y="3417888"/>
          <p14:tracePt t="20721" x="4017963" y="3417888"/>
          <p14:tracePt t="20729" x="4035425" y="3400425"/>
          <p14:tracePt t="20737" x="4052888" y="3400425"/>
          <p14:tracePt t="20746" x="4070350" y="3390900"/>
          <p14:tracePt t="20753" x="4079875" y="3382963"/>
          <p14:tracePt t="20761" x="4105275" y="3373438"/>
          <p14:tracePt t="20777" x="4114800" y="3373438"/>
          <p14:tracePt t="20833" x="4122738" y="3365500"/>
          <p14:tracePt t="21353" x="4122738" y="3355975"/>
          <p14:tracePt t="21377" x="4114800" y="3355975"/>
          <p14:tracePt t="21394" x="4105275" y="3355975"/>
          <p14:tracePt t="21409" x="4087813" y="3355975"/>
          <p14:tracePt t="21417" x="4079875" y="3355975"/>
          <p14:tracePt t="21433" x="4062413" y="3355975"/>
          <p14:tracePt t="21441" x="4052888" y="3365500"/>
          <p14:tracePt t="21457" x="4035425" y="3365500"/>
          <p14:tracePt t="21465" x="4027488" y="3365500"/>
          <p14:tracePt t="21489" x="4017963" y="3365500"/>
          <p14:tracePt t="21497" x="4010025" y="3365500"/>
          <p14:tracePt t="21505" x="3992563" y="3365500"/>
          <p14:tracePt t="21513" x="3975100" y="3373438"/>
          <p14:tracePt t="21521" x="3965575" y="3373438"/>
          <p14:tracePt t="21529" x="3940175" y="3373438"/>
          <p14:tracePt t="21545" x="3922713" y="3373438"/>
          <p14:tracePt t="21553" x="3913188" y="3382963"/>
          <p14:tracePt t="21561" x="3905250" y="3382963"/>
          <p14:tracePt t="21569" x="3895725" y="3382963"/>
          <p14:tracePt t="21577" x="3887788" y="3382963"/>
          <p14:tracePt t="21593" x="3878263" y="3382963"/>
          <p14:tracePt t="21601" x="3870325" y="3382963"/>
          <p14:tracePt t="21609" x="3860800" y="3382963"/>
          <p14:tracePt t="21617" x="3835400" y="3382963"/>
          <p14:tracePt t="21625" x="3827463" y="3382963"/>
          <p14:tracePt t="21633" x="3810000" y="3382963"/>
          <p14:tracePt t="21641" x="3800475" y="3382963"/>
          <p14:tracePt t="21649" x="3792538" y="3382963"/>
          <p14:tracePt t="21657" x="3783013" y="3382963"/>
          <p14:tracePt t="21665" x="3775075" y="3382963"/>
          <p14:tracePt t="21681" x="3757613" y="3382963"/>
          <p14:tracePt t="21689" x="3748088" y="3382963"/>
          <p14:tracePt t="21705" x="3730625" y="3382963"/>
          <p14:tracePt t="21713" x="3713163" y="3390900"/>
          <p14:tracePt t="21721" x="3687763" y="3390900"/>
          <p14:tracePt t="21729" x="3660775" y="3400425"/>
          <p14:tracePt t="21737" x="3617913" y="3400425"/>
          <p14:tracePt t="21746" x="3565525" y="3417888"/>
          <p14:tracePt t="21753" x="3503613" y="3435350"/>
          <p14:tracePt t="21761" x="3460750" y="3443288"/>
          <p14:tracePt t="21769" x="3408363" y="3443288"/>
          <p14:tracePt t="21777" x="3381375" y="3452813"/>
          <p14:tracePt t="21785" x="3338513" y="3470275"/>
          <p14:tracePt t="21793" x="3321050" y="3470275"/>
          <p14:tracePt t="21801" x="3286125" y="3487738"/>
          <p14:tracePt t="21809" x="3225800" y="3495675"/>
          <p14:tracePt t="21817" x="3173413" y="3513138"/>
          <p14:tracePt t="21825" x="3111500" y="3522663"/>
          <p14:tracePt t="21833" x="3033713" y="3530600"/>
          <p14:tracePt t="21841" x="2954338" y="3540125"/>
          <p14:tracePt t="21849" x="2868613" y="3557588"/>
          <p14:tracePt t="21857" x="2789238" y="3557588"/>
          <p14:tracePt t="21865" x="2701925" y="3575050"/>
          <p14:tracePt t="21873" x="2624138" y="3582988"/>
          <p14:tracePt t="21881" x="2536825" y="3608388"/>
          <p14:tracePt t="21889" x="2457450" y="3617913"/>
          <p14:tracePt t="21897" x="2379663" y="3625850"/>
          <p14:tracePt t="21905" x="2301875" y="3635375"/>
          <p14:tracePt t="21913" x="2232025" y="3660775"/>
          <p14:tracePt t="21921" x="2152650" y="3678238"/>
          <p14:tracePt t="21930" x="2092325" y="3695700"/>
          <p14:tracePt t="21937" x="2057400" y="3705225"/>
          <p14:tracePt t="21946" x="1995488" y="3722688"/>
          <p14:tracePt t="21953" x="1960563" y="3722688"/>
          <p14:tracePt t="21961" x="1917700" y="3748088"/>
          <p14:tracePt t="21969" x="1874838" y="3757613"/>
          <p14:tracePt t="21977" x="1830388" y="3757613"/>
          <p14:tracePt t="21985" x="1795463" y="3775075"/>
          <p14:tracePt t="21993" x="1752600" y="3783013"/>
          <p14:tracePt t="22001" x="1725613" y="3792538"/>
          <p14:tracePt t="22009" x="1665288" y="3817938"/>
          <p14:tracePt t="22017" x="1595438" y="3835400"/>
          <p14:tracePt t="22025" x="1533525" y="3844925"/>
          <p14:tracePt t="22045" x="1368425" y="3879850"/>
          <p14:tracePt t="22049" x="1298575" y="3887788"/>
          <p14:tracePt t="22057" x="1228725" y="3887788"/>
          <p14:tracePt t="22065" x="1168400" y="3887788"/>
          <p14:tracePt t="22073" x="1123950" y="3887788"/>
          <p14:tracePt t="22081" x="1081088" y="3887788"/>
          <p14:tracePt t="22089" x="1071563" y="3887788"/>
          <p14:tracePt t="22097" x="1063625" y="3887788"/>
          <p14:tracePt t="22105" x="1046163" y="3905250"/>
          <p14:tracePt t="22121" x="1028700" y="3914775"/>
          <p14:tracePt t="22129" x="1011238" y="3922713"/>
          <p14:tracePt t="22137" x="984250" y="3940175"/>
          <p14:tracePt t="22145" x="941388" y="3949700"/>
          <p14:tracePt t="22153" x="898525" y="3957638"/>
          <p14:tracePt t="22161" x="854075" y="3975100"/>
          <p14:tracePt t="22169" x="793750" y="3975100"/>
          <p14:tracePt t="22177" x="749300" y="3975100"/>
          <p14:tracePt t="22185" x="714375" y="3975100"/>
          <p14:tracePt t="22193" x="679450" y="3975100"/>
          <p14:tracePt t="22201" x="654050" y="3975100"/>
          <p14:tracePt t="22209" x="636588" y="3975100"/>
          <p14:tracePt t="22218" x="619125" y="3975100"/>
          <p14:tracePt t="22281" x="627063" y="3975100"/>
          <p14:tracePt t="23057" x="636588" y="3975100"/>
          <p14:tracePt t="23345" x="644525" y="3975100"/>
          <p14:tracePt t="23361" x="654050" y="3984625"/>
          <p14:tracePt t="23369" x="661988" y="3984625"/>
          <p14:tracePt t="23401" x="671513" y="3984625"/>
          <p14:tracePt t="23441" x="679450" y="3984625"/>
          <p14:tracePt t="23969" x="688975" y="3984625"/>
          <p14:tracePt t="24009" x="696913" y="3984625"/>
          <p14:tracePt t="24017" x="706438" y="3984625"/>
          <p14:tracePt t="24025" x="714375" y="3984625"/>
          <p14:tracePt t="24041" x="723900" y="3984625"/>
          <p14:tracePt t="24049" x="731838" y="3984625"/>
          <p14:tracePt t="24065" x="741363" y="3984625"/>
          <p14:tracePt t="24089" x="749300" y="3984625"/>
          <p14:tracePt t="24097" x="758825" y="3984625"/>
          <p14:tracePt t="24105" x="758825" y="3992563"/>
          <p14:tracePt t="24121" x="766763" y="3992563"/>
          <p14:tracePt t="24129" x="776288" y="3992563"/>
          <p14:tracePt t="24137" x="793750" y="3992563"/>
          <p14:tracePt t="24153" x="801688" y="3992563"/>
          <p14:tracePt t="24161" x="811213" y="3992563"/>
          <p14:tracePt t="24185" x="819150" y="3992563"/>
          <p14:tracePt t="24209" x="828675" y="3992563"/>
          <p14:tracePt t="24241" x="836613" y="3992563"/>
          <p14:tracePt t="24265" x="846138" y="3992563"/>
          <p14:tracePt t="24281" x="863600" y="3992563"/>
          <p14:tracePt t="24353" x="871538" y="3992563"/>
          <p14:tracePt t="24377" x="889000" y="3992563"/>
          <p14:tracePt t="24385" x="898525" y="3992563"/>
          <p14:tracePt t="24393" x="915988" y="3992563"/>
          <p14:tracePt t="24409" x="933450" y="3992563"/>
          <p14:tracePt t="24417" x="950913" y="3992563"/>
          <p14:tracePt t="24425" x="958850" y="3992563"/>
          <p14:tracePt t="24433" x="976313" y="3992563"/>
          <p14:tracePt t="24441" x="984250" y="3992563"/>
          <p14:tracePt t="24449" x="1011238" y="3992563"/>
          <p14:tracePt t="24457" x="1036638" y="3992563"/>
          <p14:tracePt t="24465" x="1046163" y="3992563"/>
          <p14:tracePt t="24473" x="1063625" y="3992563"/>
          <p14:tracePt t="24481" x="1071563" y="3992563"/>
          <p14:tracePt t="24489" x="1081088" y="3992563"/>
          <p14:tracePt t="24497" x="1098550" y="3992563"/>
          <p14:tracePt t="24513" x="1116013" y="3992563"/>
          <p14:tracePt t="24521" x="1123950" y="3992563"/>
          <p14:tracePt t="24529" x="1133475" y="3992563"/>
          <p14:tracePt t="24538" x="1150938" y="3992563"/>
          <p14:tracePt t="24545" x="1168400" y="3992563"/>
          <p14:tracePt t="24553" x="1193800" y="3992563"/>
          <p14:tracePt t="24561" x="1211263" y="3992563"/>
          <p14:tracePt t="24569" x="1220788" y="3992563"/>
          <p14:tracePt t="24577" x="1228725" y="3992563"/>
          <p14:tracePt t="24585" x="1238250" y="3992563"/>
          <p14:tracePt t="24601" x="1246188" y="3992563"/>
          <p14:tracePt t="24657" x="1263650" y="3992563"/>
          <p14:tracePt t="24689" x="1273175" y="3992563"/>
          <p14:tracePt t="24713" x="1290638" y="3992563"/>
          <p14:tracePt t="24721" x="1298575" y="3992563"/>
          <p14:tracePt t="24737" x="1316038" y="3992563"/>
          <p14:tracePt t="24753" x="1325563" y="3992563"/>
          <p14:tracePt t="24762" x="1343025" y="3992563"/>
          <p14:tracePt t="24778" x="1350963" y="3992563"/>
          <p14:tracePt t="24794" x="1368425" y="3992563"/>
          <p14:tracePt t="24809" x="1377950" y="3992563"/>
          <p14:tracePt t="24833" x="1395413" y="3992563"/>
          <p14:tracePt t="24857" x="1403350" y="3992563"/>
          <p14:tracePt t="24873" x="1420813" y="3992563"/>
          <p14:tracePt t="24881" x="1430338" y="3992563"/>
          <p14:tracePt t="24897" x="1446213" y="3992563"/>
          <p14:tracePt t="24905" x="1463675" y="3992563"/>
          <p14:tracePt t="24913" x="1473200" y="3992563"/>
          <p14:tracePt t="24921" x="1481138" y="3992563"/>
          <p14:tracePt t="24930" x="1498600" y="3992563"/>
          <p14:tracePt t="24937" x="1516063" y="3992563"/>
          <p14:tracePt t="24953" x="1533525" y="3992563"/>
          <p14:tracePt t="24961" x="1543050" y="3992563"/>
          <p14:tracePt t="24969" x="1568450" y="3992563"/>
          <p14:tracePt t="24985" x="1595438" y="3992563"/>
          <p14:tracePt t="25001" x="1612900" y="3992563"/>
          <p14:tracePt t="25009" x="1630363" y="3984625"/>
          <p14:tracePt t="25025" x="1638300" y="3984625"/>
          <p14:tracePt t="25033" x="1655763" y="3984625"/>
          <p14:tracePt t="25049" x="1673225" y="3984625"/>
          <p14:tracePt t="25057" x="1682750" y="3984625"/>
          <p14:tracePt t="25065" x="1708150" y="3984625"/>
          <p14:tracePt t="25074" x="1717675" y="3984625"/>
          <p14:tracePt t="25081" x="1752600" y="3984625"/>
          <p14:tracePt t="25089" x="1778000" y="3984625"/>
          <p14:tracePt t="25097" x="1812925" y="3984625"/>
          <p14:tracePt t="25105" x="1839913" y="3984625"/>
          <p14:tracePt t="25113" x="1874838" y="3984625"/>
          <p14:tracePt t="25121" x="1900238" y="3984625"/>
          <p14:tracePt t="25129" x="1909763" y="3984625"/>
          <p14:tracePt t="25137" x="1935163" y="3984625"/>
          <p14:tracePt t="25146" x="1952625" y="3984625"/>
          <p14:tracePt t="25153" x="1970088" y="3984625"/>
          <p14:tracePt t="25161" x="2012950" y="3984625"/>
          <p14:tracePt t="25169" x="2047875" y="3992563"/>
          <p14:tracePt t="25177" x="2092325" y="3992563"/>
          <p14:tracePt t="25185" x="2179638" y="4010025"/>
          <p14:tracePt t="25193" x="2257425" y="4010025"/>
          <p14:tracePt t="25201" x="2354263" y="4010025"/>
          <p14:tracePt t="25209" x="2439988" y="4010025"/>
          <p14:tracePt t="25217" x="2536825" y="4010025"/>
          <p14:tracePt t="25225" x="2614613" y="4010025"/>
          <p14:tracePt t="25233" x="2676525" y="4010025"/>
          <p14:tracePt t="25241" x="2728913" y="4010025"/>
          <p14:tracePt t="25249" x="2781300" y="4019550"/>
          <p14:tracePt t="25257" x="2833688" y="4019550"/>
          <p14:tracePt t="25265" x="2876550" y="4027488"/>
          <p14:tracePt t="25273" x="2963863" y="4027488"/>
          <p14:tracePt t="25281" x="3033713" y="4027488"/>
          <p14:tracePt t="25289" x="3103563" y="4027488"/>
          <p14:tracePt t="25297" x="3181350" y="4027488"/>
          <p14:tracePt t="25305" x="3243263" y="4027488"/>
          <p14:tracePt t="25313" x="3313113" y="4027488"/>
          <p14:tracePt t="25321" x="3355975" y="4027488"/>
          <p14:tracePt t="25329" x="3390900" y="4027488"/>
          <p14:tracePt t="25337" x="3416300" y="4027488"/>
          <p14:tracePt t="25345" x="3443288" y="4027488"/>
          <p14:tracePt t="25354" x="3468688" y="4027488"/>
          <p14:tracePt t="25361" x="3503613" y="4027488"/>
          <p14:tracePt t="25369" x="3530600" y="4027488"/>
          <p14:tracePt t="25377" x="3565525" y="4019550"/>
          <p14:tracePt t="25385" x="3600450" y="4019550"/>
          <p14:tracePt t="25393" x="3643313" y="4002088"/>
          <p14:tracePt t="25401" x="3678238" y="4002088"/>
          <p14:tracePt t="25409" x="3713163" y="3992563"/>
          <p14:tracePt t="25417" x="3730625" y="3984625"/>
          <p14:tracePt t="25425" x="3748088" y="3984625"/>
          <p14:tracePt t="25433" x="3757613" y="3975100"/>
          <p14:tracePt t="25441" x="3765550" y="3975100"/>
          <p14:tracePt t="25449" x="3775075" y="3975100"/>
          <p14:tracePt t="25457" x="3810000" y="3975100"/>
          <p14:tracePt t="25465" x="3835400" y="3975100"/>
          <p14:tracePt t="25473" x="3870325" y="3975100"/>
          <p14:tracePt t="25481" x="3895725" y="3975100"/>
          <p14:tracePt t="25489" x="3930650" y="3975100"/>
          <p14:tracePt t="25497" x="3975100" y="3975100"/>
          <p14:tracePt t="25506" x="4000500" y="3975100"/>
          <p14:tracePt t="25513" x="4017963" y="3975100"/>
          <p14:tracePt t="25521" x="4035425" y="3975100"/>
          <p14:tracePt t="25537" x="4052888" y="3975100"/>
          <p14:tracePt t="25546" x="4087813" y="3975100"/>
          <p14:tracePt t="25553" x="4114800" y="3975100"/>
          <p14:tracePt t="25561" x="4167188" y="3975100"/>
          <p14:tracePt t="25569" x="4210050" y="3975100"/>
          <p14:tracePt t="25577" x="4254500" y="3975100"/>
          <p14:tracePt t="25585" x="4289425" y="3975100"/>
          <p14:tracePt t="25593" x="4324350" y="3975100"/>
          <p14:tracePt t="25601" x="4349750" y="3975100"/>
          <p14:tracePt t="25609" x="4375150" y="3975100"/>
          <p14:tracePt t="25617" x="4384675" y="3975100"/>
          <p14:tracePt t="25649" x="4392613" y="3975100"/>
          <p14:tracePt t="25697" x="4392613" y="3967163"/>
          <p14:tracePt t="25705" x="4392613" y="3957638"/>
          <p14:tracePt t="25713" x="4384675" y="3957638"/>
          <p14:tracePt t="25721" x="4357688" y="3940175"/>
          <p14:tracePt t="25729" x="4306888" y="3905250"/>
          <p14:tracePt t="25737" x="4271963" y="3879850"/>
          <p14:tracePt t="25745" x="4227513" y="3862388"/>
          <p14:tracePt t="25753" x="4175125" y="3862388"/>
          <p14:tracePt t="25761" x="4114800" y="3844925"/>
          <p14:tracePt t="25769" x="4070350" y="3835400"/>
          <p14:tracePt t="25777" x="4010025" y="3827463"/>
          <p14:tracePt t="25785" x="3948113" y="3827463"/>
          <p14:tracePt t="25793" x="3887788" y="3817938"/>
          <p14:tracePt t="25801" x="3852863" y="3800475"/>
          <p14:tracePt t="25809" x="3800475" y="3800475"/>
          <p14:tracePt t="25817" x="3775075" y="3800475"/>
          <p14:tracePt t="25825" x="3748088" y="3800475"/>
          <p14:tracePt t="25833" x="3740150" y="3800475"/>
          <p14:tracePt t="25841" x="3722688" y="3800475"/>
          <p14:tracePt t="25849" x="3713163" y="3800475"/>
          <p14:tracePt t="25865" x="3705225" y="3810000"/>
          <p14:tracePt t="25881" x="3695700" y="3817938"/>
          <p14:tracePt t="25889" x="3695700" y="3827463"/>
          <p14:tracePt t="25897" x="3695700" y="3852863"/>
          <p14:tracePt t="25905" x="3695700" y="3870325"/>
          <p14:tracePt t="25913" x="3695700" y="3879850"/>
          <p14:tracePt t="25921" x="3695700" y="3897313"/>
          <p14:tracePt t="25929" x="3695700" y="3914775"/>
          <p14:tracePt t="25937" x="3730625" y="3940175"/>
          <p14:tracePt t="25945" x="3730625" y="3949700"/>
          <p14:tracePt t="25953" x="3765550" y="3957638"/>
          <p14:tracePt t="25961" x="3852863" y="3984625"/>
          <p14:tracePt t="25969" x="3895725" y="3992563"/>
          <p14:tracePt t="25977" x="3965575" y="3992563"/>
          <p14:tracePt t="25985" x="4027488" y="4002088"/>
          <p14:tracePt t="25993" x="4105275" y="4019550"/>
          <p14:tracePt t="26001" x="4149725" y="4027488"/>
          <p14:tracePt t="26009" x="4202113" y="4027488"/>
          <p14:tracePt t="26017" x="4271963" y="4027488"/>
          <p14:tracePt t="26025" x="4314825" y="4027488"/>
          <p14:tracePt t="26033" x="4357688" y="4027488"/>
          <p14:tracePt t="26047" x="4427538" y="4027488"/>
          <p14:tracePt t="26049" x="4479925" y="4027488"/>
          <p14:tracePt t="26057" x="4506913" y="4027488"/>
          <p14:tracePt t="26065" x="4541838" y="4027488"/>
          <p14:tracePt t="26073" x="4567238" y="4027488"/>
          <p14:tracePt t="26081" x="4584700" y="4027488"/>
          <p14:tracePt t="26089" x="4594225" y="4027488"/>
          <p14:tracePt t="26097" x="4611688" y="4027488"/>
          <p14:tracePt t="26105" x="4637088" y="4027488"/>
          <p14:tracePt t="26113" x="4637088" y="4019550"/>
          <p14:tracePt t="26121" x="4654550" y="4010025"/>
          <p14:tracePt t="26130" x="4654550" y="4002088"/>
          <p14:tracePt t="26137" x="4672013" y="3992563"/>
          <p14:tracePt t="26153" x="4681538" y="3984625"/>
          <p14:tracePt t="26161" x="4699000" y="3975100"/>
          <p14:tracePt t="26169" x="4699000" y="3967163"/>
          <p14:tracePt t="26193" x="4699000" y="3949700"/>
          <p14:tracePt t="26241" x="4699000" y="3940175"/>
          <p14:tracePt t="26273" x="4699000" y="3932238"/>
          <p14:tracePt t="26281" x="4699000" y="3922713"/>
          <p14:tracePt t="26529" x="4699000" y="3914775"/>
          <p14:tracePt t="26593" x="4699000" y="3905250"/>
          <p14:tracePt t="26977" x="4699000" y="3897313"/>
          <p14:tracePt t="27273" x="4689475" y="3905250"/>
          <p14:tracePt t="27289" x="4689475" y="3914775"/>
          <p14:tracePt t="27329" x="4681538" y="3922713"/>
          <p14:tracePt t="27337" x="4672013" y="3932238"/>
          <p14:tracePt t="27353" x="4672013" y="3940175"/>
          <p14:tracePt t="27377" x="4672013" y="3949700"/>
          <p14:tracePt t="27385" x="4664075" y="3949700"/>
          <p14:tracePt t="27393" x="4664075" y="3957638"/>
          <p14:tracePt t="27401" x="4664075" y="3967163"/>
          <p14:tracePt t="27425" x="4654550" y="3975100"/>
          <p14:tracePt t="27433" x="4654550" y="3984625"/>
          <p14:tracePt t="27441" x="4646613" y="3984625"/>
          <p14:tracePt t="27449" x="4637088" y="3992563"/>
          <p14:tracePt t="27457" x="4637088" y="4002088"/>
          <p14:tracePt t="27465" x="4629150" y="4010025"/>
          <p14:tracePt t="27481" x="4629150" y="4019550"/>
          <p14:tracePt t="27489" x="4611688" y="4027488"/>
          <p14:tracePt t="27497" x="4611688" y="4037013"/>
          <p14:tracePt t="27513" x="4594225" y="4044950"/>
          <p14:tracePt t="27521" x="4594225" y="4054475"/>
          <p14:tracePt t="27537" x="4584700" y="4054475"/>
          <p14:tracePt t="27545" x="4584700" y="4062413"/>
          <p14:tracePt t="27553" x="4567238" y="4071938"/>
          <p14:tracePt t="27569" x="4549775" y="4089400"/>
          <p14:tracePt t="27577" x="4541838" y="4089400"/>
          <p14:tracePt t="27585" x="4524375" y="4097338"/>
          <p14:tracePt t="27593" x="4524375" y="4106863"/>
          <p14:tracePt t="27601" x="4514850" y="4106863"/>
          <p14:tracePt t="27609" x="4497388" y="4114800"/>
          <p14:tracePt t="27617" x="4497388" y="4122738"/>
          <p14:tracePt t="27625" x="4489450" y="4122738"/>
          <p14:tracePt t="27633" x="4479925" y="4132263"/>
          <p14:tracePt t="27641" x="4462463" y="4140200"/>
          <p14:tracePt t="27649" x="4445000" y="4157663"/>
          <p14:tracePt t="27657" x="4445000" y="4167188"/>
          <p14:tracePt t="27673" x="4427538" y="4175125"/>
          <p14:tracePt t="27681" x="4419600" y="4175125"/>
          <p14:tracePt t="27689" x="4419600" y="4184650"/>
          <p14:tracePt t="27705" x="4410075" y="4184650"/>
          <p14:tracePt t="27729" x="4402138" y="4192588"/>
          <p14:tracePt t="27746" x="4402138" y="4202113"/>
          <p14:tracePt t="27753" x="4392613" y="4202113"/>
          <p14:tracePt t="27761" x="4392613" y="4210050"/>
          <p14:tracePt t="27777" x="4392613" y="4219575"/>
          <p14:tracePt t="27785" x="4392613" y="4227513"/>
          <p14:tracePt t="27793" x="4392613" y="4237038"/>
          <p14:tracePt t="27977" x="4375150" y="4237038"/>
          <p14:tracePt t="27985" x="4367213" y="4237038"/>
          <p14:tracePt t="28001" x="4349750" y="4237038"/>
          <p14:tracePt t="28009" x="4340225" y="4237038"/>
          <p14:tracePt t="28017" x="4324350" y="4237038"/>
          <p14:tracePt t="28025" x="4306888" y="4237038"/>
          <p14:tracePt t="28033" x="4254500" y="4237038"/>
          <p14:tracePt t="28041" x="4227513" y="4237038"/>
          <p14:tracePt t="28049" x="4192588" y="4237038"/>
          <p14:tracePt t="28057" x="4167188" y="4244975"/>
          <p14:tracePt t="28065" x="4132263" y="4254500"/>
          <p14:tracePt t="28073" x="4105275" y="4271963"/>
          <p14:tracePt t="28081" x="4062413" y="4279900"/>
          <p14:tracePt t="28089" x="4027488" y="4289425"/>
          <p14:tracePt t="28097" x="4000500" y="4306888"/>
          <p14:tracePt t="28105" x="3975100" y="4306888"/>
          <p14:tracePt t="28113" x="3948113" y="4314825"/>
          <p14:tracePt t="28121" x="3930650" y="4314825"/>
          <p14:tracePt t="28129" x="3913188" y="4324350"/>
          <p14:tracePt t="28138" x="3887788" y="4324350"/>
          <p14:tracePt t="28146" x="3870325" y="4341813"/>
          <p14:tracePt t="28153" x="3827463" y="4349750"/>
          <p14:tracePt t="28161" x="3800475" y="4349750"/>
          <p14:tracePt t="28169" x="3740150" y="4359275"/>
          <p14:tracePt t="28177" x="3695700" y="4359275"/>
          <p14:tracePt t="28185" x="3635375" y="4384675"/>
          <p14:tracePt t="28193" x="3573463" y="4394200"/>
          <p14:tracePt t="28201" x="3495675" y="4419600"/>
          <p14:tracePt t="28209" x="3433763" y="4437063"/>
          <p14:tracePt t="28217" x="3390900" y="4446588"/>
          <p14:tracePt t="28225" x="3330575" y="4464050"/>
          <p14:tracePt t="28233" x="3268663" y="4471988"/>
          <p14:tracePt t="28241" x="3198813" y="4481513"/>
          <p14:tracePt t="28249" x="3138488" y="4489450"/>
          <p14:tracePt t="28257" x="3086100" y="4489450"/>
          <p14:tracePt t="28265" x="3041650" y="4506913"/>
          <p14:tracePt t="28273" x="2981325" y="4516438"/>
          <p14:tracePt t="28281" x="2928938" y="4516438"/>
          <p14:tracePt t="28289" x="2886075" y="4524375"/>
          <p14:tracePt t="28297" x="2851150" y="4524375"/>
          <p14:tracePt t="28305" x="2789238" y="4533900"/>
          <p14:tracePt t="28313" x="2754313" y="4533900"/>
          <p14:tracePt t="28321" x="2728913" y="4533900"/>
          <p14:tracePt t="28329" x="2701925" y="4533900"/>
          <p14:tracePt t="28337" x="2676525" y="4533900"/>
          <p14:tracePt t="28346" x="2659063" y="4533900"/>
          <p14:tracePt t="28353" x="2641600" y="4533900"/>
          <p14:tracePt t="28361" x="2624138" y="4533900"/>
          <p14:tracePt t="28370" x="2614613" y="4533900"/>
          <p14:tracePt t="28377" x="2606675" y="4533900"/>
          <p14:tracePt t="28385" x="2597150" y="4533900"/>
          <p14:tracePt t="28393" x="2589213" y="4533900"/>
          <p14:tracePt t="28409" x="2579688" y="4533900"/>
          <p14:tracePt t="28417" x="2562225" y="4533900"/>
          <p14:tracePt t="28425" x="2554288" y="4533900"/>
          <p14:tracePt t="28433" x="2536825" y="4533900"/>
          <p14:tracePt t="28441" x="2527300" y="4533900"/>
          <p14:tracePt t="28449" x="2509838" y="4533900"/>
          <p14:tracePt t="28473" x="2501900" y="4533900"/>
          <p14:tracePt t="28521" x="2492375" y="4524375"/>
          <p14:tracePt t="28537" x="2484438" y="4516438"/>
          <p14:tracePt t="28553" x="2484438" y="4506913"/>
          <p14:tracePt t="28561" x="2484438" y="4498975"/>
          <p14:tracePt t="28577" x="2484438" y="4489450"/>
          <p14:tracePt t="28585" x="2484438" y="4481513"/>
          <p14:tracePt t="28697" x="2484438" y="4464050"/>
          <p14:tracePt t="28713" x="2492375" y="4464050"/>
          <p14:tracePt t="28721" x="2501900" y="4464050"/>
          <p14:tracePt t="28729" x="2509838" y="4464050"/>
          <p14:tracePt t="28737" x="2536825" y="4464050"/>
          <p14:tracePt t="28746" x="2562225" y="4446588"/>
          <p14:tracePt t="28753" x="2579688" y="4446588"/>
          <p14:tracePt t="28761" x="2597150" y="4446588"/>
          <p14:tracePt t="28769" x="2624138" y="4437063"/>
          <p14:tracePt t="28777" x="2641600" y="4437063"/>
          <p14:tracePt t="28785" x="2659063" y="4437063"/>
          <p14:tracePt t="28801" x="2667000" y="4437063"/>
          <p14:tracePt t="28817" x="2676525" y="4437063"/>
          <p14:tracePt t="28825" x="2684463" y="4437063"/>
          <p14:tracePt t="28833" x="2701925" y="4437063"/>
          <p14:tracePt t="28841" x="2719388" y="4437063"/>
          <p14:tracePt t="28849" x="2746375" y="4437063"/>
          <p14:tracePt t="28857" x="2763838" y="4437063"/>
          <p14:tracePt t="28865" x="2789238" y="4437063"/>
          <p14:tracePt t="28873" x="2816225" y="4437063"/>
          <p14:tracePt t="28881" x="2841625" y="4437063"/>
          <p14:tracePt t="28889" x="2859088" y="4437063"/>
          <p14:tracePt t="28897" x="2886075" y="4437063"/>
          <p14:tracePt t="28905" x="2911475" y="4437063"/>
          <p14:tracePt t="28913" x="2919413" y="4437063"/>
          <p14:tracePt t="28921" x="2936875" y="4437063"/>
          <p14:tracePt t="28930" x="2963863" y="4437063"/>
          <p14:tracePt t="28937" x="2981325" y="4437063"/>
          <p14:tracePt t="28945" x="2998788" y="4437063"/>
          <p14:tracePt t="28953" x="3006725" y="4437063"/>
          <p14:tracePt t="28961" x="3024188" y="4437063"/>
          <p14:tracePt t="28969" x="3041650" y="4437063"/>
          <p14:tracePt t="28977" x="3059113" y="4437063"/>
          <p14:tracePt t="28985" x="3086100" y="4437063"/>
          <p14:tracePt t="28993" x="3103563" y="4437063"/>
          <p14:tracePt t="29001" x="3128963" y="4437063"/>
          <p14:tracePt t="29017" x="3155950" y="4437063"/>
          <p14:tracePt t="29033" x="3173413" y="4437063"/>
          <p14:tracePt t="29047" x="3181350" y="4437063"/>
          <p14:tracePt t="29049" x="3190875" y="4437063"/>
          <p14:tracePt t="29233" x="3198813" y="4437063"/>
          <p14:tracePt t="29242" x="3208338" y="4437063"/>
          <p14:tracePt t="29249" x="3233738" y="4437063"/>
          <p14:tracePt t="29258" x="3251200" y="4437063"/>
          <p14:tracePt t="29265" x="3286125" y="4437063"/>
          <p14:tracePt t="29273" x="3321050" y="4437063"/>
          <p14:tracePt t="29281" x="3381375" y="4446588"/>
          <p14:tracePt t="29289" x="3443288" y="4446588"/>
          <p14:tracePt t="29297" x="3468688" y="4446588"/>
          <p14:tracePt t="29305" x="3495675" y="4446588"/>
          <p14:tracePt t="29313" x="3513138" y="4454525"/>
          <p14:tracePt t="29321" x="3521075" y="4454525"/>
          <p14:tracePt t="29329" x="3538538" y="4454525"/>
          <p14:tracePt t="29601" x="3556000" y="4454525"/>
          <p14:tracePt t="29609" x="3565525" y="4454525"/>
          <p14:tracePt t="29617" x="3600450" y="4454525"/>
          <p14:tracePt t="29625" x="3625850" y="4454525"/>
          <p14:tracePt t="29633" x="3660775" y="4454525"/>
          <p14:tracePt t="29641" x="3705225" y="4454525"/>
          <p14:tracePt t="29649" x="3748088" y="4454525"/>
          <p14:tracePt t="29657" x="3810000" y="4454525"/>
          <p14:tracePt t="29665" x="3870325" y="4464050"/>
          <p14:tracePt t="29673" x="3913188" y="4481513"/>
          <p14:tracePt t="29681" x="3983038" y="4481513"/>
          <p14:tracePt t="29689" x="4035425" y="4481513"/>
          <p14:tracePt t="29697" x="4070350" y="4489450"/>
          <p14:tracePt t="29705" x="4122738" y="4489450"/>
          <p14:tracePt t="29713" x="4157663" y="4498975"/>
          <p14:tracePt t="29721" x="4192588" y="4498975"/>
          <p14:tracePt t="29729" x="4227513" y="4506913"/>
          <p14:tracePt t="29737" x="4254500" y="4506913"/>
          <p14:tracePt t="29746" x="4262438" y="4506913"/>
          <p14:tracePt t="29753" x="4289425" y="4506913"/>
          <p14:tracePt t="29761" x="4306888" y="4506913"/>
          <p14:tracePt t="29769" x="4314825" y="4506913"/>
          <p14:tracePt t="29801" x="4324350" y="4506913"/>
          <p14:tracePt t="29817" x="4332288" y="4506913"/>
          <p14:tracePt t="29825" x="4340225" y="4489450"/>
          <p14:tracePt t="29841" x="4349750" y="4471988"/>
          <p14:tracePt t="29849" x="4349750" y="4454525"/>
          <p14:tracePt t="29857" x="4375150" y="4429125"/>
          <p14:tracePt t="29865" x="4384675" y="4411663"/>
          <p14:tracePt t="29873" x="4392613" y="4394200"/>
          <p14:tracePt t="29881" x="4402138" y="4394200"/>
          <p14:tracePt t="29953" x="4410075" y="4394200"/>
          <p14:tracePt t="29961" x="4410075" y="4384675"/>
          <p14:tracePt t="29969" x="4427538" y="4384675"/>
          <p14:tracePt t="29977" x="4437063" y="4384675"/>
          <p14:tracePt t="29985" x="4445000" y="4384675"/>
          <p14:tracePt t="29993" x="4454525" y="4384675"/>
          <p14:tracePt t="30001" x="4462463" y="4384675"/>
          <p14:tracePt t="30193" x="4462463" y="4376738"/>
          <p14:tracePt t="30201" x="4462463" y="4367213"/>
          <p14:tracePt t="30217" x="4462463" y="4359275"/>
          <p14:tracePt t="30441" x="4471988" y="4349750"/>
          <p14:tracePt t="30465" x="4479925" y="4349750"/>
          <p14:tracePt t="30473" x="4497388" y="4332288"/>
          <p14:tracePt t="30481" x="4514850" y="4314825"/>
          <p14:tracePt t="30489" x="4532313" y="4289425"/>
          <p14:tracePt t="30497" x="4541838" y="4271963"/>
          <p14:tracePt t="30505" x="4559300" y="4202113"/>
          <p14:tracePt t="30513" x="4584700" y="4132263"/>
          <p14:tracePt t="30521" x="4602163" y="4054475"/>
          <p14:tracePt t="30529" x="4602163" y="4002088"/>
          <p14:tracePt t="30537" x="4629150" y="3932238"/>
          <p14:tracePt t="30545" x="4646613" y="3897313"/>
          <p14:tracePt t="30553" x="4654550" y="3844925"/>
          <p14:tracePt t="30561" x="4672013" y="3783013"/>
          <p14:tracePt t="30569" x="4689475" y="3748088"/>
          <p14:tracePt t="30577" x="4699000" y="3695700"/>
          <p14:tracePt t="30585" x="4733925" y="3635375"/>
          <p14:tracePt t="30593" x="4768850" y="3582988"/>
          <p14:tracePt t="30601" x="4811713" y="3513138"/>
          <p14:tracePt t="30609" x="4864100" y="3452813"/>
          <p14:tracePt t="30617" x="4933950" y="3408363"/>
          <p14:tracePt t="30625" x="4994275" y="3373438"/>
          <p14:tracePt t="30633" x="5091113" y="3330575"/>
          <p14:tracePt t="30641" x="5195888" y="3303588"/>
          <p14:tracePt t="30649" x="5316538" y="3260725"/>
          <p14:tracePt t="30657" x="5508625" y="3216275"/>
          <p14:tracePt t="30665" x="5745163" y="3155950"/>
          <p14:tracePt t="30673" x="5927725" y="3121025"/>
          <p14:tracePt t="30681" x="6057900" y="3103563"/>
          <p14:tracePt t="30689" x="6172200" y="3103563"/>
          <p14:tracePt t="30697" x="6302375" y="3103563"/>
          <p14:tracePt t="30705" x="6415088" y="3103563"/>
          <p14:tracePt t="30713" x="6572250" y="3103563"/>
          <p14:tracePt t="30722" x="6721475" y="3103563"/>
          <p14:tracePt t="30729" x="6851650" y="3111500"/>
          <p14:tracePt t="30737" x="6991350" y="3111500"/>
          <p14:tracePt t="30746" x="7138988" y="3111500"/>
          <p14:tracePt t="30753" x="7278688" y="3111500"/>
          <p14:tracePt t="30761" x="7400925" y="3111500"/>
          <p14:tracePt t="30769" x="7505700" y="3111500"/>
          <p14:tracePt t="30777" x="7593013" y="3111500"/>
          <p14:tracePt t="30785" x="7670800" y="3103563"/>
          <p14:tracePt t="30793" x="7758113" y="3094038"/>
          <p14:tracePt t="30801" x="7862888" y="3086100"/>
          <p14:tracePt t="30809" x="7967663" y="3078163"/>
          <p14:tracePt t="30817" x="8089900" y="3043238"/>
          <p14:tracePt t="30825" x="8202613" y="3033713"/>
          <p14:tracePt t="30833" x="8297863" y="3025775"/>
          <p14:tracePt t="30841" x="8402638" y="2998788"/>
          <p14:tracePt t="30849" x="8489950" y="2981325"/>
          <p14:tracePt t="30857" x="8551863" y="2955925"/>
          <p14:tracePt t="30865" x="8586788" y="2946400"/>
          <p14:tracePt t="30873" x="8604250" y="2938463"/>
          <p14:tracePt t="30881" x="8647113" y="2911475"/>
          <p14:tracePt t="30889" x="8682038" y="2903538"/>
          <p14:tracePt t="30897" x="8759825" y="2859088"/>
          <p14:tracePt t="30905" x="8829675" y="2833688"/>
          <p14:tracePt t="30913" x="8899525" y="2806700"/>
          <p14:tracePt t="30921" x="8969375" y="2781300"/>
          <p14:tracePt t="30930" x="9039225" y="2746375"/>
          <p14:tracePt t="30937" x="9083675" y="2728913"/>
          <p14:tracePt t="30946" x="9118600" y="2719388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INCOMPLETE DATA</a:t>
            </a:r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body" idx="1"/>
          </p:nvPr>
        </p:nvSpPr>
        <p:spPr>
          <a:xfrm>
            <a:off x="143150" y="1327350"/>
            <a:ext cx="8073900" cy="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/>
              <a:t>How to estimate of </a:t>
            </a: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head probability</a:t>
            </a:r>
            <a:r>
              <a:rPr lang="en"/>
              <a:t> (</a:t>
            </a:r>
            <a:r>
              <a:rPr lang="en" i="1"/>
              <a:t>θ</a:t>
            </a:r>
            <a:r>
              <a:rPr lang="en"/>
              <a:t>) of each coin? </a:t>
            </a:r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303721" y="620685"/>
            <a:ext cx="309950" cy="309969"/>
          </a:xfrm>
          <a:custGeom>
            <a:avLst/>
            <a:gdLst/>
            <a:ahLst/>
            <a:cxnLst/>
            <a:rect l="l" t="t" r="r" b="b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1274081" y="2092412"/>
            <a:ext cx="6031944" cy="3051088"/>
            <a:chOff x="1274081" y="2092412"/>
            <a:chExt cx="6031944" cy="3051088"/>
          </a:xfrm>
        </p:grpSpPr>
        <p:pic>
          <p:nvPicPr>
            <p:cNvPr id="265" name="Google Shape;265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4081" y="2092412"/>
              <a:ext cx="3281974" cy="2544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17"/>
            <p:cNvSpPr txBox="1"/>
            <p:nvPr/>
          </p:nvSpPr>
          <p:spPr>
            <a:xfrm>
              <a:off x="2146325" y="4743300"/>
              <a:ext cx="1946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5 sets, 10 tosses per set</a:t>
              </a:r>
              <a:endParaRPr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267" name="Google Shape;267;p17"/>
            <p:cNvCxnSpPr>
              <a:stCxn id="266" idx="0"/>
            </p:cNvCxnSpPr>
            <p:nvPr/>
          </p:nvCxnSpPr>
          <p:spPr>
            <a:xfrm rot="10800000" flipH="1">
              <a:off x="3119675" y="4447200"/>
              <a:ext cx="234300" cy="296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68" name="Google Shape;268;p17"/>
            <p:cNvPicPr preferRelativeResize="0"/>
            <p:nvPr/>
          </p:nvPicPr>
          <p:blipFill rotWithShape="1">
            <a:blip r:embed="rId4">
              <a:alphaModFix/>
            </a:blip>
            <a:srcRect r="77447"/>
            <a:stretch/>
          </p:blipFill>
          <p:spPr>
            <a:xfrm>
              <a:off x="6263300" y="2490425"/>
              <a:ext cx="447525" cy="16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17"/>
            <p:cNvSpPr txBox="1"/>
            <p:nvPr/>
          </p:nvSpPr>
          <p:spPr>
            <a:xfrm>
              <a:off x="6710825" y="2554850"/>
              <a:ext cx="5952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?</a:t>
              </a:r>
              <a:endParaRPr sz="2400"/>
            </a:p>
          </p:txBody>
        </p:sp>
        <p:sp>
          <p:nvSpPr>
            <p:cNvPr id="270" name="Google Shape;270;p17"/>
            <p:cNvSpPr txBox="1"/>
            <p:nvPr/>
          </p:nvSpPr>
          <p:spPr>
            <a:xfrm>
              <a:off x="6710825" y="3461825"/>
              <a:ext cx="5952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?</a:t>
              </a:r>
              <a:endParaRPr sz="2400"/>
            </a:p>
          </p:txBody>
        </p:sp>
        <p:pic>
          <p:nvPicPr>
            <p:cNvPr id="271" name="Google Shape;271;p17"/>
            <p:cNvPicPr preferRelativeResize="0"/>
            <p:nvPr/>
          </p:nvPicPr>
          <p:blipFill rotWithShape="1">
            <a:blip r:embed="rId5">
              <a:alphaModFix/>
            </a:blip>
            <a:srcRect t="43065" r="89689" b="42527"/>
            <a:stretch/>
          </p:blipFill>
          <p:spPr>
            <a:xfrm>
              <a:off x="5670975" y="2602225"/>
              <a:ext cx="595201" cy="454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17"/>
            <p:cNvPicPr preferRelativeResize="0"/>
            <p:nvPr/>
          </p:nvPicPr>
          <p:blipFill rotWithShape="1">
            <a:blip r:embed="rId5">
              <a:alphaModFix/>
            </a:blip>
            <a:srcRect l="742" t="57618" r="89464" b="28037"/>
            <a:stretch/>
          </p:blipFill>
          <p:spPr>
            <a:xfrm>
              <a:off x="5685925" y="3516175"/>
              <a:ext cx="565300" cy="4527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advTm="30746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7" x="5962650" y="3748088"/>
          <p14:tracePt t="18" x="5953125" y="3748088"/>
          <p14:tracePt t="26" x="5935663" y="3757613"/>
          <p14:tracePt t="34" x="5927725" y="3757613"/>
          <p14:tracePt t="42" x="5883275" y="3775075"/>
          <p14:tracePt t="50" x="5857875" y="3775075"/>
          <p14:tracePt t="58" x="5822950" y="3775075"/>
          <p14:tracePt t="67" x="5770563" y="3792538"/>
          <p14:tracePt t="74" x="5710238" y="3817938"/>
          <p14:tracePt t="82" x="5640388" y="3827463"/>
          <p14:tracePt t="90" x="5553075" y="3870325"/>
          <p14:tracePt t="98" x="5456238" y="3905250"/>
          <p14:tracePt t="106" x="5351463" y="3957638"/>
          <p14:tracePt t="114" x="5283200" y="3984625"/>
          <p14:tracePt t="122" x="5213350" y="4027488"/>
          <p14:tracePt t="130" x="5178425" y="4054475"/>
          <p14:tracePt t="138" x="5126038" y="4089400"/>
          <p14:tracePt t="146" x="5116513" y="4097338"/>
          <p14:tracePt t="154" x="5099050" y="4122738"/>
          <p14:tracePt t="162" x="5091113" y="4140200"/>
          <p14:tracePt t="170" x="5081588" y="4149725"/>
          <p14:tracePt t="178" x="5073650" y="4167188"/>
          <p14:tracePt t="186" x="5038725" y="4192588"/>
          <p14:tracePt t="194" x="5021263" y="4202113"/>
          <p14:tracePt t="202" x="4959350" y="4227513"/>
          <p14:tracePt t="210" x="4872038" y="4244975"/>
          <p14:tracePt t="218" x="4768850" y="4244975"/>
          <p14:tracePt t="226" x="4664075" y="4244975"/>
          <p14:tracePt t="234" x="4541838" y="4244975"/>
          <p14:tracePt t="242" x="4410075" y="4244975"/>
          <p14:tracePt t="250" x="4271963" y="4244975"/>
          <p14:tracePt t="258" x="4132263" y="4244975"/>
          <p14:tracePt t="267" x="3887788" y="4184650"/>
          <p14:tracePt t="274" x="3600450" y="4097338"/>
          <p14:tracePt t="282" x="3181350" y="3852863"/>
          <p14:tracePt t="290" x="2736850" y="3582988"/>
          <p14:tracePt t="298" x="2284413" y="3225800"/>
          <p14:tracePt t="306" x="1830388" y="2841625"/>
          <p14:tracePt t="314" x="1360488" y="2336800"/>
          <p14:tracePt t="322" x="976313" y="1874838"/>
          <p14:tracePt t="330" x="636588" y="1430338"/>
          <p14:tracePt t="338" x="349250" y="958850"/>
          <p14:tracePt t="346" x="87313" y="574675"/>
          <p14:tracePt t="770" x="339725" y="506413"/>
          <p14:tracePt t="778" x="644525" y="846138"/>
          <p14:tracePt t="787" x="898525" y="1185863"/>
          <p14:tracePt t="794" x="1116013" y="1455738"/>
          <p14:tracePt t="802" x="1350963" y="1830388"/>
          <p14:tracePt t="810" x="1543050" y="2109788"/>
          <p14:tracePt t="818" x="1735138" y="2414588"/>
          <p14:tracePt t="826" x="1900238" y="2736850"/>
          <p14:tracePt t="834" x="1987550" y="2998788"/>
          <p14:tracePt t="842" x="2030413" y="3163888"/>
          <p14:tracePt t="851" x="2057400" y="3373438"/>
          <p14:tracePt t="858" x="2057400" y="3487738"/>
          <p14:tracePt t="867" x="2057400" y="3600450"/>
          <p14:tracePt t="874" x="2057400" y="3705225"/>
          <p14:tracePt t="882" x="2057400" y="3817938"/>
          <p14:tracePt t="890" x="2057400" y="3975100"/>
          <p14:tracePt t="898" x="2135188" y="4262438"/>
          <p14:tracePt t="906" x="2327275" y="4716463"/>
          <p14:tracePt t="4250" x="0" y="3068638"/>
          <p14:tracePt t="4322" x="104775" y="3198813"/>
          <p14:tracePt t="4330" x="217488" y="3138488"/>
          <p14:tracePt t="4338" x="401638" y="3033713"/>
          <p14:tracePt t="4346" x="539750" y="2955925"/>
          <p14:tracePt t="4354" x="731838" y="2833688"/>
          <p14:tracePt t="4362" x="915988" y="2711450"/>
          <p14:tracePt t="4370" x="1036638" y="2632075"/>
          <p14:tracePt t="4378" x="1176338" y="2536825"/>
          <p14:tracePt t="4386" x="1325563" y="2441575"/>
          <p14:tracePt t="4394" x="1395413" y="2406650"/>
          <p14:tracePt t="4402" x="1446213" y="2362200"/>
          <p14:tracePt t="4410" x="1463675" y="2354263"/>
          <p14:tracePt t="4418" x="1481138" y="2336800"/>
          <p14:tracePt t="4626" x="1463675" y="2336800"/>
          <p14:tracePt t="4762" x="1455738" y="2336800"/>
          <p14:tracePt t="4954" x="1455738" y="2327275"/>
          <p14:tracePt t="4962" x="1463675" y="2327275"/>
          <p14:tracePt t="4970" x="1516063" y="2344738"/>
          <p14:tracePt t="5130" x="1516063" y="2336800"/>
          <p14:tracePt t="5138" x="1498600" y="2309813"/>
          <p14:tracePt t="5186" x="1498600" y="2292350"/>
          <p14:tracePt t="5202" x="1498600" y="2284413"/>
          <p14:tracePt t="5218" x="1498600" y="2274888"/>
          <p14:tracePt t="5658" x="1498600" y="2266950"/>
          <p14:tracePt t="5666" x="1498600" y="2257425"/>
          <p14:tracePt t="5682" x="1516063" y="2249488"/>
          <p14:tracePt t="5690" x="1533525" y="2239963"/>
          <p14:tracePt t="5698" x="1560513" y="2239963"/>
          <p14:tracePt t="5706" x="1577975" y="2239963"/>
          <p14:tracePt t="5714" x="1612900" y="2232025"/>
          <p14:tracePt t="5722" x="1638300" y="2232025"/>
          <p14:tracePt t="5730" x="1655763" y="2232025"/>
          <p14:tracePt t="5738" x="1690688" y="2222500"/>
          <p14:tracePt t="5746" x="1717675" y="2222500"/>
          <p14:tracePt t="5754" x="1760538" y="2222500"/>
          <p14:tracePt t="5762" x="1804988" y="2222500"/>
          <p14:tracePt t="5770" x="1839913" y="2222500"/>
          <p14:tracePt t="5778" x="1909763" y="2222500"/>
          <p14:tracePt t="5786" x="1970088" y="2222500"/>
          <p14:tracePt t="5794" x="2022475" y="2222500"/>
          <p14:tracePt t="5802" x="2092325" y="2222500"/>
          <p14:tracePt t="5810" x="2135188" y="2222500"/>
          <p14:tracePt t="5818" x="2179638" y="2222500"/>
          <p14:tracePt t="5826" x="2239963" y="2222500"/>
          <p14:tracePt t="5834" x="2274888" y="2222500"/>
          <p14:tracePt t="5842" x="2309813" y="2222500"/>
          <p14:tracePt t="5851" x="2327275" y="2222500"/>
          <p14:tracePt t="5858" x="2344738" y="2222500"/>
          <p14:tracePt t="5867" x="2354263" y="2222500"/>
          <p14:tracePt t="5874" x="2362200" y="2222500"/>
          <p14:tracePt t="5890" x="2371725" y="2222500"/>
          <p14:tracePt t="6058" x="2371725" y="2232025"/>
          <p14:tracePt t="6066" x="2371725" y="2257425"/>
          <p14:tracePt t="6282" x="2379663" y="2249488"/>
          <p14:tracePt t="6290" x="2379663" y="2239963"/>
          <p14:tracePt t="6298" x="2389188" y="2232025"/>
          <p14:tracePt t="6306" x="2406650" y="2222500"/>
          <p14:tracePt t="6322" x="2414588" y="2222500"/>
          <p14:tracePt t="6330" x="2432050" y="2222500"/>
          <p14:tracePt t="6346" x="2439988" y="2222500"/>
          <p14:tracePt t="6354" x="2466975" y="2222500"/>
          <p14:tracePt t="6362" x="2501900" y="2222500"/>
          <p14:tracePt t="6370" x="2536825" y="2222500"/>
          <p14:tracePt t="6378" x="2571750" y="2222500"/>
          <p14:tracePt t="6386" x="2649538" y="2222500"/>
          <p14:tracePt t="6394" x="2736850" y="2222500"/>
          <p14:tracePt t="6402" x="2824163" y="2222500"/>
          <p14:tracePt t="6410" x="2894013" y="2222500"/>
          <p14:tracePt t="6418" x="2981325" y="2222500"/>
          <p14:tracePt t="6426" x="3059113" y="2222500"/>
          <p14:tracePt t="6434" x="3128963" y="2222500"/>
          <p14:tracePt t="6442" x="3208338" y="2222500"/>
          <p14:tracePt t="6450" x="3295650" y="2222500"/>
          <p14:tracePt t="6458" x="3373438" y="2222500"/>
          <p14:tracePt t="6467" x="3433763" y="2222500"/>
          <p14:tracePt t="6474" x="3513138" y="2222500"/>
          <p14:tracePt t="6482" x="3582988" y="2222500"/>
          <p14:tracePt t="6490" x="3643313" y="2222500"/>
          <p14:tracePt t="6498" x="3713163" y="2222500"/>
          <p14:tracePt t="6506" x="3765550" y="2222500"/>
          <p14:tracePt t="6514" x="3844925" y="2222500"/>
          <p14:tracePt t="6522" x="3878263" y="2205038"/>
          <p14:tracePt t="6530" x="3913188" y="2205038"/>
          <p14:tracePt t="6538" x="3930650" y="2197100"/>
          <p14:tracePt t="6546" x="3948113" y="2197100"/>
          <p14:tracePt t="6594" x="3957638" y="2197100"/>
          <p14:tracePt t="6602" x="3957638" y="2187575"/>
          <p14:tracePt t="6610" x="3975100" y="2187575"/>
          <p14:tracePt t="6618" x="3983038" y="2187575"/>
          <p14:tracePt t="6634" x="4000500" y="2187575"/>
          <p14:tracePt t="6642" x="4000500" y="2179638"/>
          <p14:tracePt t="6650" x="4010025" y="2179638"/>
          <p14:tracePt t="6658" x="4010025" y="2170113"/>
          <p14:tracePt t="6666" x="4035425" y="2162175"/>
          <p14:tracePt t="6674" x="4052888" y="2162175"/>
          <p14:tracePt t="6682" x="4070350" y="2144713"/>
          <p14:tracePt t="6699" x="4087813" y="2127250"/>
          <p14:tracePt t="6706" x="4105275" y="2127250"/>
          <p14:tracePt t="6715" x="4114800" y="2109788"/>
          <p14:tracePt t="6722" x="4122738" y="2109788"/>
          <p14:tracePt t="6730" x="4132263" y="2100263"/>
          <p14:tracePt t="6746" x="4140200" y="2082800"/>
          <p14:tracePt t="7154" x="4140200" y="2074863"/>
          <p14:tracePt t="7162" x="4132263" y="2074863"/>
          <p14:tracePt t="7178" x="4122738" y="2074863"/>
          <p14:tracePt t="7195" x="4105275" y="2074863"/>
          <p14:tracePt t="7218" x="4097338" y="2074863"/>
          <p14:tracePt t="7242" x="4087813" y="2074863"/>
          <p14:tracePt t="7250" x="4079875" y="2074863"/>
          <p14:tracePt t="7258" x="4070350" y="2074863"/>
          <p14:tracePt t="7267" x="4062413" y="2074863"/>
          <p14:tracePt t="7275" x="4044950" y="2074863"/>
          <p14:tracePt t="7282" x="4027488" y="2074863"/>
          <p14:tracePt t="7298" x="4010025" y="2074863"/>
          <p14:tracePt t="7306" x="4000500" y="2074863"/>
          <p14:tracePt t="7314" x="3992563" y="2074863"/>
          <p14:tracePt t="7370" x="3983038" y="2074863"/>
          <p14:tracePt t="7378" x="3975100" y="2074863"/>
          <p14:tracePt t="7386" x="3965575" y="2074863"/>
          <p14:tracePt t="7394" x="3957638" y="2074863"/>
          <p14:tracePt t="7402" x="3930650" y="2092325"/>
          <p14:tracePt t="7410" x="3913188" y="2092325"/>
          <p14:tracePt t="7418" x="3905250" y="2092325"/>
          <p14:tracePt t="7426" x="3878263" y="2100263"/>
          <p14:tracePt t="7434" x="3860800" y="2109788"/>
          <p14:tracePt t="7443" x="3827463" y="2117725"/>
          <p14:tracePt t="7450" x="3800475" y="2117725"/>
          <p14:tracePt t="7458" x="3765550" y="2127250"/>
          <p14:tracePt t="7467" x="3713163" y="2144713"/>
          <p14:tracePt t="7474" x="3687763" y="2162175"/>
          <p14:tracePt t="7482" x="3652838" y="2170113"/>
          <p14:tracePt t="7490" x="3600450" y="2179638"/>
          <p14:tracePt t="7498" x="3538538" y="2214563"/>
          <p14:tracePt t="7506" x="3460750" y="2249488"/>
          <p14:tracePt t="7514" x="3365500" y="2284413"/>
          <p14:tracePt t="7522" x="3295650" y="2319338"/>
          <p14:tracePt t="7530" x="3233738" y="2344738"/>
          <p14:tracePt t="7538" x="3190875" y="2362200"/>
          <p14:tracePt t="7546" x="3128963" y="2389188"/>
          <p14:tracePt t="7554" x="3094038" y="2397125"/>
          <p14:tracePt t="7562" x="3041650" y="2424113"/>
          <p14:tracePt t="7570" x="2998788" y="2441575"/>
          <p14:tracePt t="7578" x="2954338" y="2466975"/>
          <p14:tracePt t="7586" x="2911475" y="2476500"/>
          <p14:tracePt t="7594" x="2876550" y="2493963"/>
          <p14:tracePt t="7602" x="2868613" y="2501900"/>
          <p14:tracePt t="7610" x="2841625" y="2519363"/>
          <p14:tracePt t="7618" x="2824163" y="2528888"/>
          <p14:tracePt t="7626" x="2798763" y="2546350"/>
          <p14:tracePt t="7635" x="2781300" y="2546350"/>
          <p14:tracePt t="7642" x="2763838" y="2571750"/>
          <p14:tracePt t="7650" x="2746375" y="2579688"/>
          <p14:tracePt t="7658" x="2719388" y="2597150"/>
          <p14:tracePt t="7666" x="2711450" y="2606675"/>
          <p14:tracePt t="7674" x="2676525" y="2624138"/>
          <p14:tracePt t="7682" x="2659063" y="2632075"/>
          <p14:tracePt t="7690" x="2641600" y="2641600"/>
          <p14:tracePt t="7698" x="2614613" y="2667000"/>
          <p14:tracePt t="7706" x="2597150" y="2676525"/>
          <p14:tracePt t="7714" x="2562225" y="2684463"/>
          <p14:tracePt t="7722" x="2536825" y="2701925"/>
          <p14:tracePt t="7730" x="2492375" y="2719388"/>
          <p14:tracePt t="7738" x="2457450" y="2728913"/>
          <p14:tracePt t="7746" x="2432050" y="2754313"/>
          <p14:tracePt t="7754" x="2406650" y="2754313"/>
          <p14:tracePt t="7762" x="2379663" y="2781300"/>
          <p14:tracePt t="7770" x="2354263" y="2798763"/>
          <p14:tracePt t="7778" x="2327275" y="2806700"/>
          <p14:tracePt t="7786" x="2292350" y="2824163"/>
          <p14:tracePt t="7794" x="2284413" y="2824163"/>
          <p14:tracePt t="7802" x="2266950" y="2841625"/>
          <p14:tracePt t="7810" x="2257425" y="2851150"/>
          <p14:tracePt t="7834" x="2249488" y="2851150"/>
          <p14:tracePt t="7842" x="2239963" y="2859088"/>
          <p14:tracePt t="7851" x="2222500" y="2868613"/>
          <p14:tracePt t="7867" x="2214563" y="2876550"/>
          <p14:tracePt t="7874" x="2205038" y="2886075"/>
          <p14:tracePt t="7890" x="2197100" y="2886075"/>
          <p14:tracePt t="7930" x="2187575" y="2894013"/>
          <p14:tracePt t="8210" x="2179638" y="2894013"/>
          <p14:tracePt t="8226" x="2170113" y="2894013"/>
          <p14:tracePt t="8234" x="2162175" y="2876550"/>
          <p14:tracePt t="8242" x="2144713" y="2876550"/>
          <p14:tracePt t="8250" x="2135188" y="2859088"/>
          <p14:tracePt t="8258" x="2109788" y="2833688"/>
          <p14:tracePt t="8267" x="2100263" y="2824163"/>
          <p14:tracePt t="8274" x="2074863" y="2806700"/>
          <p14:tracePt t="8282" x="2030413" y="2781300"/>
          <p14:tracePt t="8290" x="2005013" y="2754313"/>
          <p14:tracePt t="8298" x="1970088" y="2736850"/>
          <p14:tracePt t="8306" x="1952625" y="2719388"/>
          <p14:tracePt t="8314" x="1909763" y="2711450"/>
          <p14:tracePt t="8322" x="1865313" y="2693988"/>
          <p14:tracePt t="8330" x="1812925" y="2676525"/>
          <p14:tracePt t="8338" x="1770063" y="2659063"/>
          <p14:tracePt t="8346" x="1725613" y="2649538"/>
          <p14:tracePt t="8354" x="1690688" y="2641600"/>
          <p14:tracePt t="8362" x="1665288" y="2632075"/>
          <p14:tracePt t="8370" x="1620838" y="2614613"/>
          <p14:tracePt t="8378" x="1603375" y="2614613"/>
          <p14:tracePt t="8386" x="1577975" y="2614613"/>
          <p14:tracePt t="8394" x="1560513" y="2614613"/>
          <p14:tracePt t="8402" x="1550988" y="2614613"/>
          <p14:tracePt t="8410" x="1543050" y="2614613"/>
          <p14:tracePt t="8418" x="1525588" y="2614613"/>
          <p14:tracePt t="8426" x="1516063" y="2614613"/>
          <p14:tracePt t="8434" x="1508125" y="2614613"/>
          <p14:tracePt t="8442" x="1490663" y="2614613"/>
          <p14:tracePt t="8458" x="1473200" y="2614613"/>
          <p14:tracePt t="8467" x="1463675" y="2614613"/>
          <p14:tracePt t="8490" x="1446213" y="2614613"/>
          <p14:tracePt t="8530" x="1438275" y="2614613"/>
          <p14:tracePt t="8546" x="1430338" y="2614613"/>
          <p14:tracePt t="8562" x="1420813" y="2614613"/>
          <p14:tracePt t="8570" x="1412875" y="2614613"/>
          <p14:tracePt t="8594" x="1403350" y="2614613"/>
          <p14:tracePt t="8602" x="1395413" y="2624138"/>
          <p14:tracePt t="8610" x="1395413" y="2632075"/>
          <p14:tracePt t="8618" x="1385888" y="2641600"/>
          <p14:tracePt t="8626" x="1385888" y="2659063"/>
          <p14:tracePt t="8634" x="1377950" y="2667000"/>
          <p14:tracePt t="8642" x="1360488" y="2693988"/>
          <p14:tracePt t="8650" x="1360488" y="2711450"/>
          <p14:tracePt t="8658" x="1360488" y="2719388"/>
          <p14:tracePt t="8667" x="1350963" y="2728913"/>
          <p14:tracePt t="8674" x="1350963" y="2736850"/>
          <p14:tracePt t="8682" x="1343025" y="2754313"/>
          <p14:tracePt t="8690" x="1333500" y="2763838"/>
          <p14:tracePt t="8698" x="1333500" y="2781300"/>
          <p14:tracePt t="8706" x="1325563" y="2789238"/>
          <p14:tracePt t="8714" x="1325563" y="2806700"/>
          <p14:tracePt t="8722" x="1325563" y="2824163"/>
          <p14:tracePt t="8730" x="1325563" y="2851150"/>
          <p14:tracePt t="8738" x="1325563" y="2859088"/>
          <p14:tracePt t="8746" x="1325563" y="2876550"/>
          <p14:tracePt t="8754" x="1316038" y="2886075"/>
          <p14:tracePt t="8762" x="1316038" y="2903538"/>
          <p14:tracePt t="8770" x="1316038" y="2911475"/>
          <p14:tracePt t="8778" x="1308100" y="2921000"/>
          <p14:tracePt t="8786" x="1308100" y="2938463"/>
          <p14:tracePt t="8794" x="1308100" y="2946400"/>
          <p14:tracePt t="8802" x="1308100" y="2963863"/>
          <p14:tracePt t="8810" x="1298575" y="2973388"/>
          <p14:tracePt t="8818" x="1298575" y="2998788"/>
          <p14:tracePt t="8826" x="1290638" y="3008313"/>
          <p14:tracePt t="8834" x="1290638" y="3033713"/>
          <p14:tracePt t="8842" x="1281113" y="3051175"/>
          <p14:tracePt t="8850" x="1281113" y="3060700"/>
          <p14:tracePt t="8858" x="1281113" y="3086100"/>
          <p14:tracePt t="8866" x="1273175" y="3103563"/>
          <p14:tracePt t="8874" x="1273175" y="3121025"/>
          <p14:tracePt t="8882" x="1273175" y="3128963"/>
          <p14:tracePt t="8890" x="1273175" y="3138488"/>
          <p14:tracePt t="8898" x="1273175" y="3155950"/>
          <p14:tracePt t="8914" x="1263650" y="3173413"/>
          <p14:tracePt t="8922" x="1263650" y="3190875"/>
          <p14:tracePt t="8930" x="1263650" y="3198813"/>
          <p14:tracePt t="8946" x="1263650" y="3208338"/>
          <p14:tracePt t="8967" x="1263650" y="3225800"/>
          <p14:tracePt t="8994" x="1263650" y="3233738"/>
          <p14:tracePt t="9050" x="1255713" y="3233738"/>
          <p14:tracePt t="9122" x="1263650" y="3251200"/>
          <p14:tracePt t="9138" x="1273175" y="3251200"/>
          <p14:tracePt t="9146" x="1281113" y="3251200"/>
          <p14:tracePt t="9274" x="1281113" y="3243263"/>
          <p14:tracePt t="9282" x="1281113" y="3233738"/>
          <p14:tracePt t="9314" x="1281113" y="3225800"/>
          <p14:tracePt t="9322" x="1281113" y="3216275"/>
          <p14:tracePt t="9418" x="1273175" y="3216275"/>
          <p14:tracePt t="9442" x="1263650" y="3216275"/>
          <p14:tracePt t="9450" x="1255713" y="3216275"/>
          <p14:tracePt t="9466" x="1246188" y="3225800"/>
          <p14:tracePt t="9482" x="1246188" y="3233738"/>
          <p14:tracePt t="9499" x="1246188" y="3243263"/>
          <p14:tracePt t="9506" x="1246188" y="3251200"/>
          <p14:tracePt t="9522" x="1238250" y="3260725"/>
          <p14:tracePt t="9538" x="1228725" y="3268663"/>
          <p14:tracePt t="9562" x="1228725" y="3278188"/>
          <p14:tracePt t="9578" x="1228725" y="3295650"/>
          <p14:tracePt t="9586" x="1220788" y="3295650"/>
          <p14:tracePt t="9594" x="1220788" y="3303588"/>
          <p14:tracePt t="9610" x="1220788" y="3313113"/>
          <p14:tracePt t="9618" x="1220788" y="3321050"/>
          <p14:tracePt t="9626" x="1220788" y="3338513"/>
          <p14:tracePt t="9650" x="1220788" y="3348038"/>
          <p14:tracePt t="9658" x="1220788" y="3355975"/>
          <p14:tracePt t="9674" x="1220788" y="3365500"/>
          <p14:tracePt t="9690" x="1220788" y="3373438"/>
          <p14:tracePt t="9698" x="1211263" y="3382963"/>
          <p14:tracePt t="9722" x="1211263" y="3390900"/>
          <p14:tracePt t="9802" x="1211263" y="3400425"/>
          <p14:tracePt t="9826" x="1211263" y="3408363"/>
          <p14:tracePt t="9890" x="1211263" y="3417888"/>
          <p14:tracePt t="10050" x="1211263" y="3408363"/>
          <p14:tracePt t="10058" x="1211263" y="3390900"/>
          <p14:tracePt t="10066" x="1228725" y="3348038"/>
          <p14:tracePt t="10074" x="1228725" y="3330575"/>
          <p14:tracePt t="10082" x="1246188" y="3313113"/>
          <p14:tracePt t="10090" x="1255713" y="3295650"/>
          <p14:tracePt t="10098" x="1255713" y="3278188"/>
          <p14:tracePt t="10106" x="1263650" y="3251200"/>
          <p14:tracePt t="10114" x="1263650" y="3243263"/>
          <p14:tracePt t="10122" x="1263650" y="3216275"/>
          <p14:tracePt t="10130" x="1273175" y="3198813"/>
          <p14:tracePt t="10138" x="1281113" y="3181350"/>
          <p14:tracePt t="10146" x="1290638" y="3155950"/>
          <p14:tracePt t="10154" x="1290638" y="3138488"/>
          <p14:tracePt t="10162" x="1298575" y="3128963"/>
          <p14:tracePt t="10170" x="1298575" y="3111500"/>
          <p14:tracePt t="10178" x="1298575" y="3094038"/>
          <p14:tracePt t="10186" x="1298575" y="3068638"/>
          <p14:tracePt t="10194" x="1298575" y="3043238"/>
          <p14:tracePt t="10202" x="1298575" y="3025775"/>
          <p14:tracePt t="10210" x="1316038" y="2990850"/>
          <p14:tracePt t="10218" x="1316038" y="2963863"/>
          <p14:tracePt t="10226" x="1316038" y="2946400"/>
          <p14:tracePt t="10234" x="1316038" y="2938463"/>
          <p14:tracePt t="10242" x="1316038" y="2911475"/>
          <p14:tracePt t="10250" x="1316038" y="2903538"/>
          <p14:tracePt t="10267" x="1316038" y="2886075"/>
          <p14:tracePt t="10274" x="1316038" y="2859088"/>
          <p14:tracePt t="10282" x="1325563" y="2833688"/>
          <p14:tracePt t="10290" x="1325563" y="2824163"/>
          <p14:tracePt t="10298" x="1333500" y="2806700"/>
          <p14:tracePt t="10306" x="1333500" y="2798763"/>
          <p14:tracePt t="10314" x="1333500" y="2781300"/>
          <p14:tracePt t="10323" x="1333500" y="2754313"/>
          <p14:tracePt t="10330" x="1333500" y="2728913"/>
          <p14:tracePt t="10338" x="1350963" y="2711450"/>
          <p14:tracePt t="10346" x="1360488" y="2693988"/>
          <p14:tracePt t="10354" x="1360488" y="2676525"/>
          <p14:tracePt t="10362" x="1360488" y="2659063"/>
          <p14:tracePt t="10370" x="1368425" y="2649538"/>
          <p14:tracePt t="10378" x="1377950" y="2632075"/>
          <p14:tracePt t="10394" x="1377950" y="2624138"/>
          <p14:tracePt t="10402" x="1377950" y="2614613"/>
          <p14:tracePt t="10410" x="1377950" y="2606675"/>
          <p14:tracePt t="10426" x="1385888" y="2597150"/>
          <p14:tracePt t="10442" x="1385888" y="2589213"/>
          <p14:tracePt t="10450" x="1385888" y="2571750"/>
          <p14:tracePt t="10482" x="1395413" y="2554288"/>
          <p14:tracePt t="10490" x="1395413" y="2546350"/>
          <p14:tracePt t="10498" x="1403350" y="2536825"/>
          <p14:tracePt t="10514" x="1420813" y="2519363"/>
          <p14:tracePt t="10522" x="1420813" y="2501900"/>
          <p14:tracePt t="10530" x="1438275" y="2484438"/>
          <p14:tracePt t="10538" x="1446213" y="2466975"/>
          <p14:tracePt t="10546" x="1455738" y="2449513"/>
          <p14:tracePt t="10554" x="1473200" y="2432050"/>
          <p14:tracePt t="10562" x="1481138" y="2424113"/>
          <p14:tracePt t="10570" x="1481138" y="2414588"/>
          <p14:tracePt t="10578" x="1490663" y="2397125"/>
          <p14:tracePt t="10586" x="1498600" y="2397125"/>
          <p14:tracePt t="10602" x="1498600" y="2379663"/>
          <p14:tracePt t="10610" x="1498600" y="2371725"/>
          <p14:tracePt t="10626" x="1498600" y="2354263"/>
          <p14:tracePt t="10634" x="1498600" y="2344738"/>
          <p14:tracePt t="10642" x="1490663" y="2336800"/>
          <p14:tracePt t="10650" x="1463675" y="2319338"/>
          <p14:tracePt t="10658" x="1463675" y="2309813"/>
          <p14:tracePt t="10674" x="1455738" y="2309813"/>
          <p14:tracePt t="10682" x="1446213" y="2309813"/>
          <p14:tracePt t="10690" x="1438275" y="2309813"/>
          <p14:tracePt t="10698" x="1430338" y="2309813"/>
          <p14:tracePt t="10706" x="1420813" y="2309813"/>
          <p14:tracePt t="10714" x="1403350" y="2327275"/>
          <p14:tracePt t="10722" x="1377950" y="2336800"/>
          <p14:tracePt t="10730" x="1368425" y="2354263"/>
          <p14:tracePt t="10739" x="1360488" y="2389188"/>
          <p14:tracePt t="10746" x="1343025" y="2406650"/>
          <p14:tracePt t="10754" x="1308100" y="2459038"/>
          <p14:tracePt t="10762" x="1290638" y="2476500"/>
          <p14:tracePt t="10770" x="1281113" y="2501900"/>
          <p14:tracePt t="10778" x="1263650" y="2528888"/>
          <p14:tracePt t="10786" x="1255713" y="2563813"/>
          <p14:tracePt t="10794" x="1238250" y="2579688"/>
          <p14:tracePt t="10802" x="1238250" y="2597150"/>
          <p14:tracePt t="10810" x="1228725" y="2624138"/>
          <p14:tracePt t="10818" x="1228725" y="2649538"/>
          <p14:tracePt t="10826" x="1228725" y="2667000"/>
          <p14:tracePt t="10834" x="1228725" y="2701925"/>
          <p14:tracePt t="10842" x="1238250" y="2754313"/>
          <p14:tracePt t="10851" x="1246188" y="2763838"/>
          <p14:tracePt t="10858" x="1255713" y="2798763"/>
          <p14:tracePt t="10867" x="1273175" y="2824163"/>
          <p14:tracePt t="10874" x="1290638" y="2833688"/>
          <p14:tracePt t="10882" x="1308100" y="2859088"/>
          <p14:tracePt t="10890" x="1325563" y="2876550"/>
          <p14:tracePt t="10898" x="1343025" y="2886075"/>
          <p14:tracePt t="10906" x="1368425" y="2903538"/>
          <p14:tracePt t="10914" x="1385888" y="2911475"/>
          <p14:tracePt t="10922" x="1403350" y="2911475"/>
          <p14:tracePt t="10930" x="1412875" y="2921000"/>
          <p14:tracePt t="11002" x="1420813" y="2921000"/>
          <p14:tracePt t="11010" x="1420813" y="2928938"/>
          <p14:tracePt t="11026" x="1420813" y="2938463"/>
          <p14:tracePt t="11034" x="1385888" y="2963863"/>
          <p14:tracePt t="11042" x="1360488" y="2981325"/>
          <p14:tracePt t="11050" x="1316038" y="3008313"/>
          <p14:tracePt t="11058" x="1298575" y="3051175"/>
          <p14:tracePt t="11067" x="1273175" y="3086100"/>
          <p14:tracePt t="11074" x="1246188" y="3138488"/>
          <p14:tracePt t="11082" x="1238250" y="3163888"/>
          <p14:tracePt t="11090" x="1228725" y="3190875"/>
          <p14:tracePt t="11098" x="1228725" y="3216275"/>
          <p14:tracePt t="11106" x="1220788" y="3233738"/>
          <p14:tracePt t="11114" x="1220788" y="3268663"/>
          <p14:tracePt t="11122" x="1220788" y="3303588"/>
          <p14:tracePt t="11130" x="1220788" y="3338513"/>
          <p14:tracePt t="11138" x="1220788" y="3390900"/>
          <p14:tracePt t="11146" x="1220788" y="3470275"/>
          <p14:tracePt t="11154" x="1220788" y="3513138"/>
          <p14:tracePt t="11162" x="1220788" y="3557588"/>
          <p14:tracePt t="11170" x="1220788" y="3600450"/>
          <p14:tracePt t="11178" x="1220788" y="3652838"/>
          <p14:tracePt t="11186" x="1228725" y="3687763"/>
          <p14:tracePt t="11194" x="1255713" y="3730625"/>
          <p14:tracePt t="11202" x="1255713" y="3765550"/>
          <p14:tracePt t="11210" x="1263650" y="3783013"/>
          <p14:tracePt t="11218" x="1273175" y="3817938"/>
          <p14:tracePt t="11226" x="1273175" y="3852863"/>
          <p14:tracePt t="11234" x="1290638" y="3897313"/>
          <p14:tracePt t="11242" x="1298575" y="3932238"/>
          <p14:tracePt t="11250" x="1298575" y="3967163"/>
          <p14:tracePt t="11258" x="1308100" y="4027488"/>
          <p14:tracePt t="11267" x="1308100" y="4062413"/>
          <p14:tracePt t="11274" x="1308100" y="4097338"/>
          <p14:tracePt t="11282" x="1308100" y="4140200"/>
          <p14:tracePt t="11290" x="1308100" y="4175125"/>
          <p14:tracePt t="11298" x="1308100" y="4210050"/>
          <p14:tracePt t="11306" x="1308100" y="4254500"/>
          <p14:tracePt t="11314" x="1308100" y="4306888"/>
          <p14:tracePt t="11322" x="1308100" y="4341813"/>
          <p14:tracePt t="11330" x="1308100" y="4367213"/>
          <p14:tracePt t="11338" x="1308100" y="4394200"/>
          <p14:tracePt t="11346" x="1308100" y="4429125"/>
          <p14:tracePt t="11354" x="1298575" y="4446588"/>
          <p14:tracePt t="11370" x="1298575" y="4464050"/>
          <p14:tracePt t="11522" x="1290638" y="4446588"/>
          <p14:tracePt t="11538" x="1290638" y="4437063"/>
          <p14:tracePt t="11554" x="1290638" y="4429125"/>
          <p14:tracePt t="11562" x="1290638" y="4419600"/>
          <p14:tracePt t="11570" x="1290638" y="4402138"/>
          <p14:tracePt t="11578" x="1290638" y="4394200"/>
          <p14:tracePt t="11586" x="1290638" y="4384675"/>
          <p14:tracePt t="11594" x="1290638" y="4367213"/>
          <p14:tracePt t="11602" x="1290638" y="4349750"/>
          <p14:tracePt t="11610" x="1290638" y="4324350"/>
          <p14:tracePt t="11618" x="1290638" y="4297363"/>
          <p14:tracePt t="11626" x="1290638" y="4262438"/>
          <p14:tracePt t="11634" x="1290638" y="4227513"/>
          <p14:tracePt t="11642" x="1290638" y="4192588"/>
          <p14:tracePt t="11650" x="1290638" y="4157663"/>
          <p14:tracePt t="11658" x="1290638" y="4106863"/>
          <p14:tracePt t="11667" x="1290638" y="4062413"/>
          <p14:tracePt t="11674" x="1290638" y="3992563"/>
          <p14:tracePt t="11682" x="1290638" y="3897313"/>
          <p14:tracePt t="11690" x="1290638" y="3810000"/>
          <p14:tracePt t="11698" x="1290638" y="3713163"/>
          <p14:tracePt t="11706" x="1290638" y="3608388"/>
          <p14:tracePt t="11714" x="1308100" y="3505200"/>
          <p14:tracePt t="11722" x="1316038" y="3408363"/>
          <p14:tracePt t="11730" x="1325563" y="3295650"/>
          <p14:tracePt t="11738" x="1343025" y="3198813"/>
          <p14:tracePt t="11746" x="1360488" y="3103563"/>
          <p14:tracePt t="11754" x="1385888" y="3008313"/>
          <p14:tracePt t="11762" x="1403350" y="2928938"/>
          <p14:tracePt t="11770" x="1412875" y="2859088"/>
          <p14:tracePt t="11778" x="1412875" y="2789238"/>
          <p14:tracePt t="11786" x="1420813" y="2728913"/>
          <p14:tracePt t="11794" x="1438275" y="2659063"/>
          <p14:tracePt t="11802" x="1446213" y="2606675"/>
          <p14:tracePt t="11810" x="1446213" y="2554288"/>
          <p14:tracePt t="11818" x="1455738" y="2501900"/>
          <p14:tracePt t="11826" x="1473200" y="2449513"/>
          <p14:tracePt t="11834" x="1481138" y="2406650"/>
          <p14:tracePt t="11842" x="1490663" y="2389188"/>
          <p14:tracePt t="11851" x="1498600" y="2362200"/>
          <p14:tracePt t="11867" x="1498600" y="2344738"/>
          <p14:tracePt t="11882" x="1508125" y="2336800"/>
          <p14:tracePt t="11890" x="1516063" y="2327275"/>
          <p14:tracePt t="11906" x="1533525" y="2327275"/>
          <p14:tracePt t="11914" x="1560513" y="2327275"/>
          <p14:tracePt t="11922" x="1577975" y="2327275"/>
          <p14:tracePt t="11930" x="1612900" y="2327275"/>
          <p14:tracePt t="11938" x="1647825" y="2327275"/>
          <p14:tracePt t="11946" x="1690688" y="2327275"/>
          <p14:tracePt t="11954" x="1743075" y="2327275"/>
          <p14:tracePt t="11968" x="1795463" y="2327275"/>
          <p14:tracePt t="11970" x="1847850" y="2327275"/>
          <p14:tracePt t="11978" x="1909763" y="2327275"/>
          <p14:tracePt t="11986" x="1943100" y="2327275"/>
          <p14:tracePt t="11994" x="1978025" y="2327275"/>
          <p14:tracePt t="12002" x="2005013" y="2327275"/>
          <p14:tracePt t="12010" x="2039938" y="2327275"/>
          <p14:tracePt t="12018" x="2065338" y="2309813"/>
          <p14:tracePt t="12026" x="2082800" y="2309813"/>
          <p14:tracePt t="12034" x="2100263" y="2301875"/>
          <p14:tracePt t="12042" x="2127250" y="2301875"/>
          <p14:tracePt t="12051" x="2144713" y="2292350"/>
          <p14:tracePt t="12058" x="2162175" y="2292350"/>
          <p14:tracePt t="12067" x="2179638" y="2292350"/>
          <p14:tracePt t="12074" x="2187575" y="2292350"/>
          <p14:tracePt t="12082" x="2197100" y="2292350"/>
          <p14:tracePt t="12090" x="2205038" y="2292350"/>
          <p14:tracePt t="12098" x="2214563" y="2292350"/>
          <p14:tracePt t="12106" x="2222500" y="2292350"/>
          <p14:tracePt t="12114" x="2239963" y="2292350"/>
          <p14:tracePt t="12122" x="2249488" y="2292350"/>
          <p14:tracePt t="12130" x="2266950" y="2292350"/>
          <p14:tracePt t="12138" x="2274888" y="2292350"/>
          <p14:tracePt t="12146" x="2292350" y="2292350"/>
          <p14:tracePt t="12250" x="2301875" y="2284413"/>
          <p14:tracePt t="12362" x="2301875" y="2274888"/>
          <p14:tracePt t="12378" x="2292350" y="2274888"/>
          <p14:tracePt t="12386" x="2274888" y="2274888"/>
          <p14:tracePt t="12426" x="2266950" y="2266950"/>
          <p14:tracePt t="12450" x="2266950" y="2257425"/>
          <p14:tracePt t="12490" x="2266950" y="2249488"/>
          <p14:tracePt t="12506" x="2274888" y="2249488"/>
          <p14:tracePt t="12522" x="2292350" y="2249488"/>
          <p14:tracePt t="12530" x="2319338" y="2249488"/>
          <p14:tracePt t="12538" x="2336800" y="2249488"/>
          <p14:tracePt t="12546" x="2362200" y="2249488"/>
          <p14:tracePt t="12554" x="2397125" y="2249488"/>
          <p14:tracePt t="12562" x="2439988" y="2249488"/>
          <p14:tracePt t="12570" x="2484438" y="2249488"/>
          <p14:tracePt t="12578" x="2544763" y="2249488"/>
          <p14:tracePt t="12586" x="2614613" y="2249488"/>
          <p14:tracePt t="12595" x="2684463" y="2249488"/>
          <p14:tracePt t="12602" x="2763838" y="2249488"/>
          <p14:tracePt t="12610" x="2833688" y="2249488"/>
          <p14:tracePt t="12618" x="2911475" y="2249488"/>
          <p14:tracePt t="12626" x="2981325" y="2249488"/>
          <p14:tracePt t="12634" x="3041650" y="2249488"/>
          <p14:tracePt t="12642" x="3111500" y="2249488"/>
          <p14:tracePt t="12650" x="3163888" y="2249488"/>
          <p14:tracePt t="12658" x="3216275" y="2249488"/>
          <p14:tracePt t="12667" x="3278188" y="2249488"/>
          <p14:tracePt t="12674" x="3321050" y="2249488"/>
          <p14:tracePt t="12682" x="3381375" y="2249488"/>
          <p14:tracePt t="12690" x="3443288" y="2249488"/>
          <p14:tracePt t="12698" x="3486150" y="2249488"/>
          <p14:tracePt t="12706" x="3538538" y="2249488"/>
          <p14:tracePt t="12714" x="3582988" y="2249488"/>
          <p14:tracePt t="12722" x="3643313" y="2249488"/>
          <p14:tracePt t="12730" x="3687763" y="2249488"/>
          <p14:tracePt t="12738" x="3722688" y="2249488"/>
          <p14:tracePt t="12746" x="3775075" y="2249488"/>
          <p14:tracePt t="12754" x="3817938" y="2249488"/>
          <p14:tracePt t="12762" x="3878263" y="2249488"/>
          <p14:tracePt t="12770" x="3922713" y="2249488"/>
          <p14:tracePt t="12778" x="3975100" y="2249488"/>
          <p14:tracePt t="12786" x="4017963" y="2249488"/>
          <p14:tracePt t="12794" x="4079875" y="2249488"/>
          <p14:tracePt t="12802" x="4140200" y="2249488"/>
          <p14:tracePt t="12810" x="4184650" y="2249488"/>
          <p14:tracePt t="12818" x="4219575" y="2249488"/>
          <p14:tracePt t="12826" x="4279900" y="2249488"/>
          <p14:tracePt t="12834" x="4289425" y="2249488"/>
          <p14:tracePt t="12842" x="4324350" y="2249488"/>
          <p14:tracePt t="12850" x="4357688" y="2249488"/>
          <p14:tracePt t="12858" x="4384675" y="2249488"/>
          <p14:tracePt t="12867" x="4410075" y="2249488"/>
          <p14:tracePt t="12874" x="4427538" y="2249488"/>
          <p14:tracePt t="12890" x="4454525" y="2249488"/>
          <p14:tracePt t="12899" x="4462463" y="2257425"/>
          <p14:tracePt t="12906" x="4479925" y="2257425"/>
          <p14:tracePt t="12914" x="4506913" y="2257425"/>
          <p14:tracePt t="12922" x="4524375" y="2266950"/>
          <p14:tracePt t="12930" x="4541838" y="2266950"/>
          <p14:tracePt t="12938" x="4567238" y="2266950"/>
          <p14:tracePt t="12947" x="4576763" y="2266950"/>
          <p14:tracePt t="12954" x="4602163" y="2284413"/>
          <p14:tracePt t="12962" x="4629150" y="2284413"/>
          <p14:tracePt t="12970" x="4637088" y="2284413"/>
          <p14:tracePt t="12978" x="4646613" y="2284413"/>
          <p14:tracePt t="12986" x="4654550" y="2284413"/>
          <p14:tracePt t="12994" x="4664075" y="2284413"/>
          <p14:tracePt t="13010" x="4672013" y="2292350"/>
          <p14:tracePt t="13034" x="4681538" y="2292350"/>
          <p14:tracePt t="13042" x="4689475" y="2301875"/>
          <p14:tracePt t="13050" x="4699000" y="2301875"/>
          <p14:tracePt t="13058" x="4706938" y="2309813"/>
          <p14:tracePt t="13090" x="4716463" y="2309813"/>
          <p14:tracePt t="13106" x="4716463" y="2319338"/>
          <p14:tracePt t="13154" x="4724400" y="2319338"/>
          <p14:tracePt t="13162" x="4733925" y="2327275"/>
          <p14:tracePt t="13178" x="4741863" y="2327275"/>
          <p14:tracePt t="13195" x="4741863" y="2336800"/>
          <p14:tracePt t="13202" x="4751388" y="2344738"/>
          <p14:tracePt t="13234" x="4751388" y="2354263"/>
          <p14:tracePt t="13250" x="4759325" y="2362200"/>
          <p14:tracePt t="13258" x="4768850" y="2371725"/>
          <p14:tracePt t="13282" x="4768850" y="2379663"/>
          <p14:tracePt t="13298" x="4776788" y="2389188"/>
          <p14:tracePt t="13338" x="4776788" y="2397125"/>
          <p14:tracePt t="13354" x="4776788" y="2406650"/>
          <p14:tracePt t="13370" x="4776788" y="2414588"/>
          <p14:tracePt t="13490" x="4768850" y="2414588"/>
          <p14:tracePt t="13498" x="4768850" y="2424113"/>
          <p14:tracePt t="13522" x="4759325" y="2424113"/>
          <p14:tracePt t="13530" x="4741863" y="2432050"/>
          <p14:tracePt t="13554" x="4724400" y="2432050"/>
          <p14:tracePt t="13562" x="4706938" y="2432050"/>
          <p14:tracePt t="13578" x="4699000" y="2432050"/>
          <p14:tracePt t="13626" x="4689475" y="2432050"/>
          <p14:tracePt t="13658" x="4681538" y="2441575"/>
          <p14:tracePt t="14010" x="4689475" y="2432050"/>
          <p14:tracePt t="14330" x="4689475" y="2424113"/>
          <p14:tracePt t="14626" x="4689475" y="2414588"/>
          <p14:tracePt t="14642" x="4699000" y="2414588"/>
          <p14:tracePt t="14746" x="4699000" y="2397125"/>
          <p14:tracePt t="15378" x="4689475" y="2414588"/>
          <p14:tracePt t="15386" x="4689475" y="2424113"/>
          <p14:tracePt t="15394" x="4689475" y="2449513"/>
          <p14:tracePt t="15402" x="4689475" y="2484438"/>
          <p14:tracePt t="15410" x="4689475" y="2536825"/>
          <p14:tracePt t="15418" x="4689475" y="2606675"/>
          <p14:tracePt t="15426" x="4689475" y="2649538"/>
          <p14:tracePt t="15434" x="4689475" y="2719388"/>
          <p14:tracePt t="15442" x="4689475" y="2789238"/>
          <p14:tracePt t="15450" x="4689475" y="2886075"/>
          <p14:tracePt t="15458" x="4689475" y="2963863"/>
          <p14:tracePt t="15467" x="4689475" y="3068638"/>
          <p14:tracePt t="15474" x="4689475" y="3173413"/>
          <p14:tracePt t="15482" x="4689475" y="3286125"/>
          <p14:tracePt t="15490" x="4681538" y="3382963"/>
          <p14:tracePt t="15498" x="4681538" y="3478213"/>
          <p14:tracePt t="15506" x="4672013" y="3548063"/>
          <p14:tracePt t="15514" x="4672013" y="3617913"/>
          <p14:tracePt t="15522" x="4672013" y="3652838"/>
          <p14:tracePt t="15530" x="4672013" y="3695700"/>
          <p14:tracePt t="15539" x="4672013" y="3730625"/>
          <p14:tracePt t="15546" x="4672013" y="3757613"/>
          <p14:tracePt t="15554" x="4672013" y="3765550"/>
          <p14:tracePt t="15570" x="4672013" y="3775075"/>
          <p14:tracePt t="15578" x="4672013" y="3783013"/>
          <p14:tracePt t="15594" x="4672013" y="3792538"/>
          <p14:tracePt t="15602" x="4672013" y="3800475"/>
          <p14:tracePt t="15618" x="4672013" y="3810000"/>
          <p14:tracePt t="15826" x="4664075" y="3810000"/>
          <p14:tracePt t="15842" x="4664075" y="3800475"/>
          <p14:tracePt t="15946" x="4654550" y="3800475"/>
          <p14:tracePt t="15954" x="4646613" y="3835400"/>
          <p14:tracePt t="15962" x="4629150" y="3897313"/>
          <p14:tracePt t="15970" x="4611688" y="3967163"/>
          <p14:tracePt t="15978" x="4576763" y="4079875"/>
          <p14:tracePt t="15986" x="4549775" y="4184650"/>
          <p14:tracePt t="15994" x="4506913" y="4306888"/>
          <p14:tracePt t="16002" x="4445000" y="4471988"/>
          <p14:tracePt t="16010" x="4332288" y="4646613"/>
          <p14:tracePt t="16018" x="4227513" y="4803775"/>
          <p14:tracePt t="16026" x="4140200" y="4891088"/>
          <p14:tracePt t="16034" x="4010025" y="5013325"/>
          <p14:tracePt t="16042" x="3895725" y="5073650"/>
          <p14:tracePt t="16050" x="3783013" y="5118100"/>
          <p14:tracePt t="16098" x="3190875" y="5083175"/>
          <p14:tracePt t="16106" x="3086100" y="5048250"/>
          <p14:tracePt t="16114" x="2981325" y="4995863"/>
          <p14:tracePt t="16122" x="2824163" y="4968875"/>
          <p14:tracePt t="16130" x="2659063" y="4899025"/>
          <p14:tracePt t="16138" x="2466975" y="4856163"/>
          <p14:tracePt t="16146" x="2319338" y="4811713"/>
          <p14:tracePt t="16154" x="2162175" y="4786313"/>
          <p14:tracePt t="16162" x="2030413" y="4768850"/>
          <p14:tracePt t="16170" x="1917700" y="4741863"/>
          <p14:tracePt t="16179" x="1795463" y="4716463"/>
          <p14:tracePt t="16186" x="1690688" y="4699000"/>
          <p14:tracePt t="16194" x="1585913" y="4654550"/>
          <p14:tracePt t="16202" x="1508125" y="4637088"/>
          <p14:tracePt t="16210" x="1446213" y="4621213"/>
          <p14:tracePt t="16218" x="1403350" y="4611688"/>
          <p14:tracePt t="16226" x="1360488" y="4611688"/>
          <p14:tracePt t="16235" x="1343025" y="4611688"/>
          <p14:tracePt t="16242" x="1333500" y="4611688"/>
          <p14:tracePt t="16250" x="1316038" y="4611688"/>
          <p14:tracePt t="16258" x="1308100" y="4611688"/>
          <p14:tracePt t="16275" x="1298575" y="4611688"/>
          <p14:tracePt t="16290" x="1290638" y="4611688"/>
          <p14:tracePt t="16322" x="1281113" y="4611688"/>
          <p14:tracePt t="16338" x="1273175" y="4611688"/>
          <p14:tracePt t="16354" x="1263650" y="4611688"/>
          <p14:tracePt t="16362" x="1255713" y="4611688"/>
          <p14:tracePt t="16386" x="1246188" y="4611688"/>
          <p14:tracePt t="16394" x="1246188" y="4621213"/>
          <p14:tracePt t="16570" x="1255713" y="4621213"/>
          <p14:tracePt t="16594" x="1263650" y="4621213"/>
          <p14:tracePt t="16602" x="1263650" y="4611688"/>
          <p14:tracePt t="16610" x="1273175" y="4611688"/>
          <p14:tracePt t="16618" x="1281113" y="4603750"/>
          <p14:tracePt t="16658" x="1290638" y="4603750"/>
          <p14:tracePt t="16754" x="1298575" y="4594225"/>
          <p14:tracePt t="16786" x="1308100" y="4586288"/>
          <p14:tracePt t="17010" x="1308100" y="4576763"/>
          <p14:tracePt t="17042" x="1316038" y="4576763"/>
          <p14:tracePt t="17082" x="1316038" y="4568825"/>
          <p14:tracePt t="17178" x="1316038" y="4559300"/>
          <p14:tracePt t="17186" x="1333500" y="4559300"/>
          <p14:tracePt t="17202" x="1333500" y="4551363"/>
          <p14:tracePt t="17218" x="1343025" y="4541838"/>
          <p14:tracePt t="17267" x="1343025" y="4533900"/>
          <p14:tracePt t="17290" x="1343025" y="4516438"/>
          <p14:tracePt t="17306" x="1343025" y="4506913"/>
          <p14:tracePt t="17322" x="1350963" y="4489450"/>
          <p14:tracePt t="17338" x="1350963" y="4481513"/>
          <p14:tracePt t="17346" x="1360488" y="4481513"/>
          <p14:tracePt t="17354" x="1360488" y="4471988"/>
          <p14:tracePt t="17362" x="1360488" y="4454525"/>
          <p14:tracePt t="17370" x="1368425" y="4454525"/>
          <p14:tracePt t="17378" x="1368425" y="4437063"/>
          <p14:tracePt t="17386" x="1368425" y="4429125"/>
          <p14:tracePt t="17394" x="1368425" y="4411663"/>
          <p14:tracePt t="17410" x="1368425" y="4394200"/>
          <p14:tracePt t="17418" x="1368425" y="4376738"/>
          <p14:tracePt t="17426" x="1368425" y="4367213"/>
          <p14:tracePt t="17434" x="1368425" y="4349750"/>
          <p14:tracePt t="17442" x="1368425" y="4341813"/>
          <p14:tracePt t="17450" x="1368425" y="4324350"/>
          <p14:tracePt t="17458" x="1368425" y="4306888"/>
          <p14:tracePt t="17467" x="1368425" y="4297363"/>
          <p14:tracePt t="17474" x="1368425" y="4289425"/>
          <p14:tracePt t="17482" x="1368425" y="4279900"/>
          <p14:tracePt t="17490" x="1368425" y="4271963"/>
          <p14:tracePt t="17498" x="1368425" y="4262438"/>
          <p14:tracePt t="17506" x="1385888" y="4254500"/>
          <p14:tracePt t="17514" x="1385888" y="4244975"/>
          <p14:tracePt t="17530" x="1385888" y="4237038"/>
          <p14:tracePt t="17562" x="1385888" y="4219575"/>
          <p14:tracePt t="17586" x="1385888" y="4210050"/>
          <p14:tracePt t="17594" x="1385888" y="4202113"/>
          <p14:tracePt t="17610" x="1385888" y="4192588"/>
          <p14:tracePt t="17618" x="1395413" y="4184650"/>
          <p14:tracePt t="17666" x="1395413" y="4175125"/>
          <p14:tracePt t="17682" x="1395413" y="4167188"/>
          <p14:tracePt t="17690" x="1395413" y="4157663"/>
          <p14:tracePt t="17714" x="1412875" y="4149725"/>
          <p14:tracePt t="17738" x="1412875" y="4140200"/>
          <p14:tracePt t="17746" x="1412875" y="4132263"/>
          <p14:tracePt t="17778" x="1412875" y="4122738"/>
          <p14:tracePt t="17786" x="1420813" y="4122738"/>
          <p14:tracePt t="17794" x="1420813" y="4114800"/>
          <p14:tracePt t="17810" x="1420813" y="4106863"/>
          <p14:tracePt t="17826" x="1420813" y="4097338"/>
          <p14:tracePt t="17834" x="1420813" y="4089400"/>
          <p14:tracePt t="17858" x="1420813" y="4079875"/>
          <p14:tracePt t="17906" x="1420813" y="4071938"/>
          <p14:tracePt t="17978" x="1420813" y="4062413"/>
          <p14:tracePt t="18026" x="1420813" y="4054475"/>
          <p14:tracePt t="18114" x="1420813" y="4037013"/>
          <p14:tracePt t="18570" x="1438275" y="4019550"/>
          <p14:tracePt t="18586" x="1455738" y="4002088"/>
          <p14:tracePt t="18594" x="1473200" y="3984625"/>
          <p14:tracePt t="18602" x="1490663" y="3967163"/>
          <p14:tracePt t="18610" x="1508125" y="3949700"/>
          <p14:tracePt t="18618" x="1533525" y="3922713"/>
          <p14:tracePt t="18626" x="1543050" y="3914775"/>
          <p14:tracePt t="18634" x="1550988" y="3887788"/>
          <p14:tracePt t="18642" x="1550988" y="3870325"/>
          <p14:tracePt t="18650" x="1577975" y="3835400"/>
          <p14:tracePt t="18658" x="1577975" y="3810000"/>
          <p14:tracePt t="18667" x="1585913" y="3775075"/>
          <p14:tracePt t="18674" x="1603375" y="3730625"/>
          <p14:tracePt t="18683" x="1612900" y="3678238"/>
          <p14:tracePt t="18690" x="1620838" y="3635375"/>
          <p14:tracePt t="18699" x="1620838" y="3582988"/>
          <p14:tracePt t="18706" x="1620838" y="3540125"/>
          <p14:tracePt t="18714" x="1620838" y="3495675"/>
          <p14:tracePt t="18722" x="1620838" y="3452813"/>
          <p14:tracePt t="18730" x="1620838" y="3408363"/>
          <p14:tracePt t="18738" x="1620838" y="3365500"/>
          <p14:tracePt t="18746" x="1620838" y="3313113"/>
          <p14:tracePt t="18754" x="1620838" y="3251200"/>
          <p14:tracePt t="18762" x="1620838" y="3198813"/>
          <p14:tracePt t="18770" x="1620838" y="3138488"/>
          <p14:tracePt t="18778" x="1620838" y="3094038"/>
          <p14:tracePt t="18786" x="1620838" y="3043238"/>
          <p14:tracePt t="18794" x="1620838" y="2981325"/>
          <p14:tracePt t="18802" x="1620838" y="2928938"/>
          <p14:tracePt t="18810" x="1620838" y="2876550"/>
          <p14:tracePt t="18818" x="1620838" y="2841625"/>
          <p14:tracePt t="18826" x="1620838" y="2763838"/>
          <p14:tracePt t="18834" x="1620838" y="2701925"/>
          <p14:tracePt t="18842" x="1620838" y="2624138"/>
          <p14:tracePt t="18851" x="1620838" y="2563813"/>
          <p14:tracePt t="18858" x="1620838" y="2484438"/>
          <p14:tracePt t="18867" x="1620838" y="2432050"/>
          <p14:tracePt t="18874" x="1620838" y="2379663"/>
          <p14:tracePt t="18882" x="1620838" y="2319338"/>
          <p14:tracePt t="18890" x="1620838" y="2284413"/>
          <p14:tracePt t="18898" x="1620838" y="2257425"/>
          <p14:tracePt t="18906" x="1620838" y="2232025"/>
          <p14:tracePt t="18914" x="1620838" y="2214563"/>
          <p14:tracePt t="18922" x="1620838" y="2187575"/>
          <p14:tracePt t="18930" x="1620838" y="2162175"/>
          <p14:tracePt t="18946" x="1620838" y="2152650"/>
          <p14:tracePt t="18954" x="1620838" y="2135188"/>
          <p14:tracePt t="19010" x="1620838" y="2127250"/>
          <p14:tracePt t="19034" x="1612900" y="2144713"/>
          <p14:tracePt t="19042" x="1612900" y="2179638"/>
          <p14:tracePt t="19050" x="1603375" y="2205038"/>
          <p14:tracePt t="19058" x="1603375" y="2239963"/>
          <p14:tracePt t="19067" x="1603375" y="2309813"/>
          <p14:tracePt t="19074" x="1603375" y="2371725"/>
          <p14:tracePt t="19082" x="1603375" y="2441575"/>
          <p14:tracePt t="19090" x="1603375" y="2519363"/>
          <p14:tracePt t="19098" x="1620838" y="2597150"/>
          <p14:tracePt t="19106" x="1620838" y="2641600"/>
          <p14:tracePt t="19114" x="1638300" y="2711450"/>
          <p14:tracePt t="19122" x="1638300" y="2771775"/>
          <p14:tracePt t="19130" x="1638300" y="2806700"/>
          <p14:tracePt t="19138" x="1647825" y="2876550"/>
          <p14:tracePt t="19146" x="1647825" y="2946400"/>
          <p14:tracePt t="19154" x="1647825" y="3008313"/>
          <p14:tracePt t="19162" x="1647825" y="3078163"/>
          <p14:tracePt t="19170" x="1647825" y="3146425"/>
          <p14:tracePt t="19178" x="1647825" y="3216275"/>
          <p14:tracePt t="19186" x="1647825" y="3278188"/>
          <p14:tracePt t="19194" x="1638300" y="3365500"/>
          <p14:tracePt t="19202" x="1620838" y="3443288"/>
          <p14:tracePt t="19210" x="1603375" y="3505200"/>
          <p14:tracePt t="19218" x="1603375" y="3575050"/>
          <p14:tracePt t="19226" x="1585913" y="3625850"/>
          <p14:tracePt t="19234" x="1577975" y="3660775"/>
          <p14:tracePt t="19242" x="1577975" y="3713163"/>
          <p14:tracePt t="19250" x="1577975" y="3765550"/>
          <p14:tracePt t="19258" x="1577975" y="3810000"/>
          <p14:tracePt t="19267" x="1577975" y="3835400"/>
          <p14:tracePt t="19274" x="1568450" y="3862388"/>
          <p14:tracePt t="19282" x="1568450" y="3897313"/>
          <p14:tracePt t="19290" x="1568450" y="3922713"/>
          <p14:tracePt t="19298" x="1560513" y="3957638"/>
          <p14:tracePt t="19306" x="1560513" y="3975100"/>
          <p14:tracePt t="19314" x="1560513" y="4010025"/>
          <p14:tracePt t="19323" x="1560513" y="4027488"/>
          <p14:tracePt t="19330" x="1560513" y="4062413"/>
          <p14:tracePt t="19338" x="1560513" y="4097338"/>
          <p14:tracePt t="19346" x="1560513" y="4132263"/>
          <p14:tracePt t="19354" x="1560513" y="4157663"/>
          <p14:tracePt t="19362" x="1560513" y="4192588"/>
          <p14:tracePt t="19370" x="1560513" y="4227513"/>
          <p14:tracePt t="19378" x="1560513" y="4254500"/>
          <p14:tracePt t="19386" x="1560513" y="4279900"/>
          <p14:tracePt t="19394" x="1560513" y="4306888"/>
          <p14:tracePt t="19402" x="1560513" y="4332288"/>
          <p14:tracePt t="19410" x="1560513" y="4359275"/>
          <p14:tracePt t="19418" x="1560513" y="4384675"/>
          <p14:tracePt t="19426" x="1560513" y="4429125"/>
          <p14:tracePt t="19434" x="1560513" y="4464050"/>
          <p14:tracePt t="19442" x="1560513" y="4489450"/>
          <p14:tracePt t="19450" x="1560513" y="4498975"/>
          <p14:tracePt t="19458" x="1560513" y="4516438"/>
          <p14:tracePt t="19474" x="1560513" y="4524375"/>
          <p14:tracePt t="19555" x="1560513" y="4498975"/>
          <p14:tracePt t="19562" x="1560513" y="4464050"/>
          <p14:tracePt t="19570" x="1577975" y="4437063"/>
          <p14:tracePt t="19578" x="1585913" y="4384675"/>
          <p14:tracePt t="19586" x="1595438" y="4349750"/>
          <p14:tracePt t="19594" x="1595438" y="4306888"/>
          <p14:tracePt t="19602" x="1612900" y="4279900"/>
          <p14:tracePt t="19610" x="1620838" y="4244975"/>
          <p14:tracePt t="19618" x="1630363" y="4219575"/>
          <p14:tracePt t="19626" x="1630363" y="4192588"/>
          <p14:tracePt t="19642" x="1647825" y="4167188"/>
          <p14:tracePt t="19650" x="1655763" y="4157663"/>
          <p14:tracePt t="19658" x="1665288" y="4122738"/>
          <p14:tracePt t="19667" x="1665288" y="4097338"/>
          <p14:tracePt t="19674" x="1682750" y="4044950"/>
          <p14:tracePt t="19682" x="1690688" y="3984625"/>
          <p14:tracePt t="19690" x="1708150" y="3922713"/>
          <p14:tracePt t="19698" x="1735138" y="3862388"/>
          <p14:tracePt t="19706" x="1743075" y="3800475"/>
          <p14:tracePt t="19714" x="1752600" y="3713163"/>
          <p14:tracePt t="19722" x="1770063" y="3643313"/>
          <p14:tracePt t="19730" x="1787525" y="3548063"/>
          <p14:tracePt t="19738" x="1795463" y="3470275"/>
          <p14:tracePt t="19746" x="1804988" y="3400425"/>
          <p14:tracePt t="19754" x="1804988" y="3338513"/>
          <p14:tracePt t="19762" x="1804988" y="3268663"/>
          <p14:tracePt t="19770" x="1812925" y="3225800"/>
          <p14:tracePt t="19778" x="1812925" y="3190875"/>
          <p14:tracePt t="19786" x="1812925" y="3146425"/>
          <p14:tracePt t="19794" x="1812925" y="3121025"/>
          <p14:tracePt t="19802" x="1812925" y="3103563"/>
          <p14:tracePt t="19810" x="1812925" y="3078163"/>
          <p14:tracePt t="19818" x="1812925" y="3051175"/>
          <p14:tracePt t="19826" x="1812925" y="3025775"/>
          <p14:tracePt t="19834" x="1812925" y="3016250"/>
          <p14:tracePt t="19842" x="1812925" y="2998788"/>
          <p14:tracePt t="19850" x="1812925" y="2981325"/>
          <p14:tracePt t="19858" x="1812925" y="2955925"/>
          <p14:tracePt t="19867" x="1812925" y="2928938"/>
          <p14:tracePt t="19874" x="1812925" y="2911475"/>
          <p14:tracePt t="19882" x="1812925" y="2886075"/>
          <p14:tracePt t="19890" x="1812925" y="2859088"/>
          <p14:tracePt t="19899" x="1812925" y="2824163"/>
          <p14:tracePt t="19906" x="1812925" y="2789238"/>
          <p14:tracePt t="19914" x="1812925" y="2763838"/>
          <p14:tracePt t="19922" x="1812925" y="2728913"/>
          <p14:tracePt t="19930" x="1812925" y="2711450"/>
          <p14:tracePt t="19938" x="1812925" y="2676525"/>
          <p14:tracePt t="19946" x="1812925" y="2641600"/>
          <p14:tracePt t="19954" x="1812925" y="2597150"/>
          <p14:tracePt t="19968" x="1812925" y="2563813"/>
          <p14:tracePt t="19970" x="1787525" y="2511425"/>
          <p14:tracePt t="19978" x="1787525" y="2493963"/>
          <p14:tracePt t="19986" x="1787525" y="2484438"/>
          <p14:tracePt t="19994" x="1787525" y="2476500"/>
          <p14:tracePt t="20082" x="1778000" y="2476500"/>
          <p14:tracePt t="20114" x="1770063" y="2476500"/>
          <p14:tracePt t="20122" x="1760538" y="2484438"/>
          <p14:tracePt t="20130" x="1752600" y="2501900"/>
          <p14:tracePt t="20138" x="1743075" y="2536825"/>
          <p14:tracePt t="20147" x="1735138" y="2579688"/>
          <p14:tracePt t="20154" x="1717675" y="2624138"/>
          <p14:tracePt t="20163" x="1717675" y="2659063"/>
          <p14:tracePt t="20170" x="1717675" y="2676525"/>
          <p14:tracePt t="20178" x="1717675" y="2684463"/>
          <p14:tracePt t="20186" x="1717675" y="2701925"/>
          <p14:tracePt t="20194" x="1717675" y="2719388"/>
          <p14:tracePt t="20202" x="1717675" y="2746375"/>
          <p14:tracePt t="20210" x="1717675" y="2771775"/>
          <p14:tracePt t="20218" x="1708150" y="2781300"/>
          <p14:tracePt t="20226" x="1708150" y="2798763"/>
          <p14:tracePt t="20234" x="1708150" y="2824163"/>
          <p14:tracePt t="20242" x="1708150" y="2841625"/>
          <p14:tracePt t="20250" x="1708150" y="2859088"/>
          <p14:tracePt t="20258" x="1708150" y="2876550"/>
          <p14:tracePt t="20267" x="1708150" y="2903538"/>
          <p14:tracePt t="20274" x="1700213" y="2938463"/>
          <p14:tracePt t="20282" x="1700213" y="2955925"/>
          <p14:tracePt t="20290" x="1700213" y="2973388"/>
          <p14:tracePt t="20298" x="1690688" y="3008313"/>
          <p14:tracePt t="20306" x="1682750" y="3051175"/>
          <p14:tracePt t="20314" x="1682750" y="3086100"/>
          <p14:tracePt t="20322" x="1673225" y="3121025"/>
          <p14:tracePt t="20330" x="1665288" y="3181350"/>
          <p14:tracePt t="20338" x="1638300" y="3225800"/>
          <p14:tracePt t="20346" x="1630363" y="3260725"/>
          <p14:tracePt t="20354" x="1620838" y="3286125"/>
          <p14:tracePt t="20362" x="1603375" y="3338513"/>
          <p14:tracePt t="20370" x="1603375" y="3373438"/>
          <p14:tracePt t="20378" x="1585913" y="3417888"/>
          <p14:tracePt t="20386" x="1577975" y="3443288"/>
          <p14:tracePt t="20394" x="1560513" y="3470275"/>
          <p14:tracePt t="20402" x="1560513" y="3487738"/>
          <p14:tracePt t="20411" x="1533525" y="3522663"/>
          <p14:tracePt t="20418" x="1516063" y="3565525"/>
          <p14:tracePt t="20426" x="1498600" y="3617913"/>
          <p14:tracePt t="20435" x="1481138" y="3660775"/>
          <p14:tracePt t="20442" x="1455738" y="3695700"/>
          <p14:tracePt t="20450" x="1438275" y="3730625"/>
          <p14:tracePt t="20458" x="1412875" y="3783013"/>
          <p14:tracePt t="20467" x="1403350" y="3792538"/>
          <p14:tracePt t="20474" x="1403350" y="3817938"/>
          <p14:tracePt t="20482" x="1385888" y="3870325"/>
          <p14:tracePt t="20490" x="1377950" y="3887788"/>
          <p14:tracePt t="20498" x="1368425" y="3922713"/>
          <p14:tracePt t="20506" x="1360488" y="3975100"/>
          <p14:tracePt t="20514" x="1350963" y="4037013"/>
          <p14:tracePt t="20522" x="1333500" y="4079875"/>
          <p14:tracePt t="20530" x="1333500" y="4122738"/>
          <p14:tracePt t="20538" x="1333500" y="4157663"/>
          <p14:tracePt t="20546" x="1325563" y="4192588"/>
          <p14:tracePt t="20554" x="1325563" y="4202113"/>
          <p14:tracePt t="20562" x="1325563" y="4219575"/>
          <p14:tracePt t="20578" x="1325563" y="4227513"/>
          <p14:tracePt t="20594" x="1325563" y="4237038"/>
          <p14:tracePt t="20610" x="1325563" y="4244975"/>
          <p14:tracePt t="20626" x="1325563" y="4254500"/>
          <p14:tracePt t="20650" x="1325563" y="4262438"/>
          <p14:tracePt t="20658" x="1325563" y="4271963"/>
          <p14:tracePt t="20666" x="1333500" y="4279900"/>
          <p14:tracePt t="20850" x="1333500" y="4271963"/>
          <p14:tracePt t="20866" x="1333500" y="4262438"/>
          <p14:tracePt t="20882" x="1333500" y="4254500"/>
          <p14:tracePt t="20946" x="1350963" y="4244975"/>
          <p14:tracePt t="20954" x="1368425" y="4244975"/>
          <p14:tracePt t="20962" x="1395413" y="4244975"/>
          <p14:tracePt t="20970" x="1430338" y="4244975"/>
          <p14:tracePt t="20978" x="1498600" y="4244975"/>
          <p14:tracePt t="20986" x="1550988" y="4244975"/>
          <p14:tracePt t="20994" x="1647825" y="4244975"/>
          <p14:tracePt t="21002" x="1725613" y="4244975"/>
          <p14:tracePt t="21010" x="1822450" y="4244975"/>
          <p14:tracePt t="21018" x="1925638" y="4244975"/>
          <p14:tracePt t="21026" x="2039938" y="4244975"/>
          <p14:tracePt t="21034" x="2179638" y="4244975"/>
          <p14:tracePt t="21042" x="2301875" y="4244975"/>
          <p14:tracePt t="21050" x="2422525" y="4244975"/>
          <p14:tracePt t="21058" x="2571750" y="4262438"/>
          <p14:tracePt t="21067" x="2754313" y="4289425"/>
          <p14:tracePt t="21074" x="2954338" y="4324350"/>
          <p14:tracePt t="21082" x="3198813" y="4341813"/>
          <p14:tracePt t="21090" x="3495675" y="4384675"/>
          <p14:tracePt t="21098" x="3740150" y="4394200"/>
          <p14:tracePt t="21106" x="4070350" y="4411663"/>
          <p14:tracePt t="21114" x="4384675" y="4429125"/>
          <p14:tracePt t="21122" x="4768850" y="4429125"/>
          <p14:tracePt t="21130" x="5046663" y="4429125"/>
          <p14:tracePt t="21138" x="5283200" y="4429125"/>
          <p14:tracePt t="21146" x="5543550" y="4429125"/>
          <p14:tracePt t="21154" x="5675313" y="4429125"/>
          <p14:tracePt t="21162" x="5830888" y="4429125"/>
          <p14:tracePt t="21170" x="5945188" y="4429125"/>
          <p14:tracePt t="21178" x="6032500" y="4429125"/>
          <p14:tracePt t="21186" x="6084888" y="4429125"/>
          <p14:tracePt t="21194" x="6110288" y="4429125"/>
          <p14:tracePt t="21202" x="6127750" y="4429125"/>
          <p14:tracePt t="21235" x="6137275" y="4429125"/>
          <p14:tracePt t="21258" x="6154738" y="4429125"/>
          <p14:tracePt t="21426" x="6172200" y="4411663"/>
          <p14:tracePt t="21434" x="6207125" y="4394200"/>
          <p14:tracePt t="21442" x="6232525" y="4376738"/>
          <p14:tracePt t="21451" x="6284913" y="4341813"/>
          <p14:tracePt t="21458" x="6362700" y="4314825"/>
          <p14:tracePt t="21467" x="6424613" y="4271963"/>
          <p14:tracePt t="21474" x="6502400" y="4227513"/>
          <p14:tracePt t="21482" x="6564313" y="4202113"/>
          <p14:tracePt t="21490" x="6624638" y="4192588"/>
          <p14:tracePt t="21498" x="6686550" y="4175125"/>
          <p14:tracePt t="21506" x="6746875" y="4149725"/>
          <p14:tracePt t="21514" x="6789738" y="4140200"/>
          <p14:tracePt t="21522" x="6834188" y="4132263"/>
          <p14:tracePt t="21530" x="6869113" y="4106863"/>
          <p14:tracePt t="21538" x="6904038" y="4097338"/>
          <p14:tracePt t="21546" x="6929438" y="4071938"/>
          <p14:tracePt t="21554" x="6973888" y="4054475"/>
          <p14:tracePt t="21562" x="6999288" y="4044950"/>
          <p14:tracePt t="21570" x="7026275" y="4037013"/>
          <p14:tracePt t="21578" x="7051675" y="4019550"/>
          <p14:tracePt t="21586" x="7078663" y="4010025"/>
          <p14:tracePt t="21594" x="7086600" y="4002088"/>
          <p14:tracePt t="21602" x="7096125" y="3992563"/>
          <p14:tracePt t="21610" x="7113588" y="3984625"/>
          <p14:tracePt t="21618" x="7131050" y="3967163"/>
          <p14:tracePt t="21626" x="7138988" y="3967163"/>
          <p14:tracePt t="21635" x="7138988" y="3957638"/>
          <p14:tracePt t="21650" x="7148513" y="3940175"/>
          <p14:tracePt t="21658" x="7156450" y="3940175"/>
          <p14:tracePt t="21682" x="7156450" y="3932238"/>
          <p14:tracePt t="21690" x="7156450" y="3922713"/>
          <p14:tracePt t="21698" x="7165975" y="3922713"/>
          <p14:tracePt t="21714" x="7165975" y="3914775"/>
          <p14:tracePt t="21722" x="7165975" y="3905250"/>
          <p14:tracePt t="21730" x="7165975" y="3897313"/>
          <p14:tracePt t="21738" x="7165975" y="3887788"/>
          <p14:tracePt t="21746" x="7165975" y="3879850"/>
          <p14:tracePt t="21754" x="7165975" y="3862388"/>
          <p14:tracePt t="21770" x="7165975" y="3844925"/>
          <p14:tracePt t="21778" x="7165975" y="3835400"/>
          <p14:tracePt t="21786" x="7165975" y="3817938"/>
          <p14:tracePt t="21794" x="7156450" y="3810000"/>
          <p14:tracePt t="21802" x="7156450" y="3800475"/>
          <p14:tracePt t="21810" x="7148513" y="3783013"/>
          <p14:tracePt t="21818" x="7148513" y="3765550"/>
          <p14:tracePt t="21826" x="7138988" y="3748088"/>
          <p14:tracePt t="21834" x="7121525" y="3722688"/>
          <p14:tracePt t="21842" x="7121525" y="3713163"/>
          <p14:tracePt t="21851" x="7113588" y="3678238"/>
          <p14:tracePt t="21858" x="7104063" y="3652838"/>
          <p14:tracePt t="21867" x="7104063" y="3643313"/>
          <p14:tracePt t="21874" x="7096125" y="3617913"/>
          <p14:tracePt t="21882" x="7086600" y="3592513"/>
          <p14:tracePt t="21890" x="7078663" y="3582988"/>
          <p14:tracePt t="21898" x="7078663" y="3565525"/>
          <p14:tracePt t="21906" x="7078663" y="3540125"/>
          <p14:tracePt t="21914" x="7069138" y="3530600"/>
          <p14:tracePt t="21922" x="7051675" y="3522663"/>
          <p14:tracePt t="21930" x="7051675" y="3513138"/>
          <p14:tracePt t="21938" x="7043738" y="3505200"/>
          <p14:tracePt t="21966" x="7034213" y="3495675"/>
          <p14:tracePt t="21978" x="7016750" y="3495675"/>
          <p14:tracePt t="21986" x="7008813" y="3487738"/>
          <p14:tracePt t="21994" x="6999288" y="3487738"/>
          <p14:tracePt t="22002" x="6981825" y="3478213"/>
          <p14:tracePt t="22010" x="6964363" y="3478213"/>
          <p14:tracePt t="22018" x="6946900" y="3478213"/>
          <p14:tracePt t="22026" x="6946900" y="3470275"/>
          <p14:tracePt t="22034" x="6938963" y="3470275"/>
          <p14:tracePt t="22042" x="6921500" y="3470275"/>
          <p14:tracePt t="22074" x="6904038" y="3470275"/>
          <p14:tracePt t="22082" x="6894513" y="3470275"/>
          <p14:tracePt t="22098" x="6886575" y="3470275"/>
          <p14:tracePt t="22106" x="6869113" y="3470275"/>
          <p14:tracePt t="22114" x="6859588" y="3470275"/>
          <p14:tracePt t="22130" x="6842125" y="3470275"/>
          <p14:tracePt t="22154" x="6834188" y="3478213"/>
          <p14:tracePt t="22202" x="6816725" y="3495675"/>
          <p14:tracePt t="22242" x="6807200" y="3505200"/>
          <p14:tracePt t="22755" x="6807200" y="3513138"/>
          <p14:tracePt t="22762" x="6807200" y="3522663"/>
          <p14:tracePt t="22786" x="6807200" y="3530600"/>
          <p14:tracePt t="22794" x="6807200" y="3540125"/>
          <p14:tracePt t="22802" x="6807200" y="3548063"/>
          <p14:tracePt t="22810" x="6807200" y="3557588"/>
          <p14:tracePt t="22834" x="6807200" y="3565525"/>
          <p14:tracePt t="22842" x="6816725" y="3565525"/>
          <p14:tracePt t="22866" x="6816725" y="3575050"/>
          <p14:tracePt t="22874" x="6816725" y="3582988"/>
          <p14:tracePt t="22890" x="6816725" y="3592513"/>
          <p14:tracePt t="22914" x="6834188" y="3608388"/>
          <p14:tracePt t="22938" x="6834188" y="3617913"/>
          <p14:tracePt t="22946" x="6842125" y="3617913"/>
          <p14:tracePt t="22962" x="6842125" y="3625850"/>
          <p14:tracePt t="22970" x="6842125" y="3635375"/>
          <p14:tracePt t="22994" x="6851650" y="3635375"/>
          <p14:tracePt t="23002" x="6859588" y="3643313"/>
          <p14:tracePt t="23026" x="6859588" y="3652838"/>
          <p14:tracePt t="23082" x="6869113" y="3652838"/>
          <p14:tracePt t="23122" x="6869113" y="3660775"/>
          <p14:tracePt t="24634" x="6869113" y="3670300"/>
          <p14:tracePt t="24642" x="6877050" y="3678238"/>
          <p14:tracePt t="24890" x="6877050" y="3652838"/>
          <p14:tracePt t="24898" x="6877050" y="3643313"/>
          <p14:tracePt t="24922" x="6886575" y="3635375"/>
          <p14:tracePt t="24954" x="6886575" y="3625850"/>
          <p14:tracePt t="25010" x="6886575" y="3617913"/>
          <p14:tracePt t="25074" x="6886575" y="3608388"/>
          <p14:tracePt t="25122" x="6894513" y="3600450"/>
          <p14:tracePt t="25154" x="6894513" y="3592513"/>
          <p14:tracePt t="25722" x="6894513" y="3582988"/>
          <p14:tracePt t="25738" x="6894513" y="3575050"/>
          <p14:tracePt t="25770" x="6894513" y="3565525"/>
          <p14:tracePt t="25802" x="6894513" y="3557588"/>
          <p14:tracePt t="25810" x="6894513" y="3548063"/>
          <p14:tracePt t="25826" x="6894513" y="3540125"/>
          <p14:tracePt t="25834" x="6894513" y="3530600"/>
          <p14:tracePt t="25842" x="6894513" y="3522663"/>
          <p14:tracePt t="25882" x="6904038" y="3522663"/>
          <p14:tracePt t="26074" x="6904038" y="3513138"/>
          <p14:tracePt t="26082" x="6904038" y="3495675"/>
          <p14:tracePt t="26090" x="6904038" y="3487738"/>
          <p14:tracePt t="26098" x="6904038" y="3452813"/>
          <p14:tracePt t="26106" x="6904038" y="3425825"/>
          <p14:tracePt t="26114" x="6904038" y="3390900"/>
          <p14:tracePt t="26122" x="6904038" y="3373438"/>
          <p14:tracePt t="26130" x="6904038" y="3355975"/>
          <p14:tracePt t="26138" x="6904038" y="3338513"/>
          <p14:tracePt t="26146" x="6911975" y="3338513"/>
          <p14:tracePt t="26154" x="6911975" y="3330575"/>
          <p14:tracePt t="26162" x="6911975" y="3313113"/>
          <p14:tracePt t="26178" x="6911975" y="3303588"/>
          <p14:tracePt t="26194" x="6911975" y="3295650"/>
          <p14:tracePt t="26210" x="6911975" y="3286125"/>
          <p14:tracePt t="27122" x="6911975" y="3278188"/>
          <p14:tracePt t="27138" x="6911975" y="3260725"/>
          <p14:tracePt t="27170" x="6911975" y="3251200"/>
          <p14:tracePt t="27194" x="6911975" y="3233738"/>
          <p14:tracePt t="27211" x="6911975" y="3225800"/>
          <p14:tracePt t="27218" x="6911975" y="3208338"/>
          <p14:tracePt t="27234" x="6911975" y="3198813"/>
          <p14:tracePt t="27242" x="6911975" y="3181350"/>
          <p14:tracePt t="27258" x="6911975" y="3173413"/>
          <p14:tracePt t="27267" x="6911975" y="3155950"/>
          <p14:tracePt t="27282" x="6911975" y="3146425"/>
          <p14:tracePt t="27290" x="6911975" y="3128963"/>
          <p14:tracePt t="27306" x="6911975" y="3121025"/>
          <p14:tracePt t="27314" x="6911975" y="3111500"/>
          <p14:tracePt t="27322" x="6911975" y="3094038"/>
          <p14:tracePt t="27338" x="6911975" y="3086100"/>
          <p14:tracePt t="27346" x="6911975" y="3078163"/>
          <p14:tracePt t="27354" x="6911975" y="3068638"/>
          <p14:tracePt t="27362" x="6911975" y="3060700"/>
          <p14:tracePt t="27370" x="6911975" y="3051175"/>
          <p14:tracePt t="27378" x="6911975" y="3043238"/>
          <p14:tracePt t="27386" x="6911975" y="3033713"/>
          <p14:tracePt t="27402" x="6911975" y="3016250"/>
          <p14:tracePt t="27418" x="6911975" y="3008313"/>
          <p14:tracePt t="27426" x="6911975" y="2998788"/>
          <p14:tracePt t="27442" x="6911975" y="2990850"/>
          <p14:tracePt t="27450" x="6911975" y="2981325"/>
          <p14:tracePt t="27459" x="6911975" y="2973388"/>
          <p14:tracePt t="27467" x="6911975" y="2963863"/>
          <p14:tracePt t="27474" x="6911975" y="2946400"/>
          <p14:tracePt t="27482" x="6911975" y="2928938"/>
          <p14:tracePt t="27498" x="6911975" y="2911475"/>
          <p14:tracePt t="27514" x="6911975" y="2903538"/>
          <p14:tracePt t="27530" x="6911975" y="2886075"/>
          <p14:tracePt t="27546" x="6911975" y="2876550"/>
          <p14:tracePt t="27554" x="6929438" y="2868613"/>
          <p14:tracePt t="27562" x="6946900" y="2851150"/>
          <p14:tracePt t="27570" x="6964363" y="2851150"/>
          <p14:tracePt t="27578" x="6981825" y="2851150"/>
          <p14:tracePt t="27586" x="6999288" y="2851150"/>
          <p14:tracePt t="27594" x="7026275" y="2851150"/>
          <p14:tracePt t="27602" x="7043738" y="2851150"/>
          <p14:tracePt t="27610" x="7061200" y="2851150"/>
          <p14:tracePt t="27618" x="7069138" y="2851150"/>
          <p14:tracePt t="27650" x="7078663" y="2859088"/>
          <p14:tracePt t="27666" x="7096125" y="2876550"/>
          <p14:tracePt t="27674" x="7113588" y="2894013"/>
          <p14:tracePt t="27682" x="7121525" y="2903538"/>
          <p14:tracePt t="27690" x="7138988" y="2921000"/>
          <p14:tracePt t="27698" x="7138988" y="2928938"/>
          <p14:tracePt t="27706" x="7148513" y="2938463"/>
          <p14:tracePt t="27722" x="7156450" y="2946400"/>
          <p14:tracePt t="27818" x="7138988" y="2946400"/>
          <p14:tracePt t="27826" x="7131050" y="2946400"/>
          <p14:tracePt t="27834" x="7121525" y="2946400"/>
          <p14:tracePt t="27842" x="7104063" y="2946400"/>
          <p14:tracePt t="27850" x="7096125" y="2946400"/>
          <p14:tracePt t="27866" x="7078663" y="2946400"/>
          <p14:tracePt t="27882" x="7069138" y="2946400"/>
          <p14:tracePt t="27890" x="7051675" y="2963863"/>
          <p14:tracePt t="27906" x="7043738" y="2963863"/>
          <p14:tracePt t="27922" x="7034213" y="2973388"/>
          <p14:tracePt t="27946" x="7034213" y="2981325"/>
          <p14:tracePt t="27954" x="7034213" y="2990850"/>
          <p14:tracePt t="27968" x="7034213" y="3016250"/>
          <p14:tracePt t="27970" x="7034213" y="3025775"/>
          <p14:tracePt t="27978" x="7051675" y="3033713"/>
          <p14:tracePt t="27986" x="7078663" y="3060700"/>
          <p14:tracePt t="27994" x="7131050" y="3086100"/>
          <p14:tracePt t="28002" x="7165975" y="3111500"/>
          <p14:tracePt t="28010" x="7218363" y="3138488"/>
          <p14:tracePt t="28018" x="7243763" y="3146425"/>
          <p14:tracePt t="28026" x="7251700" y="3155950"/>
          <p14:tracePt t="28042" x="7261225" y="3173413"/>
          <p14:tracePt t="28050" x="7261225" y="3190875"/>
          <p14:tracePt t="28058" x="7261225" y="3198813"/>
          <p14:tracePt t="28067" x="7261225" y="3225800"/>
          <p14:tracePt t="28074" x="7261225" y="3243263"/>
          <p14:tracePt t="28082" x="7261225" y="3268663"/>
          <p14:tracePt t="28090" x="7251700" y="3303588"/>
          <p14:tracePt t="28098" x="7218363" y="3348038"/>
          <p14:tracePt t="28106" x="7183438" y="3382963"/>
          <p14:tracePt t="28114" x="7138988" y="3435350"/>
          <p14:tracePt t="28122" x="7096125" y="3495675"/>
          <p14:tracePt t="28130" x="7051675" y="3540125"/>
          <p14:tracePt t="28138" x="6991350" y="3575050"/>
          <p14:tracePt t="28146" x="6946900" y="3608388"/>
          <p14:tracePt t="28154" x="6894513" y="3625850"/>
          <p14:tracePt t="28162" x="6869113" y="3643313"/>
          <p14:tracePt t="28170" x="6851650" y="3660775"/>
          <p14:tracePt t="28178" x="6834188" y="3660775"/>
          <p14:tracePt t="28250" x="6842125" y="3652838"/>
          <p14:tracePt t="28258" x="6851650" y="3635375"/>
          <p14:tracePt t="28266" x="6886575" y="3617913"/>
          <p14:tracePt t="28274" x="6904038" y="3600450"/>
          <p14:tracePt t="28282" x="6938963" y="3575050"/>
          <p14:tracePt t="28290" x="6973888" y="3540125"/>
          <p14:tracePt t="28298" x="7016750" y="3487738"/>
          <p14:tracePt t="28306" x="7051675" y="3443288"/>
          <p14:tracePt t="28314" x="7061200" y="3417888"/>
          <p14:tracePt t="28322" x="7086600" y="3365500"/>
          <p14:tracePt t="28330" x="7104063" y="3313113"/>
          <p14:tracePt t="28338" x="7113588" y="3233738"/>
          <p14:tracePt t="28346" x="7131050" y="3155950"/>
          <p14:tracePt t="28354" x="7131050" y="3086100"/>
          <p14:tracePt t="28362" x="7131050" y="3008313"/>
          <p14:tracePt t="28370" x="7131050" y="2938463"/>
          <p14:tracePt t="28378" x="7131050" y="2903538"/>
          <p14:tracePt t="28386" x="7131050" y="2851150"/>
          <p14:tracePt t="28394" x="7121525" y="2833688"/>
          <p14:tracePt t="28402" x="7104063" y="2806700"/>
          <p14:tracePt t="28410" x="7096125" y="2789238"/>
          <p14:tracePt t="28426" x="7086600" y="2781300"/>
          <p14:tracePt t="28514" x="7086600" y="2771775"/>
          <p14:tracePt t="28522" x="7096125" y="2771775"/>
          <p14:tracePt t="28530" x="7104063" y="2771775"/>
          <p14:tracePt t="28538" x="7138988" y="2771775"/>
          <p14:tracePt t="28546" x="7165975" y="2771775"/>
          <p14:tracePt t="28554" x="7218363" y="2789238"/>
          <p14:tracePt t="28562" x="7251700" y="2806700"/>
          <p14:tracePt t="28570" x="7304088" y="2851150"/>
          <p14:tracePt t="28578" x="7348538" y="2894013"/>
          <p14:tracePt t="28586" x="7391400" y="2938463"/>
          <p14:tracePt t="28594" x="7418388" y="2973388"/>
          <p14:tracePt t="28602" x="7435850" y="3025775"/>
          <p14:tracePt t="28610" x="7435850" y="3068638"/>
          <p14:tracePt t="28618" x="7435850" y="3121025"/>
          <p14:tracePt t="28626" x="7435850" y="3163888"/>
          <p14:tracePt t="28634" x="7435850" y="3198813"/>
          <p14:tracePt t="28642" x="7435850" y="3251200"/>
          <p14:tracePt t="28650" x="7400925" y="3286125"/>
          <p14:tracePt t="28658" x="7383463" y="3321050"/>
          <p14:tracePt t="28667" x="7366000" y="3338513"/>
          <p14:tracePt t="28674" x="7339013" y="3355975"/>
          <p14:tracePt t="28755" x="7331075" y="3365500"/>
          <p14:tracePt t="28770" x="7321550" y="3365500"/>
          <p14:tracePt t="28778" x="7313613" y="3382963"/>
          <p14:tracePt t="28786" x="7313613" y="3408363"/>
          <p14:tracePt t="28794" x="7304088" y="3435350"/>
          <p14:tracePt t="28802" x="7296150" y="3495675"/>
          <p14:tracePt t="28810" x="7269163" y="3557588"/>
          <p14:tracePt t="28818" x="7251700" y="3617913"/>
          <p14:tracePt t="28826" x="7226300" y="3670300"/>
          <p14:tracePt t="28835" x="7208838" y="3695700"/>
          <p14:tracePt t="28842" x="7191375" y="3722688"/>
          <p14:tracePt t="28851" x="7183438" y="3730625"/>
          <p14:tracePt t="28858" x="7165975" y="3740150"/>
          <p14:tracePt t="28874" x="7156450" y="3740150"/>
          <p14:tracePt t="28882" x="7138988" y="3748088"/>
          <p14:tracePt t="28898" x="7131050" y="3748088"/>
          <p14:tracePt t="28906" x="7121525" y="3748088"/>
          <p14:tracePt t="29226" x="7131050" y="3740150"/>
          <p14:tracePt t="29314" x="7131050" y="3730625"/>
          <p14:tracePt t="29338" x="7131050" y="3722688"/>
          <p14:tracePt t="29354" x="7131050" y="3713163"/>
          <p14:tracePt t="29362" x="7131050" y="3705225"/>
          <p14:tracePt t="29370" x="7131050" y="3695700"/>
          <p14:tracePt t="29386" x="7131050" y="3678238"/>
          <p14:tracePt t="29394" x="7121525" y="3652838"/>
          <p14:tracePt t="29402" x="7113588" y="3643313"/>
          <p14:tracePt t="29410" x="7104063" y="3625850"/>
          <p14:tracePt t="29418" x="7096125" y="3617913"/>
          <p14:tracePt t="29426" x="7078663" y="3600450"/>
          <p14:tracePt t="29435" x="7069138" y="3600450"/>
          <p14:tracePt t="29442" x="7034213" y="3575050"/>
          <p14:tracePt t="29450" x="7008813" y="3557588"/>
          <p14:tracePt t="29458" x="6964363" y="3540125"/>
          <p14:tracePt t="29466" x="6869113" y="3495675"/>
          <p14:tracePt t="29474" x="6704013" y="3408363"/>
          <p14:tracePt t="29482" x="6467475" y="3260725"/>
          <p14:tracePt t="29490" x="6172200" y="3103563"/>
          <p14:tracePt t="29498" x="5778500" y="2876550"/>
          <p14:tracePt t="29506" x="5430838" y="2676525"/>
          <p14:tracePt t="29514" x="5029200" y="2459038"/>
          <p14:tracePt t="29522" x="4664075" y="2292350"/>
          <p14:tracePt t="29530" x="4340225" y="2092325"/>
          <p14:tracePt t="29538" x="4017963" y="1917700"/>
          <p14:tracePt t="29546" x="3643313" y="1708150"/>
          <p14:tracePt t="29554" x="3321050" y="1535113"/>
          <p14:tracePt t="29562" x="3041650" y="1377950"/>
          <p14:tracePt t="29570" x="2746375" y="1220788"/>
          <p14:tracePt t="29578" x="2527300" y="1081088"/>
          <p14:tracePt t="29586" x="2319338" y="958850"/>
          <p14:tracePt t="29594" x="2162175" y="871538"/>
          <p14:tracePt t="29602" x="2065338" y="819150"/>
          <p14:tracePt t="29610" x="1970088" y="784225"/>
          <p14:tracePt t="29618" x="1874838" y="731838"/>
          <p14:tracePt t="29626" x="1795463" y="706438"/>
          <p14:tracePt t="29635" x="1725613" y="679450"/>
          <p14:tracePt t="29642" x="1673225" y="644525"/>
          <p14:tracePt t="29650" x="1638300" y="627063"/>
          <p14:tracePt t="29658" x="1595438" y="601663"/>
          <p14:tracePt t="29667" x="1533525" y="584200"/>
          <p14:tracePt t="29674" x="1473200" y="549275"/>
          <p14:tracePt t="29682" x="1403350" y="522288"/>
          <p14:tracePt t="29690" x="1343025" y="506413"/>
          <p14:tracePt t="29698" x="1263650" y="471488"/>
          <p14:tracePt t="29706" x="1185863" y="427038"/>
          <p14:tracePt t="29714" x="1150938" y="419100"/>
          <p14:tracePt t="29722" x="1071563" y="374650"/>
          <p14:tracePt t="29730" x="1019175" y="357188"/>
          <p14:tracePt t="29738" x="950913" y="331788"/>
          <p14:tracePt t="29746" x="889000" y="314325"/>
          <p14:tracePt t="29754" x="836613" y="279400"/>
          <p14:tracePt t="29762" x="758825" y="234950"/>
          <p14:tracePt t="29770" x="706438" y="200025"/>
          <p14:tracePt t="29778" x="636588" y="165100"/>
          <p14:tracePt t="29786" x="584200" y="139700"/>
          <p14:tracePt t="29794" x="487363" y="95250"/>
          <p14:tracePt t="29802" x="409575" y="60325"/>
          <p14:tracePt t="29810" x="304800" y="7938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COMPLETE DATA</a:t>
            </a:r>
            <a:endParaRPr/>
          </a:p>
        </p:txBody>
      </p:sp>
      <p:sp>
        <p:nvSpPr>
          <p:cNvPr id="278" name="Google Shape;278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6731213" y="1329150"/>
            <a:ext cx="23676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 likelihood: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8058050" y="3716450"/>
            <a:ext cx="9552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^ Output</a:t>
            </a:r>
            <a:endParaRPr b="1"/>
          </a:p>
        </p:txBody>
      </p:sp>
      <p:grpSp>
        <p:nvGrpSpPr>
          <p:cNvPr id="281" name="Google Shape;281;p18"/>
          <p:cNvGrpSpPr/>
          <p:nvPr/>
        </p:nvGrpSpPr>
        <p:grpSpPr>
          <a:xfrm>
            <a:off x="308175" y="1616575"/>
            <a:ext cx="5772651" cy="3262675"/>
            <a:chOff x="104650" y="1329150"/>
            <a:chExt cx="5772651" cy="3262675"/>
          </a:xfrm>
        </p:grpSpPr>
        <p:pic>
          <p:nvPicPr>
            <p:cNvPr id="282" name="Google Shape;282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4650" y="1435775"/>
              <a:ext cx="5772651" cy="31560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3" name="Google Shape;283;p18"/>
            <p:cNvGrpSpPr/>
            <p:nvPr/>
          </p:nvGrpSpPr>
          <p:grpSpPr>
            <a:xfrm>
              <a:off x="436150" y="1329150"/>
              <a:ext cx="1703075" cy="616025"/>
              <a:chOff x="436150" y="1329150"/>
              <a:chExt cx="1703075" cy="616025"/>
            </a:xfrm>
          </p:grpSpPr>
          <p:sp>
            <p:nvSpPr>
              <p:cNvPr id="284" name="Google Shape;284;p18"/>
              <p:cNvSpPr txBox="1"/>
              <p:nvPr/>
            </p:nvSpPr>
            <p:spPr>
              <a:xfrm>
                <a:off x="989950" y="1329150"/>
                <a:ext cx="955200" cy="46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/>
                  <a:t>Input</a:t>
                </a:r>
                <a:endParaRPr b="1"/>
              </a:p>
            </p:txBody>
          </p:sp>
          <p:cxnSp>
            <p:nvCxnSpPr>
              <p:cNvPr id="285" name="Google Shape;285;p18"/>
              <p:cNvCxnSpPr>
                <a:endCxn id="284" idx="1"/>
              </p:cNvCxnSpPr>
              <p:nvPr/>
            </p:nvCxnSpPr>
            <p:spPr>
              <a:xfrm rot="10800000" flipH="1">
                <a:off x="436150" y="1561800"/>
                <a:ext cx="553800" cy="238200"/>
              </a:xfrm>
              <a:prstGeom prst="bentConnector3">
                <a:avLst>
                  <a:gd name="adj1" fmla="val -5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" name="Google Shape;286;p18"/>
              <p:cNvCxnSpPr/>
              <p:nvPr/>
            </p:nvCxnSpPr>
            <p:spPr>
              <a:xfrm>
                <a:off x="1536825" y="1557575"/>
                <a:ext cx="602400" cy="387600"/>
              </a:xfrm>
              <a:prstGeom prst="bentConnector3">
                <a:avLst>
                  <a:gd name="adj1" fmla="val 101125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87" name="Google Shape;287;p18"/>
          <p:cNvSpPr/>
          <p:nvPr/>
        </p:nvSpPr>
        <p:spPr>
          <a:xfrm>
            <a:off x="308176" y="622080"/>
            <a:ext cx="307185" cy="307204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255350" y="1616575"/>
            <a:ext cx="3205200" cy="3335400"/>
          </a:xfrm>
          <a:prstGeom prst="roundRect">
            <a:avLst>
              <a:gd name="adj" fmla="val 3023"/>
            </a:avLst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18"/>
          <p:cNvGrpSpPr/>
          <p:nvPr/>
        </p:nvGrpSpPr>
        <p:grpSpPr>
          <a:xfrm>
            <a:off x="-4459600" y="2120175"/>
            <a:ext cx="4654500" cy="1020000"/>
            <a:chOff x="1292525" y="2061750"/>
            <a:chExt cx="4654500" cy="1020000"/>
          </a:xfrm>
        </p:grpSpPr>
        <p:sp>
          <p:nvSpPr>
            <p:cNvPr id="290" name="Google Shape;290;p18"/>
            <p:cNvSpPr txBox="1"/>
            <p:nvPr/>
          </p:nvSpPr>
          <p:spPr>
            <a:xfrm>
              <a:off x="2330525" y="2061750"/>
              <a:ext cx="36165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# of heads using coin A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291" name="Google Shape;291;p18"/>
            <p:cNvSpPr txBox="1"/>
            <p:nvPr/>
          </p:nvSpPr>
          <p:spPr>
            <a:xfrm>
              <a:off x="2157125" y="2571750"/>
              <a:ext cx="37899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total # of flips using coin A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292" name="Google Shape;292;p18"/>
            <p:cNvCxnSpPr/>
            <p:nvPr/>
          </p:nvCxnSpPr>
          <p:spPr>
            <a:xfrm>
              <a:off x="2254325" y="2658025"/>
              <a:ext cx="317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3" name="Google Shape;293;p18"/>
            <p:cNvSpPr txBox="1"/>
            <p:nvPr/>
          </p:nvSpPr>
          <p:spPr>
            <a:xfrm>
              <a:off x="1292525" y="2369325"/>
              <a:ext cx="8646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</a:rPr>
                <a:t>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θ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A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= </a:t>
              </a:r>
              <a:endPara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</p:grpSp>
      <p:grpSp>
        <p:nvGrpSpPr>
          <p:cNvPr id="294" name="Google Shape;294;p18"/>
          <p:cNvGrpSpPr/>
          <p:nvPr/>
        </p:nvGrpSpPr>
        <p:grpSpPr>
          <a:xfrm>
            <a:off x="6306675" y="1950775"/>
            <a:ext cx="2607125" cy="1609350"/>
            <a:chOff x="6108425" y="1992300"/>
            <a:chExt cx="2607125" cy="1609350"/>
          </a:xfrm>
        </p:grpSpPr>
        <p:pic>
          <p:nvPicPr>
            <p:cNvPr id="295" name="Google Shape;295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31225" y="1992300"/>
              <a:ext cx="1984325" cy="1609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18"/>
            <p:cNvPicPr preferRelativeResize="0"/>
            <p:nvPr/>
          </p:nvPicPr>
          <p:blipFill rotWithShape="1">
            <a:blip r:embed="rId3">
              <a:alphaModFix/>
            </a:blip>
            <a:srcRect t="43065" r="89689" b="42527"/>
            <a:stretch/>
          </p:blipFill>
          <p:spPr>
            <a:xfrm>
              <a:off x="6108425" y="2113650"/>
              <a:ext cx="595201" cy="454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18"/>
            <p:cNvPicPr preferRelativeResize="0"/>
            <p:nvPr/>
          </p:nvPicPr>
          <p:blipFill rotWithShape="1">
            <a:blip r:embed="rId3">
              <a:alphaModFix/>
            </a:blip>
            <a:srcRect l="742" t="57618" r="89464" b="28037"/>
            <a:stretch/>
          </p:blipFill>
          <p:spPr>
            <a:xfrm>
              <a:off x="6123375" y="3027600"/>
              <a:ext cx="565300" cy="4527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advTm="41801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9" x="2560638" y="2208213"/>
          <p14:tracePt t="77" x="2568575" y="2208213"/>
          <p14:tracePt t="321" x="2574925" y="2201863"/>
          <p14:tracePt t="337" x="2581275" y="2193925"/>
          <p14:tracePt t="353" x="2589213" y="2193925"/>
          <p14:tracePt t="361" x="2595563" y="2193925"/>
          <p14:tracePt t="369" x="2601913" y="2193925"/>
          <p14:tracePt t="377" x="2609850" y="2193925"/>
          <p14:tracePt t="385" x="2616200" y="2193925"/>
          <p14:tracePt t="409" x="2624138" y="2193925"/>
          <p14:tracePt t="417" x="2630488" y="2193925"/>
          <p14:tracePt t="457" x="2636838" y="2193925"/>
          <p14:tracePt t="673" x="2644775" y="2193925"/>
          <p14:tracePt t="681" x="2651125" y="2193925"/>
          <p14:tracePt t="697" x="2657475" y="2193925"/>
          <p14:tracePt t="1489" x="2665413" y="2193925"/>
          <p14:tracePt t="2337" x="2671763" y="2193925"/>
          <p14:tracePt t="2353" x="2678113" y="2193925"/>
          <p14:tracePt t="2393" x="2686050" y="2193925"/>
          <p14:tracePt t="2801" x="2686050" y="2201863"/>
          <p14:tracePt t="2985" x="2671763" y="2201863"/>
          <p14:tracePt t="2993" x="2657475" y="2201863"/>
          <p14:tracePt t="3001" x="2651125" y="2201863"/>
          <p14:tracePt t="3009" x="2630488" y="2201863"/>
          <p14:tracePt t="3017" x="2609850" y="2187575"/>
          <p14:tracePt t="3025" x="2581275" y="2181225"/>
          <p14:tracePt t="3033" x="2554288" y="2160588"/>
          <p14:tracePt t="3041" x="2513013" y="2146300"/>
          <p14:tracePt t="3049" x="2478088" y="2125663"/>
          <p14:tracePt t="3057" x="2451100" y="2111375"/>
          <p14:tracePt t="3065" x="2416175" y="2090738"/>
          <p14:tracePt t="3073" x="2381250" y="2076450"/>
          <p14:tracePt t="3081" x="2374900" y="2070100"/>
          <p14:tracePt t="3089" x="2354263" y="2055813"/>
          <p14:tracePt t="3105" x="2339975" y="2049463"/>
          <p14:tracePt t="3113" x="2311400" y="2041525"/>
          <p14:tracePt t="3121" x="2290763" y="2035175"/>
          <p14:tracePt t="3129" x="2278063" y="2035175"/>
          <p14:tracePt t="3137" x="2243138" y="2020888"/>
          <p14:tracePt t="3145" x="2208213" y="2008188"/>
          <p14:tracePt t="3153" x="2187575" y="2008188"/>
          <p14:tracePt t="3161" x="2159000" y="2000250"/>
          <p14:tracePt t="3169" x="2152650" y="2000250"/>
          <p14:tracePt t="3177" x="2132013" y="1993900"/>
          <p14:tracePt t="3185" x="2111375" y="1979613"/>
          <p14:tracePt t="3193" x="2105025" y="1979613"/>
          <p14:tracePt t="3201" x="2082800" y="1979613"/>
          <p14:tracePt t="3209" x="2076450" y="1979613"/>
          <p14:tracePt t="3217" x="2062163" y="1979613"/>
          <p14:tracePt t="3225" x="2035175" y="1973263"/>
          <p14:tracePt t="3233" x="2014538" y="1973263"/>
          <p14:tracePt t="3241" x="1993900" y="1973263"/>
          <p14:tracePt t="3250" x="1973263" y="1965325"/>
          <p14:tracePt t="3257" x="1952625" y="1965325"/>
          <p14:tracePt t="3265" x="1931988" y="1958975"/>
          <p14:tracePt t="3273" x="1924050" y="1958975"/>
          <p14:tracePt t="3281" x="1909763" y="1958975"/>
          <p14:tracePt t="3289" x="1903413" y="1958975"/>
          <p14:tracePt t="3297" x="1882775" y="1958975"/>
          <p14:tracePt t="3305" x="1862138" y="1958975"/>
          <p14:tracePt t="3313" x="1841500" y="1958975"/>
          <p14:tracePt t="3321" x="1820863" y="1958975"/>
          <p14:tracePt t="3329" x="1800225" y="1958975"/>
          <p14:tracePt t="3337" x="1792288" y="1958975"/>
          <p14:tracePt t="3346" x="1771650" y="1958975"/>
          <p14:tracePt t="3353" x="1751013" y="1958975"/>
          <p14:tracePt t="3361" x="1744663" y="1958975"/>
          <p14:tracePt t="3369" x="1730375" y="1958975"/>
          <p14:tracePt t="3377" x="1716088" y="1965325"/>
          <p14:tracePt t="3385" x="1695450" y="1965325"/>
          <p14:tracePt t="3393" x="1682750" y="1973263"/>
          <p14:tracePt t="3409" x="1674813" y="1973263"/>
          <p14:tracePt t="3417" x="1668463" y="1973263"/>
          <p14:tracePt t="3425" x="1660525" y="1973263"/>
          <p14:tracePt t="3433" x="1654175" y="1979613"/>
          <p14:tracePt t="3441" x="1647825" y="1979613"/>
          <p14:tracePt t="3449" x="1639888" y="1979613"/>
          <p14:tracePt t="3465" x="1627188" y="1987550"/>
          <p14:tracePt t="3481" x="1619250" y="1987550"/>
          <p14:tracePt t="3489" x="1612900" y="1993900"/>
          <p14:tracePt t="3497" x="1606550" y="1993900"/>
          <p14:tracePt t="3505" x="1606550" y="2000250"/>
          <p14:tracePt t="3513" x="1592263" y="2000250"/>
          <p14:tracePt t="3521" x="1585913" y="2000250"/>
          <p14:tracePt t="3529" x="1571625" y="2008188"/>
          <p14:tracePt t="3537" x="1563688" y="2008188"/>
          <p14:tracePt t="3545" x="1536700" y="2020888"/>
          <p14:tracePt t="3553" x="1516063" y="2028825"/>
          <p14:tracePt t="3561" x="1509713" y="2028825"/>
          <p14:tracePt t="3569" x="1481138" y="2028825"/>
          <p14:tracePt t="3577" x="1460500" y="2028825"/>
          <p14:tracePt t="3585" x="1433513" y="2028825"/>
          <p14:tracePt t="3593" x="1412875" y="2028825"/>
          <p14:tracePt t="3601" x="1384300" y="2028825"/>
          <p14:tracePt t="3609" x="1357313" y="2035175"/>
          <p14:tracePt t="3617" x="1336675" y="2035175"/>
          <p14:tracePt t="3625" x="1314450" y="2049463"/>
          <p14:tracePt t="3633" x="1287463" y="2055813"/>
          <p14:tracePt t="3641" x="1266825" y="2055813"/>
          <p14:tracePt t="3649" x="1246188" y="2062163"/>
          <p14:tracePt t="3657" x="1211263" y="2084388"/>
          <p14:tracePt t="3665" x="1184275" y="2105025"/>
          <p14:tracePt t="3673" x="1155700" y="2117725"/>
          <p14:tracePt t="3681" x="1120775" y="2146300"/>
          <p14:tracePt t="3689" x="1079500" y="2173288"/>
          <p14:tracePt t="3697" x="1058863" y="2193925"/>
          <p14:tracePt t="3705" x="1031875" y="2214563"/>
          <p14:tracePt t="3713" x="1011238" y="2236788"/>
          <p14:tracePt t="3721" x="982663" y="2257425"/>
          <p14:tracePt t="3729" x="955675" y="2284413"/>
          <p14:tracePt t="3737" x="935038" y="2311400"/>
          <p14:tracePt t="3746" x="906463" y="2346325"/>
          <p14:tracePt t="3753" x="879475" y="2381250"/>
          <p14:tracePt t="3762" x="858838" y="2409825"/>
          <p14:tracePt t="3769" x="844550" y="2443163"/>
          <p14:tracePt t="3777" x="823913" y="2478088"/>
          <p14:tracePt t="3785" x="809625" y="2498725"/>
          <p14:tracePt t="3793" x="788988" y="2533650"/>
          <p14:tracePt t="3801" x="774700" y="2560638"/>
          <p14:tracePt t="3809" x="747713" y="2603500"/>
          <p14:tracePt t="3817" x="733425" y="2636838"/>
          <p14:tracePt t="3825" x="712788" y="2671763"/>
          <p14:tracePt t="3833" x="692150" y="2700338"/>
          <p14:tracePt t="3841" x="677863" y="2733675"/>
          <p14:tracePt t="3849" x="650875" y="2782888"/>
          <p14:tracePt t="3857" x="615950" y="2832100"/>
          <p14:tracePt t="3865" x="595313" y="2873375"/>
          <p14:tracePt t="3873" x="574675" y="2906713"/>
          <p14:tracePt t="3881" x="546100" y="2962275"/>
          <p14:tracePt t="3897" x="512763" y="3038475"/>
          <p14:tracePt t="3905" x="504825" y="3073400"/>
          <p14:tracePt t="3913" x="492125" y="3114675"/>
          <p14:tracePt t="3921" x="477838" y="3163888"/>
          <p14:tracePt t="3929" x="471488" y="3211513"/>
          <p14:tracePt t="3937" x="457200" y="3246438"/>
          <p14:tracePt t="3945" x="449263" y="3281363"/>
          <p14:tracePt t="3953" x="422275" y="3343275"/>
          <p14:tracePt t="3961" x="401638" y="3405188"/>
          <p14:tracePt t="3969" x="373063" y="3448050"/>
          <p14:tracePt t="3977" x="352425" y="3489325"/>
          <p14:tracePt t="3985" x="346075" y="3509963"/>
          <p14:tracePt t="3993" x="339725" y="3544888"/>
          <p14:tracePt t="4001" x="325438" y="3571875"/>
          <p14:tracePt t="4009" x="325438" y="3592513"/>
          <p14:tracePt t="4017" x="325438" y="3621088"/>
          <p14:tracePt t="4025" x="325438" y="3662363"/>
          <p14:tracePt t="4033" x="325438" y="3717925"/>
          <p14:tracePt t="4041" x="339725" y="3765550"/>
          <p14:tracePt t="4049" x="360363" y="3800475"/>
          <p14:tracePt t="4057" x="366713" y="3827463"/>
          <p14:tracePt t="4065" x="366713" y="3856038"/>
          <p14:tracePt t="4073" x="381000" y="3890963"/>
          <p14:tracePt t="4081" x="395288" y="3932238"/>
          <p14:tracePt t="4089" x="422275" y="3987800"/>
          <p14:tracePt t="4097" x="436563" y="4022725"/>
          <p14:tracePt t="4105" x="463550" y="4064000"/>
          <p14:tracePt t="4113" x="492125" y="4105275"/>
          <p14:tracePt t="4121" x="519113" y="4125913"/>
          <p14:tracePt t="4129" x="554038" y="4160838"/>
          <p14:tracePt t="4137" x="595313" y="4195763"/>
          <p14:tracePt t="4145" x="615950" y="4216400"/>
          <p14:tracePt t="4153" x="650875" y="4243388"/>
          <p14:tracePt t="4161" x="677863" y="4257675"/>
          <p14:tracePt t="4169" x="698500" y="4278313"/>
          <p14:tracePt t="4177" x="712788" y="4292600"/>
          <p14:tracePt t="4185" x="747713" y="4298950"/>
          <p14:tracePt t="4193" x="768350" y="4325938"/>
          <p14:tracePt t="4201" x="795338" y="4333875"/>
          <p14:tracePt t="4209" x="830263" y="4354513"/>
          <p14:tracePt t="4217" x="871538" y="4360863"/>
          <p14:tracePt t="4225" x="914400" y="4375150"/>
          <p14:tracePt t="4233" x="976313" y="4389438"/>
          <p14:tracePt t="4241" x="1044575" y="4402138"/>
          <p14:tracePt t="4249" x="1093788" y="4416425"/>
          <p14:tracePt t="4257" x="1155700" y="4422775"/>
          <p14:tracePt t="4265" x="1211263" y="4430713"/>
          <p14:tracePt t="4273" x="1252538" y="4430713"/>
          <p14:tracePt t="4281" x="1301750" y="4437063"/>
          <p14:tracePt t="4289" x="1349375" y="4451350"/>
          <p14:tracePt t="4297" x="1390650" y="4451350"/>
          <p14:tracePt t="4305" x="1446213" y="4451350"/>
          <p14:tracePt t="4313" x="1501775" y="4451350"/>
          <p14:tracePt t="4321" x="1585913" y="4451350"/>
          <p14:tracePt t="4329" x="1660525" y="4451350"/>
          <p14:tracePt t="4337" x="1751013" y="4451350"/>
          <p14:tracePt t="4346" x="1820863" y="4437063"/>
          <p14:tracePt t="4353" x="1876425" y="4437063"/>
          <p14:tracePt t="4361" x="1931988" y="4437063"/>
          <p14:tracePt t="4369" x="1965325" y="4437063"/>
          <p14:tracePt t="4377" x="2006600" y="4437063"/>
          <p14:tracePt t="4385" x="2062163" y="4416425"/>
          <p14:tracePt t="4393" x="2111375" y="4410075"/>
          <p14:tracePt t="4401" x="2166938" y="4402138"/>
          <p14:tracePt t="4409" x="2228850" y="4381500"/>
          <p14:tracePt t="4417" x="2278063" y="4368800"/>
          <p14:tracePt t="4425" x="2311400" y="4360863"/>
          <p14:tracePt t="4433" x="2360613" y="4340225"/>
          <p14:tracePt t="4441" x="2422525" y="4319588"/>
          <p14:tracePt t="4449" x="2451100" y="4298950"/>
          <p14:tracePt t="4457" x="2492375" y="4278313"/>
          <p14:tracePt t="4465" x="2513013" y="4271963"/>
          <p14:tracePt t="4473" x="2527300" y="4257675"/>
          <p14:tracePt t="4481" x="2540000" y="4243388"/>
          <p14:tracePt t="4489" x="2560638" y="4222750"/>
          <p14:tracePt t="4497" x="2581275" y="4195763"/>
          <p14:tracePt t="4505" x="2609850" y="4160838"/>
          <p14:tracePt t="4513" x="2624138" y="4146550"/>
          <p14:tracePt t="4521" x="2636838" y="4125913"/>
          <p14:tracePt t="4529" x="2657475" y="4090988"/>
          <p14:tracePt t="4537" x="2671763" y="4064000"/>
          <p14:tracePt t="4545" x="2700338" y="4022725"/>
          <p14:tracePt t="4553" x="2706688" y="3994150"/>
          <p14:tracePt t="4561" x="2727325" y="3967163"/>
          <p14:tracePt t="4569" x="2741613" y="3917950"/>
          <p14:tracePt t="4577" x="2762250" y="3890963"/>
          <p14:tracePt t="4585" x="2768600" y="3856038"/>
          <p14:tracePt t="4593" x="2782888" y="3821113"/>
          <p14:tracePt t="4601" x="2797175" y="3779838"/>
          <p14:tracePt t="4609" x="2817813" y="3738563"/>
          <p14:tracePt t="4617" x="2824163" y="3724275"/>
          <p14:tracePt t="4625" x="2824163" y="3709988"/>
          <p14:tracePt t="4633" x="2830513" y="3683000"/>
          <p14:tracePt t="4641" x="2830513" y="3654425"/>
          <p14:tracePt t="4649" x="2838450" y="3621088"/>
          <p14:tracePt t="4657" x="2838450" y="3592513"/>
          <p14:tracePt t="4665" x="2859088" y="3557588"/>
          <p14:tracePt t="4673" x="2859088" y="3530600"/>
          <p14:tracePt t="4681" x="2886075" y="3460750"/>
          <p14:tracePt t="4689" x="2894013" y="3427413"/>
          <p14:tracePt t="4697" x="2906713" y="3357563"/>
          <p14:tracePt t="4705" x="2921000" y="3302000"/>
          <p14:tracePt t="4713" x="2921000" y="3254375"/>
          <p14:tracePt t="4721" x="2935288" y="3205163"/>
          <p14:tracePt t="4729" x="2941638" y="3155950"/>
          <p14:tracePt t="4737" x="2941638" y="3122613"/>
          <p14:tracePt t="4745" x="2955925" y="3067050"/>
          <p14:tracePt t="4753" x="2962275" y="3017838"/>
          <p14:tracePt t="4761" x="2962275" y="2949575"/>
          <p14:tracePt t="4769" x="2970213" y="2906713"/>
          <p14:tracePt t="4777" x="2970213" y="2873375"/>
          <p14:tracePt t="4785" x="2970213" y="2844800"/>
          <p14:tracePt t="4793" x="2970213" y="2824163"/>
          <p14:tracePt t="4801" x="2970213" y="2809875"/>
          <p14:tracePt t="4809" x="2970213" y="2797175"/>
          <p14:tracePt t="4817" x="2970213" y="2776538"/>
          <p14:tracePt t="4825" x="2970213" y="2762250"/>
          <p14:tracePt t="4833" x="2970213" y="2747963"/>
          <p14:tracePt t="4841" x="2970213" y="2720975"/>
          <p14:tracePt t="4849" x="2962275" y="2700338"/>
          <p14:tracePt t="4857" x="2949575" y="2636838"/>
          <p14:tracePt t="4865" x="2941638" y="2589213"/>
          <p14:tracePt t="4873" x="2921000" y="2560638"/>
          <p14:tracePt t="4881" x="2914650" y="2513013"/>
          <p14:tracePt t="4889" x="2894013" y="2463800"/>
          <p14:tracePt t="4912" x="2886075" y="2401888"/>
          <p14:tracePt t="4913" x="2879725" y="2381250"/>
          <p14:tracePt t="4921" x="2879725" y="2360613"/>
          <p14:tracePt t="4929" x="2865438" y="2339975"/>
          <p14:tracePt t="4937" x="2859088" y="2305050"/>
          <p14:tracePt t="4945" x="2851150" y="2278063"/>
          <p14:tracePt t="4953" x="2851150" y="2257425"/>
          <p14:tracePt t="4961" x="2838450" y="2222500"/>
          <p14:tracePt t="4969" x="2824163" y="2187575"/>
          <p14:tracePt t="4977" x="2803525" y="2132013"/>
          <p14:tracePt t="4985" x="2782888" y="2097088"/>
          <p14:tracePt t="4993" x="2762250" y="2055813"/>
          <p14:tracePt t="5001" x="2747963" y="2014538"/>
          <p14:tracePt t="5009" x="2727325" y="1979613"/>
          <p14:tracePt t="5017" x="2720975" y="1952625"/>
          <p14:tracePt t="5025" x="2706688" y="1917700"/>
          <p14:tracePt t="5033" x="2700338" y="1897063"/>
          <p14:tracePt t="5041" x="2686050" y="1868488"/>
          <p14:tracePt t="5049" x="2665413" y="1835150"/>
          <p14:tracePt t="5057" x="2657475" y="1820863"/>
          <p14:tracePt t="5065" x="2644775" y="1800225"/>
          <p14:tracePt t="5073" x="2636838" y="1779588"/>
          <p14:tracePt t="5081" x="2630488" y="1765300"/>
          <p14:tracePt t="5089" x="2616200" y="1751013"/>
          <p14:tracePt t="5105" x="2616200" y="1744663"/>
          <p14:tracePt t="5113" x="2609850" y="1730375"/>
          <p14:tracePt t="6921" x="2581275" y="1730375"/>
          <p14:tracePt t="6929" x="2554288" y="1730375"/>
          <p14:tracePt t="6937" x="2519363" y="1730375"/>
          <p14:tracePt t="6945" x="2471738" y="1730375"/>
          <p14:tracePt t="6953" x="2395538" y="1730375"/>
          <p14:tracePt t="6961" x="2311400" y="1724025"/>
          <p14:tracePt t="6969" x="2243138" y="1724025"/>
          <p14:tracePt t="6977" x="2173288" y="1724025"/>
          <p14:tracePt t="6985" x="2105025" y="1724025"/>
          <p14:tracePt t="6993" x="2035175" y="1724025"/>
          <p14:tracePt t="7001" x="1979613" y="1724025"/>
          <p14:tracePt t="7009" x="1917700" y="1724025"/>
          <p14:tracePt t="7017" x="1847850" y="1758950"/>
          <p14:tracePt t="7025" x="1779588" y="1785938"/>
          <p14:tracePt t="7033" x="1730375" y="1820863"/>
          <p14:tracePt t="7041" x="1654175" y="1862138"/>
          <p14:tracePt t="7049" x="1585913" y="1903413"/>
          <p14:tracePt t="7057" x="1516063" y="1944688"/>
          <p14:tracePt t="7065" x="1439863" y="2000250"/>
          <p14:tracePt t="7073" x="1370013" y="2041525"/>
          <p14:tracePt t="7081" x="1301750" y="2097088"/>
          <p14:tracePt t="7089" x="1231900" y="2152650"/>
          <p14:tracePt t="7097" x="1163638" y="2214563"/>
          <p14:tracePt t="7105" x="1108075" y="2263775"/>
          <p14:tracePt t="7113" x="1052513" y="2325688"/>
          <p14:tracePt t="7121" x="996950" y="2395538"/>
          <p14:tracePt t="7129" x="955675" y="2457450"/>
          <p14:tracePt t="7137" x="927100" y="2533650"/>
          <p14:tracePt t="7145" x="900113" y="2609850"/>
          <p14:tracePt t="7153" x="879475" y="2671763"/>
          <p14:tracePt t="7161" x="871538" y="2720975"/>
          <p14:tracePt t="7169" x="871538" y="2797175"/>
          <p14:tracePt t="7177" x="871538" y="2859088"/>
          <p14:tracePt t="7185" x="871538" y="2935288"/>
          <p14:tracePt t="7193" x="871538" y="2997200"/>
          <p14:tracePt t="7201" x="871538" y="3052763"/>
          <p14:tracePt t="7209" x="871538" y="3128963"/>
          <p14:tracePt t="7217" x="871538" y="3190875"/>
          <p14:tracePt t="7225" x="871538" y="3254375"/>
          <p14:tracePt t="7233" x="871538" y="3322638"/>
          <p14:tracePt t="7241" x="871538" y="3392488"/>
          <p14:tracePt t="7249" x="871538" y="3460750"/>
          <p14:tracePt t="7257" x="871538" y="3524250"/>
          <p14:tracePt t="7265" x="871538" y="3586163"/>
          <p14:tracePt t="7273" x="850900" y="3654425"/>
          <p14:tracePt t="7281" x="850900" y="3717925"/>
          <p14:tracePt t="7289" x="850900" y="3773488"/>
          <p14:tracePt t="7297" x="850900" y="3849688"/>
          <p14:tracePt t="7305" x="850900" y="3925888"/>
          <p14:tracePt t="7313" x="850900" y="3994150"/>
          <p14:tracePt t="7321" x="850900" y="4070350"/>
          <p14:tracePt t="7329" x="850900" y="4140200"/>
          <p14:tracePt t="7337" x="850900" y="4216400"/>
          <p14:tracePt t="7345" x="850900" y="4292600"/>
          <p14:tracePt t="7353" x="850900" y="4340225"/>
          <p14:tracePt t="7361" x="858838" y="4368800"/>
          <p14:tracePt t="7369" x="865188" y="4389438"/>
          <p14:tracePt t="7377" x="879475" y="4410075"/>
          <p14:tracePt t="7385" x="885825" y="4437063"/>
          <p14:tracePt t="7393" x="914400" y="4478338"/>
          <p14:tracePt t="7401" x="935038" y="4498975"/>
          <p14:tracePt t="7409" x="962025" y="4541838"/>
          <p14:tracePt t="7417" x="1003300" y="4583113"/>
          <p14:tracePt t="7425" x="1038225" y="4624388"/>
          <p14:tracePt t="7433" x="1073150" y="4659313"/>
          <p14:tracePt t="7442" x="1114425" y="4686300"/>
          <p14:tracePt t="7449" x="1155700" y="4714875"/>
          <p14:tracePt t="7457" x="1217613" y="4756150"/>
          <p14:tracePt t="7465" x="1260475" y="4776788"/>
          <p14:tracePt t="7473" x="1293813" y="4791075"/>
          <p14:tracePt t="7481" x="1343025" y="4811713"/>
          <p14:tracePt t="7489" x="1377950" y="4818063"/>
          <p14:tracePt t="7497" x="1404938" y="4824413"/>
          <p14:tracePt t="7505" x="1439863" y="4838700"/>
          <p14:tracePt t="7513" x="1487488" y="4852988"/>
          <p14:tracePt t="7521" x="1530350" y="4859338"/>
          <p14:tracePt t="7529" x="1577975" y="4879975"/>
          <p14:tracePt t="7537" x="1633538" y="4879975"/>
          <p14:tracePt t="7545" x="1682750" y="4894263"/>
          <p14:tracePt t="7553" x="1730375" y="4908550"/>
          <p14:tracePt t="7561" x="1779588" y="4914900"/>
          <p14:tracePt t="7569" x="1820863" y="4921250"/>
          <p14:tracePt t="7577" x="1868488" y="4921250"/>
          <p14:tracePt t="7585" x="1917700" y="4929188"/>
          <p14:tracePt t="7593" x="1985963" y="4943475"/>
          <p14:tracePt t="7601" x="2049463" y="4949825"/>
          <p14:tracePt t="7609" x="2117725" y="4956175"/>
          <p14:tracePt t="7617" x="2173288" y="4964113"/>
          <p14:tracePt t="7625" x="2243138" y="4964113"/>
          <p14:tracePt t="7633" x="2311400" y="4976813"/>
          <p14:tracePt t="7641" x="2374900" y="4976813"/>
          <p14:tracePt t="7649" x="2443163" y="4976813"/>
          <p14:tracePt t="7657" x="2478088" y="4976813"/>
          <p14:tracePt t="7665" x="2505075" y="4976813"/>
          <p14:tracePt t="7673" x="2547938" y="4976813"/>
          <p14:tracePt t="7681" x="2581275" y="4943475"/>
          <p14:tracePt t="7689" x="2589213" y="4914900"/>
          <p14:tracePt t="7697" x="2609850" y="4887913"/>
          <p14:tracePt t="7705" x="2624138" y="4845050"/>
          <p14:tracePt t="7713" x="2636838" y="4797425"/>
          <p14:tracePt t="7721" x="2644775" y="4776788"/>
          <p14:tracePt t="7729" x="2651125" y="4756150"/>
          <p14:tracePt t="7737" x="2651125" y="4735513"/>
          <p14:tracePt t="7745" x="2651125" y="4727575"/>
          <p14:tracePt t="7753" x="2665413" y="4706938"/>
          <p14:tracePt t="7769" x="2665413" y="4700588"/>
          <p14:tracePt t="7777" x="2671763" y="4694238"/>
          <p14:tracePt t="7801" x="2671763" y="4686300"/>
          <p14:tracePt t="7817" x="2671763" y="4679950"/>
          <p14:tracePt t="8097" x="2671763" y="4665663"/>
          <p14:tracePt t="8105" x="2671763" y="4659313"/>
          <p14:tracePt t="8113" x="2671763" y="4651375"/>
          <p14:tracePt t="8121" x="2671763" y="4645025"/>
          <p14:tracePt t="8129" x="2671763" y="4630738"/>
          <p14:tracePt t="8145" x="2671763" y="4624388"/>
          <p14:tracePt t="8169" x="2671763" y="4618038"/>
          <p14:tracePt t="8177" x="2678113" y="4618038"/>
          <p14:tracePt t="8185" x="2692400" y="4603750"/>
          <p14:tracePt t="8201" x="2706688" y="4597400"/>
          <p14:tracePt t="8209" x="2720975" y="4583113"/>
          <p14:tracePt t="8225" x="2733675" y="4575175"/>
          <p14:tracePt t="8241" x="2741613" y="4575175"/>
          <p14:tracePt t="8337" x="2747963" y="4575175"/>
          <p14:tracePt t="8369" x="2762250" y="4575175"/>
          <p14:tracePt t="8553" x="2762250" y="4562475"/>
          <p14:tracePt t="8561" x="2762250" y="4548188"/>
          <p14:tracePt t="8569" x="2762250" y="4527550"/>
          <p14:tracePt t="8577" x="2768600" y="4506913"/>
          <p14:tracePt t="8585" x="2797175" y="4486275"/>
          <p14:tracePt t="8593" x="2830513" y="4445000"/>
          <p14:tracePt t="8601" x="2865438" y="4410075"/>
          <p14:tracePt t="8609" x="2900363" y="4368800"/>
          <p14:tracePt t="8617" x="2935288" y="4319588"/>
          <p14:tracePt t="8625" x="2970213" y="4292600"/>
          <p14:tracePt t="8633" x="3032125" y="4208463"/>
          <p14:tracePt t="8641" x="3087688" y="4132263"/>
          <p14:tracePt t="8649" x="3170238" y="4014788"/>
          <p14:tracePt t="8657" x="3281363" y="3841750"/>
          <p14:tracePt t="8665" x="3392488" y="3627438"/>
          <p14:tracePt t="8673" x="3446463" y="3503613"/>
          <p14:tracePt t="8681" x="3530600" y="3308350"/>
          <p14:tracePt t="8689" x="3633788" y="3017838"/>
          <p14:tracePt t="8697" x="3738563" y="2817813"/>
          <p14:tracePt t="8705" x="3800475" y="2679700"/>
          <p14:tracePt t="8713" x="3841750" y="2560638"/>
          <p14:tracePt t="8721" x="3876675" y="2484438"/>
          <p14:tracePt t="8729" x="3890963" y="2436813"/>
          <p14:tracePt t="8737" x="3890963" y="2409825"/>
          <p14:tracePt t="8746" x="3890963" y="2395538"/>
          <p14:tracePt t="8753" x="3890963" y="2381250"/>
          <p14:tracePt t="8785" x="3890963" y="2374900"/>
          <p14:tracePt t="8841" x="3890963" y="2366963"/>
          <p14:tracePt t="8873" x="3890963" y="2360613"/>
          <p14:tracePt t="9537" x="3890963" y="2354263"/>
          <p14:tracePt t="9553" x="3890963" y="2346325"/>
          <p14:tracePt t="9577" x="3897313" y="2346325"/>
          <p14:tracePt t="9617" x="3897313" y="2339975"/>
          <p14:tracePt t="10737" x="3903663" y="2339975"/>
          <p14:tracePt t="10745" x="3911600" y="2346325"/>
          <p14:tracePt t="10753" x="3911600" y="2354263"/>
          <p14:tracePt t="10977" x="3911600" y="2346325"/>
          <p14:tracePt t="10993" x="3911600" y="2339975"/>
          <p14:tracePt t="11001" x="3911600" y="2333625"/>
          <p14:tracePt t="11025" x="3911600" y="2325688"/>
          <p14:tracePt t="11073" x="3911600" y="2319338"/>
          <p14:tracePt t="11097" x="3911600" y="2311400"/>
          <p14:tracePt t="11129" x="3917950" y="2305050"/>
          <p14:tracePt t="11465" x="3924300" y="2298700"/>
          <p14:tracePt t="11889" x="3932238" y="2290763"/>
          <p14:tracePt t="11905" x="3938588" y="2278063"/>
          <p14:tracePt t="11913" x="3944938" y="2278063"/>
          <p14:tracePt t="11921" x="3944938" y="2270125"/>
          <p14:tracePt t="11929" x="3952875" y="2270125"/>
          <p14:tracePt t="11937" x="3959225" y="2257425"/>
          <p14:tracePt t="11945" x="3965575" y="2257425"/>
          <p14:tracePt t="11953" x="3973513" y="2243138"/>
          <p14:tracePt t="11969" x="3973513" y="2236788"/>
          <p14:tracePt t="11977" x="3979863" y="2222500"/>
          <p14:tracePt t="11985" x="3987800" y="2214563"/>
          <p14:tracePt t="12001" x="3994150" y="2201863"/>
          <p14:tracePt t="12009" x="3994150" y="2187575"/>
          <p14:tracePt t="12017" x="4008438" y="2173288"/>
          <p14:tracePt t="12033" x="4014788" y="2166938"/>
          <p14:tracePt t="12041" x="4021138" y="2160588"/>
          <p14:tracePt t="12049" x="4029075" y="2152650"/>
          <p14:tracePt t="12065" x="4029075" y="2146300"/>
          <p14:tracePt t="12073" x="4029075" y="2138363"/>
          <p14:tracePt t="12081" x="4035425" y="2132013"/>
          <p14:tracePt t="12089" x="4035425" y="2125663"/>
          <p14:tracePt t="12105" x="4041775" y="2125663"/>
          <p14:tracePt t="12113" x="4041775" y="2117725"/>
          <p14:tracePt t="12137" x="4056063" y="2111375"/>
          <p14:tracePt t="12153" x="4056063" y="2105025"/>
          <p14:tracePt t="12161" x="4064000" y="2105025"/>
          <p14:tracePt t="12177" x="4076700" y="2097088"/>
          <p14:tracePt t="12185" x="4084638" y="2084388"/>
          <p14:tracePt t="12193" x="4090988" y="2076450"/>
          <p14:tracePt t="12201" x="4105275" y="2076450"/>
          <p14:tracePt t="12209" x="4125913" y="2062163"/>
          <p14:tracePt t="12217" x="4132263" y="2062163"/>
          <p14:tracePt t="12225" x="4138613" y="2062163"/>
          <p14:tracePt t="12233" x="4146550" y="2055813"/>
          <p14:tracePt t="12241" x="4152900" y="2055813"/>
          <p14:tracePt t="12249" x="4167188" y="2055813"/>
          <p14:tracePt t="12257" x="4173538" y="2049463"/>
          <p14:tracePt t="12265" x="4181475" y="2049463"/>
          <p14:tracePt t="12273" x="4187825" y="2049463"/>
          <p14:tracePt t="12281" x="4208463" y="2049463"/>
          <p14:tracePt t="12289" x="4214813" y="2049463"/>
          <p14:tracePt t="12297" x="4222750" y="2041525"/>
          <p14:tracePt t="12305" x="4237038" y="2035175"/>
          <p14:tracePt t="12313" x="4243388" y="2035175"/>
          <p14:tracePt t="12321" x="4257675" y="2035175"/>
          <p14:tracePt t="12337" x="4264025" y="2035175"/>
          <p14:tracePt t="12346" x="4278313" y="2035175"/>
          <p14:tracePt t="12361" x="4284663" y="2035175"/>
          <p14:tracePt t="12369" x="4291013" y="2028825"/>
          <p14:tracePt t="13297" x="4298950" y="2028825"/>
          <p14:tracePt t="13361" x="4298950" y="2035175"/>
          <p14:tracePt t="13401" x="4298950" y="2041525"/>
          <p14:tracePt t="13417" x="4291013" y="2041525"/>
          <p14:tracePt t="13433" x="4291013" y="2049463"/>
          <p14:tracePt t="13505" x="4284663" y="2055813"/>
          <p14:tracePt t="14602" x="4278313" y="2062163"/>
          <p14:tracePt t="14673" x="4278313" y="2070100"/>
          <p14:tracePt t="14681" x="4278313" y="2076450"/>
          <p14:tracePt t="14689" x="4278313" y="2084388"/>
          <p14:tracePt t="14697" x="4278313" y="2090738"/>
          <p14:tracePt t="14705" x="4278313" y="2105025"/>
          <p14:tracePt t="14713" x="4278313" y="2111375"/>
          <p14:tracePt t="14721" x="4278313" y="2125663"/>
          <p14:tracePt t="14729" x="4278313" y="2138363"/>
          <p14:tracePt t="14889" x="4278313" y="2146300"/>
          <p14:tracePt t="14993" x="4284663" y="2138363"/>
          <p14:tracePt t="15009" x="4298950" y="2138363"/>
          <p14:tracePt t="15025" x="4305300" y="2138363"/>
          <p14:tracePt t="15033" x="4319588" y="2138363"/>
          <p14:tracePt t="15041" x="4325938" y="2125663"/>
          <p14:tracePt t="15049" x="4340225" y="2125663"/>
          <p14:tracePt t="15057" x="4360863" y="2117725"/>
          <p14:tracePt t="15065" x="4381500" y="2117725"/>
          <p14:tracePt t="15073" x="4430713" y="2111375"/>
          <p14:tracePt t="15081" x="4457700" y="2111375"/>
          <p14:tracePt t="15089" x="4484688" y="2111375"/>
          <p14:tracePt t="15097" x="4519613" y="2111375"/>
          <p14:tracePt t="15105" x="4568825" y="2111375"/>
          <p14:tracePt t="15113" x="4630738" y="2111375"/>
          <p14:tracePt t="15121" x="4706938" y="2105025"/>
          <p14:tracePt t="15129" x="4783138" y="2105025"/>
          <p14:tracePt t="15137" x="4852988" y="2105025"/>
          <p14:tracePt t="15146" x="4929188" y="2097088"/>
          <p14:tracePt t="15153" x="4997450" y="2084388"/>
          <p14:tracePt t="15161" x="5067300" y="2076450"/>
          <p14:tracePt t="15169" x="5156200" y="2049463"/>
          <p14:tracePt t="15177" x="5246688" y="2014538"/>
          <p14:tracePt t="15185" x="5337175" y="2000250"/>
          <p14:tracePt t="15193" x="5419725" y="1979613"/>
          <p14:tracePt t="15201" x="5510213" y="1965325"/>
          <p14:tracePt t="15209" x="5613400" y="1952625"/>
          <p14:tracePt t="15217" x="5815013" y="1917700"/>
          <p14:tracePt t="15225" x="6043613" y="1917700"/>
          <p14:tracePt t="15233" x="6153150" y="1917700"/>
          <p14:tracePt t="15241" x="6305550" y="1917700"/>
          <p14:tracePt t="15249" x="6451600" y="1903413"/>
          <p14:tracePt t="15257" x="6575425" y="1876425"/>
          <p14:tracePt t="15265" x="6680200" y="1876425"/>
          <p14:tracePt t="15273" x="6769100" y="1862138"/>
          <p14:tracePt t="15281" x="6859588" y="1855788"/>
          <p14:tracePt t="15289" x="6935788" y="1841500"/>
          <p14:tracePt t="15297" x="6985000" y="1841500"/>
          <p14:tracePt t="15305" x="7011988" y="1841500"/>
          <p14:tracePt t="15313" x="7038975" y="1841500"/>
          <p14:tracePt t="15321" x="7053263" y="1841500"/>
          <p14:tracePt t="15329" x="7061200" y="1841500"/>
          <p14:tracePt t="15346" x="7073900" y="1841500"/>
          <p14:tracePt t="15353" x="7081838" y="1835150"/>
          <p14:tracePt t="15401" x="7088188" y="1827213"/>
          <p14:tracePt t="15457" x="7094538" y="1827213"/>
          <p14:tracePt t="15465" x="7094538" y="1841500"/>
          <p14:tracePt t="15473" x="7094538" y="1855788"/>
          <p14:tracePt t="15481" x="7094538" y="1862138"/>
          <p14:tracePt t="15657" x="7094538" y="1855788"/>
          <p14:tracePt t="15665" x="7081838" y="1841500"/>
          <p14:tracePt t="15681" x="7081838" y="1827213"/>
          <p14:tracePt t="15809" x="7073900" y="1820863"/>
          <p14:tracePt t="15889" x="7067550" y="1820863"/>
          <p14:tracePt t="15913" x="7061200" y="1820863"/>
          <p14:tracePt t="15921" x="7053263" y="1814513"/>
          <p14:tracePt t="15953" x="7046913" y="1814513"/>
          <p14:tracePt t="16009" x="7038975" y="1806575"/>
          <p14:tracePt t="16377" x="7053263" y="1806575"/>
          <p14:tracePt t="16393" x="7061200" y="1806575"/>
          <p14:tracePt t="16409" x="7073900" y="1806575"/>
          <p14:tracePt t="16417" x="7081838" y="1806575"/>
          <p14:tracePt t="16425" x="7094538" y="1806575"/>
          <p14:tracePt t="16433" x="7108825" y="1806575"/>
          <p14:tracePt t="16441" x="7123113" y="1806575"/>
          <p14:tracePt t="16449" x="7143750" y="1806575"/>
          <p14:tracePt t="16457" x="7158038" y="1806575"/>
          <p14:tracePt t="16465" x="7178675" y="1806575"/>
          <p14:tracePt t="16473" x="7185025" y="1806575"/>
          <p14:tracePt t="16481" x="7205663" y="1806575"/>
          <p14:tracePt t="16497" x="7219950" y="1806575"/>
          <p14:tracePt t="16505" x="7226300" y="1806575"/>
          <p14:tracePt t="16513" x="7246938" y="1806575"/>
          <p14:tracePt t="16521" x="7267575" y="1806575"/>
          <p14:tracePt t="16529" x="7288213" y="1806575"/>
          <p14:tracePt t="16537" x="7310438" y="1806575"/>
          <p14:tracePt t="16546" x="7337425" y="1806575"/>
          <p14:tracePt t="16553" x="7351713" y="1806575"/>
          <p14:tracePt t="16561" x="7358063" y="1806575"/>
          <p14:tracePt t="16569" x="7372350" y="1806575"/>
          <p14:tracePt t="16577" x="7378700" y="1806575"/>
          <p14:tracePt t="16609" x="7392988" y="1806575"/>
          <p14:tracePt t="16633" x="7399338" y="1806575"/>
          <p14:tracePt t="16649" x="7413625" y="1806575"/>
          <p14:tracePt t="16721" x="7419975" y="1806575"/>
          <p14:tracePt t="17761" x="7413625" y="1806575"/>
          <p14:tracePt t="17769" x="7407275" y="1806575"/>
          <p14:tracePt t="17777" x="7399338" y="1806575"/>
          <p14:tracePt t="17785" x="7392988" y="1806575"/>
          <p14:tracePt t="17793" x="7378700" y="1806575"/>
          <p14:tracePt t="17801" x="7372350" y="1806575"/>
          <p14:tracePt t="17809" x="7358063" y="1806575"/>
          <p14:tracePt t="17817" x="7337425" y="1806575"/>
          <p14:tracePt t="17825" x="7323138" y="1806575"/>
          <p14:tracePt t="17833" x="7302500" y="1806575"/>
          <p14:tracePt t="17841" x="7281863" y="1806575"/>
          <p14:tracePt t="17849" x="7275513" y="1806575"/>
          <p14:tracePt t="17857" x="7254875" y="1806575"/>
          <p14:tracePt t="17865" x="7246938" y="1806575"/>
          <p14:tracePt t="17873" x="7226300" y="1806575"/>
          <p14:tracePt t="17881" x="7212013" y="1806575"/>
          <p14:tracePt t="17914" x="7164388" y="1806575"/>
          <p14:tracePt t="17921" x="7150100" y="1806575"/>
          <p14:tracePt t="17929" x="7123113" y="1820863"/>
          <p14:tracePt t="17946" x="7102475" y="1820863"/>
          <p14:tracePt t="17953" x="7088188" y="1820863"/>
          <p14:tracePt t="17961" x="7081838" y="1820863"/>
          <p14:tracePt t="17969" x="7061200" y="1820863"/>
          <p14:tracePt t="17977" x="7046913" y="1827213"/>
          <p14:tracePt t="17985" x="7032625" y="1827213"/>
          <p14:tracePt t="17993" x="7011988" y="1835150"/>
          <p14:tracePt t="18001" x="7005638" y="1841500"/>
          <p14:tracePt t="18009" x="6977063" y="1855788"/>
          <p14:tracePt t="18017" x="6942138" y="1876425"/>
          <p14:tracePt t="18025" x="6900863" y="1897063"/>
          <p14:tracePt t="18033" x="6832600" y="1931988"/>
          <p14:tracePt t="18041" x="6777038" y="1973263"/>
          <p14:tracePt t="18049" x="6715125" y="2000250"/>
          <p14:tracePt t="18057" x="6651625" y="2035175"/>
          <p14:tracePt t="18065" x="6610350" y="2062163"/>
          <p14:tracePt t="18073" x="6575425" y="2084388"/>
          <p14:tracePt t="18081" x="6548438" y="2105025"/>
          <p14:tracePt t="18089" x="6513513" y="2125663"/>
          <p14:tracePt t="18097" x="6507163" y="2132013"/>
          <p14:tracePt t="18105" x="6499225" y="2138363"/>
          <p14:tracePt t="18113" x="6486525" y="2146300"/>
          <p14:tracePt t="18121" x="6486525" y="2152650"/>
          <p14:tracePt t="18129" x="6478588" y="2152650"/>
          <p14:tracePt t="19658" x="6478588" y="2166938"/>
          <p14:tracePt t="19673" x="6492875" y="2181225"/>
          <p14:tracePt t="19681" x="6499225" y="2187575"/>
          <p14:tracePt t="19689" x="6507163" y="2201863"/>
          <p14:tracePt t="19697" x="6513513" y="2201863"/>
          <p14:tracePt t="19705" x="6519863" y="2201863"/>
          <p14:tracePt t="20001" x="6519863" y="2208213"/>
          <p14:tracePt t="20009" x="6519863" y="2214563"/>
          <p14:tracePt t="20017" x="6548438" y="2243138"/>
          <p14:tracePt t="20025" x="6554788" y="2249488"/>
          <p14:tracePt t="20033" x="6604000" y="2257425"/>
          <p14:tracePt t="20041" x="6659563" y="2270125"/>
          <p14:tracePt t="20049" x="6715125" y="2278063"/>
          <p14:tracePt t="20057" x="6769100" y="2284413"/>
          <p14:tracePt t="20065" x="6818313" y="2284413"/>
          <p14:tracePt t="20073" x="6859588" y="2290763"/>
          <p14:tracePt t="20081" x="6915150" y="2290763"/>
          <p14:tracePt t="20089" x="6956425" y="2290763"/>
          <p14:tracePt t="20097" x="7011988" y="2290763"/>
          <p14:tracePt t="20105" x="7061200" y="2290763"/>
          <p14:tracePt t="20113" x="7115175" y="2290763"/>
          <p14:tracePt t="20121" x="7170738" y="2290763"/>
          <p14:tracePt t="20129" x="7226300" y="2290763"/>
          <p14:tracePt t="20137" x="7281863" y="2290763"/>
          <p14:tracePt t="20146" x="7337425" y="2290763"/>
          <p14:tracePt t="20153" x="7378700" y="2290763"/>
          <p14:tracePt t="20161" x="7413625" y="2290763"/>
          <p14:tracePt t="20169" x="7440613" y="2290763"/>
          <p14:tracePt t="20177" x="7454900" y="2290763"/>
          <p14:tracePt t="20185" x="7469188" y="2290763"/>
          <p14:tracePt t="20193" x="7483475" y="2290763"/>
          <p14:tracePt t="20201" x="7496175" y="2290763"/>
          <p14:tracePt t="20209" x="7504113" y="2290763"/>
          <p14:tracePt t="20217" x="7524750" y="2290763"/>
          <p14:tracePt t="20225" x="7537450" y="2290763"/>
          <p14:tracePt t="20233" x="7558088" y="2290763"/>
          <p14:tracePt t="20241" x="7580313" y="2284413"/>
          <p14:tracePt t="20249" x="7600950" y="2284413"/>
          <p14:tracePt t="20257" x="7627938" y="2278063"/>
          <p14:tracePt t="20265" x="7662863" y="2278063"/>
          <p14:tracePt t="20273" x="7683500" y="2270125"/>
          <p14:tracePt t="20281" x="7710488" y="2270125"/>
          <p14:tracePt t="20289" x="7745413" y="2270125"/>
          <p14:tracePt t="20297" x="7766050" y="2270125"/>
          <p14:tracePt t="20305" x="7794625" y="2270125"/>
          <p14:tracePt t="20313" x="7815263" y="2270125"/>
          <p14:tracePt t="20321" x="7842250" y="2270125"/>
          <p14:tracePt t="20329" x="7862888" y="2270125"/>
          <p14:tracePt t="20337" x="7891463" y="2270125"/>
          <p14:tracePt t="20345" x="7918450" y="2270125"/>
          <p14:tracePt t="20353" x="7939088" y="2270125"/>
          <p14:tracePt t="20361" x="7947025" y="2270125"/>
          <p14:tracePt t="20369" x="7953375" y="2270125"/>
          <p14:tracePt t="20377" x="7967663" y="2270125"/>
          <p14:tracePt t="20385" x="7974013" y="2270125"/>
          <p14:tracePt t="20401" x="7980363" y="2270125"/>
          <p14:tracePt t="20409" x="7988300" y="2257425"/>
          <p14:tracePt t="20425" x="7994650" y="2257425"/>
          <p14:tracePt t="20481" x="8002588" y="2257425"/>
          <p14:tracePt t="20489" x="8008938" y="2257425"/>
          <p14:tracePt t="20513" x="8008938" y="2249488"/>
          <p14:tracePt t="20537" x="8008938" y="2243138"/>
          <p14:tracePt t="20561" x="8008938" y="2236788"/>
          <p14:tracePt t="20577" x="8008938" y="2228850"/>
          <p14:tracePt t="20585" x="8008938" y="2222500"/>
          <p14:tracePt t="20593" x="8008938" y="2214563"/>
          <p14:tracePt t="20601" x="8008938" y="2193925"/>
          <p14:tracePt t="20609" x="8008938" y="2181225"/>
          <p14:tracePt t="20617" x="8008938" y="2160588"/>
          <p14:tracePt t="20625" x="8008938" y="2146300"/>
          <p14:tracePt t="20633" x="8008938" y="2138363"/>
          <p14:tracePt t="20641" x="8008938" y="2132013"/>
          <p14:tracePt t="20649" x="8008938" y="2125663"/>
          <p14:tracePt t="20665" x="8008938" y="2111375"/>
          <p14:tracePt t="20673" x="8002588" y="2105025"/>
          <p14:tracePt t="20681" x="7994650" y="2097088"/>
          <p14:tracePt t="20689" x="7994650" y="2090738"/>
          <p14:tracePt t="20705" x="7988300" y="2084388"/>
          <p14:tracePt t="20713" x="7988300" y="2070100"/>
          <p14:tracePt t="20721" x="7980363" y="2070100"/>
          <p14:tracePt t="20729" x="7974013" y="2062163"/>
          <p14:tracePt t="20753" x="7967663" y="2055813"/>
          <p14:tracePt t="20761" x="7959725" y="2049463"/>
          <p14:tracePt t="20785" x="7953375" y="2041525"/>
          <p14:tracePt t="20801" x="7947025" y="2035175"/>
          <p14:tracePt t="20817" x="7947025" y="2028825"/>
          <p14:tracePt t="20825" x="7939088" y="2028825"/>
          <p14:tracePt t="20833" x="7932738" y="2028825"/>
          <p14:tracePt t="20841" x="7926388" y="2020888"/>
          <p14:tracePt t="20865" x="7912100" y="2014538"/>
          <p14:tracePt t="20889" x="7905750" y="2008188"/>
          <p14:tracePt t="20897" x="7897813" y="2008188"/>
          <p14:tracePt t="20913" x="7891463" y="2000250"/>
          <p14:tracePt t="20921" x="7877175" y="2000250"/>
          <p14:tracePt t="20929" x="7870825" y="1993900"/>
          <p14:tracePt t="20937" x="7862888" y="1993900"/>
          <p14:tracePt t="20945" x="7850188" y="1993900"/>
          <p14:tracePt t="20953" x="7835900" y="1987550"/>
          <p14:tracePt t="20969" x="7821613" y="1987550"/>
          <p14:tracePt t="20977" x="7807325" y="1987550"/>
          <p14:tracePt t="20993" x="7800975" y="1987550"/>
          <p14:tracePt t="21009" x="7794625" y="1987550"/>
          <p14:tracePt t="21017" x="7786688" y="1987550"/>
          <p14:tracePt t="21025" x="7780338" y="1987550"/>
          <p14:tracePt t="21033" x="7766050" y="1979613"/>
          <p14:tracePt t="21041" x="7759700" y="1979613"/>
          <p14:tracePt t="21049" x="7753350" y="1979613"/>
          <p14:tracePt t="21057" x="7739063" y="1979613"/>
          <p14:tracePt t="21065" x="7731125" y="1979613"/>
          <p14:tracePt t="21073" x="7724775" y="1965325"/>
          <p14:tracePt t="21081" x="7710488" y="1965325"/>
          <p14:tracePt t="21089" x="7697788" y="1965325"/>
          <p14:tracePt t="21105" x="7689850" y="1965325"/>
          <p14:tracePt t="21121" x="7677150" y="1965325"/>
          <p14:tracePt t="21129" x="7669213" y="1965325"/>
          <p14:tracePt t="21137" x="7656513" y="1965325"/>
          <p14:tracePt t="21153" x="7642225" y="1965325"/>
          <p14:tracePt t="21161" x="7627938" y="1965325"/>
          <p14:tracePt t="21177" x="7613650" y="1965325"/>
          <p14:tracePt t="21185" x="7607300" y="1965325"/>
          <p14:tracePt t="21193" x="7600950" y="1965325"/>
          <p14:tracePt t="21202" x="7580313" y="1973263"/>
          <p14:tracePt t="21217" x="7558088" y="1979613"/>
          <p14:tracePt t="21233" x="7545388" y="1987550"/>
          <p14:tracePt t="21241" x="7537450" y="1987550"/>
          <p14:tracePt t="21249" x="7531100" y="1993900"/>
          <p14:tracePt t="21257" x="7516813" y="1993900"/>
          <p14:tracePt t="21265" x="7510463" y="2000250"/>
          <p14:tracePt t="21273" x="7496175" y="2008188"/>
          <p14:tracePt t="21281" x="7489825" y="2014538"/>
          <p14:tracePt t="21289" x="7483475" y="2014538"/>
          <p14:tracePt t="21297" x="7475538" y="2020888"/>
          <p14:tracePt t="21305" x="7469188" y="2020888"/>
          <p14:tracePt t="21329" x="7454900" y="2028825"/>
          <p14:tracePt t="21353" x="7448550" y="2035175"/>
          <p14:tracePt t="21369" x="7440613" y="2041525"/>
          <p14:tracePt t="21377" x="7440613" y="2049463"/>
          <p14:tracePt t="21401" x="7434263" y="2055813"/>
          <p14:tracePt t="21417" x="7427913" y="2062163"/>
          <p14:tracePt t="21433" x="7427913" y="2070100"/>
          <p14:tracePt t="21449" x="7427913" y="2076450"/>
          <p14:tracePt t="21465" x="7427913" y="2090738"/>
          <p14:tracePt t="21489" x="7427913" y="2097088"/>
          <p14:tracePt t="21505" x="7427913" y="2105025"/>
          <p14:tracePt t="21513" x="7427913" y="2111375"/>
          <p14:tracePt t="21537" x="7427913" y="2117725"/>
          <p14:tracePt t="21545" x="7427913" y="2125663"/>
          <p14:tracePt t="21577" x="7427913" y="2132013"/>
          <p14:tracePt t="21585" x="7440613" y="2138363"/>
          <p14:tracePt t="21601" x="7448550" y="2146300"/>
          <p14:tracePt t="21625" x="7461250" y="2146300"/>
          <p14:tracePt t="21633" x="7469188" y="2152650"/>
          <p14:tracePt t="21641" x="7475538" y="2152650"/>
          <p14:tracePt t="21657" x="7483475" y="2160588"/>
          <p14:tracePt t="21673" x="7489825" y="2166938"/>
          <p14:tracePt t="21689" x="7496175" y="2166938"/>
          <p14:tracePt t="21705" x="7504113" y="2166938"/>
          <p14:tracePt t="21737" x="7510463" y="2166938"/>
          <p14:tracePt t="21745" x="7516813" y="2173288"/>
          <p14:tracePt t="21761" x="7524750" y="2173288"/>
          <p14:tracePt t="21785" x="7531100" y="2181225"/>
          <p14:tracePt t="21793" x="7537450" y="2181225"/>
          <p14:tracePt t="21809" x="7545388" y="2187575"/>
          <p14:tracePt t="21825" x="7551738" y="2187575"/>
          <p14:tracePt t="21833" x="7558088" y="2187575"/>
          <p14:tracePt t="21842" x="7566025" y="2187575"/>
          <p14:tracePt t="21849" x="7572375" y="2187575"/>
          <p14:tracePt t="21865" x="7586663" y="2193925"/>
          <p14:tracePt t="21873" x="7593013" y="2201863"/>
          <p14:tracePt t="21921" x="7607300" y="2201863"/>
          <p14:tracePt t="21937" x="7613650" y="2201863"/>
          <p14:tracePt t="21985" x="7621588" y="2201863"/>
          <p14:tracePt t="22001" x="7627938" y="2201863"/>
          <p14:tracePt t="22017" x="7634288" y="2201863"/>
          <p14:tracePt t="22025" x="7634288" y="2208213"/>
          <p14:tracePt t="22033" x="7648575" y="2208213"/>
          <p14:tracePt t="22041" x="7656513" y="2208213"/>
          <p14:tracePt t="22049" x="7669213" y="2208213"/>
          <p14:tracePt t="22065" x="7677150" y="2208213"/>
          <p14:tracePt t="22073" x="7689850" y="2208213"/>
          <p14:tracePt t="22089" x="7697788" y="2208213"/>
          <p14:tracePt t="22097" x="7710488" y="2208213"/>
          <p14:tracePt t="22113" x="7718425" y="2208213"/>
          <p14:tracePt t="22129" x="7731125" y="2208213"/>
          <p14:tracePt t="22138" x="7739063" y="2208213"/>
          <p14:tracePt t="22146" x="7745413" y="2208213"/>
          <p14:tracePt t="22153" x="7753350" y="2208213"/>
          <p14:tracePt t="22169" x="7759700" y="2208213"/>
          <p14:tracePt t="22177" x="7766050" y="2208213"/>
          <p14:tracePt t="22186" x="7773988" y="2208213"/>
          <p14:tracePt t="22217" x="7780338" y="2208213"/>
          <p14:tracePt t="22257" x="7794625" y="2208213"/>
          <p14:tracePt t="22273" x="7800975" y="2208213"/>
          <p14:tracePt t="22289" x="7800975" y="2201863"/>
          <p14:tracePt t="22305" x="7815263" y="2201863"/>
          <p14:tracePt t="22313" x="7815263" y="2193925"/>
          <p14:tracePt t="22337" x="7821613" y="2193925"/>
          <p14:tracePt t="22385" x="7829550" y="2193925"/>
          <p14:tracePt t="22393" x="7835900" y="2187575"/>
          <p14:tracePt t="22409" x="7842250" y="2187575"/>
          <p14:tracePt t="22433" x="7842250" y="2181225"/>
          <p14:tracePt t="22449" x="7850188" y="2181225"/>
          <p14:tracePt t="22497" x="7856538" y="2173288"/>
          <p14:tracePt t="22545" x="7856538" y="2166938"/>
          <p14:tracePt t="22577" x="7862888" y="2160588"/>
          <p14:tracePt t="22601" x="7870825" y="2160588"/>
          <p14:tracePt t="22609" x="7870825" y="2152650"/>
          <p14:tracePt t="22617" x="7877175" y="2146300"/>
          <p14:tracePt t="22625" x="7877175" y="2138363"/>
          <p14:tracePt t="22649" x="7883525" y="2117725"/>
          <p14:tracePt t="22681" x="7883525" y="2111375"/>
          <p14:tracePt t="22689" x="7891463" y="2111375"/>
          <p14:tracePt t="22705" x="7891463" y="2097088"/>
          <p14:tracePt t="22713" x="7897813" y="2097088"/>
          <p14:tracePt t="22745" x="7897813" y="2090738"/>
          <p14:tracePt t="22761" x="7897813" y="2084388"/>
          <p14:tracePt t="22777" x="7897813" y="2076450"/>
          <p14:tracePt t="22785" x="7897813" y="2070100"/>
          <p14:tracePt t="22817" x="7897813" y="2062163"/>
          <p14:tracePt t="22833" x="7897813" y="2055813"/>
          <p14:tracePt t="22841" x="7897813" y="2049463"/>
          <p14:tracePt t="22849" x="7897813" y="2041525"/>
          <p14:tracePt t="22865" x="7897813" y="2028825"/>
          <p14:tracePt t="22889" x="7897813" y="2020888"/>
          <p14:tracePt t="22897" x="7897813" y="2014538"/>
          <p14:tracePt t="22921" x="7897813" y="2008188"/>
          <p14:tracePt t="22929" x="7897813" y="2000250"/>
          <p14:tracePt t="22945" x="7891463" y="1987550"/>
          <p14:tracePt t="22962" x="7883525" y="1979613"/>
          <p14:tracePt t="22969" x="7877175" y="1973263"/>
          <p14:tracePt t="22985" x="7862888" y="1952625"/>
          <p14:tracePt t="23009" x="7856538" y="1944688"/>
          <p14:tracePt t="23033" x="7850188" y="1938338"/>
          <p14:tracePt t="23041" x="7842250" y="1938338"/>
          <p14:tracePt t="23049" x="7821613" y="1938338"/>
          <p14:tracePt t="23057" x="7815263" y="1938338"/>
          <p14:tracePt t="23065" x="7807325" y="1938338"/>
          <p14:tracePt t="23073" x="7780338" y="1938338"/>
          <p14:tracePt t="23081" x="7766050" y="1938338"/>
          <p14:tracePt t="23089" x="7753350" y="1938338"/>
          <p14:tracePt t="23097" x="7731125" y="1938338"/>
          <p14:tracePt t="23105" x="7710488" y="1924050"/>
          <p14:tracePt t="23121" x="7697788" y="1924050"/>
          <p14:tracePt t="23129" x="7689850" y="1924050"/>
          <p14:tracePt t="23146" x="7683500" y="1924050"/>
          <p14:tracePt t="23153" x="7677150" y="1924050"/>
          <p14:tracePt t="23161" x="7669213" y="1924050"/>
          <p14:tracePt t="23169" x="7662863" y="1924050"/>
          <p14:tracePt t="23177" x="7656513" y="1924050"/>
          <p14:tracePt t="23185" x="7642225" y="1924050"/>
          <p14:tracePt t="23193" x="7634288" y="1924050"/>
          <p14:tracePt t="23201" x="7627938" y="1931988"/>
          <p14:tracePt t="23209" x="7613650" y="1938338"/>
          <p14:tracePt t="23217" x="7607300" y="1938338"/>
          <p14:tracePt t="23225" x="7600950" y="1944688"/>
          <p14:tracePt t="23241" x="7593013" y="1944688"/>
          <p14:tracePt t="23249" x="7593013" y="1952625"/>
          <p14:tracePt t="23257" x="7586663" y="1958975"/>
          <p14:tracePt t="23265" x="7586663" y="1965325"/>
          <p14:tracePt t="23281" x="7580313" y="1979613"/>
          <p14:tracePt t="23289" x="7580313" y="1987550"/>
          <p14:tracePt t="23305" x="7572375" y="1987550"/>
          <p14:tracePt t="23313" x="7572375" y="2000250"/>
          <p14:tracePt t="23329" x="7572375" y="2008188"/>
          <p14:tracePt t="23337" x="7572375" y="2014538"/>
          <p14:tracePt t="23345" x="7572375" y="2020888"/>
          <p14:tracePt t="23361" x="7572375" y="2028825"/>
          <p14:tracePt t="23769" x="7580313" y="2028825"/>
          <p14:tracePt t="24257" x="7580313" y="2035175"/>
          <p14:tracePt t="24289" x="7572375" y="2041525"/>
          <p14:tracePt t="24297" x="7572375" y="2049463"/>
          <p14:tracePt t="24313" x="7566025" y="2049463"/>
          <p14:tracePt t="24321" x="7558088" y="2055813"/>
          <p14:tracePt t="24337" x="7551738" y="2062163"/>
          <p14:tracePt t="24345" x="7545388" y="2070100"/>
          <p14:tracePt t="24353" x="7537450" y="2070100"/>
          <p14:tracePt t="24361" x="7531100" y="2076450"/>
          <p14:tracePt t="24369" x="7524750" y="2084388"/>
          <p14:tracePt t="24377" x="7510463" y="2097088"/>
          <p14:tracePt t="24393" x="7504113" y="2111375"/>
          <p14:tracePt t="24401" x="7489825" y="2117725"/>
          <p14:tracePt t="24409" x="7489825" y="2125663"/>
          <p14:tracePt t="24417" x="7475538" y="2125663"/>
          <p14:tracePt t="24425" x="7469188" y="2138363"/>
          <p14:tracePt t="24433" x="7461250" y="2138363"/>
          <p14:tracePt t="24441" x="7434263" y="2160588"/>
          <p14:tracePt t="24449" x="7427913" y="2166938"/>
          <p14:tracePt t="24457" x="7413625" y="2181225"/>
          <p14:tracePt t="24465" x="7399338" y="2193925"/>
          <p14:tracePt t="24473" x="7385050" y="2201863"/>
          <p14:tracePt t="24481" x="7372350" y="2222500"/>
          <p14:tracePt t="24497" x="7364413" y="2228850"/>
          <p14:tracePt t="24505" x="7358063" y="2228850"/>
          <p14:tracePt t="24513" x="7351713" y="2236788"/>
          <p14:tracePt t="24521" x="7351713" y="2243138"/>
          <p14:tracePt t="24529" x="7343775" y="2243138"/>
          <p14:tracePt t="24546" x="7337425" y="2249488"/>
          <p14:tracePt t="24561" x="7337425" y="2257425"/>
          <p14:tracePt t="24569" x="7331075" y="2263775"/>
          <p14:tracePt t="24585" x="7331075" y="2270125"/>
          <p14:tracePt t="24593" x="7323138" y="2278063"/>
          <p14:tracePt t="24601" x="7316788" y="2284413"/>
          <p14:tracePt t="24617" x="7316788" y="2290763"/>
          <p14:tracePt t="24625" x="7316788" y="2298700"/>
          <p14:tracePt t="24649" x="7316788" y="2305050"/>
          <p14:tracePt t="24657" x="7316788" y="2319338"/>
          <p14:tracePt t="24673" x="7316788" y="2325688"/>
          <p14:tracePt t="24681" x="7316788" y="2339975"/>
          <p14:tracePt t="24689" x="7316788" y="2346325"/>
          <p14:tracePt t="24697" x="7316788" y="2354263"/>
          <p14:tracePt t="24705" x="7310438" y="2366963"/>
          <p14:tracePt t="24721" x="7310438" y="2381250"/>
          <p14:tracePt t="24745" x="7310438" y="2387600"/>
          <p14:tracePt t="24777" x="7310438" y="2401888"/>
          <p14:tracePt t="24801" x="7310438" y="2409825"/>
          <p14:tracePt t="24817" x="7310438" y="2422525"/>
          <p14:tracePt t="24833" x="7310438" y="2430463"/>
          <p14:tracePt t="24841" x="7310438" y="2443163"/>
          <p14:tracePt t="24849" x="7310438" y="2451100"/>
          <p14:tracePt t="24857" x="7310438" y="2463800"/>
          <p14:tracePt t="24865" x="7310438" y="2471738"/>
          <p14:tracePt t="24905" x="7310438" y="2478088"/>
          <p14:tracePt t="24969" x="7310438" y="2484438"/>
          <p14:tracePt t="25154" x="7310438" y="2492375"/>
          <p14:tracePt t="25945" x="7310438" y="2498725"/>
          <p14:tracePt t="26081" x="7310438" y="2492375"/>
          <p14:tracePt t="26113" x="7310438" y="2484438"/>
          <p14:tracePt t="26129" x="7310438" y="2478088"/>
          <p14:tracePt t="26185" x="7310438" y="2471738"/>
          <p14:tracePt t="26209" x="7310438" y="2463800"/>
          <p14:tracePt t="26602" x="7310438" y="2457450"/>
          <p14:tracePt t="27769" x="7310438" y="2463800"/>
          <p14:tracePt t="27793" x="7310438" y="2471738"/>
          <p14:tracePt t="27889" x="7310438" y="2478088"/>
          <p14:tracePt t="27897" x="7310438" y="2484438"/>
          <p14:tracePt t="27993" x="7310438" y="2498725"/>
          <p14:tracePt t="28041" x="7316788" y="2498725"/>
          <p14:tracePt t="28089" x="7316788" y="2506663"/>
          <p14:tracePt t="28761" x="7323138" y="2506663"/>
          <p14:tracePt t="28833" x="7323138" y="2513013"/>
          <p14:tracePt t="28913" x="7323138" y="2519363"/>
          <p14:tracePt t="29482" x="7331075" y="2519363"/>
          <p14:tracePt t="29497" x="7343775" y="2519363"/>
          <p14:tracePt t="29593" x="7358063" y="2533650"/>
          <p14:tracePt t="29937" x="7364413" y="2533650"/>
          <p14:tracePt t="29969" x="7364413" y="2540000"/>
          <p14:tracePt t="29985" x="7364413" y="2547938"/>
          <p14:tracePt t="29993" x="7372350" y="2547938"/>
          <p14:tracePt t="30018" x="7372350" y="2554288"/>
          <p14:tracePt t="30233" x="7378700" y="2560638"/>
          <p14:tracePt t="30257" x="7392988" y="2568575"/>
          <p14:tracePt t="30265" x="7407275" y="2582863"/>
          <p14:tracePt t="30273" x="7419975" y="2582863"/>
          <p14:tracePt t="30281" x="7434263" y="2589213"/>
          <p14:tracePt t="30297" x="7448550" y="2589213"/>
          <p14:tracePt t="30305" x="7454900" y="2589213"/>
          <p14:tracePt t="30313" x="7461250" y="2589213"/>
          <p14:tracePt t="30321" x="7469188" y="2589213"/>
          <p14:tracePt t="30353" x="7475538" y="2589213"/>
          <p14:tracePt t="30369" x="7483475" y="2589213"/>
          <p14:tracePt t="30377" x="7483475" y="2595563"/>
          <p14:tracePt t="30393" x="7489825" y="2595563"/>
          <p14:tracePt t="30409" x="7496175" y="2595563"/>
          <p14:tracePt t="30449" x="7504113" y="2595563"/>
          <p14:tracePt t="30465" x="7510463" y="2595563"/>
          <p14:tracePt t="30473" x="7516813" y="2595563"/>
          <p14:tracePt t="30521" x="7524750" y="2595563"/>
          <p14:tracePt t="30529" x="7531100" y="2595563"/>
          <p14:tracePt t="30545" x="7537450" y="2595563"/>
          <p14:tracePt t="30561" x="7545388" y="2589213"/>
          <p14:tracePt t="30577" x="7551738" y="2589213"/>
          <p14:tracePt t="30665" x="7558088" y="2589213"/>
          <p14:tracePt t="30881" x="7566025" y="2582863"/>
          <p14:tracePt t="30913" x="7566025" y="2574925"/>
          <p14:tracePt t="30921" x="7572375" y="2574925"/>
          <p14:tracePt t="30937" x="7580313" y="2568575"/>
          <p14:tracePt t="30961" x="7586663" y="2568575"/>
          <p14:tracePt t="30969" x="7593013" y="2568575"/>
          <p14:tracePt t="30993" x="7593013" y="2560638"/>
          <p14:tracePt t="31009" x="7600950" y="2554288"/>
          <p14:tracePt t="31145" x="7586663" y="2554288"/>
          <p14:tracePt t="31153" x="7580313" y="2554288"/>
          <p14:tracePt t="31169" x="7572375" y="2554288"/>
          <p14:tracePt t="31177" x="7566025" y="2554288"/>
          <p14:tracePt t="31185" x="7558088" y="2554288"/>
          <p14:tracePt t="31201" x="7551738" y="2554288"/>
          <p14:tracePt t="31209" x="7545388" y="2554288"/>
          <p14:tracePt t="31217" x="7537450" y="2554288"/>
          <p14:tracePt t="31289" x="7531100" y="2554288"/>
          <p14:tracePt t="31297" x="7531100" y="2560638"/>
          <p14:tracePt t="31313" x="7531100" y="2568575"/>
          <p14:tracePt t="31329" x="7531100" y="2574925"/>
          <p14:tracePt t="31361" x="7531100" y="2582863"/>
          <p14:tracePt t="31377" x="7531100" y="2589213"/>
          <p14:tracePt t="31489" x="7524750" y="2589213"/>
          <p14:tracePt t="31497" x="7516813" y="2595563"/>
          <p14:tracePt t="31617" x="7531100" y="2595563"/>
          <p14:tracePt t="31625" x="7545388" y="2595563"/>
          <p14:tracePt t="31633" x="7558088" y="2595563"/>
          <p14:tracePt t="31641" x="7566025" y="2595563"/>
          <p14:tracePt t="31649" x="7580313" y="2595563"/>
          <p14:tracePt t="31657" x="7586663" y="2595563"/>
          <p14:tracePt t="31665" x="7600950" y="2595563"/>
          <p14:tracePt t="31681" x="7607300" y="2595563"/>
          <p14:tracePt t="31689" x="7627938" y="2595563"/>
          <p14:tracePt t="31697" x="7648575" y="2595563"/>
          <p14:tracePt t="31705" x="7662863" y="2595563"/>
          <p14:tracePt t="31713" x="7689850" y="2595563"/>
          <p14:tracePt t="31721" x="7710488" y="2595563"/>
          <p14:tracePt t="31729" x="7731125" y="2595563"/>
          <p14:tracePt t="31737" x="7753350" y="2595563"/>
          <p14:tracePt t="31746" x="7766050" y="2595563"/>
          <p14:tracePt t="31753" x="7794625" y="2595563"/>
          <p14:tracePt t="31762" x="7815263" y="2595563"/>
          <p14:tracePt t="31769" x="7829550" y="2595563"/>
          <p14:tracePt t="31777" x="7842250" y="2603500"/>
          <p14:tracePt t="31785" x="7856538" y="2603500"/>
          <p14:tracePt t="31793" x="7862888" y="2603500"/>
          <p14:tracePt t="31817" x="7877175" y="2603500"/>
          <p14:tracePt t="31833" x="7883525" y="2603500"/>
          <p14:tracePt t="31849" x="7897813" y="2603500"/>
          <p14:tracePt t="31865" x="7905750" y="2603500"/>
          <p14:tracePt t="31873" x="7918450" y="2603500"/>
          <p14:tracePt t="31897" x="7926388" y="2603500"/>
          <p14:tracePt t="31977" x="7932738" y="2603500"/>
          <p14:tracePt t="31993" x="7939088" y="2595563"/>
          <p14:tracePt t="32001" x="7947025" y="2595563"/>
          <p14:tracePt t="32009" x="7953375" y="2589213"/>
          <p14:tracePt t="32017" x="7959725" y="2589213"/>
          <p14:tracePt t="32025" x="7974013" y="2582863"/>
          <p14:tracePt t="32033" x="8002588" y="2574925"/>
          <p14:tracePt t="32041" x="8015288" y="2574925"/>
          <p14:tracePt t="32049" x="8043863" y="2574925"/>
          <p14:tracePt t="32057" x="8050213" y="2574925"/>
          <p14:tracePt t="32065" x="8064500" y="2574925"/>
          <p14:tracePt t="32073" x="8085138" y="2574925"/>
          <p14:tracePt t="32081" x="8091488" y="2574925"/>
          <p14:tracePt t="32089" x="8099425" y="2574925"/>
          <p14:tracePt t="32097" x="8112125" y="2574925"/>
          <p14:tracePt t="32105" x="8120063" y="2574925"/>
          <p14:tracePt t="32113" x="8126413" y="2574925"/>
          <p14:tracePt t="32554" x="8132763" y="2574925"/>
          <p14:tracePt t="32561" x="8140700" y="2574925"/>
          <p14:tracePt t="32729" x="8140700" y="2568575"/>
          <p14:tracePt t="32737" x="8140700" y="2554288"/>
          <p14:tracePt t="32761" x="8132763" y="2554288"/>
          <p14:tracePt t="32769" x="8132763" y="2547938"/>
          <p14:tracePt t="33369" x="8126413" y="2547938"/>
          <p14:tracePt t="33385" x="8120063" y="2547938"/>
          <p14:tracePt t="33401" x="8105775" y="2547938"/>
          <p14:tracePt t="33409" x="8099425" y="2547938"/>
          <p14:tracePt t="33425" x="8091488" y="2547938"/>
          <p14:tracePt t="33433" x="8085138" y="2547938"/>
          <p14:tracePt t="33441" x="8078788" y="2547938"/>
          <p14:tracePt t="33473" x="8070850" y="2547938"/>
          <p14:tracePt t="33545" x="8064500" y="2547938"/>
          <p14:tracePt t="33649" x="8078788" y="2547938"/>
          <p14:tracePt t="33657" x="8099425" y="2547938"/>
          <p14:tracePt t="33665" x="8112125" y="2547938"/>
          <p14:tracePt t="33673" x="8132763" y="2547938"/>
          <p14:tracePt t="33681" x="8153400" y="2547938"/>
          <p14:tracePt t="33689" x="8181975" y="2547938"/>
          <p14:tracePt t="33697" x="8202613" y="2547938"/>
          <p14:tracePt t="33705" x="8208963" y="2547938"/>
          <p14:tracePt t="33713" x="8237538" y="2547938"/>
          <p14:tracePt t="33721" x="8258175" y="2540000"/>
          <p14:tracePt t="33729" x="8264525" y="2533650"/>
          <p14:tracePt t="33737" x="8285163" y="2527300"/>
          <p14:tracePt t="33746" x="8313738" y="2513013"/>
          <p14:tracePt t="33753" x="8320088" y="2506663"/>
          <p14:tracePt t="33761" x="8340725" y="2492375"/>
          <p14:tracePt t="33769" x="8375650" y="2463800"/>
          <p14:tracePt t="33777" x="8389938" y="2457450"/>
          <p14:tracePt t="33785" x="8402638" y="2451100"/>
          <p14:tracePt t="33801" x="8424863" y="2443163"/>
          <p14:tracePt t="33841" x="8431213" y="2443163"/>
          <p14:tracePt t="33857" x="8437563" y="2436813"/>
          <p14:tracePt t="33865" x="8445500" y="2436813"/>
          <p14:tracePt t="33873" x="8445500" y="2430463"/>
          <p14:tracePt t="34089" x="8451850" y="2436813"/>
          <p14:tracePt t="34137" x="8451850" y="2443163"/>
          <p14:tracePt t="34161" x="8458200" y="2443163"/>
          <p14:tracePt t="34177" x="8466138" y="2443163"/>
          <p14:tracePt t="34185" x="8472488" y="2443163"/>
          <p14:tracePt t="34225" x="8478838" y="2443163"/>
          <p14:tracePt t="34313" x="8486775" y="2443163"/>
          <p14:tracePt t="34321" x="8493125" y="2443163"/>
          <p14:tracePt t="34329" x="8499475" y="2443163"/>
          <p14:tracePt t="34337" x="8507413" y="2443163"/>
          <p14:tracePt t="34345" x="8521700" y="2443163"/>
          <p14:tracePt t="34353" x="8528050" y="2443163"/>
          <p14:tracePt t="34361" x="8534400" y="2443163"/>
          <p14:tracePt t="34369" x="8548688" y="2443163"/>
          <p14:tracePt t="34377" x="8555038" y="2443163"/>
          <p14:tracePt t="34385" x="8569325" y="2443163"/>
          <p14:tracePt t="34401" x="8575675" y="2443163"/>
          <p14:tracePt t="34409" x="8589963" y="2443163"/>
          <p14:tracePt t="34417" x="8604250" y="2451100"/>
          <p14:tracePt t="34425" x="8618538" y="2451100"/>
          <p14:tracePt t="34433" x="8624888" y="2451100"/>
          <p14:tracePt t="34441" x="8639175" y="2457450"/>
          <p14:tracePt t="35049" x="8651875" y="2463800"/>
          <p14:tracePt t="35057" x="8659813" y="2463800"/>
          <p14:tracePt t="35065" x="8672513" y="2471738"/>
          <p14:tracePt t="35089" x="8680450" y="2471738"/>
          <p14:tracePt t="35097" x="8694738" y="2478088"/>
          <p14:tracePt t="35113" x="8701088" y="2478088"/>
          <p14:tracePt t="35121" x="8707438" y="2478088"/>
          <p14:tracePt t="35137" x="8715375" y="2478088"/>
          <p14:tracePt t="35145" x="8721725" y="2492375"/>
          <p14:tracePt t="35177" x="8728075" y="2498725"/>
          <p14:tracePt t="35193" x="8736013" y="2498725"/>
          <p14:tracePt t="35217" x="8742363" y="2513013"/>
          <p14:tracePt t="35593" x="8728075" y="2513013"/>
          <p14:tracePt t="35601" x="8715375" y="2513013"/>
          <p14:tracePt t="35609" x="8707438" y="2513013"/>
          <p14:tracePt t="35617" x="8686800" y="2513013"/>
          <p14:tracePt t="35625" x="8680450" y="2513013"/>
          <p14:tracePt t="35633" x="8666163" y="2513013"/>
          <p14:tracePt t="35641" x="8651875" y="2513013"/>
          <p14:tracePt t="35649" x="8631238" y="2513013"/>
          <p14:tracePt t="35657" x="8610600" y="2513013"/>
          <p14:tracePt t="35665" x="8583613" y="2513013"/>
          <p14:tracePt t="35673" x="8575675" y="2513013"/>
          <p14:tracePt t="35681" x="8548688" y="2519363"/>
          <p14:tracePt t="35689" x="8528050" y="2527300"/>
          <p14:tracePt t="35697" x="8513763" y="2527300"/>
          <p14:tracePt t="35705" x="8499475" y="2533650"/>
          <p14:tracePt t="35713" x="8478838" y="2540000"/>
          <p14:tracePt t="35721" x="8466138" y="2547938"/>
          <p14:tracePt t="35729" x="8451850" y="2547938"/>
          <p14:tracePt t="35737" x="8410575" y="2560638"/>
          <p14:tracePt t="35745" x="8355013" y="2582863"/>
          <p14:tracePt t="35753" x="8272463" y="2609850"/>
          <p14:tracePt t="35761" x="8216900" y="2624138"/>
          <p14:tracePt t="35769" x="8175625" y="2636838"/>
          <p14:tracePt t="35777" x="8140700" y="2636838"/>
          <p14:tracePt t="35785" x="8105775" y="2651125"/>
          <p14:tracePt t="35793" x="8070850" y="2665413"/>
          <p14:tracePt t="35801" x="8056563" y="2665413"/>
          <p14:tracePt t="35809" x="8050213" y="2671763"/>
          <p14:tracePt t="35817" x="8029575" y="2679700"/>
          <p14:tracePt t="35825" x="8023225" y="2679700"/>
          <p14:tracePt t="35833" x="8015288" y="2692400"/>
          <p14:tracePt t="35841" x="8002588" y="2692400"/>
          <p14:tracePt t="35857" x="7988300" y="2700338"/>
          <p14:tracePt t="35865" x="7974013" y="2713038"/>
          <p14:tracePt t="35873" x="7953375" y="2720975"/>
          <p14:tracePt t="35881" x="7932738" y="2727325"/>
          <p14:tracePt t="35890" x="7912100" y="2733675"/>
          <p14:tracePt t="35897" x="7870825" y="2747963"/>
          <p14:tracePt t="35905" x="7842250" y="2762250"/>
          <p14:tracePt t="35914" x="7807325" y="2776538"/>
          <p14:tracePt t="35921" x="7780338" y="2782888"/>
          <p14:tracePt t="35929" x="7753350" y="2789238"/>
          <p14:tracePt t="35937" x="7718425" y="2797175"/>
          <p14:tracePt t="35946" x="7689850" y="2803525"/>
          <p14:tracePt t="35953" x="7656513" y="2809875"/>
          <p14:tracePt t="35961" x="7648575" y="2817813"/>
          <p14:tracePt t="35969" x="7621588" y="2824163"/>
          <p14:tracePt t="35977" x="7607300" y="2824163"/>
          <p14:tracePt t="35985" x="7586663" y="2838450"/>
          <p14:tracePt t="35993" x="7572375" y="2844800"/>
          <p14:tracePt t="36001" x="7566025" y="2844800"/>
          <p14:tracePt t="36009" x="7545388" y="2859088"/>
          <p14:tracePt t="36017" x="7524750" y="2865438"/>
          <p14:tracePt t="36025" x="7504113" y="2873375"/>
          <p14:tracePt t="36033" x="7475538" y="2873375"/>
          <p14:tracePt t="36041" x="7454900" y="2879725"/>
          <p14:tracePt t="36049" x="7427913" y="2894013"/>
          <p14:tracePt t="36057" x="7413625" y="2894013"/>
          <p14:tracePt t="36065" x="7385050" y="2900363"/>
          <p14:tracePt t="36073" x="7372350" y="2900363"/>
          <p14:tracePt t="36081" x="7343775" y="2900363"/>
          <p14:tracePt t="36089" x="7323138" y="2914650"/>
          <p14:tracePt t="36097" x="7316788" y="2914650"/>
          <p14:tracePt t="36105" x="7302500" y="2921000"/>
          <p14:tracePt t="36113" x="7296150" y="2921000"/>
          <p14:tracePt t="36121" x="7275513" y="2928938"/>
          <p14:tracePt t="36129" x="7261225" y="2941638"/>
          <p14:tracePt t="36137" x="7246938" y="2941638"/>
          <p14:tracePt t="36146" x="7226300" y="2949575"/>
          <p14:tracePt t="36161" x="7219950" y="2955925"/>
          <p14:tracePt t="36169" x="7205663" y="2955925"/>
          <p14:tracePt t="36185" x="7191375" y="2962275"/>
          <p14:tracePt t="36201" x="7185025" y="2962275"/>
          <p14:tracePt t="36225" x="7170738" y="2970213"/>
          <p14:tracePt t="36249" x="7164388" y="2970213"/>
          <p14:tracePt t="36273" x="7150100" y="2976563"/>
          <p14:tracePt t="36281" x="7137400" y="2982913"/>
          <p14:tracePt t="36297" x="7123113" y="2990850"/>
          <p14:tracePt t="36305" x="7108825" y="2997200"/>
          <p14:tracePt t="36313" x="7088188" y="3011488"/>
          <p14:tracePt t="36329" x="7073900" y="3017838"/>
          <p14:tracePt t="36337" x="7061200" y="3025775"/>
          <p14:tracePt t="36346" x="7038975" y="3032125"/>
          <p14:tracePt t="36353" x="7032625" y="3038475"/>
          <p14:tracePt t="36361" x="7026275" y="3046413"/>
          <p14:tracePt t="36369" x="7011988" y="3052763"/>
          <p14:tracePt t="36385" x="6997700" y="3067050"/>
          <p14:tracePt t="36401" x="6991350" y="3067050"/>
          <p14:tracePt t="37489" x="6991350" y="3059113"/>
          <p14:tracePt t="37673" x="6991350" y="3052763"/>
          <p14:tracePt t="38993" x="6997700" y="3052763"/>
          <p14:tracePt t="39001" x="7005638" y="3059113"/>
          <p14:tracePt t="39025" x="7011988" y="3059113"/>
          <p14:tracePt t="39033" x="7018338" y="3073400"/>
          <p14:tracePt t="39041" x="7026275" y="3073400"/>
          <p14:tracePt t="39049" x="7032625" y="3081338"/>
          <p14:tracePt t="39057" x="7038975" y="3087688"/>
          <p14:tracePt t="39065" x="7053263" y="3101975"/>
          <p14:tracePt t="39073" x="7067550" y="3114675"/>
          <p14:tracePt t="39081" x="7088188" y="3128963"/>
          <p14:tracePt t="39089" x="7102475" y="3135313"/>
          <p14:tracePt t="39097" x="7123113" y="3155950"/>
          <p14:tracePt t="39105" x="7143750" y="3170238"/>
          <p14:tracePt t="39113" x="7178675" y="3198813"/>
          <p14:tracePt t="39121" x="7219950" y="3240088"/>
          <p14:tracePt t="39129" x="7281863" y="3275013"/>
          <p14:tracePt t="39137" x="7358063" y="3308350"/>
          <p14:tracePt t="39145" x="7407275" y="3336925"/>
          <p14:tracePt t="39153" x="7475538" y="3351213"/>
          <p14:tracePt t="39161" x="7531100" y="3357563"/>
          <p14:tracePt t="39169" x="7580313" y="3371850"/>
          <p14:tracePt t="39177" x="7634288" y="3378200"/>
          <p14:tracePt t="39185" x="7683500" y="3384550"/>
          <p14:tracePt t="39193" x="7739063" y="3392488"/>
          <p14:tracePt t="39201" x="7794625" y="3405188"/>
          <p14:tracePt t="39209" x="7870825" y="3413125"/>
          <p14:tracePt t="39217" x="7926388" y="3419475"/>
          <p14:tracePt t="39225" x="7994650" y="3419475"/>
          <p14:tracePt t="39233" x="8056563" y="3419475"/>
          <p14:tracePt t="39241" x="8112125" y="3419475"/>
          <p14:tracePt t="39249" x="8167688" y="3419475"/>
          <p14:tracePt t="39257" x="8202613" y="3419475"/>
          <p14:tracePt t="39265" x="8237538" y="3419475"/>
          <p14:tracePt t="39273" x="8243888" y="3419475"/>
          <p14:tracePt t="39281" x="8258175" y="3419475"/>
          <p14:tracePt t="39289" x="8264525" y="3419475"/>
          <p14:tracePt t="39297" x="8272463" y="3419475"/>
          <p14:tracePt t="39305" x="8293100" y="3419475"/>
          <p14:tracePt t="39313" x="8305800" y="3419475"/>
          <p14:tracePt t="39321" x="8326438" y="3419475"/>
          <p14:tracePt t="39329" x="8348663" y="3413125"/>
          <p14:tracePt t="39337" x="8361363" y="3413125"/>
          <p14:tracePt t="39346" x="8369300" y="3413125"/>
          <p14:tracePt t="39353" x="8382000" y="3405188"/>
          <p14:tracePt t="39393" x="8389938" y="3398838"/>
          <p14:tracePt t="39593" x="8396288" y="3398838"/>
          <p14:tracePt t="39601" x="8402638" y="3398838"/>
          <p14:tracePt t="39609" x="8416925" y="3398838"/>
          <p14:tracePt t="39617" x="8431213" y="3413125"/>
          <p14:tracePt t="39633" x="8451850" y="3419475"/>
          <p14:tracePt t="39649" x="8458200" y="3427413"/>
          <p14:tracePt t="39665" x="8466138" y="3427413"/>
          <p14:tracePt t="39673" x="8472488" y="3427413"/>
          <p14:tracePt t="39689" x="8478838" y="3427413"/>
          <p14:tracePt t="39697" x="8486775" y="3427413"/>
          <p14:tracePt t="39705" x="8493125" y="3427413"/>
          <p14:tracePt t="39721" x="8499475" y="3427413"/>
          <p14:tracePt t="39729" x="8507413" y="3427413"/>
          <p14:tracePt t="39753" x="8513763" y="3427413"/>
          <p14:tracePt t="39777" x="8521700" y="3427413"/>
          <p14:tracePt t="39793" x="8528050" y="3427413"/>
          <p14:tracePt t="39801" x="8534400" y="3419475"/>
          <p14:tracePt t="39841" x="8542338" y="3413125"/>
          <p14:tracePt t="39889" x="8548688" y="3413125"/>
          <p14:tracePt t="39993" x="8555038" y="3413125"/>
          <p14:tracePt t="40009" x="8569325" y="3413125"/>
          <p14:tracePt t="40017" x="8583613" y="3405188"/>
          <p14:tracePt t="40025" x="8597900" y="3405188"/>
          <p14:tracePt t="40033" x="8604250" y="3405188"/>
          <p14:tracePt t="40041" x="8631238" y="3392488"/>
          <p14:tracePt t="40049" x="8651875" y="3392488"/>
          <p14:tracePt t="40057" x="8659813" y="3392488"/>
          <p14:tracePt t="40065" x="8672513" y="3392488"/>
          <p14:tracePt t="40073" x="8680450" y="3392488"/>
          <p14:tracePt t="40201" x="8686800" y="3392488"/>
          <p14:tracePt t="40321" x="8694738" y="3392488"/>
          <p14:tracePt t="40329" x="8701088" y="3384550"/>
          <p14:tracePt t="40337" x="8707438" y="3378200"/>
          <p14:tracePt t="40346" x="8715375" y="3378200"/>
          <p14:tracePt t="40353" x="8728075" y="3371850"/>
          <p14:tracePt t="40362" x="8736013" y="3371850"/>
          <p14:tracePt t="40377" x="8742363" y="3371850"/>
          <p14:tracePt t="40385" x="8756650" y="3371850"/>
          <p14:tracePt t="40409" x="8763000" y="3371850"/>
          <p14:tracePt t="40465" x="8770938" y="3371850"/>
          <p14:tracePt t="40489" x="8777288" y="3371850"/>
          <p14:tracePt t="40497" x="8783638" y="3371850"/>
          <p14:tracePt t="40513" x="8791575" y="3363913"/>
          <p14:tracePt t="40553" x="8797925" y="3363913"/>
          <p14:tracePt t="40745" x="8797925" y="3357563"/>
          <p14:tracePt t="40753" x="8804275" y="3357563"/>
          <p14:tracePt t="40890" x="8804275" y="3351213"/>
          <p14:tracePt t="40913" x="8804275" y="3343275"/>
          <p14:tracePt t="40921" x="8804275" y="3328988"/>
          <p14:tracePt t="40937" x="8797925" y="3316288"/>
          <p14:tracePt t="40945" x="8783638" y="3308350"/>
          <p14:tracePt t="40953" x="8777288" y="3308350"/>
          <p14:tracePt t="40969" x="8763000" y="3302000"/>
          <p14:tracePt t="40985" x="8756650" y="3302000"/>
          <p14:tracePt t="41001" x="8742363" y="3295650"/>
          <p14:tracePt t="41009" x="8736013" y="3295650"/>
          <p14:tracePt t="41017" x="8715375" y="3281363"/>
          <p14:tracePt t="41025" x="8666163" y="3254375"/>
          <p14:tracePt t="41033" x="8583613" y="3205163"/>
          <p14:tracePt t="41041" x="8458200" y="3135313"/>
          <p14:tracePt t="41049" x="8237538" y="3011488"/>
          <p14:tracePt t="41057" x="8015288" y="2886075"/>
          <p14:tracePt t="41065" x="7753350" y="2706688"/>
          <p14:tracePt t="41073" x="7504113" y="2533650"/>
          <p14:tracePt t="41081" x="7254875" y="2436813"/>
          <p14:tracePt t="41089" x="7032625" y="2284413"/>
          <p14:tracePt t="41097" x="6777038" y="2146300"/>
          <p14:tracePt t="41105" x="6465888" y="1993900"/>
          <p14:tracePt t="41113" x="6043613" y="1779588"/>
          <p14:tracePt t="41121" x="5545138" y="1550988"/>
          <p14:tracePt t="41129" x="4941888" y="1273175"/>
          <p14:tracePt t="41137" x="4243388" y="955675"/>
          <p14:tracePt t="41145" x="3598863" y="644525"/>
          <p14:tracePt t="41153" x="2955925" y="407988"/>
          <p14:tracePt t="41161" x="2339975" y="173038"/>
          <p14:tracePt t="41169" x="1868488" y="55563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ALGORITHM</a:t>
            </a:r>
            <a:endParaRPr/>
          </a:p>
        </p:txBody>
      </p:sp>
      <p:sp>
        <p:nvSpPr>
          <p:cNvPr id="303" name="Google Shape;303;p19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 solution for incomplete data</a:t>
            </a:r>
            <a:endParaRPr/>
          </a:p>
        </p:txBody>
      </p:sp>
      <p:sp>
        <p:nvSpPr>
          <p:cNvPr id="304" name="Google Shape;304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INCOMPLETE DATA</a:t>
            </a:r>
            <a:endParaRPr/>
          </a:p>
        </p:txBody>
      </p:sp>
      <p:sp>
        <p:nvSpPr>
          <p:cNvPr id="311" name="Google Shape;311;p20"/>
          <p:cNvSpPr txBox="1">
            <a:spLocks noGrp="1"/>
          </p:cNvSpPr>
          <p:nvPr>
            <p:ph type="body" idx="1"/>
          </p:nvPr>
        </p:nvSpPr>
        <p:spPr>
          <a:xfrm>
            <a:off x="143150" y="1327350"/>
            <a:ext cx="8073900" cy="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to estimate of </a:t>
            </a: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head probability</a:t>
            </a:r>
            <a:r>
              <a:rPr lang="en"/>
              <a:t> (</a:t>
            </a:r>
            <a:r>
              <a:rPr lang="en" i="1"/>
              <a:t>θ</a:t>
            </a:r>
            <a:r>
              <a:rPr lang="en"/>
              <a:t>) of each coin?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312" name="Google Shape;312;p2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303721" y="620685"/>
            <a:ext cx="309950" cy="309969"/>
          </a:xfrm>
          <a:custGeom>
            <a:avLst/>
            <a:gdLst/>
            <a:ahLst/>
            <a:cxnLst/>
            <a:rect l="l" t="t" r="r" b="b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4073300" y="1853900"/>
            <a:ext cx="86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Dosis"/>
                <a:ea typeface="Dosis"/>
                <a:cs typeface="Dosis"/>
                <a:sym typeface="Dosis"/>
              </a:rPr>
              <a:t>latent</a:t>
            </a:r>
            <a:endParaRPr sz="24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15" name="Google Shape;315;p20"/>
          <p:cNvCxnSpPr>
            <a:endCxn id="314" idx="1"/>
          </p:cNvCxnSpPr>
          <p:nvPr/>
        </p:nvCxnSpPr>
        <p:spPr>
          <a:xfrm rot="10800000" flipH="1">
            <a:off x="2784800" y="2130950"/>
            <a:ext cx="1288500" cy="332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16" name="Google Shape;316;p20"/>
          <p:cNvGrpSpPr/>
          <p:nvPr/>
        </p:nvGrpSpPr>
        <p:grpSpPr>
          <a:xfrm>
            <a:off x="2457752" y="2407997"/>
            <a:ext cx="4761574" cy="2700778"/>
            <a:chOff x="552752" y="2407997"/>
            <a:chExt cx="4761574" cy="2700778"/>
          </a:xfrm>
        </p:grpSpPr>
        <p:pic>
          <p:nvPicPr>
            <p:cNvPr id="317" name="Google Shape;31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2752" y="2407997"/>
              <a:ext cx="2880917" cy="22810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20"/>
            <p:cNvSpPr txBox="1"/>
            <p:nvPr/>
          </p:nvSpPr>
          <p:spPr>
            <a:xfrm>
              <a:off x="1060401" y="4708575"/>
              <a:ext cx="1966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5 sets, 10 tosses per set</a:t>
              </a:r>
              <a:endParaRPr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319" name="Google Shape;319;p20"/>
            <p:cNvCxnSpPr>
              <a:stCxn id="318" idx="0"/>
            </p:cNvCxnSpPr>
            <p:nvPr/>
          </p:nvCxnSpPr>
          <p:spPr>
            <a:xfrm rot="10800000" flipH="1">
              <a:off x="2043801" y="4443075"/>
              <a:ext cx="205800" cy="265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320" name="Google Shape;320;p20"/>
            <p:cNvPicPr preferRelativeResize="0"/>
            <p:nvPr/>
          </p:nvPicPr>
          <p:blipFill rotWithShape="1">
            <a:blip r:embed="rId4">
              <a:alphaModFix/>
            </a:blip>
            <a:srcRect r="77447"/>
            <a:stretch/>
          </p:blipFill>
          <p:spPr>
            <a:xfrm>
              <a:off x="4398888" y="2764855"/>
              <a:ext cx="392838" cy="14429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20"/>
            <p:cNvSpPr txBox="1"/>
            <p:nvPr/>
          </p:nvSpPr>
          <p:spPr>
            <a:xfrm>
              <a:off x="4791726" y="2822619"/>
              <a:ext cx="522600" cy="41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?</a:t>
              </a:r>
              <a:endParaRPr sz="2400"/>
            </a:p>
          </p:txBody>
        </p:sp>
        <p:sp>
          <p:nvSpPr>
            <p:cNvPr id="322" name="Google Shape;322;p20"/>
            <p:cNvSpPr txBox="1"/>
            <p:nvPr/>
          </p:nvSpPr>
          <p:spPr>
            <a:xfrm>
              <a:off x="4791726" y="3635813"/>
              <a:ext cx="522600" cy="41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?</a:t>
              </a:r>
              <a:endParaRPr sz="2400"/>
            </a:p>
          </p:txBody>
        </p:sp>
        <p:pic>
          <p:nvPicPr>
            <p:cNvPr id="323" name="Google Shape;323;p20"/>
            <p:cNvPicPr preferRelativeResize="0"/>
            <p:nvPr/>
          </p:nvPicPr>
          <p:blipFill rotWithShape="1">
            <a:blip r:embed="rId5">
              <a:alphaModFix/>
            </a:blip>
            <a:srcRect t="43065" r="89689" b="42527"/>
            <a:stretch/>
          </p:blipFill>
          <p:spPr>
            <a:xfrm>
              <a:off x="3878945" y="2865095"/>
              <a:ext cx="522468" cy="407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20"/>
            <p:cNvPicPr preferRelativeResize="0"/>
            <p:nvPr/>
          </p:nvPicPr>
          <p:blipFill rotWithShape="1">
            <a:blip r:embed="rId5">
              <a:alphaModFix/>
            </a:blip>
            <a:srcRect l="742" t="57618" r="89464" b="28037"/>
            <a:stretch/>
          </p:blipFill>
          <p:spPr>
            <a:xfrm>
              <a:off x="3892068" y="3684543"/>
              <a:ext cx="496222" cy="405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5" name="Google Shape;325;p20"/>
          <p:cNvSpPr txBox="1"/>
          <p:nvPr/>
        </p:nvSpPr>
        <p:spPr>
          <a:xfrm>
            <a:off x="2124597" y="2463350"/>
            <a:ext cx="478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1</a:t>
            </a:r>
            <a:endParaRPr sz="1800" baseline="-250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2</a:t>
            </a:r>
            <a:endParaRPr sz="1800" baseline="-25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3</a:t>
            </a:r>
            <a:endParaRPr sz="1800" baseline="-25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4</a:t>
            </a:r>
            <a:endParaRPr sz="1800" baseline="-25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5</a:t>
            </a:r>
            <a:endParaRPr sz="1800" baseline="-25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cxnSp>
        <p:nvCxnSpPr>
          <p:cNvPr id="327" name="Google Shape;327;p20"/>
          <p:cNvCxnSpPr>
            <a:endCxn id="314" idx="3"/>
          </p:cNvCxnSpPr>
          <p:nvPr/>
        </p:nvCxnSpPr>
        <p:spPr>
          <a:xfrm rot="10800000">
            <a:off x="4937000" y="2130950"/>
            <a:ext cx="797400" cy="672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 advTm="34711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512" x="4484688" y="1260475"/>
          <p14:tracePt t="2535" x="4492625" y="1260475"/>
          <p14:tracePt t="2543" x="4506913" y="1266825"/>
          <p14:tracePt t="2559" x="4513263" y="1266825"/>
          <p14:tracePt t="2831" x="4506913" y="1266825"/>
          <p14:tracePt t="2839" x="4498975" y="1266825"/>
          <p14:tracePt t="2863" x="4492625" y="1266825"/>
          <p14:tracePt t="2887" x="4464050" y="1266825"/>
          <p14:tracePt t="2895" x="4443413" y="1281113"/>
          <p14:tracePt t="2903" x="4430713" y="1287463"/>
          <p14:tracePt t="2911" x="4410075" y="1293813"/>
          <p14:tracePt t="2919" x="4387850" y="1301750"/>
          <p14:tracePt t="2927" x="4381500" y="1301750"/>
          <p14:tracePt t="2935" x="4360863" y="1316038"/>
          <p14:tracePt t="2951" x="4354513" y="1322388"/>
          <p14:tracePt t="3775" x="4340225" y="1343025"/>
          <p14:tracePt t="3783" x="4264025" y="1404938"/>
          <p14:tracePt t="3791" x="4117975" y="1489075"/>
          <p14:tracePt t="3799" x="3897313" y="1585913"/>
          <p14:tracePt t="3807" x="3668713" y="1695450"/>
          <p14:tracePt t="3815" x="3446463" y="1792288"/>
          <p14:tracePt t="3823" x="3273425" y="1868488"/>
          <p14:tracePt t="3831" x="3114675" y="1944688"/>
          <p14:tracePt t="3839" x="3052763" y="1965325"/>
          <p14:tracePt t="3847" x="3003550" y="1987550"/>
          <p14:tracePt t="3855" x="2976563" y="2000250"/>
          <p14:tracePt t="3863" x="2949575" y="2020888"/>
          <p14:tracePt t="3871" x="2914650" y="2035175"/>
          <p14:tracePt t="3879" x="2894013" y="2062163"/>
          <p14:tracePt t="3887" x="2865438" y="2090738"/>
          <p14:tracePt t="3895" x="2844800" y="2117725"/>
          <p14:tracePt t="3903" x="2817813" y="2152650"/>
          <p14:tracePt t="3911" x="2803525" y="2181225"/>
          <p14:tracePt t="3919" x="2797175" y="2201863"/>
          <p14:tracePt t="3927" x="2789238" y="2222500"/>
          <p14:tracePt t="3935" x="2789238" y="2228850"/>
          <p14:tracePt t="3943" x="2789238" y="2243138"/>
          <p14:tracePt t="3951" x="2789238" y="2249488"/>
          <p14:tracePt t="3959" x="2797175" y="2257425"/>
          <p14:tracePt t="3967" x="2817813" y="2278063"/>
          <p14:tracePt t="3976" x="2824163" y="2278063"/>
          <p14:tracePt t="4335" x="2824163" y="2284413"/>
          <p14:tracePt t="4343" x="2824163" y="2298700"/>
          <p14:tracePt t="4359" x="2824163" y="2305050"/>
          <p14:tracePt t="4367" x="2824163" y="2311400"/>
          <p14:tracePt t="4384" x="2824163" y="2319338"/>
          <p14:tracePt t="4399" x="2824163" y="2325688"/>
          <p14:tracePt t="4423" x="2824163" y="2339975"/>
          <p14:tracePt t="4447" x="2824163" y="2346325"/>
          <p14:tracePt t="4463" x="2824163" y="2354263"/>
          <p14:tracePt t="4471" x="2824163" y="2360613"/>
          <p14:tracePt t="4487" x="2824163" y="2366963"/>
          <p14:tracePt t="4495" x="2824163" y="2374900"/>
          <p14:tracePt t="4519" x="2817813" y="2387600"/>
          <p14:tracePt t="4527" x="2817813" y="2395538"/>
          <p14:tracePt t="4535" x="2817813" y="2401888"/>
          <p14:tracePt t="4543" x="2817813" y="2409825"/>
          <p14:tracePt t="4551" x="2809875" y="2430463"/>
          <p14:tracePt t="4583" x="2809875" y="2436813"/>
          <p14:tracePt t="4591" x="2809875" y="2443163"/>
          <p14:tracePt t="4599" x="2797175" y="2457450"/>
          <p14:tracePt t="4607" x="2797175" y="2478088"/>
          <p14:tracePt t="4615" x="2782888" y="2492375"/>
          <p14:tracePt t="4623" x="2782888" y="2506663"/>
          <p14:tracePt t="4631" x="2774950" y="2519363"/>
          <p14:tracePt t="4639" x="2774950" y="2527300"/>
          <p14:tracePt t="4647" x="2774950" y="2547938"/>
          <p14:tracePt t="4655" x="2774950" y="2554288"/>
          <p14:tracePt t="4663" x="2768600" y="2568575"/>
          <p14:tracePt t="4671" x="2768600" y="2574925"/>
          <p14:tracePt t="4687" x="2768600" y="2589213"/>
          <p14:tracePt t="4695" x="2762250" y="2603500"/>
          <p14:tracePt t="4703" x="2762250" y="2609850"/>
          <p14:tracePt t="4711" x="2762250" y="2616200"/>
          <p14:tracePt t="4719" x="2762250" y="2624138"/>
          <p14:tracePt t="4727" x="2762250" y="2636838"/>
          <p14:tracePt t="4735" x="2754313" y="2644775"/>
          <p14:tracePt t="4751" x="2754313" y="2659063"/>
          <p14:tracePt t="4759" x="2754313" y="2665413"/>
          <p14:tracePt t="4767" x="2754313" y="2679700"/>
          <p14:tracePt t="4776" x="2747963" y="2692400"/>
          <p14:tracePt t="4791" x="2747963" y="2706688"/>
          <p14:tracePt t="4807" x="2747963" y="2720975"/>
          <p14:tracePt t="4815" x="2747963" y="2727325"/>
          <p14:tracePt t="4823" x="2747963" y="2733675"/>
          <p14:tracePt t="4831" x="2747963" y="2747963"/>
          <p14:tracePt t="4847" x="2747963" y="2755900"/>
          <p14:tracePt t="4855" x="2747963" y="2768600"/>
          <p14:tracePt t="4863" x="2747963" y="2782888"/>
          <p14:tracePt t="4871" x="2747963" y="2803525"/>
          <p14:tracePt t="4879" x="2747963" y="2824163"/>
          <p14:tracePt t="4894" x="2733675" y="2838450"/>
          <p14:tracePt t="4895" x="2727325" y="2852738"/>
          <p14:tracePt t="4903" x="2727325" y="2865438"/>
          <p14:tracePt t="4911" x="2727325" y="2886075"/>
          <p14:tracePt t="4919" x="2727325" y="2906713"/>
          <p14:tracePt t="4927" x="2727325" y="2941638"/>
          <p14:tracePt t="4935" x="2720975" y="2970213"/>
          <p14:tracePt t="4943" x="2706688" y="2997200"/>
          <p14:tracePt t="4951" x="2706688" y="3038475"/>
          <p14:tracePt t="4959" x="2700338" y="3067050"/>
          <p14:tracePt t="4967" x="2692400" y="3087688"/>
          <p14:tracePt t="4976" x="2692400" y="3122613"/>
          <p14:tracePt t="4983" x="2678113" y="3143250"/>
          <p14:tracePt t="4991" x="2665413" y="3170238"/>
          <p14:tracePt t="4999" x="2657475" y="3190875"/>
          <p14:tracePt t="5007" x="2657475" y="3205163"/>
          <p14:tracePt t="5015" x="2651125" y="3225800"/>
          <p14:tracePt t="5024" x="2644775" y="3240088"/>
          <p14:tracePt t="5031" x="2644775" y="3254375"/>
          <p14:tracePt t="5039" x="2636838" y="3275013"/>
          <p14:tracePt t="5047" x="2636838" y="3295650"/>
          <p14:tracePt t="5055" x="2636838" y="3308350"/>
          <p14:tracePt t="5063" x="2624138" y="3328988"/>
          <p14:tracePt t="5071" x="2616200" y="3343275"/>
          <p14:tracePt t="5079" x="2609850" y="3357563"/>
          <p14:tracePt t="5087" x="2595563" y="3384550"/>
          <p14:tracePt t="5095" x="2589213" y="3392488"/>
          <p14:tracePt t="5103" x="2589213" y="3405188"/>
          <p14:tracePt t="5111" x="2581275" y="3433763"/>
          <p14:tracePt t="5119" x="2568575" y="3448050"/>
          <p14:tracePt t="5127" x="2568575" y="3460750"/>
          <p14:tracePt t="5135" x="2568575" y="3475038"/>
          <p14:tracePt t="5143" x="2560638" y="3481388"/>
          <p14:tracePt t="5151" x="2560638" y="3489325"/>
          <p14:tracePt t="5159" x="2547938" y="3509963"/>
          <p14:tracePt t="5176" x="2540000" y="3524250"/>
          <p14:tracePt t="5183" x="2540000" y="3530600"/>
          <p14:tracePt t="5191" x="2540000" y="3544888"/>
          <p14:tracePt t="5199" x="2533650" y="3551238"/>
          <p14:tracePt t="5207" x="2533650" y="3557588"/>
          <p14:tracePt t="5215" x="2527300" y="3565525"/>
          <p14:tracePt t="5223" x="2527300" y="3571875"/>
          <p14:tracePt t="5231" x="2527300" y="3578225"/>
          <p14:tracePt t="5239" x="2527300" y="3586163"/>
          <p14:tracePt t="5247" x="2527300" y="3592513"/>
          <p14:tracePt t="5255" x="2519363" y="3600450"/>
          <p14:tracePt t="5271" x="2519363" y="3606800"/>
          <p14:tracePt t="5279" x="2519363" y="3613150"/>
          <p14:tracePt t="5287" x="2519363" y="3621088"/>
          <p14:tracePt t="5296" x="2519363" y="3627438"/>
          <p14:tracePt t="5303" x="2519363" y="3641725"/>
          <p14:tracePt t="5311" x="2519363" y="3654425"/>
          <p14:tracePt t="5327" x="2519363" y="3668713"/>
          <p14:tracePt t="5335" x="2519363" y="3676650"/>
          <p14:tracePt t="5343" x="2519363" y="3689350"/>
          <p14:tracePt t="5351" x="2519363" y="3709988"/>
          <p14:tracePt t="5359" x="2519363" y="3724275"/>
          <p14:tracePt t="5367" x="2519363" y="3738563"/>
          <p14:tracePt t="5376" x="2519363" y="3751263"/>
          <p14:tracePt t="5383" x="2519363" y="3765550"/>
          <p14:tracePt t="5391" x="2519363" y="3779838"/>
          <p14:tracePt t="5399" x="2519363" y="3786188"/>
          <p14:tracePt t="5407" x="2519363" y="3800475"/>
          <p14:tracePt t="5415" x="2519363" y="3806825"/>
          <p14:tracePt t="5423" x="2519363" y="3821113"/>
          <p14:tracePt t="5439" x="2519363" y="3835400"/>
          <p14:tracePt t="5447" x="2513013" y="3849688"/>
          <p14:tracePt t="5455" x="2513013" y="3856038"/>
          <p14:tracePt t="5463" x="2513013" y="3876675"/>
          <p14:tracePt t="5471" x="2513013" y="3903663"/>
          <p14:tracePt t="5479" x="2513013" y="3938588"/>
          <p14:tracePt t="5487" x="2513013" y="3973513"/>
          <p14:tracePt t="5495" x="2513013" y="4000500"/>
          <p14:tracePt t="5503" x="2513013" y="4022725"/>
          <p14:tracePt t="5511" x="2513013" y="4043363"/>
          <p14:tracePt t="5519" x="2513013" y="4049713"/>
          <p14:tracePt t="5527" x="2513013" y="4064000"/>
          <p14:tracePt t="5535" x="2513013" y="4070350"/>
          <p14:tracePt t="5543" x="2513013" y="4090988"/>
          <p14:tracePt t="5551" x="2513013" y="4105275"/>
          <p14:tracePt t="5559" x="2513013" y="4119563"/>
          <p14:tracePt t="5567" x="2513013" y="4132263"/>
          <p14:tracePt t="5576" x="2513013" y="4152900"/>
          <p14:tracePt t="5583" x="2519363" y="4195763"/>
          <p14:tracePt t="5591" x="2533650" y="4237038"/>
          <p14:tracePt t="5599" x="2554288" y="4278313"/>
          <p14:tracePt t="5607" x="2560638" y="4313238"/>
          <p14:tracePt t="5615" x="2574925" y="4348163"/>
          <p14:tracePt t="5623" x="2589213" y="4381500"/>
          <p14:tracePt t="5631" x="2595563" y="4395788"/>
          <p14:tracePt t="5639" x="2595563" y="4410075"/>
          <p14:tracePt t="5647" x="2601913" y="4416425"/>
          <p14:tracePt t="5655" x="2601913" y="4422775"/>
          <p14:tracePt t="5663" x="2609850" y="4437063"/>
          <p14:tracePt t="5671" x="2609850" y="4457700"/>
          <p14:tracePt t="5679" x="2616200" y="4465638"/>
          <p14:tracePt t="5687" x="2616200" y="4486275"/>
          <p14:tracePt t="5695" x="2616200" y="4498975"/>
          <p14:tracePt t="5703" x="2624138" y="4513263"/>
          <p14:tracePt t="5711" x="2624138" y="4521200"/>
          <p14:tracePt t="5719" x="2624138" y="4527550"/>
          <p14:tracePt t="5727" x="2624138" y="4533900"/>
          <p14:tracePt t="5735" x="2630488" y="4541838"/>
          <p14:tracePt t="5751" x="2630488" y="4548188"/>
          <p14:tracePt t="5759" x="2636838" y="4548188"/>
          <p14:tracePt t="5767" x="2644775" y="4554538"/>
          <p14:tracePt t="5776" x="2644775" y="4562475"/>
          <p14:tracePt t="5783" x="2657475" y="4575175"/>
          <p14:tracePt t="5799" x="2657475" y="4589463"/>
          <p14:tracePt t="5807" x="2665413" y="4589463"/>
          <p14:tracePt t="5815" x="2671763" y="4603750"/>
          <p14:tracePt t="5847" x="2678113" y="4603750"/>
          <p14:tracePt t="5855" x="2686050" y="4603750"/>
          <p14:tracePt t="5863" x="2700338" y="4610100"/>
          <p14:tracePt t="5879" x="2706688" y="4610100"/>
          <p14:tracePt t="5895" x="2720975" y="4610100"/>
          <p14:tracePt t="5927" x="2727325" y="4610100"/>
          <p14:tracePt t="5943" x="2733675" y="4610100"/>
          <p14:tracePt t="5951" x="2741613" y="4610100"/>
          <p14:tracePt t="5959" x="2747963" y="4610100"/>
          <p14:tracePt t="5976" x="2754313" y="4610100"/>
          <p14:tracePt t="5991" x="2762250" y="4610100"/>
          <p14:tracePt t="6007" x="2768600" y="4610100"/>
          <p14:tracePt t="6023" x="2774950" y="4603750"/>
          <p14:tracePt t="6047" x="2782888" y="4597400"/>
          <p14:tracePt t="6063" x="2782888" y="4589463"/>
          <p14:tracePt t="6071" x="2789238" y="4589463"/>
          <p14:tracePt t="6087" x="2789238" y="4583113"/>
          <p14:tracePt t="6103" x="2797175" y="4575175"/>
          <p14:tracePt t="6111" x="2797175" y="4568825"/>
          <p14:tracePt t="6119" x="2803525" y="4554538"/>
          <p14:tracePt t="6135" x="2803525" y="4533900"/>
          <p14:tracePt t="6143" x="2809875" y="4533900"/>
          <p14:tracePt t="6151" x="2809875" y="4527550"/>
          <p14:tracePt t="6159" x="2809875" y="4521200"/>
          <p14:tracePt t="6167" x="2809875" y="4513263"/>
          <p14:tracePt t="6176" x="2809875" y="4498975"/>
          <p14:tracePt t="6183" x="2817813" y="4486275"/>
          <p14:tracePt t="6191" x="2817813" y="4471988"/>
          <p14:tracePt t="6199" x="2830513" y="4457700"/>
          <p14:tracePt t="6207" x="2830513" y="4451350"/>
          <p14:tracePt t="6215" x="2830513" y="4430713"/>
          <p14:tracePt t="6223" x="2844800" y="4410075"/>
          <p14:tracePt t="6231" x="2844800" y="4402138"/>
          <p14:tracePt t="6239" x="2844800" y="4395788"/>
          <p14:tracePt t="6247" x="2844800" y="4375150"/>
          <p14:tracePt t="6255" x="2844800" y="4368800"/>
          <p14:tracePt t="6263" x="2844800" y="4348163"/>
          <p14:tracePt t="6271" x="2844800" y="4325938"/>
          <p14:tracePt t="6279" x="2844800" y="4305300"/>
          <p14:tracePt t="6287" x="2844800" y="4284663"/>
          <p14:tracePt t="6295" x="2844800" y="4264025"/>
          <p14:tracePt t="6303" x="2844800" y="4229100"/>
          <p14:tracePt t="6311" x="2844800" y="4202113"/>
          <p14:tracePt t="6319" x="2844800" y="4160838"/>
          <p14:tracePt t="6327" x="2844800" y="4119563"/>
          <p14:tracePt t="6335" x="2844800" y="4084638"/>
          <p14:tracePt t="6343" x="2844800" y="4049713"/>
          <p14:tracePt t="6351" x="2830513" y="4014788"/>
          <p14:tracePt t="6359" x="2830513" y="3979863"/>
          <p14:tracePt t="6367" x="2830513" y="3959225"/>
          <p14:tracePt t="6376" x="2830513" y="3932238"/>
          <p14:tracePt t="6383" x="2830513" y="3911600"/>
          <p14:tracePt t="6391" x="2830513" y="3890963"/>
          <p14:tracePt t="6399" x="2830513" y="3876675"/>
          <p14:tracePt t="6407" x="2830513" y="3841750"/>
          <p14:tracePt t="6415" x="2830513" y="3806825"/>
          <p14:tracePt t="6423" x="2830513" y="3794125"/>
          <p14:tracePt t="6431" x="2830513" y="3765550"/>
          <p14:tracePt t="6439" x="2830513" y="3730625"/>
          <p14:tracePt t="6447" x="2830513" y="3689350"/>
          <p14:tracePt t="6455" x="2838450" y="3641725"/>
          <p14:tracePt t="6463" x="2844800" y="3586163"/>
          <p14:tracePt t="6471" x="2859088" y="3524250"/>
          <p14:tracePt t="6479" x="2873375" y="3468688"/>
          <p14:tracePt t="6487" x="2894013" y="3427413"/>
          <p14:tracePt t="6495" x="2900363" y="3384550"/>
          <p14:tracePt t="6503" x="2914650" y="3328988"/>
          <p14:tracePt t="6511" x="2927350" y="3281363"/>
          <p14:tracePt t="6519" x="2935288" y="3232150"/>
          <p14:tracePt t="6527" x="2941638" y="3184525"/>
          <p14:tracePt t="6535" x="2949575" y="3143250"/>
          <p14:tracePt t="6543" x="2962275" y="3073400"/>
          <p14:tracePt t="6551" x="2970213" y="3017838"/>
          <p14:tracePt t="6559" x="2976563" y="2941638"/>
          <p14:tracePt t="6567" x="2982913" y="2894013"/>
          <p14:tracePt t="6576" x="2982913" y="2832100"/>
          <p14:tracePt t="6583" x="2997200" y="2782888"/>
          <p14:tracePt t="6591" x="3003550" y="2733675"/>
          <p14:tracePt t="6599" x="3003550" y="2700338"/>
          <p14:tracePt t="6607" x="3011488" y="2651125"/>
          <p14:tracePt t="6615" x="3011488" y="2603500"/>
          <p14:tracePt t="6623" x="3011488" y="2554288"/>
          <p14:tracePt t="6631" x="3017838" y="2498725"/>
          <p14:tracePt t="6639" x="3017838" y="2471738"/>
          <p14:tracePt t="6647" x="3017838" y="2443163"/>
          <p14:tracePt t="6655" x="3017838" y="2422525"/>
          <p14:tracePt t="6663" x="3017838" y="2416175"/>
          <p14:tracePt t="6671" x="3017838" y="2409825"/>
          <p14:tracePt t="6679" x="3017838" y="2395538"/>
          <p14:tracePt t="6687" x="3017838" y="2387600"/>
          <p14:tracePt t="7351" x="3017838" y="2381250"/>
          <p14:tracePt t="7359" x="3024188" y="2374900"/>
          <p14:tracePt t="7367" x="3032125" y="2366963"/>
          <p14:tracePt t="7383" x="3046413" y="2366963"/>
          <p14:tracePt t="7391" x="3052763" y="2366963"/>
          <p14:tracePt t="7399" x="3052763" y="2360613"/>
          <p14:tracePt t="7407" x="3059113" y="2354263"/>
          <p14:tracePt t="7439" x="3067050" y="2354263"/>
          <p14:tracePt t="8639" x="3073400" y="2346325"/>
          <p14:tracePt t="8831" x="3073400" y="2339975"/>
          <p14:tracePt t="8839" x="3073400" y="2333625"/>
          <p14:tracePt t="8855" x="3073400" y="2325688"/>
          <p14:tracePt t="8879" x="3073400" y="2311400"/>
          <p14:tracePt t="8919" x="3073400" y="2305050"/>
          <p14:tracePt t="8935" x="3079750" y="2305050"/>
          <p14:tracePt t="16831" x="3079750" y="2298700"/>
          <p14:tracePt t="16863" x="3073400" y="2298700"/>
          <p14:tracePt t="16895" x="3067050" y="2298700"/>
          <p14:tracePt t="16903" x="3052763" y="2298700"/>
          <p14:tracePt t="16911" x="3046413" y="2298700"/>
          <p14:tracePt t="16919" x="3038475" y="2298700"/>
          <p14:tracePt t="16927" x="3032125" y="2298700"/>
          <p14:tracePt t="16935" x="3011488" y="2298700"/>
          <p14:tracePt t="16943" x="3003550" y="2298700"/>
          <p14:tracePt t="16959" x="2990850" y="2298700"/>
          <p14:tracePt t="16975" x="2982913" y="2298700"/>
          <p14:tracePt t="17007" x="2970213" y="2298700"/>
          <p14:tracePt t="17039" x="2962275" y="2298700"/>
          <p14:tracePt t="17055" x="2955925" y="2298700"/>
          <p14:tracePt t="17063" x="2949575" y="2298700"/>
          <p14:tracePt t="17071" x="2941638" y="2298700"/>
          <p14:tracePt t="17087" x="2935288" y="2298700"/>
          <p14:tracePt t="17103" x="2921000" y="2305050"/>
          <p14:tracePt t="17119" x="2921000" y="2311400"/>
          <p14:tracePt t="17127" x="2906713" y="2311400"/>
          <p14:tracePt t="17143" x="2894013" y="2325688"/>
          <p14:tracePt t="17151" x="2886075" y="2325688"/>
          <p14:tracePt t="17159" x="2873375" y="2333625"/>
          <p14:tracePt t="17167" x="2851150" y="2333625"/>
          <p14:tracePt t="17176" x="2844800" y="2339975"/>
          <p14:tracePt t="17183" x="2830513" y="2339975"/>
          <p14:tracePt t="17199" x="2824163" y="2339975"/>
          <p14:tracePt t="17207" x="2817813" y="2339975"/>
          <p14:tracePt t="17223" x="2803525" y="2354263"/>
          <p14:tracePt t="17247" x="2797175" y="2354263"/>
          <p14:tracePt t="17255" x="2789238" y="2354263"/>
          <p14:tracePt t="17279" x="2782888" y="2354263"/>
          <p14:tracePt t="17327" x="2782888" y="2360613"/>
          <p14:tracePt t="17343" x="2782888" y="2366963"/>
          <p14:tracePt t="17351" x="2782888" y="2374900"/>
          <p14:tracePt t="17359" x="2782888" y="2381250"/>
          <p14:tracePt t="17543" x="2774950" y="2374900"/>
          <p14:tracePt t="17551" x="2768600" y="2366963"/>
          <p14:tracePt t="17567" x="2762250" y="2354263"/>
          <p14:tracePt t="17719" x="2754313" y="2354263"/>
          <p14:tracePt t="17735" x="2747963" y="2354263"/>
          <p14:tracePt t="17759" x="2741613" y="2354263"/>
          <p14:tracePt t="17767" x="2733675" y="2354263"/>
          <p14:tracePt t="17783" x="2727325" y="2354263"/>
          <p14:tracePt t="17791" x="2720975" y="2354263"/>
          <p14:tracePt t="17799" x="2713038" y="2354263"/>
          <p14:tracePt t="17815" x="2706688" y="2354263"/>
          <p14:tracePt t="17823" x="2700338" y="2354263"/>
          <p14:tracePt t="17831" x="2692400" y="2354263"/>
          <p14:tracePt t="17847" x="2686050" y="2354263"/>
          <p14:tracePt t="17863" x="2671763" y="2354263"/>
          <p14:tracePt t="17871" x="2665413" y="2354263"/>
          <p14:tracePt t="17893" x="2651125" y="2354263"/>
          <p14:tracePt t="17903" x="2644775" y="2354263"/>
          <p14:tracePt t="17919" x="2630488" y="2354263"/>
          <p14:tracePt t="17927" x="2616200" y="2354263"/>
          <p14:tracePt t="17943" x="2601913" y="2354263"/>
          <p14:tracePt t="17951" x="2581275" y="2360613"/>
          <p14:tracePt t="17959" x="2574925" y="2360613"/>
          <p14:tracePt t="17967" x="2560638" y="2360613"/>
          <p14:tracePt t="17976" x="2554288" y="2374900"/>
          <p14:tracePt t="17983" x="2533650" y="2381250"/>
          <p14:tracePt t="17991" x="2527300" y="2381250"/>
          <p14:tracePt t="17999" x="2513013" y="2387600"/>
          <p14:tracePt t="18007" x="2498725" y="2395538"/>
          <p14:tracePt t="18015" x="2492375" y="2401888"/>
          <p14:tracePt t="18023" x="2484438" y="2409825"/>
          <p14:tracePt t="18039" x="2478088" y="2409825"/>
          <p14:tracePt t="18047" x="2478088" y="2416175"/>
          <p14:tracePt t="18055" x="2471738" y="2416175"/>
          <p14:tracePt t="18063" x="2463800" y="2422525"/>
          <p14:tracePt t="18071" x="2457450" y="2430463"/>
          <p14:tracePt t="18079" x="2451100" y="2443163"/>
          <p14:tracePt t="18087" x="2443163" y="2443163"/>
          <p14:tracePt t="18103" x="2428875" y="2457450"/>
          <p14:tracePt t="18111" x="2422525" y="2463800"/>
          <p14:tracePt t="18119" x="2422525" y="2471738"/>
          <p14:tracePt t="18127" x="2416175" y="2478088"/>
          <p14:tracePt t="18135" x="2408238" y="2484438"/>
          <p14:tracePt t="18143" x="2395538" y="2498725"/>
          <p14:tracePt t="18151" x="2387600" y="2506663"/>
          <p14:tracePt t="18159" x="2381250" y="2519363"/>
          <p14:tracePt t="18167" x="2366963" y="2533650"/>
          <p14:tracePt t="18176" x="2354263" y="2547938"/>
          <p14:tracePt t="18183" x="2354263" y="2560638"/>
          <p14:tracePt t="18191" x="2332038" y="2589213"/>
          <p14:tracePt t="18199" x="2332038" y="2603500"/>
          <p14:tracePt t="18207" x="2319338" y="2616200"/>
          <p14:tracePt t="18215" x="2305050" y="2630488"/>
          <p14:tracePt t="18223" x="2290763" y="2659063"/>
          <p14:tracePt t="18231" x="2284413" y="2671763"/>
          <p14:tracePt t="18239" x="2270125" y="2700338"/>
          <p14:tracePt t="18247" x="2263775" y="2713038"/>
          <p14:tracePt t="18255" x="2249488" y="2733675"/>
          <p14:tracePt t="18263" x="2235200" y="2762250"/>
          <p14:tracePt t="18271" x="2228850" y="2776538"/>
          <p14:tracePt t="18279" x="2214563" y="2797175"/>
          <p14:tracePt t="18287" x="2208213" y="2817813"/>
          <p14:tracePt t="18295" x="2201863" y="2838450"/>
          <p14:tracePt t="18303" x="2193925" y="2859088"/>
          <p14:tracePt t="18311" x="2187575" y="2879725"/>
          <p14:tracePt t="18319" x="2187575" y="2894013"/>
          <p14:tracePt t="18327" x="2173288" y="2928938"/>
          <p14:tracePt t="18335" x="2166938" y="2949575"/>
          <p14:tracePt t="18343" x="2146300" y="2990850"/>
          <p14:tracePt t="18352" x="2138363" y="3011488"/>
          <p14:tracePt t="18359" x="2132013" y="3032125"/>
          <p14:tracePt t="18367" x="2132013" y="3046413"/>
          <p14:tracePt t="18376" x="2132013" y="3067050"/>
          <p14:tracePt t="18383" x="2117725" y="3087688"/>
          <p14:tracePt t="18391" x="2111375" y="3101975"/>
          <p14:tracePt t="18399" x="2111375" y="3114675"/>
          <p14:tracePt t="18407" x="2105025" y="3122613"/>
          <p14:tracePt t="18415" x="2105025" y="3135313"/>
          <p14:tracePt t="18423" x="2090738" y="3163888"/>
          <p14:tracePt t="18431" x="2082800" y="3190875"/>
          <p14:tracePt t="18439" x="2082800" y="3205163"/>
          <p14:tracePt t="18447" x="2082800" y="3225800"/>
          <p14:tracePt t="18455" x="2070100" y="3232150"/>
          <p14:tracePt t="18463" x="2070100" y="3246438"/>
          <p14:tracePt t="18471" x="2062163" y="3267075"/>
          <p14:tracePt t="18479" x="2062163" y="3302000"/>
          <p14:tracePt t="18487" x="2062163" y="3322638"/>
          <p14:tracePt t="18495" x="2062163" y="3336925"/>
          <p14:tracePt t="18503" x="2062163" y="3351213"/>
          <p14:tracePt t="18511" x="2062163" y="3357563"/>
          <p14:tracePt t="18519" x="2062163" y="3378200"/>
          <p14:tracePt t="18527" x="2062163" y="3398838"/>
          <p14:tracePt t="18535" x="2062163" y="3419475"/>
          <p14:tracePt t="18543" x="2062163" y="3433763"/>
          <p14:tracePt t="18551" x="2062163" y="3454400"/>
          <p14:tracePt t="18559" x="2062163" y="3468688"/>
          <p14:tracePt t="18567" x="2062163" y="3481388"/>
          <p14:tracePt t="18576" x="2062163" y="3503613"/>
          <p14:tracePt t="18583" x="2062163" y="3524250"/>
          <p14:tracePt t="18591" x="2062163" y="3551238"/>
          <p14:tracePt t="18599" x="2062163" y="3571875"/>
          <p14:tracePt t="18607" x="2062163" y="3586163"/>
          <p14:tracePt t="18615" x="2062163" y="3606800"/>
          <p14:tracePt t="18623" x="2062163" y="3613150"/>
          <p14:tracePt t="18631" x="2062163" y="3633788"/>
          <p14:tracePt t="18639" x="2062163" y="3654425"/>
          <p14:tracePt t="18647" x="2062163" y="3676650"/>
          <p14:tracePt t="18655" x="2062163" y="3689350"/>
          <p14:tracePt t="18663" x="2062163" y="3709988"/>
          <p14:tracePt t="18671" x="2070100" y="3724275"/>
          <p14:tracePt t="18679" x="2070100" y="3744913"/>
          <p14:tracePt t="18687" x="2076450" y="3765550"/>
          <p14:tracePt t="18695" x="2082800" y="3779838"/>
          <p14:tracePt t="18703" x="2082800" y="3794125"/>
          <p14:tracePt t="18711" x="2090738" y="3806825"/>
          <p14:tracePt t="18719" x="2090738" y="3827463"/>
          <p14:tracePt t="18727" x="2090738" y="3835400"/>
          <p14:tracePt t="18735" x="2097088" y="3862388"/>
          <p14:tracePt t="18751" x="2097088" y="3876675"/>
          <p14:tracePt t="18759" x="2097088" y="3883025"/>
          <p14:tracePt t="18767" x="2111375" y="3903663"/>
          <p14:tracePt t="18776" x="2117725" y="3917950"/>
          <p14:tracePt t="18783" x="2117725" y="3932238"/>
          <p14:tracePt t="18791" x="2117725" y="3938588"/>
          <p14:tracePt t="18799" x="2125663" y="3959225"/>
          <p14:tracePt t="18807" x="2132013" y="3979863"/>
          <p14:tracePt t="18815" x="2138363" y="3994150"/>
          <p14:tracePt t="18823" x="2138363" y="4008438"/>
          <p14:tracePt t="18831" x="2152650" y="4029075"/>
          <p14:tracePt t="18839" x="2152650" y="4035425"/>
          <p14:tracePt t="18847" x="2166938" y="4064000"/>
          <p14:tracePt t="18855" x="2166938" y="4070350"/>
          <p14:tracePt t="18863" x="2181225" y="4076700"/>
          <p14:tracePt t="18871" x="2181225" y="4084638"/>
          <p14:tracePt t="18879" x="2193925" y="4098925"/>
          <p14:tracePt t="18894" x="2193925" y="4105275"/>
          <p14:tracePt t="18895" x="2193925" y="4111625"/>
          <p14:tracePt t="18903" x="2201863" y="4111625"/>
          <p14:tracePt t="18911" x="2201863" y="4125913"/>
          <p14:tracePt t="18919" x="2214563" y="4146550"/>
          <p14:tracePt t="18927" x="2214563" y="4152900"/>
          <p14:tracePt t="18935" x="2222500" y="4160838"/>
          <p14:tracePt t="18943" x="2228850" y="4181475"/>
          <p14:tracePt t="18951" x="2243138" y="4195763"/>
          <p14:tracePt t="18959" x="2249488" y="4202113"/>
          <p14:tracePt t="18967" x="2270125" y="4222750"/>
          <p14:tracePt t="18976" x="2270125" y="4237038"/>
          <p14:tracePt t="18983" x="2278063" y="4237038"/>
          <p14:tracePt t="18991" x="2290763" y="4249738"/>
          <p14:tracePt t="18999" x="2298700" y="4264025"/>
          <p14:tracePt t="19007" x="2298700" y="4271963"/>
          <p14:tracePt t="19015" x="2305050" y="4278313"/>
          <p14:tracePt t="19023" x="2311400" y="4284663"/>
          <p14:tracePt t="19031" x="2311400" y="4292600"/>
          <p14:tracePt t="19039" x="2319338" y="4292600"/>
          <p14:tracePt t="19047" x="2319338" y="4298950"/>
          <p14:tracePt t="19063" x="2332038" y="4313238"/>
          <p14:tracePt t="19071" x="2332038" y="4319588"/>
          <p14:tracePt t="19079" x="2339975" y="4319588"/>
          <p14:tracePt t="19087" x="2339975" y="4325938"/>
          <p14:tracePt t="19095" x="2354263" y="4348163"/>
          <p14:tracePt t="19103" x="2360613" y="4348163"/>
          <p14:tracePt t="19111" x="2366963" y="4354513"/>
          <p14:tracePt t="19119" x="2374900" y="4360863"/>
          <p14:tracePt t="19127" x="2381250" y="4360863"/>
          <p14:tracePt t="19135" x="2381250" y="4368800"/>
          <p14:tracePt t="19143" x="2387600" y="4368800"/>
          <p14:tracePt t="19151" x="2395538" y="4368800"/>
          <p14:tracePt t="19167" x="2401888" y="4375150"/>
          <p14:tracePt t="19176" x="2416175" y="4375150"/>
          <p14:tracePt t="19183" x="2428875" y="4381500"/>
          <p14:tracePt t="19199" x="2436813" y="4389438"/>
          <p14:tracePt t="19207" x="2443163" y="4389438"/>
          <p14:tracePt t="19215" x="2443163" y="4395788"/>
          <p14:tracePt t="19231" x="2451100" y="4395788"/>
          <p14:tracePt t="19239" x="2463800" y="4395788"/>
          <p14:tracePt t="19263" x="2478088" y="4410075"/>
          <p14:tracePt t="19279" x="2484438" y="4410075"/>
          <p14:tracePt t="19295" x="2498725" y="4410075"/>
          <p14:tracePt t="19303" x="2505075" y="4410075"/>
          <p14:tracePt t="19311" x="2513013" y="4410075"/>
          <p14:tracePt t="19319" x="2527300" y="4410075"/>
          <p14:tracePt t="19327" x="2540000" y="4410075"/>
          <p14:tracePt t="19335" x="2554288" y="4410075"/>
          <p14:tracePt t="19343" x="2574925" y="4410075"/>
          <p14:tracePt t="19351" x="2589213" y="4410075"/>
          <p14:tracePt t="19359" x="2601913" y="4410075"/>
          <p14:tracePt t="19367" x="2609850" y="4410075"/>
          <p14:tracePt t="19375" x="2616200" y="4410075"/>
          <p14:tracePt t="19383" x="2630488" y="4410075"/>
          <p14:tracePt t="19407" x="2644775" y="4410075"/>
          <p14:tracePt t="19423" x="2651125" y="4410075"/>
          <p14:tracePt t="19431" x="2657475" y="4410075"/>
          <p14:tracePt t="19439" x="2671763" y="4410075"/>
          <p14:tracePt t="19455" x="2692400" y="4402138"/>
          <p14:tracePt t="19471" x="2706688" y="4395788"/>
          <p14:tracePt t="19479" x="2713038" y="4389438"/>
          <p14:tracePt t="19487" x="2720975" y="4381500"/>
          <p14:tracePt t="19495" x="2720975" y="4375150"/>
          <p14:tracePt t="19503" x="2727325" y="4375150"/>
          <p14:tracePt t="19511" x="2733675" y="4375150"/>
          <p14:tracePt t="19519" x="2741613" y="4368800"/>
          <p14:tracePt t="19535" x="2741613" y="4360863"/>
          <p14:tracePt t="19543" x="2747963" y="4348163"/>
          <p14:tracePt t="19559" x="2754313" y="4348163"/>
          <p14:tracePt t="19567" x="2762250" y="4340225"/>
          <p14:tracePt t="19576" x="2762250" y="4325938"/>
          <p14:tracePt t="19583" x="2768600" y="4319588"/>
          <p14:tracePt t="19591" x="2774950" y="4313238"/>
          <p14:tracePt t="19599" x="2782888" y="4305300"/>
          <p14:tracePt t="19607" x="2782888" y="4298950"/>
          <p14:tracePt t="19615" x="2789238" y="4298950"/>
          <p14:tracePt t="19623" x="2797175" y="4278313"/>
          <p14:tracePt t="19631" x="2803525" y="4271963"/>
          <p14:tracePt t="19639" x="2803525" y="4257675"/>
          <p14:tracePt t="19647" x="2809875" y="4249738"/>
          <p14:tracePt t="19655" x="2809875" y="4243388"/>
          <p14:tracePt t="19663" x="2824163" y="4229100"/>
          <p14:tracePt t="19679" x="2830513" y="4216400"/>
          <p14:tracePt t="19687" x="2830513" y="4208463"/>
          <p14:tracePt t="19703" x="2844800" y="4187825"/>
          <p14:tracePt t="19711" x="2851150" y="4175125"/>
          <p14:tracePt t="19719" x="2851150" y="4152900"/>
          <p14:tracePt t="19727" x="2851150" y="4132263"/>
          <p14:tracePt t="19735" x="2859088" y="4111625"/>
          <p14:tracePt t="19744" x="2859088" y="4084638"/>
          <p14:tracePt t="19751" x="2873375" y="4064000"/>
          <p14:tracePt t="19759" x="2873375" y="4049713"/>
          <p14:tracePt t="19767" x="2873375" y="4029075"/>
          <p14:tracePt t="19775" x="2873375" y="4014788"/>
          <p14:tracePt t="19783" x="2873375" y="3994150"/>
          <p14:tracePt t="19791" x="2879725" y="3979863"/>
          <p14:tracePt t="19799" x="2879725" y="3959225"/>
          <p14:tracePt t="19807" x="2879725" y="3952875"/>
          <p14:tracePt t="19815" x="2886075" y="3932238"/>
          <p14:tracePt t="19823" x="2886075" y="3903663"/>
          <p14:tracePt t="19831" x="2900363" y="3876675"/>
          <p14:tracePt t="19839" x="2900363" y="3849688"/>
          <p14:tracePt t="19847" x="2900363" y="3835400"/>
          <p14:tracePt t="19855" x="2900363" y="3814763"/>
          <p14:tracePt t="19863" x="2900363" y="3794125"/>
          <p14:tracePt t="19871" x="2900363" y="3786188"/>
          <p14:tracePt t="19879" x="2900363" y="3773488"/>
          <p14:tracePt t="19887" x="2900363" y="3759200"/>
          <p14:tracePt t="19895" x="2906713" y="3744913"/>
          <p14:tracePt t="19903" x="2906713" y="3738563"/>
          <p14:tracePt t="19911" x="2914650" y="3717925"/>
          <p14:tracePt t="19919" x="2914650" y="3703638"/>
          <p14:tracePt t="19927" x="2921000" y="3683000"/>
          <p14:tracePt t="19935" x="2921000" y="3668713"/>
          <p14:tracePt t="19943" x="2927350" y="3654425"/>
          <p14:tracePt t="19951" x="2935288" y="3641725"/>
          <p14:tracePt t="19959" x="2935288" y="3627438"/>
          <p14:tracePt t="19967" x="2941638" y="3613150"/>
          <p14:tracePt t="19976" x="2941638" y="3592513"/>
          <p14:tracePt t="19984" x="2941638" y="3571875"/>
          <p14:tracePt t="19991" x="2941638" y="3557588"/>
          <p14:tracePt t="19999" x="2949575" y="3544888"/>
          <p14:tracePt t="20007" x="2955925" y="3524250"/>
          <p14:tracePt t="20015" x="2955925" y="3516313"/>
          <p14:tracePt t="20023" x="2955925" y="3495675"/>
          <p14:tracePt t="20031" x="2955925" y="3468688"/>
          <p14:tracePt t="20039" x="2955925" y="3448050"/>
          <p14:tracePt t="20047" x="2955925" y="3419475"/>
          <p14:tracePt t="20055" x="2955925" y="3405188"/>
          <p14:tracePt t="20063" x="2955925" y="3384550"/>
          <p14:tracePt t="20071" x="2955925" y="3351213"/>
          <p14:tracePt t="20079" x="2949575" y="3328988"/>
          <p14:tracePt t="20087" x="2949575" y="3308350"/>
          <p14:tracePt t="20095" x="2949575" y="3295650"/>
          <p14:tracePt t="20103" x="2949575" y="3275013"/>
          <p14:tracePt t="20111" x="2949575" y="3254375"/>
          <p14:tracePt t="20119" x="2949575" y="3232150"/>
          <p14:tracePt t="20127" x="2949575" y="3219450"/>
          <p14:tracePt t="20135" x="2949575" y="3198813"/>
          <p14:tracePt t="20143" x="2949575" y="3178175"/>
          <p14:tracePt t="20151" x="2949575" y="3163888"/>
          <p14:tracePt t="20159" x="2941638" y="3143250"/>
          <p14:tracePt t="20167" x="2941638" y="3122613"/>
          <p14:tracePt t="20176" x="2941638" y="3108325"/>
          <p14:tracePt t="20183" x="2941638" y="3094038"/>
          <p14:tracePt t="20194" x="2927350" y="3067050"/>
          <p14:tracePt t="20199" x="2921000" y="3046413"/>
          <p14:tracePt t="20207" x="2914650" y="3017838"/>
          <p14:tracePt t="20215" x="2914650" y="2990850"/>
          <p14:tracePt t="20223" x="2894013" y="2949575"/>
          <p14:tracePt t="20231" x="2886075" y="2906713"/>
          <p14:tracePt t="20239" x="2879725" y="2879725"/>
          <p14:tracePt t="20247" x="2865438" y="2844800"/>
          <p14:tracePt t="20255" x="2851150" y="2797175"/>
          <p14:tracePt t="20263" x="2851150" y="2776538"/>
          <p14:tracePt t="20271" x="2844800" y="2741613"/>
          <p14:tracePt t="20279" x="2824163" y="2706688"/>
          <p14:tracePt t="20287" x="2824163" y="2692400"/>
          <p14:tracePt t="20295" x="2817813" y="2671763"/>
          <p14:tracePt t="20303" x="2809875" y="2651125"/>
          <p14:tracePt t="20311" x="2803525" y="2644775"/>
          <p14:tracePt t="20319" x="2797175" y="2624138"/>
          <p14:tracePt t="20327" x="2789238" y="2624138"/>
          <p14:tracePt t="20335" x="2782888" y="2616200"/>
          <p14:tracePt t="20344" x="2782888" y="2609850"/>
          <p14:tracePt t="20351" x="2768600" y="2603500"/>
          <p14:tracePt t="20359" x="2754313" y="2582863"/>
          <p14:tracePt t="20367" x="2747963" y="2574925"/>
          <p14:tracePt t="20376" x="2741613" y="2568575"/>
          <p14:tracePt t="20383" x="2727325" y="2547938"/>
          <p14:tracePt t="20391" x="2713038" y="2540000"/>
          <p14:tracePt t="20399" x="2706688" y="2533650"/>
          <p14:tracePt t="20407" x="2692400" y="2519363"/>
          <p14:tracePt t="20415" x="2686050" y="2513013"/>
          <p14:tracePt t="20423" x="2678113" y="2513013"/>
          <p14:tracePt t="20431" x="2657475" y="2492375"/>
          <p14:tracePt t="20447" x="2651125" y="2478088"/>
          <p14:tracePt t="20455" x="2630488" y="2463800"/>
          <p14:tracePt t="20463" x="2630488" y="2457450"/>
          <p14:tracePt t="20471" x="2624138" y="2451100"/>
          <p14:tracePt t="20479" x="2624138" y="2443163"/>
          <p14:tracePt t="20487" x="2609850" y="2436813"/>
          <p14:tracePt t="20503" x="2595563" y="2422525"/>
          <p14:tracePt t="20511" x="2589213" y="2422525"/>
          <p14:tracePt t="20519" x="2581275" y="2409825"/>
          <p14:tracePt t="20527" x="2574925" y="2409825"/>
          <p14:tracePt t="20535" x="2568575" y="2395538"/>
          <p14:tracePt t="20543" x="2554288" y="2387600"/>
          <p14:tracePt t="20551" x="2554288" y="2381250"/>
          <p14:tracePt t="20559" x="2547938" y="2381250"/>
          <p14:tracePt t="20567" x="2533650" y="2366963"/>
          <p14:tracePt t="20576" x="2527300" y="2360613"/>
          <p14:tracePt t="20583" x="2519363" y="2354263"/>
          <p14:tracePt t="20591" x="2513013" y="2354263"/>
          <p14:tracePt t="20599" x="2492375" y="2339975"/>
          <p14:tracePt t="20615" x="2478088" y="2333625"/>
          <p14:tracePt t="20631" x="2471738" y="2333625"/>
          <p14:tracePt t="20639" x="2463800" y="2319338"/>
          <p14:tracePt t="20647" x="2457450" y="2319338"/>
          <p14:tracePt t="20655" x="2451100" y="2319338"/>
          <p14:tracePt t="20663" x="2451100" y="2311400"/>
          <p14:tracePt t="20671" x="2443163" y="2311400"/>
          <p14:tracePt t="20679" x="2436813" y="2311400"/>
          <p14:tracePt t="20687" x="2428875" y="2311400"/>
          <p14:tracePt t="20695" x="2422525" y="2298700"/>
          <p14:tracePt t="20703" x="2416175" y="2298700"/>
          <p14:tracePt t="20711" x="2401888" y="2298700"/>
          <p14:tracePt t="20719" x="2395538" y="2298700"/>
          <p14:tracePt t="20727" x="2387600" y="2298700"/>
          <p14:tracePt t="20743" x="2381250" y="2290763"/>
          <p14:tracePt t="20751" x="2374900" y="2290763"/>
          <p14:tracePt t="20759" x="2366963" y="2290763"/>
          <p14:tracePt t="20783" x="2360613" y="2290763"/>
          <p14:tracePt t="20792" x="2354263" y="2290763"/>
          <p14:tracePt t="20799" x="2346325" y="2290763"/>
          <p14:tracePt t="20815" x="2339975" y="2290763"/>
          <p14:tracePt t="20823" x="2332038" y="2284413"/>
          <p14:tracePt t="20831" x="2325688" y="2284413"/>
          <p14:tracePt t="20839" x="2319338" y="2284413"/>
          <p14:tracePt t="20847" x="2311400" y="2284413"/>
          <p14:tracePt t="20855" x="2305050" y="2284413"/>
          <p14:tracePt t="20871" x="2298700" y="2284413"/>
          <p14:tracePt t="20879" x="2290763" y="2284413"/>
          <p14:tracePt t="20893" x="2284413" y="2284413"/>
          <p14:tracePt t="20895" x="2278063" y="2284413"/>
          <p14:tracePt t="20903" x="2270125" y="2284413"/>
          <p14:tracePt t="20911" x="2263775" y="2284413"/>
          <p14:tracePt t="20927" x="2249488" y="2284413"/>
          <p14:tracePt t="20935" x="2243138" y="2284413"/>
          <p14:tracePt t="20943" x="2228850" y="2284413"/>
          <p14:tracePt t="20951" x="2214563" y="2284413"/>
          <p14:tracePt t="20959" x="2201863" y="2284413"/>
          <p14:tracePt t="20967" x="2193925" y="2284413"/>
          <p14:tracePt t="20976" x="2187575" y="2284413"/>
          <p14:tracePt t="20983" x="2173288" y="2284413"/>
          <p14:tracePt t="21087" x="2166938" y="2284413"/>
          <p14:tracePt t="21303" x="2166938" y="2290763"/>
          <p14:tracePt t="21311" x="2166938" y="2298700"/>
          <p14:tracePt t="21327" x="2166938" y="2311400"/>
          <p14:tracePt t="21335" x="2173288" y="2311400"/>
          <p14:tracePt t="21559" x="2173288" y="2298700"/>
          <p14:tracePt t="21575" x="2181225" y="2298700"/>
          <p14:tracePt t="21655" x="2181225" y="2290763"/>
          <p14:tracePt t="21663" x="2187575" y="2290763"/>
          <p14:tracePt t="21671" x="2187575" y="2284413"/>
          <p14:tracePt t="21687" x="2193925" y="2284413"/>
          <p14:tracePt t="21695" x="2201863" y="2284413"/>
          <p14:tracePt t="21719" x="2208213" y="2278063"/>
          <p14:tracePt t="21759" x="2214563" y="2278063"/>
          <p14:tracePt t="21776" x="2222500" y="2278063"/>
          <p14:tracePt t="21783" x="2228850" y="2278063"/>
          <p14:tracePt t="21799" x="2235200" y="2278063"/>
          <p14:tracePt t="21815" x="2249488" y="2278063"/>
          <p14:tracePt t="21879" x="2255838" y="2278063"/>
          <p14:tracePt t="21919" x="2270125" y="2278063"/>
          <p14:tracePt t="21959" x="2278063" y="2278063"/>
          <p14:tracePt t="22191" x="2284413" y="2278063"/>
          <p14:tracePt t="22199" x="2290763" y="2278063"/>
          <p14:tracePt t="22207" x="2298700" y="2278063"/>
          <p14:tracePt t="22224" x="2311400" y="2284413"/>
          <p14:tracePt t="22239" x="2319338" y="2284413"/>
          <p14:tracePt t="22383" x="2325688" y="2290763"/>
          <p14:tracePt t="22391" x="2332038" y="2290763"/>
          <p14:tracePt t="22399" x="2332038" y="2298700"/>
          <p14:tracePt t="22407" x="2339975" y="2298700"/>
          <p14:tracePt t="22415" x="2354263" y="2298700"/>
          <p14:tracePt t="22423" x="2354263" y="2305050"/>
          <p14:tracePt t="22439" x="2360613" y="2305050"/>
          <p14:tracePt t="22455" x="2374900" y="2305050"/>
          <p14:tracePt t="22463" x="2374900" y="2311400"/>
          <p14:tracePt t="22471" x="2381250" y="2319338"/>
          <p14:tracePt t="22479" x="2395538" y="2325688"/>
          <p14:tracePt t="22487" x="2408238" y="2339975"/>
          <p14:tracePt t="22495" x="2416175" y="2339975"/>
          <p14:tracePt t="22503" x="2422525" y="2346325"/>
          <p14:tracePt t="22511" x="2422525" y="2354263"/>
          <p14:tracePt t="22519" x="2436813" y="2360613"/>
          <p14:tracePt t="22527" x="2436813" y="2366963"/>
          <p14:tracePt t="22535" x="2443163" y="2366963"/>
          <p14:tracePt t="22543" x="2451100" y="2374900"/>
          <p14:tracePt t="22551" x="2457450" y="2395538"/>
          <p14:tracePt t="22559" x="2471738" y="2416175"/>
          <p14:tracePt t="22576" x="2478088" y="2443163"/>
          <p14:tracePt t="22583" x="2484438" y="2463800"/>
          <p14:tracePt t="22591" x="2492375" y="2478088"/>
          <p14:tracePt t="22599" x="2498725" y="2498725"/>
          <p14:tracePt t="22607" x="2505075" y="2519363"/>
          <p14:tracePt t="22615" x="2519363" y="2547938"/>
          <p14:tracePt t="22623" x="2519363" y="2589213"/>
          <p14:tracePt t="22631" x="2527300" y="2636838"/>
          <p14:tracePt t="22639" x="2533650" y="2686050"/>
          <p14:tracePt t="22647" x="2540000" y="2747963"/>
          <p14:tracePt t="22655" x="2560638" y="2817813"/>
          <p14:tracePt t="22663" x="2568575" y="2859088"/>
          <p14:tracePt t="22671" x="2574925" y="2928938"/>
          <p14:tracePt t="22679" x="2581275" y="3005138"/>
          <p14:tracePt t="22687" x="2581275" y="3046413"/>
          <p14:tracePt t="22695" x="2581275" y="3101975"/>
          <p14:tracePt t="22703" x="2581275" y="3178175"/>
          <p14:tracePt t="22711" x="2581275" y="3260725"/>
          <p14:tracePt t="22719" x="2581275" y="3343275"/>
          <p14:tracePt t="22727" x="2581275" y="3433763"/>
          <p14:tracePt t="22735" x="2595563" y="3516313"/>
          <p14:tracePt t="22743" x="2595563" y="3606800"/>
          <p14:tracePt t="22751" x="2595563" y="3703638"/>
          <p14:tracePt t="22759" x="2595563" y="3786188"/>
          <p14:tracePt t="22767" x="2595563" y="3856038"/>
          <p14:tracePt t="22776" x="2595563" y="3903663"/>
          <p14:tracePt t="22783" x="2595563" y="3959225"/>
          <p14:tracePt t="22791" x="2595563" y="4022725"/>
          <p14:tracePt t="22799" x="2589213" y="4098925"/>
          <p14:tracePt t="22807" x="2581275" y="4152900"/>
          <p14:tracePt t="22815" x="2568575" y="4216400"/>
          <p14:tracePt t="22823" x="2560638" y="4257675"/>
          <p14:tracePt t="22831" x="2554288" y="4305300"/>
          <p14:tracePt t="22839" x="2547938" y="4348163"/>
          <p14:tracePt t="22847" x="2547938" y="4368800"/>
          <p14:tracePt t="22855" x="2533650" y="4375150"/>
          <p14:tracePt t="22863" x="2533650" y="4395788"/>
          <p14:tracePt t="22871" x="2519363" y="4402138"/>
          <p14:tracePt t="22879" x="2519363" y="4410075"/>
          <p14:tracePt t="22887" x="2505075" y="4422775"/>
          <p14:tracePt t="22895" x="2498725" y="4445000"/>
          <p14:tracePt t="22903" x="2498725" y="4451350"/>
          <p14:tracePt t="22911" x="2484438" y="4465638"/>
          <p14:tracePt t="22919" x="2478088" y="4471988"/>
          <p14:tracePt t="22927" x="2471738" y="4478338"/>
          <p14:tracePt t="22935" x="2463800" y="4486275"/>
          <p14:tracePt t="22943" x="2457450" y="4492625"/>
          <p14:tracePt t="22951" x="2443163" y="4492625"/>
          <p14:tracePt t="22959" x="2428875" y="4498975"/>
          <p14:tracePt t="22967" x="2408238" y="4506913"/>
          <p14:tracePt t="22976" x="2381250" y="4513263"/>
          <p14:tracePt t="22983" x="2354263" y="4527550"/>
          <p14:tracePt t="22991" x="2311400" y="4541838"/>
          <p14:tracePt t="22999" x="2270125" y="4568825"/>
          <p14:tracePt t="23007" x="2243138" y="4589463"/>
          <p14:tracePt t="23015" x="2214563" y="4603750"/>
          <p14:tracePt t="23023" x="2187575" y="4618038"/>
          <p14:tracePt t="23031" x="2159000" y="4630738"/>
          <p14:tracePt t="23039" x="2152650" y="4638675"/>
          <p14:tracePt t="23047" x="2132013" y="4645025"/>
          <p14:tracePt t="23055" x="2097088" y="4659313"/>
          <p14:tracePt t="23063" x="2070100" y="4665663"/>
          <p14:tracePt t="23071" x="2035175" y="4686300"/>
          <p14:tracePt t="23079" x="2000250" y="4700588"/>
          <p14:tracePt t="23087" x="1973263" y="4706938"/>
          <p14:tracePt t="23095" x="1944688" y="4714875"/>
          <p14:tracePt t="23103" x="1931988" y="4721225"/>
          <p14:tracePt t="23111" x="1924050" y="4721225"/>
          <p14:tracePt t="23327" x="1938338" y="4721225"/>
          <p14:tracePt t="23343" x="1944688" y="4721225"/>
          <p14:tracePt t="23351" x="1958975" y="4721225"/>
          <p14:tracePt t="23359" x="1973263" y="4714875"/>
          <p14:tracePt t="23367" x="1979613" y="4714875"/>
          <p14:tracePt t="23376" x="1985963" y="4714875"/>
          <p14:tracePt t="23383" x="1993900" y="4714875"/>
          <p14:tracePt t="23399" x="2000250" y="4714875"/>
          <p14:tracePt t="23407" x="2006600" y="4714875"/>
          <p14:tracePt t="23431" x="2014538" y="4714875"/>
          <p14:tracePt t="23447" x="2028825" y="4714875"/>
          <p14:tracePt t="23679" x="2028825" y="4706938"/>
          <p14:tracePt t="23695" x="2028825" y="4700588"/>
          <p14:tracePt t="23727" x="2028825" y="4694238"/>
          <p14:tracePt t="24055" x="2028825" y="4686300"/>
          <p14:tracePt t="24119" x="2035175" y="4686300"/>
          <p14:tracePt t="24127" x="2041525" y="4686300"/>
          <p14:tracePt t="24136" x="2049463" y="4686300"/>
          <p14:tracePt t="24143" x="2049463" y="4679950"/>
          <p14:tracePt t="24151" x="2062163" y="4679950"/>
          <p14:tracePt t="24159" x="2070100" y="4672013"/>
          <p14:tracePt t="24167" x="2082800" y="4672013"/>
          <p14:tracePt t="24176" x="2105025" y="4672013"/>
          <p14:tracePt t="24183" x="2125663" y="4672013"/>
          <p14:tracePt t="24191" x="2146300" y="4672013"/>
          <p14:tracePt t="24199" x="2166938" y="4672013"/>
          <p14:tracePt t="24207" x="2181225" y="4665663"/>
          <p14:tracePt t="24215" x="2214563" y="4651375"/>
          <p14:tracePt t="24223" x="2249488" y="4651375"/>
          <p14:tracePt t="24231" x="2290763" y="4645025"/>
          <p14:tracePt t="24239" x="2332038" y="4638675"/>
          <p14:tracePt t="24247" x="2381250" y="4630738"/>
          <p14:tracePt t="24255" x="2436813" y="4610100"/>
          <p14:tracePt t="24263" x="2492375" y="4597400"/>
          <p14:tracePt t="24271" x="2554288" y="4575175"/>
          <p14:tracePt t="24279" x="2624138" y="4562475"/>
          <p14:tracePt t="24287" x="2713038" y="4548188"/>
          <p14:tracePt t="24295" x="2809875" y="4533900"/>
          <p14:tracePt t="24303" x="2914650" y="4521200"/>
          <p14:tracePt t="24311" x="3017838" y="4521200"/>
          <p14:tracePt t="24319" x="3114675" y="4521200"/>
          <p14:tracePt t="24327" x="3219450" y="4506913"/>
          <p14:tracePt t="24335" x="3302000" y="4498975"/>
          <p14:tracePt t="24343" x="3384550" y="4498975"/>
          <p14:tracePt t="24351" x="3475038" y="4498975"/>
          <p14:tracePt t="24359" x="3578225" y="4498975"/>
          <p14:tracePt t="24367" x="3703638" y="4498975"/>
          <p14:tracePt t="24376" x="3821113" y="4498975"/>
          <p14:tracePt t="24383" x="3973513" y="4498975"/>
          <p14:tracePt t="24391" x="4117975" y="4498975"/>
          <p14:tracePt t="24399" x="4237038" y="4498975"/>
          <p14:tracePt t="24407" x="4340225" y="4492625"/>
          <p14:tracePt t="24415" x="4437063" y="4492625"/>
          <p14:tracePt t="24423" x="4519613" y="4492625"/>
          <p14:tracePt t="24431" x="4595813" y="4492625"/>
          <p14:tracePt t="24439" x="4659313" y="4492625"/>
          <p14:tracePt t="24447" x="4692650" y="4492625"/>
          <p14:tracePt t="24455" x="4748213" y="4486275"/>
          <p14:tracePt t="24463" x="4803775" y="4471988"/>
          <p14:tracePt t="24471" x="4832350" y="4465638"/>
          <p14:tracePt t="24479" x="4865688" y="4465638"/>
          <p14:tracePt t="24487" x="4886325" y="4457700"/>
          <p14:tracePt t="24495" x="4921250" y="4451350"/>
          <p14:tracePt t="24503" x="4949825" y="4451350"/>
          <p14:tracePt t="24511" x="4976813" y="4437063"/>
          <p14:tracePt t="24519" x="4991100" y="4437063"/>
          <p14:tracePt t="24527" x="4997450" y="4437063"/>
          <p14:tracePt t="24535" x="5011738" y="4430713"/>
          <p14:tracePt t="24543" x="5018088" y="4430713"/>
          <p14:tracePt t="24551" x="5026025" y="4422775"/>
          <p14:tracePt t="24559" x="5032375" y="4422775"/>
          <p14:tracePt t="24567" x="5046663" y="4422775"/>
          <p14:tracePt t="24576" x="5053013" y="4416425"/>
          <p14:tracePt t="24583" x="5059363" y="4416425"/>
          <p14:tracePt t="24607" x="5067300" y="4416425"/>
          <p14:tracePt t="24615" x="5087938" y="4416425"/>
          <p14:tracePt t="24623" x="5108575" y="4416425"/>
          <p14:tracePt t="24631" x="5114925" y="4422775"/>
          <p14:tracePt t="24847" x="5122863" y="4422775"/>
          <p14:tracePt t="24871" x="5135563" y="4410075"/>
          <p14:tracePt t="24879" x="5135563" y="4402138"/>
          <p14:tracePt t="24887" x="5164138" y="4389438"/>
          <p14:tracePt t="24895" x="5191125" y="4375150"/>
          <p14:tracePt t="24903" x="5253038" y="4360863"/>
          <p14:tracePt t="24911" x="5302250" y="4354513"/>
          <p14:tracePt t="24919" x="5372100" y="4348163"/>
          <p14:tracePt t="24927" x="5440363" y="4340225"/>
          <p14:tracePt t="24935" x="5481638" y="4340225"/>
          <p14:tracePt t="24943" x="5551488" y="4340225"/>
          <p14:tracePt t="24951" x="5613400" y="4340225"/>
          <p14:tracePt t="24959" x="5662613" y="4340225"/>
          <p14:tracePt t="24967" x="5724525" y="4340225"/>
          <p14:tracePt t="24976" x="5765800" y="4340225"/>
          <p14:tracePt t="24983" x="5821363" y="4340225"/>
          <p14:tracePt t="24991" x="5856288" y="4340225"/>
          <p14:tracePt t="24999" x="5883275" y="4340225"/>
          <p14:tracePt t="25007" x="5903913" y="4340225"/>
          <p14:tracePt t="25015" x="5911850" y="4340225"/>
          <p14:tracePt t="25023" x="5932488" y="4340225"/>
          <p14:tracePt t="25031" x="5932488" y="4333875"/>
          <p14:tracePt t="25095" x="5932488" y="4348163"/>
          <p14:tracePt t="25303" x="5946775" y="4348163"/>
          <p14:tracePt t="25311" x="5967413" y="4348163"/>
          <p14:tracePt t="25319" x="5988050" y="4348163"/>
          <p14:tracePt t="25327" x="6049963" y="4340225"/>
          <p14:tracePt t="25335" x="6084888" y="4333875"/>
          <p14:tracePt t="25344" x="6153150" y="4325938"/>
          <p14:tracePt t="25351" x="6202363" y="4313238"/>
          <p14:tracePt t="25359" x="6264275" y="4313238"/>
          <p14:tracePt t="25367" x="6326188" y="4313238"/>
          <p14:tracePt t="25376" x="6375400" y="4313238"/>
          <p14:tracePt t="25383" x="6437313" y="4313238"/>
          <p14:tracePt t="25391" x="6492875" y="4313238"/>
          <p14:tracePt t="25399" x="6542088" y="4313238"/>
          <p14:tracePt t="25407" x="6583363" y="4313238"/>
          <p14:tracePt t="25415" x="6616700" y="4313238"/>
          <p14:tracePt t="25423" x="6665913" y="4305300"/>
          <p14:tracePt t="25431" x="6672263" y="4305300"/>
          <p14:tracePt t="25439" x="6700838" y="4305300"/>
          <p14:tracePt t="25447" x="6715125" y="4298950"/>
          <p14:tracePt t="25455" x="6727825" y="4298950"/>
          <p14:tracePt t="25463" x="6735763" y="4292600"/>
          <p14:tracePt t="25471" x="6742113" y="4292600"/>
          <p14:tracePt t="25735" x="6742113" y="4284663"/>
          <p14:tracePt t="25743" x="6735763" y="4284663"/>
          <p14:tracePt t="25759" x="6735763" y="4271963"/>
          <p14:tracePt t="25783" x="6735763" y="4264025"/>
          <p14:tracePt t="25807" x="6735763" y="4257675"/>
          <p14:tracePt t="25887" x="6742113" y="4257675"/>
          <p14:tracePt t="26111" x="6748463" y="4257675"/>
          <p14:tracePt t="26127" x="6756400" y="4257675"/>
          <p14:tracePt t="26135" x="6762750" y="4257675"/>
          <p14:tracePt t="26151" x="6769100" y="4271963"/>
          <p14:tracePt t="26399" x="6769100" y="4264025"/>
          <p14:tracePt t="26407" x="6769100" y="4257675"/>
          <p14:tracePt t="26511" x="6769100" y="4249738"/>
          <p14:tracePt t="26727" x="6769100" y="4243388"/>
          <p14:tracePt t="26743" x="6783388" y="4237038"/>
          <p14:tracePt t="26759" x="6789738" y="4229100"/>
          <p14:tracePt t="26767" x="6797675" y="4229100"/>
          <p14:tracePt t="26775" x="6804025" y="4222750"/>
          <p14:tracePt t="26791" x="6811963" y="4222750"/>
          <p14:tracePt t="26799" x="6818313" y="4222750"/>
          <p14:tracePt t="26807" x="6824663" y="4222750"/>
          <p14:tracePt t="26823" x="6832600" y="4222750"/>
          <p14:tracePt t="26831" x="6845300" y="4222750"/>
          <p14:tracePt t="26863" x="6853238" y="4222750"/>
          <p14:tracePt t="26871" x="6859588" y="4216400"/>
          <p14:tracePt t="26895" x="6865938" y="4216400"/>
          <p14:tracePt t="26903" x="6873875" y="4208463"/>
          <p14:tracePt t="26911" x="6880225" y="4202113"/>
          <p14:tracePt t="26927" x="6888163" y="4202113"/>
          <p14:tracePt t="26942" x="6894513" y="4195763"/>
          <p14:tracePt t="26951" x="6900863" y="4187825"/>
          <p14:tracePt t="26959" x="6915150" y="4181475"/>
          <p14:tracePt t="26976" x="6929438" y="4175125"/>
          <p14:tracePt t="26983" x="6942138" y="4167188"/>
          <p14:tracePt t="26991" x="6950075" y="4160838"/>
          <p14:tracePt t="26999" x="6962775" y="4152900"/>
          <p14:tracePt t="27007" x="6970713" y="4140200"/>
          <p14:tracePt t="27015" x="6985000" y="4125913"/>
          <p14:tracePt t="27023" x="6991350" y="4125913"/>
          <p14:tracePt t="27031" x="7005638" y="4111625"/>
          <p14:tracePt t="27039" x="7011988" y="4098925"/>
          <p14:tracePt t="27047" x="7032625" y="4076700"/>
          <p14:tracePt t="27055" x="7038975" y="4064000"/>
          <p14:tracePt t="27063" x="7046913" y="4049713"/>
          <p14:tracePt t="27071" x="7046913" y="4043363"/>
          <p14:tracePt t="27079" x="7061200" y="4035425"/>
          <p14:tracePt t="27087" x="7061200" y="4029075"/>
          <p14:tracePt t="27103" x="7061200" y="4022725"/>
          <p14:tracePt t="27111" x="7061200" y="4014788"/>
          <p14:tracePt t="27143" x="7061200" y="4000500"/>
          <p14:tracePt t="27151" x="7061200" y="3994150"/>
          <p14:tracePt t="27186" x="7061200" y="3987800"/>
          <p14:tracePt t="27199" x="7061200" y="3979863"/>
          <p14:tracePt t="27215" x="7061200" y="3973513"/>
          <p14:tracePt t="27279" x="7061200" y="3967163"/>
          <p14:tracePt t="27295" x="7061200" y="3952875"/>
          <p14:tracePt t="27359" x="7061200" y="3946525"/>
          <p14:tracePt t="27375" x="7061200" y="3932238"/>
          <p14:tracePt t="27423" x="7053263" y="3917950"/>
          <p14:tracePt t="27463" x="7053263" y="3911600"/>
          <p14:tracePt t="27551" x="7046913" y="3903663"/>
          <p14:tracePt t="27607" x="7038975" y="3897313"/>
          <p14:tracePt t="27631" x="7032625" y="3897313"/>
          <p14:tracePt t="27639" x="7032625" y="3890963"/>
          <p14:tracePt t="27647" x="7026275" y="3890963"/>
          <p14:tracePt t="27663" x="7026275" y="3883025"/>
          <p14:tracePt t="27671" x="7018338" y="3876675"/>
          <p14:tracePt t="27679" x="7011988" y="3870325"/>
          <p14:tracePt t="27695" x="7005638" y="3870325"/>
          <p14:tracePt t="27719" x="7005638" y="3862388"/>
          <p14:tracePt t="27727" x="6997700" y="3862388"/>
          <p14:tracePt t="27735" x="6991350" y="3856038"/>
          <p14:tracePt t="27751" x="6977063" y="3849688"/>
          <p14:tracePt t="27759" x="6977063" y="3841750"/>
          <p14:tracePt t="27767" x="6970713" y="3841750"/>
          <p14:tracePt t="27783" x="6962775" y="3841750"/>
          <p14:tracePt t="27792" x="6956425" y="3835400"/>
          <p14:tracePt t="27815" x="6950075" y="3835400"/>
          <p14:tracePt t="27823" x="6942138" y="3835400"/>
          <p14:tracePt t="27831" x="6929438" y="3827463"/>
          <p14:tracePt t="27855" x="6915150" y="3821113"/>
          <p14:tracePt t="27863" x="6908800" y="3821113"/>
          <p14:tracePt t="27871" x="6900863" y="3821113"/>
          <p14:tracePt t="27879" x="6894513" y="3821113"/>
          <p14:tracePt t="27903" x="6888163" y="3814763"/>
          <p14:tracePt t="27959" x="6873875" y="3814763"/>
          <p14:tracePt t="27999" x="6859588" y="3806825"/>
          <p14:tracePt t="28031" x="6853238" y="3806825"/>
          <p14:tracePt t="28055" x="6845300" y="3800475"/>
          <p14:tracePt t="28071" x="6832600" y="3800475"/>
          <p14:tracePt t="28079" x="6824663" y="3794125"/>
          <p14:tracePt t="28103" x="6818313" y="3794125"/>
          <p14:tracePt t="28119" x="6811963" y="3794125"/>
          <p14:tracePt t="28135" x="6804025" y="3794125"/>
          <p14:tracePt t="28143" x="6797675" y="3779838"/>
          <p14:tracePt t="28151" x="6789738" y="3779838"/>
          <p14:tracePt t="28159" x="6783388" y="3779838"/>
          <p14:tracePt t="28167" x="6777038" y="3773488"/>
          <p14:tracePt t="28183" x="6769100" y="3773488"/>
          <p14:tracePt t="28199" x="6762750" y="3773488"/>
          <p14:tracePt t="28223" x="6748463" y="3773488"/>
          <p14:tracePt t="28239" x="6742113" y="3773488"/>
          <p14:tracePt t="28255" x="6727825" y="3773488"/>
          <p14:tracePt t="28271" x="6721475" y="3773488"/>
          <p14:tracePt t="28279" x="6707188" y="3759200"/>
          <p14:tracePt t="28295" x="6700838" y="3759200"/>
          <p14:tracePt t="28303" x="6686550" y="3759200"/>
          <p14:tracePt t="28311" x="6680200" y="3759200"/>
          <p14:tracePt t="28319" x="6672263" y="3759200"/>
          <p14:tracePt t="28327" x="6665913" y="3759200"/>
          <p14:tracePt t="28335" x="6659563" y="3759200"/>
          <p14:tracePt t="28351" x="6651625" y="3759200"/>
          <p14:tracePt t="28359" x="6645275" y="3759200"/>
          <p14:tracePt t="28376" x="6638925" y="3759200"/>
          <p14:tracePt t="28383" x="6624638" y="3759200"/>
          <p14:tracePt t="28391" x="6616700" y="3759200"/>
          <p14:tracePt t="28407" x="6604000" y="3759200"/>
          <p14:tracePt t="28415" x="6596063" y="3759200"/>
          <p14:tracePt t="28423" x="6589713" y="3759200"/>
          <p14:tracePt t="28431" x="6583363" y="3759200"/>
          <p14:tracePt t="28447" x="6575425" y="3759200"/>
          <p14:tracePt t="28487" x="6562725" y="3759200"/>
          <p14:tracePt t="28495" x="6554788" y="3759200"/>
          <p14:tracePt t="28511" x="6548438" y="3759200"/>
          <p14:tracePt t="28519" x="6542088" y="3759200"/>
          <p14:tracePt t="28535" x="6534150" y="3759200"/>
          <p14:tracePt t="28551" x="6527800" y="3759200"/>
          <p14:tracePt t="28559" x="6513513" y="3759200"/>
          <p14:tracePt t="28576" x="6507163" y="3759200"/>
          <p14:tracePt t="28583" x="6499225" y="3759200"/>
          <p14:tracePt t="28591" x="6492875" y="3759200"/>
          <p14:tracePt t="28607" x="6486525" y="3759200"/>
          <p14:tracePt t="28615" x="6472238" y="3759200"/>
          <p14:tracePt t="28631" x="6465888" y="3759200"/>
          <p14:tracePt t="28639" x="6457950" y="3759200"/>
          <p14:tracePt t="28647" x="6443663" y="3759200"/>
          <p14:tracePt t="28655" x="6437313" y="3759200"/>
          <p14:tracePt t="28663" x="6423025" y="3759200"/>
          <p14:tracePt t="28679" x="6416675" y="3759200"/>
          <p14:tracePt t="28687" x="6410325" y="3759200"/>
          <p14:tracePt t="28695" x="6402388" y="3759200"/>
          <p14:tracePt t="28719" x="6389688" y="3759200"/>
          <p14:tracePt t="28743" x="6375400" y="3765550"/>
          <p14:tracePt t="28759" x="6369050" y="3765550"/>
          <p14:tracePt t="28767" x="6361113" y="3779838"/>
          <p14:tracePt t="28776" x="6354763" y="3779838"/>
          <p14:tracePt t="28791" x="6346825" y="3794125"/>
          <p14:tracePt t="28799" x="6340475" y="3806825"/>
          <p14:tracePt t="28807" x="6334125" y="3814763"/>
          <p14:tracePt t="28815" x="6326188" y="3821113"/>
          <p14:tracePt t="28823" x="6319838" y="3835400"/>
          <p14:tracePt t="28831" x="6313488" y="3841750"/>
          <p14:tracePt t="28839" x="6305550" y="3849688"/>
          <p14:tracePt t="28847" x="6305550" y="3870325"/>
          <p14:tracePt t="28855" x="6292850" y="3883025"/>
          <p14:tracePt t="28863" x="6292850" y="3890963"/>
          <p14:tracePt t="28871" x="6284913" y="3903663"/>
          <p14:tracePt t="28879" x="6278563" y="3925888"/>
          <p14:tracePt t="28887" x="6270625" y="3938588"/>
          <p14:tracePt t="28910" x="6257925" y="3967163"/>
          <p14:tracePt t="28911" x="6249988" y="3979863"/>
          <p14:tracePt t="28919" x="6249988" y="3994150"/>
          <p14:tracePt t="28927" x="6249988" y="4008438"/>
          <p14:tracePt t="28935" x="6243638" y="4022725"/>
          <p14:tracePt t="28943" x="6243638" y="4029075"/>
          <p14:tracePt t="28951" x="6243638" y="4049713"/>
          <p14:tracePt t="28959" x="6243638" y="4056063"/>
          <p14:tracePt t="28967" x="6243638" y="4064000"/>
          <p14:tracePt t="28976" x="6243638" y="4070350"/>
          <p14:tracePt t="28983" x="6243638" y="4090988"/>
          <p14:tracePt t="28999" x="6243638" y="4098925"/>
          <p14:tracePt t="29007" x="6243638" y="4111625"/>
          <p14:tracePt t="29023" x="6243638" y="4119563"/>
          <p14:tracePt t="29031" x="6243638" y="4132263"/>
          <p14:tracePt t="29039" x="6243638" y="4146550"/>
          <p14:tracePt t="29047" x="6249988" y="4160838"/>
          <p14:tracePt t="29055" x="6270625" y="4181475"/>
          <p14:tracePt t="29063" x="6278563" y="4202113"/>
          <p14:tracePt t="29071" x="6292850" y="4216400"/>
          <p14:tracePt t="29079" x="6305550" y="4229100"/>
          <p14:tracePt t="29087" x="6313488" y="4243388"/>
          <p14:tracePt t="29095" x="6319838" y="4249738"/>
          <p14:tracePt t="29103" x="6326188" y="4257675"/>
          <p14:tracePt t="29111" x="6334125" y="4271963"/>
          <p14:tracePt t="29119" x="6340475" y="4271963"/>
          <p14:tracePt t="29127" x="6346825" y="4278313"/>
          <p14:tracePt t="29135" x="6354763" y="4284663"/>
          <p14:tracePt t="29143" x="6361113" y="4292600"/>
          <p14:tracePt t="29151" x="6369050" y="4292600"/>
          <p14:tracePt t="29159" x="6396038" y="4313238"/>
          <p14:tracePt t="29167" x="6410325" y="4319588"/>
          <p14:tracePt t="29176" x="6423025" y="4325938"/>
          <p14:tracePt t="29183" x="6443663" y="4333875"/>
          <p14:tracePt t="29199" x="6457950" y="4333875"/>
          <p14:tracePt t="29207" x="6472238" y="4340225"/>
          <p14:tracePt t="29215" x="6486525" y="4340225"/>
          <p14:tracePt t="29223" x="6507163" y="4340225"/>
          <p14:tracePt t="29231" x="6519863" y="4348163"/>
          <p14:tracePt t="29239" x="6534150" y="4348163"/>
          <p14:tracePt t="29247" x="6548438" y="4348163"/>
          <p14:tracePt t="29255" x="6569075" y="4348163"/>
          <p14:tracePt t="29263" x="6589713" y="4354513"/>
          <p14:tracePt t="29271" x="6616700" y="4360863"/>
          <p14:tracePt t="29279" x="6624638" y="4360863"/>
          <p14:tracePt t="29287" x="6645275" y="4360863"/>
          <p14:tracePt t="29295" x="6665913" y="4360863"/>
          <p14:tracePt t="29303" x="6692900" y="4360863"/>
          <p14:tracePt t="29311" x="6715125" y="4360863"/>
          <p14:tracePt t="29319" x="6727825" y="4360863"/>
          <p14:tracePt t="29327" x="6748463" y="4360863"/>
          <p14:tracePt t="29335" x="6756400" y="4360863"/>
          <p14:tracePt t="29343" x="6769100" y="4360863"/>
          <p14:tracePt t="29351" x="6777038" y="4360863"/>
          <p14:tracePt t="29359" x="6783388" y="4360863"/>
          <p14:tracePt t="29367" x="6789738" y="4360863"/>
          <p14:tracePt t="29383" x="6797675" y="4360863"/>
          <p14:tracePt t="29391" x="6811963" y="4354513"/>
          <p14:tracePt t="29399" x="6818313" y="4348163"/>
          <p14:tracePt t="29415" x="6832600" y="4340225"/>
          <p14:tracePt t="29423" x="6838950" y="4340225"/>
          <p14:tracePt t="29431" x="6859588" y="4333875"/>
          <p14:tracePt t="29447" x="6865938" y="4325938"/>
          <p14:tracePt t="29455" x="6880225" y="4319588"/>
          <p14:tracePt t="29471" x="6888163" y="4313238"/>
          <p14:tracePt t="29479" x="6894513" y="4305300"/>
          <p14:tracePt t="29487" x="6908800" y="4305300"/>
          <p14:tracePt t="29495" x="6908800" y="4298950"/>
          <p14:tracePt t="29503" x="6915150" y="4298950"/>
          <p14:tracePt t="29527" x="6921500" y="4292600"/>
          <p14:tracePt t="29543" x="6935788" y="4284663"/>
          <p14:tracePt t="29559" x="6942138" y="4284663"/>
          <p14:tracePt t="29567" x="6950075" y="4271963"/>
          <p14:tracePt t="29583" x="6970713" y="4264025"/>
          <p14:tracePt t="29599" x="6977063" y="4257675"/>
          <p14:tracePt t="29607" x="6985000" y="4257675"/>
          <p14:tracePt t="29615" x="6991350" y="4249738"/>
          <p14:tracePt t="29623" x="6997700" y="4243388"/>
          <p14:tracePt t="29647" x="7005638" y="4243388"/>
          <p14:tracePt t="29655" x="7018338" y="4229100"/>
          <p14:tracePt t="29679" x="7026275" y="4229100"/>
          <p14:tracePt t="29687" x="7026275" y="4222750"/>
          <p14:tracePt t="29704" x="7046913" y="4208463"/>
          <p14:tracePt t="29711" x="7053263" y="4202113"/>
          <p14:tracePt t="29735" x="7053263" y="4195763"/>
          <p14:tracePt t="29743" x="7067550" y="4175125"/>
          <p14:tracePt t="29759" x="7073900" y="4167188"/>
          <p14:tracePt t="29767" x="7073900" y="4160838"/>
          <p14:tracePt t="29776" x="7088188" y="4146550"/>
          <p14:tracePt t="29783" x="7088188" y="4132263"/>
          <p14:tracePt t="29799" x="7088188" y="4125913"/>
          <p14:tracePt t="29807" x="7088188" y="4119563"/>
          <p14:tracePt t="29823" x="7088188" y="4111625"/>
          <p14:tracePt t="29831" x="7088188" y="4105275"/>
          <p14:tracePt t="29839" x="7088188" y="4098925"/>
          <p14:tracePt t="29855" x="7088188" y="4090988"/>
          <p14:tracePt t="29863" x="7088188" y="4084638"/>
          <p14:tracePt t="29893" x="7088188" y="4070350"/>
          <p14:tracePt t="29895" x="7088188" y="4056063"/>
          <p14:tracePt t="29903" x="7088188" y="4049713"/>
          <p14:tracePt t="29911" x="7088188" y="4035425"/>
          <p14:tracePt t="29919" x="7088188" y="4029075"/>
          <p14:tracePt t="29927" x="7081838" y="4000500"/>
          <p14:tracePt t="29935" x="7073900" y="3994150"/>
          <p14:tracePt t="29943" x="7073900" y="3987800"/>
          <p14:tracePt t="29951" x="7067550" y="3973513"/>
          <p14:tracePt t="29959" x="7061200" y="3959225"/>
          <p14:tracePt t="29967" x="7053263" y="3946525"/>
          <p14:tracePt t="29976" x="7038975" y="3925888"/>
          <p14:tracePt t="29983" x="7032625" y="3897313"/>
          <p14:tracePt t="29991" x="7005638" y="3876675"/>
          <p14:tracePt t="29999" x="6997700" y="3870325"/>
          <p14:tracePt t="30007" x="6985000" y="3856038"/>
          <p14:tracePt t="30015" x="6977063" y="3849688"/>
          <p14:tracePt t="30023" x="6962775" y="3827463"/>
          <p14:tracePt t="30031" x="6956425" y="3827463"/>
          <p14:tracePt t="30039" x="6950075" y="3821113"/>
          <p14:tracePt t="30047" x="6929438" y="3800475"/>
          <p14:tracePt t="30055" x="6915150" y="3800475"/>
          <p14:tracePt t="30063" x="6894513" y="3786188"/>
          <p14:tracePt t="30071" x="6873875" y="3765550"/>
          <p14:tracePt t="30079" x="6853238" y="3765550"/>
          <p14:tracePt t="30087" x="6818313" y="3751263"/>
          <p14:tracePt t="30095" x="6797675" y="3738563"/>
          <p14:tracePt t="30103" x="6762750" y="3724275"/>
          <p14:tracePt t="30111" x="6735763" y="3709988"/>
          <p14:tracePt t="30119" x="6700838" y="3703638"/>
          <p14:tracePt t="30127" x="6672263" y="3697288"/>
          <p14:tracePt t="30135" x="6638925" y="3683000"/>
          <p14:tracePt t="30143" x="6604000" y="3668713"/>
          <p14:tracePt t="30151" x="6569075" y="3662363"/>
          <p14:tracePt t="30159" x="6542088" y="3648075"/>
          <p14:tracePt t="30167" x="6492875" y="3641725"/>
          <p14:tracePt t="30176" x="6457950" y="3641725"/>
          <p14:tracePt t="30183" x="6430963" y="3627438"/>
          <p14:tracePt t="30191" x="6416675" y="3621088"/>
          <p14:tracePt t="30199" x="6396038" y="3613150"/>
          <p14:tracePt t="30207" x="6375400" y="3613150"/>
          <p14:tracePt t="30223" x="6369050" y="3606800"/>
          <p14:tracePt t="31775" x="6381750" y="3606800"/>
          <p14:tracePt t="31783" x="6423025" y="3606800"/>
          <p14:tracePt t="31791" x="6437313" y="3621088"/>
          <p14:tracePt t="32047" x="6437313" y="3613150"/>
          <p14:tracePt t="32055" x="6437313" y="3606800"/>
          <p14:tracePt t="32103" x="6437313" y="3600450"/>
          <p14:tracePt t="32159" x="6437313" y="3592513"/>
          <p14:tracePt t="32215" x="6437313" y="3586163"/>
          <p14:tracePt t="32255" x="6437313" y="3578225"/>
          <p14:tracePt t="32279" x="6437313" y="3571875"/>
          <p14:tracePt t="32287" x="6437313" y="3565525"/>
          <p14:tracePt t="32295" x="6437313" y="3557588"/>
          <p14:tracePt t="32303" x="6430963" y="3557588"/>
          <p14:tracePt t="32311" x="6423025" y="3544888"/>
          <p14:tracePt t="32319" x="6410325" y="3536950"/>
          <p14:tracePt t="32327" x="6402388" y="3530600"/>
          <p14:tracePt t="32335" x="6389688" y="3516313"/>
          <p14:tracePt t="32343" x="6375400" y="3509963"/>
          <p14:tracePt t="32351" x="6354763" y="3503613"/>
          <p14:tracePt t="32359" x="6340475" y="3481388"/>
          <p14:tracePt t="32367" x="6319838" y="3481388"/>
          <p14:tracePt t="32376" x="6284913" y="3460750"/>
          <p14:tracePt t="32383" x="6257925" y="3454400"/>
          <p14:tracePt t="32391" x="6208713" y="3440113"/>
          <p14:tracePt t="32399" x="6161088" y="3427413"/>
          <p14:tracePt t="32407" x="6091238" y="3413125"/>
          <p14:tracePt t="32415" x="6064250" y="3405188"/>
          <p14:tracePt t="32423" x="6021388" y="3392488"/>
          <p14:tracePt t="32431" x="6000750" y="3392488"/>
          <p14:tracePt t="32455" x="5994400" y="3392488"/>
          <p14:tracePt t="32463" x="5994400" y="3398838"/>
          <p14:tracePt t="32471" x="5994400" y="3413125"/>
          <p14:tracePt t="32671" x="5994400" y="3405188"/>
          <p14:tracePt t="32679" x="5994400" y="3398838"/>
          <p14:tracePt t="32695" x="5988050" y="3392488"/>
          <p14:tracePt t="32719" x="5980113" y="3378200"/>
          <p14:tracePt t="32727" x="5967413" y="3378200"/>
          <p14:tracePt t="32735" x="5953125" y="3363913"/>
          <p14:tracePt t="32743" x="5932488" y="3357563"/>
          <p14:tracePt t="32751" x="5891213" y="3351213"/>
          <p14:tracePt t="32759" x="5848350" y="3336925"/>
          <p14:tracePt t="32767" x="5800725" y="3328988"/>
          <p14:tracePt t="32776" x="5751513" y="3302000"/>
          <p14:tracePt t="32783" x="5697538" y="3287713"/>
          <p14:tracePt t="32791" x="5634038" y="3260725"/>
          <p14:tracePt t="32799" x="5557838" y="3232150"/>
          <p14:tracePt t="32807" x="5495925" y="3198813"/>
          <p14:tracePt t="32815" x="5405438" y="3149600"/>
          <p14:tracePt t="32823" x="5308600" y="3094038"/>
          <p14:tracePt t="32831" x="5184775" y="3025775"/>
          <p14:tracePt t="32839" x="5032375" y="2928938"/>
          <p14:tracePt t="32847" x="4865688" y="2817813"/>
          <p14:tracePt t="32855" x="4727575" y="2713038"/>
          <p14:tracePt t="32863" x="4595813" y="2616200"/>
          <p14:tracePt t="32871" x="4519613" y="2574925"/>
          <p14:tracePt t="32879" x="4437063" y="2506663"/>
          <p14:tracePt t="32887" x="4346575" y="2457450"/>
          <p14:tracePt t="32895" x="4270375" y="2422525"/>
          <p14:tracePt t="32903" x="4194175" y="2387600"/>
          <p14:tracePt t="32911" x="4125913" y="2360613"/>
          <p14:tracePt t="32919" x="4049713" y="2339975"/>
          <p14:tracePt t="32927" x="3987800" y="2319338"/>
          <p14:tracePt t="32935" x="3911600" y="2298700"/>
          <p14:tracePt t="32943" x="3868738" y="2278063"/>
          <p14:tracePt t="32951" x="3841750" y="2278063"/>
          <p14:tracePt t="32959" x="3827463" y="2278063"/>
          <p14:tracePt t="32967" x="3821113" y="2278063"/>
          <p14:tracePt t="33127" x="3814763" y="2278063"/>
          <p14:tracePt t="33159" x="3814763" y="2270125"/>
          <p14:tracePt t="33167" x="3814763" y="2257425"/>
          <p14:tracePt t="33183" x="3814763" y="2243138"/>
          <p14:tracePt t="33191" x="3800475" y="2222500"/>
          <p14:tracePt t="33199" x="3786188" y="2187575"/>
          <p14:tracePt t="33207" x="3759200" y="2152650"/>
          <p14:tracePt t="33215" x="3730625" y="2117725"/>
          <p14:tracePt t="33223" x="3709988" y="2090738"/>
          <p14:tracePt t="33231" x="3675063" y="2055813"/>
          <p14:tracePt t="33239" x="3648075" y="2020888"/>
          <p14:tracePt t="33247" x="3619500" y="1993900"/>
          <p14:tracePt t="33255" x="3586163" y="1958975"/>
          <p14:tracePt t="33263" x="3557588" y="1938338"/>
          <p14:tracePt t="33271" x="3536950" y="1911350"/>
          <p14:tracePt t="33279" x="3522663" y="1903413"/>
          <p14:tracePt t="33287" x="3509963" y="1882775"/>
          <p14:tracePt t="33295" x="3502025" y="1882775"/>
          <p14:tracePt t="33303" x="3502025" y="1876425"/>
          <p14:tracePt t="33319" x="3502025" y="1868488"/>
          <p14:tracePt t="33327" x="3495675" y="1862138"/>
          <p14:tracePt t="33367" x="3495675" y="1855788"/>
          <p14:tracePt t="33399" x="3495675" y="1847850"/>
          <p14:tracePt t="33407" x="3502025" y="1847850"/>
          <p14:tracePt t="33415" x="3509963" y="1847850"/>
          <p14:tracePt t="33583" x="3509963" y="1841500"/>
          <p14:tracePt t="33591" x="3509963" y="1835150"/>
          <p14:tracePt t="33599" x="3509963" y="1814513"/>
          <p14:tracePt t="33607" x="3509963" y="1800225"/>
          <p14:tracePt t="33615" x="3509963" y="1792288"/>
          <p14:tracePt t="33623" x="3509963" y="1765300"/>
          <p14:tracePt t="33631" x="3509963" y="1744663"/>
          <p14:tracePt t="33639" x="3509963" y="1716088"/>
          <p14:tracePt t="33647" x="3509963" y="1689100"/>
          <p14:tracePt t="33655" x="3509963" y="1662113"/>
          <p14:tracePt t="33663" x="3509963" y="1619250"/>
          <p14:tracePt t="33671" x="3516313" y="1557338"/>
          <p14:tracePt t="33679" x="3551238" y="1495425"/>
          <p14:tracePt t="33687" x="3598863" y="1419225"/>
          <p14:tracePt t="33695" x="3654425" y="1349375"/>
          <p14:tracePt t="33703" x="3703638" y="1287463"/>
          <p14:tracePt t="33711" x="3771900" y="1211263"/>
          <p14:tracePt t="33719" x="3827463" y="1155700"/>
          <p14:tracePt t="33727" x="3883025" y="1093788"/>
          <p14:tracePt t="33735" x="3938588" y="1023938"/>
          <p14:tracePt t="33743" x="3979863" y="976313"/>
          <p14:tracePt t="33751" x="4035425" y="906463"/>
          <p14:tracePt t="33759" x="4049713" y="871538"/>
          <p14:tracePt t="33767" x="4076700" y="817563"/>
          <p14:tracePt t="33776" x="4084638" y="768350"/>
          <p14:tracePt t="33783" x="4090988" y="712788"/>
          <p14:tracePt t="33791" x="4090988" y="665163"/>
          <p14:tracePt t="33799" x="4090988" y="609600"/>
          <p14:tracePt t="33807" x="4090988" y="560388"/>
          <p14:tracePt t="33815" x="4070350" y="504825"/>
          <p14:tracePt t="33823" x="4035425" y="463550"/>
          <p14:tracePt t="33831" x="3987800" y="401638"/>
          <p14:tracePt t="33839" x="3924300" y="339725"/>
          <p14:tracePt t="33847" x="3868738" y="298450"/>
          <p14:tracePt t="33855" x="3814763" y="255588"/>
          <p14:tracePt t="33863" x="3738563" y="214313"/>
          <p14:tracePt t="33871" x="3662363" y="166688"/>
          <p14:tracePt t="33879" x="3571875" y="117475"/>
          <p14:tracePt t="33887" x="3454400" y="61913"/>
          <p14:tracePt t="33895" x="3328988" y="635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SOLVE WITH EM ALGORITHM</a:t>
            </a:r>
            <a:endParaRPr/>
          </a:p>
        </p:txBody>
      </p:sp>
      <p:sp>
        <p:nvSpPr>
          <p:cNvPr id="350" name="Google Shape;350;p2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308176" y="622080"/>
            <a:ext cx="307185" cy="307204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21"/>
          <p:cNvGrpSpPr/>
          <p:nvPr/>
        </p:nvGrpSpPr>
        <p:grpSpPr>
          <a:xfrm>
            <a:off x="11" y="1293299"/>
            <a:ext cx="2485851" cy="307210"/>
            <a:chOff x="4137475" y="1292763"/>
            <a:chExt cx="3655125" cy="451713"/>
          </a:xfrm>
        </p:grpSpPr>
        <p:pic>
          <p:nvPicPr>
            <p:cNvPr id="353" name="Google Shape;353;p21"/>
            <p:cNvPicPr preferRelativeResize="0"/>
            <p:nvPr/>
          </p:nvPicPr>
          <p:blipFill rotWithShape="1">
            <a:blip r:embed="rId3">
              <a:alphaModFix/>
            </a:blip>
            <a:srcRect t="40865" b="40968"/>
            <a:stretch/>
          </p:blipFill>
          <p:spPr>
            <a:xfrm>
              <a:off x="4137475" y="1333525"/>
              <a:ext cx="2918326" cy="410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21"/>
            <p:cNvSpPr txBox="1"/>
            <p:nvPr/>
          </p:nvSpPr>
          <p:spPr>
            <a:xfrm>
              <a:off x="7055800" y="1292763"/>
              <a:ext cx="7368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8H  2T</a:t>
              </a:r>
              <a:endParaRPr sz="1100"/>
            </a:p>
          </p:txBody>
        </p:sp>
      </p:grpSp>
      <p:sp>
        <p:nvSpPr>
          <p:cNvPr id="355" name="Google Shape;355;p21"/>
          <p:cNvSpPr/>
          <p:nvPr/>
        </p:nvSpPr>
        <p:spPr>
          <a:xfrm>
            <a:off x="4027975" y="1299500"/>
            <a:ext cx="3356400" cy="2328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880188" y="2773025"/>
            <a:ext cx="1102800" cy="54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Parameters</a:t>
            </a: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2668600" y="2660675"/>
            <a:ext cx="522000" cy="766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4221463" y="1452400"/>
            <a:ext cx="1213800" cy="90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E|Z</a:t>
            </a:r>
            <a:r>
              <a:rPr lang="en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E|Z</a:t>
            </a:r>
            <a:r>
              <a:rPr lang="en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6093763" y="2593625"/>
            <a:ext cx="1213800" cy="90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60" name="Google Shape;360;p21"/>
          <p:cNvGrpSpPr/>
          <p:nvPr/>
        </p:nvGrpSpPr>
        <p:grpSpPr>
          <a:xfrm>
            <a:off x="3928263" y="3837438"/>
            <a:ext cx="1808700" cy="1214875"/>
            <a:chOff x="3302875" y="3585738"/>
            <a:chExt cx="1808700" cy="1214875"/>
          </a:xfrm>
        </p:grpSpPr>
        <p:sp>
          <p:nvSpPr>
            <p:cNvPr id="361" name="Google Shape;361;p21"/>
            <p:cNvSpPr/>
            <p:nvPr/>
          </p:nvSpPr>
          <p:spPr>
            <a:xfrm>
              <a:off x="3302875" y="3585750"/>
              <a:ext cx="1808700" cy="119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3302925" y="3585738"/>
              <a:ext cx="1008350" cy="1199275"/>
            </a:xfrm>
            <a:custGeom>
              <a:avLst/>
              <a:gdLst/>
              <a:ahLst/>
              <a:cxnLst/>
              <a:rect l="l" t="t" r="r" b="b"/>
              <a:pathLst>
                <a:path w="40334" h="47971" extrusionOk="0">
                  <a:moveTo>
                    <a:pt x="0" y="0"/>
                  </a:moveTo>
                  <a:lnTo>
                    <a:pt x="0" y="47971"/>
                  </a:lnTo>
                  <a:lnTo>
                    <a:pt x="32313" y="47793"/>
                  </a:lnTo>
                  <a:lnTo>
                    <a:pt x="32313" y="31350"/>
                  </a:lnTo>
                  <a:lnTo>
                    <a:pt x="40334" y="31350"/>
                  </a:lnTo>
                  <a:lnTo>
                    <a:pt x="40334" y="9693"/>
                  </a:lnTo>
                  <a:lnTo>
                    <a:pt x="30308" y="9693"/>
                  </a:lnTo>
                  <a:lnTo>
                    <a:pt x="30308" y="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3" name="Google Shape;363;p21"/>
            <p:cNvSpPr/>
            <p:nvPr/>
          </p:nvSpPr>
          <p:spPr>
            <a:xfrm>
              <a:off x="4373375" y="3587438"/>
              <a:ext cx="738125" cy="1213175"/>
            </a:xfrm>
            <a:custGeom>
              <a:avLst/>
              <a:gdLst/>
              <a:ahLst/>
              <a:cxnLst/>
              <a:rect l="l" t="t" r="r" b="b"/>
              <a:pathLst>
                <a:path w="29525" h="48527" extrusionOk="0">
                  <a:moveTo>
                    <a:pt x="0" y="0"/>
                  </a:moveTo>
                  <a:lnTo>
                    <a:pt x="0" y="9625"/>
                  </a:lnTo>
                  <a:lnTo>
                    <a:pt x="9225" y="9625"/>
                  </a:lnTo>
                  <a:lnTo>
                    <a:pt x="9225" y="32485"/>
                  </a:lnTo>
                  <a:lnTo>
                    <a:pt x="1204" y="32485"/>
                  </a:lnTo>
                  <a:lnTo>
                    <a:pt x="1204" y="48527"/>
                  </a:lnTo>
                  <a:lnTo>
                    <a:pt x="29525" y="48416"/>
                  </a:lnTo>
                  <a:lnTo>
                    <a:pt x="29525" y="18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4" name="Google Shape;364;p21"/>
            <p:cNvSpPr/>
            <p:nvPr/>
          </p:nvSpPr>
          <p:spPr>
            <a:xfrm>
              <a:off x="4571225" y="3655100"/>
              <a:ext cx="450000" cy="10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HHH</a:t>
              </a:r>
              <a:endParaRPr/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HH</a:t>
              </a:r>
              <a:endParaRPr/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</a:rPr>
                <a:t>HH</a:t>
              </a:r>
              <a:endParaRPr>
                <a:solidFill>
                  <a:srgbClr val="0000FF"/>
                </a:solidFill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HHH</a:t>
              </a:r>
              <a:endParaRPr/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HH</a:t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3349925" y="3635763"/>
              <a:ext cx="921000" cy="10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HH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HHHHHHH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</a:rPr>
                <a:t>HHHHHH</a:t>
              </a:r>
              <a:endParaRPr>
                <a:solidFill>
                  <a:srgbClr val="0000FF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HHHHH</a:t>
              </a:r>
              <a:endParaRPr/>
            </a:p>
          </p:txBody>
        </p:sp>
      </p:grpSp>
      <p:cxnSp>
        <p:nvCxnSpPr>
          <p:cNvPr id="366" name="Google Shape;366;p21"/>
          <p:cNvCxnSpPr>
            <a:stCxn id="356" idx="3"/>
            <a:endCxn id="357" idx="1"/>
          </p:cNvCxnSpPr>
          <p:nvPr/>
        </p:nvCxnSpPr>
        <p:spPr>
          <a:xfrm>
            <a:off x="1982988" y="3043775"/>
            <a:ext cx="68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21"/>
          <p:cNvCxnSpPr>
            <a:stCxn id="357" idx="0"/>
            <a:endCxn id="358" idx="1"/>
          </p:cNvCxnSpPr>
          <p:nvPr/>
        </p:nvCxnSpPr>
        <p:spPr>
          <a:xfrm rot="-5400000">
            <a:off x="3196450" y="1635725"/>
            <a:ext cx="758100" cy="1291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8" name="Google Shape;368;p21"/>
          <p:cNvCxnSpPr>
            <a:stCxn id="358" idx="3"/>
            <a:endCxn id="359" idx="0"/>
          </p:cNvCxnSpPr>
          <p:nvPr/>
        </p:nvCxnSpPr>
        <p:spPr>
          <a:xfrm>
            <a:off x="5435263" y="1902550"/>
            <a:ext cx="1265400" cy="6912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9" name="Google Shape;369;p21"/>
          <p:cNvCxnSpPr>
            <a:stCxn id="359" idx="2"/>
            <a:endCxn id="361" idx="3"/>
          </p:cNvCxnSpPr>
          <p:nvPr/>
        </p:nvCxnSpPr>
        <p:spPr>
          <a:xfrm rot="5400000">
            <a:off x="5747263" y="3483725"/>
            <a:ext cx="943200" cy="9636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" name="Google Shape;370;p21"/>
          <p:cNvCxnSpPr>
            <a:stCxn id="361" idx="1"/>
            <a:endCxn id="357" idx="2"/>
          </p:cNvCxnSpPr>
          <p:nvPr/>
        </p:nvCxnSpPr>
        <p:spPr>
          <a:xfrm rot="10800000">
            <a:off x="2929563" y="3426750"/>
            <a:ext cx="998700" cy="1010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1" name="Google Shape;371;p21"/>
          <p:cNvCxnSpPr>
            <a:stCxn id="357" idx="3"/>
            <a:endCxn id="359" idx="1"/>
          </p:cNvCxnSpPr>
          <p:nvPr/>
        </p:nvCxnSpPr>
        <p:spPr>
          <a:xfrm>
            <a:off x="3190600" y="3043775"/>
            <a:ext cx="29031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Dot"/>
            <a:round/>
            <a:headEnd type="triangle" w="med" len="med"/>
            <a:tailEnd type="triangle" w="med" len="med"/>
          </a:ln>
        </p:spPr>
      </p:cxnSp>
      <p:sp>
        <p:nvSpPr>
          <p:cNvPr id="372" name="Google Shape;372;p21"/>
          <p:cNvSpPr txBox="1"/>
          <p:nvPr/>
        </p:nvSpPr>
        <p:spPr>
          <a:xfrm>
            <a:off x="4104175" y="2938775"/>
            <a:ext cx="19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Mutual dependent variables</a:t>
            </a:r>
            <a:endParaRPr sz="12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6798375" y="1295925"/>
            <a:ext cx="589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E-Step</a:t>
            </a:r>
            <a:endParaRPr sz="1700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6080575" y="4185450"/>
            <a:ext cx="650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M-Step</a:t>
            </a:r>
            <a:endParaRPr sz="1700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5385325" y="1452400"/>
            <a:ext cx="5898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0.12</a:t>
            </a:r>
            <a:endParaRPr sz="1800" i="1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0.04</a:t>
            </a:r>
            <a:endParaRPr sz="1800" i="1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7380113" y="2653625"/>
            <a:ext cx="11343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A   :   B</a:t>
            </a:r>
            <a:endParaRPr sz="1800" i="1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73% : 27%</a:t>
            </a:r>
            <a:endParaRPr sz="1800" i="1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77" name="Google Shape;377;p21">
            <a:hlinkClick r:id="rId4" action="ppaction://hlinksldjump"/>
          </p:cNvPr>
          <p:cNvSpPr/>
          <p:nvPr/>
        </p:nvSpPr>
        <p:spPr>
          <a:xfrm>
            <a:off x="1799500" y="3272888"/>
            <a:ext cx="393600" cy="393600"/>
          </a:xfrm>
          <a:prstGeom prst="ellipse">
            <a:avLst/>
          </a:prstGeom>
          <a:solidFill>
            <a:srgbClr val="D9D9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1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78" name="Google Shape;378;p21">
            <a:hlinkClick r:id="rId5" action="ppaction://hlinksldjump"/>
          </p:cNvPr>
          <p:cNvSpPr/>
          <p:nvPr/>
        </p:nvSpPr>
        <p:spPr>
          <a:xfrm>
            <a:off x="3042125" y="2429075"/>
            <a:ext cx="393600" cy="393600"/>
          </a:xfrm>
          <a:prstGeom prst="ellipse">
            <a:avLst/>
          </a:prstGeom>
          <a:solidFill>
            <a:srgbClr val="F4CCCC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2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79" name="Google Shape;379;p21">
            <a:hlinkClick r:id="rId6" action="ppaction://hlinksldjump"/>
          </p:cNvPr>
          <p:cNvSpPr/>
          <p:nvPr/>
        </p:nvSpPr>
        <p:spPr>
          <a:xfrm>
            <a:off x="5211125" y="2266688"/>
            <a:ext cx="393600" cy="393600"/>
          </a:xfrm>
          <a:prstGeom prst="ellipse">
            <a:avLst/>
          </a:prstGeom>
          <a:solidFill>
            <a:srgbClr val="DAFBFE"/>
          </a:solidFill>
          <a:ln w="28575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3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80" name="Google Shape;380;p21">
            <a:hlinkClick r:id="rId7" action="ppaction://hlinksldjump"/>
          </p:cNvPr>
          <p:cNvSpPr/>
          <p:nvPr/>
        </p:nvSpPr>
        <p:spPr>
          <a:xfrm>
            <a:off x="7128738" y="3383850"/>
            <a:ext cx="393600" cy="393600"/>
          </a:xfrm>
          <a:prstGeom prst="ellipse">
            <a:avLst/>
          </a:prstGeom>
          <a:solidFill>
            <a:srgbClr val="D9EAD3"/>
          </a:solidFill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4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81" name="Google Shape;381;p21">
            <a:hlinkClick r:id="rId8" action="ppaction://hlinksldjump"/>
          </p:cNvPr>
          <p:cNvSpPr/>
          <p:nvPr/>
        </p:nvSpPr>
        <p:spPr>
          <a:xfrm>
            <a:off x="5686963" y="4622963"/>
            <a:ext cx="393600" cy="393600"/>
          </a:xfrm>
          <a:prstGeom prst="ellipse">
            <a:avLst/>
          </a:prstGeom>
          <a:solidFill>
            <a:srgbClr val="CFE2F3"/>
          </a:solidFill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5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5455664" y="1263224"/>
            <a:ext cx="501000" cy="2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8H  2T</a:t>
            </a:r>
            <a:endParaRPr sz="1100"/>
          </a:p>
        </p:txBody>
      </p:sp>
      <p:sp>
        <p:nvSpPr>
          <p:cNvPr id="383" name="Google Shape;383;p21"/>
          <p:cNvSpPr txBox="1"/>
          <p:nvPr/>
        </p:nvSpPr>
        <p:spPr>
          <a:xfrm>
            <a:off x="7650389" y="2478724"/>
            <a:ext cx="501000" cy="2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8H  2T</a:t>
            </a:r>
            <a:endParaRPr sz="1100"/>
          </a:p>
        </p:txBody>
      </p:sp>
      <p:sp>
        <p:nvSpPr>
          <p:cNvPr id="384" name="Google Shape;384;p21">
            <a:hlinkClick r:id="rId9" action="ppaction://hlinksldjump"/>
          </p:cNvPr>
          <p:cNvSpPr/>
          <p:nvPr/>
        </p:nvSpPr>
        <p:spPr>
          <a:xfrm>
            <a:off x="3042125" y="3314525"/>
            <a:ext cx="393600" cy="393600"/>
          </a:xfrm>
          <a:prstGeom prst="ellipse">
            <a:avLst/>
          </a:prstGeom>
          <a:solidFill>
            <a:srgbClr val="F4CCCC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update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42675" y="2674325"/>
            <a:ext cx="907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 sz="9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8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 i="1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0.6</a:t>
            </a:r>
            <a:endParaRPr sz="800" i="1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 sz="9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8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 i="1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0.5</a:t>
            </a:r>
            <a:endParaRPr sz="800" i="1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2785025" y="4361975"/>
            <a:ext cx="1102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 sz="9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8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 i="1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0.71</a:t>
            </a:r>
            <a:endParaRPr sz="800" i="1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" sz="9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80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 i="1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0.58</a:t>
            </a:r>
            <a:endParaRPr sz="800" i="1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2861050" y="4131600"/>
            <a:ext cx="19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1st iteration</a:t>
            </a:r>
            <a:endParaRPr sz="1200">
              <a:solidFill>
                <a:srgbClr val="0000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ransition advTm="191157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980" x="5495925" y="1052513"/>
          <p14:tracePt t="1220" x="5510213" y="1052513"/>
          <p14:tracePt t="1285" x="5502275" y="1052513"/>
          <p14:tracePt t="1292" x="5495925" y="1058863"/>
          <p14:tracePt t="1300" x="5495925" y="1066800"/>
          <p14:tracePt t="1308" x="5502275" y="1108075"/>
          <p14:tracePt t="1604" x="5495925" y="1108075"/>
          <p14:tracePt t="1612" x="5475288" y="1108075"/>
          <p14:tracePt t="1620" x="5454650" y="1120775"/>
          <p14:tracePt t="1628" x="5419725" y="1135063"/>
          <p14:tracePt t="1636" x="5364163" y="1169988"/>
          <p14:tracePt t="1644" x="5281613" y="1204913"/>
          <p14:tracePt t="1652" x="5199063" y="1246188"/>
          <p14:tracePt t="1660" x="5087938" y="1281113"/>
          <p14:tracePt t="1668" x="4997450" y="1328738"/>
          <p14:tracePt t="1676" x="4900613" y="1370013"/>
          <p14:tracePt t="1684" x="4810125" y="1398588"/>
          <p14:tracePt t="1692" x="4741863" y="1439863"/>
          <p14:tracePt t="1700" x="4686300" y="1460500"/>
          <p14:tracePt t="1708" x="4624388" y="1495425"/>
          <p14:tracePt t="1716" x="4595813" y="1516063"/>
          <p14:tracePt t="1724" x="4575175" y="1530350"/>
          <p14:tracePt t="1732" x="4554538" y="1536700"/>
          <p14:tracePt t="1788" x="4568825" y="1543050"/>
          <p14:tracePt t="2164" x="4568825" y="1536700"/>
          <p14:tracePt t="2276" x="4568825" y="1530350"/>
          <p14:tracePt t="2556" x="4568825" y="1522413"/>
          <p14:tracePt t="2580" x="4560888" y="1522413"/>
          <p14:tracePt t="2588" x="4554538" y="1522413"/>
          <p14:tracePt t="2596" x="4548188" y="1516063"/>
          <p14:tracePt t="2676" x="4540250" y="1516063"/>
          <p14:tracePt t="2684" x="4533900" y="1516063"/>
          <p14:tracePt t="2692" x="4519613" y="1501775"/>
          <p14:tracePt t="2740" x="4506913" y="1495425"/>
          <p14:tracePt t="6300" x="4513263" y="1501775"/>
          <p14:tracePt t="6308" x="4533900" y="1516063"/>
          <p14:tracePt t="6524" x="4513263" y="1516063"/>
          <p14:tracePt t="6532" x="4471988" y="1516063"/>
          <p14:tracePt t="6540" x="4457700" y="1516063"/>
          <p14:tracePt t="6548" x="4430713" y="1516063"/>
          <p14:tracePt t="6556" x="4395788" y="1516063"/>
          <p14:tracePt t="6564" x="4346575" y="1516063"/>
          <p14:tracePt t="6572" x="4311650" y="1516063"/>
          <p14:tracePt t="6580" x="4284663" y="1516063"/>
          <p14:tracePt t="6588" x="4249738" y="1516063"/>
          <p14:tracePt t="6596" x="4229100" y="1516063"/>
          <p14:tracePt t="6604" x="4208463" y="1522413"/>
          <p14:tracePt t="6612" x="4202113" y="1530350"/>
          <p14:tracePt t="6620" x="4181475" y="1530350"/>
          <p14:tracePt t="6628" x="4173538" y="1536700"/>
          <p14:tracePt t="6636" x="4160838" y="1536700"/>
          <p14:tracePt t="6644" x="4152900" y="1543050"/>
          <p14:tracePt t="6652" x="4138613" y="1557338"/>
          <p14:tracePt t="6660" x="4132263" y="1557338"/>
          <p14:tracePt t="6676" x="4125913" y="1565275"/>
          <p14:tracePt t="6700" x="4117975" y="1571625"/>
          <p14:tracePt t="6709" x="4111625" y="1577975"/>
          <p14:tracePt t="6716" x="4097338" y="1585913"/>
          <p14:tracePt t="6725" x="4090988" y="1592263"/>
          <p14:tracePt t="6732" x="4084638" y="1598613"/>
          <p14:tracePt t="6740" x="4064000" y="1606550"/>
          <p14:tracePt t="6748" x="4049713" y="1606550"/>
          <p14:tracePt t="6756" x="4029075" y="1619250"/>
          <p14:tracePt t="6772" x="4021138" y="1619250"/>
          <p14:tracePt t="6781" x="4014788" y="1619250"/>
          <p14:tracePt t="6788" x="4008438" y="1627188"/>
          <p14:tracePt t="6796" x="3994150" y="1627188"/>
          <p14:tracePt t="6805" x="3979863" y="1627188"/>
          <p14:tracePt t="6812" x="3932238" y="1627188"/>
          <p14:tracePt t="6820" x="3876675" y="1627188"/>
          <p14:tracePt t="6828" x="3814763" y="1627188"/>
          <p14:tracePt t="6836" x="3738563" y="1627188"/>
          <p14:tracePt t="6844" x="3683000" y="1627188"/>
          <p14:tracePt t="6852" x="3641725" y="1627188"/>
          <p14:tracePt t="6860" x="3598863" y="1627188"/>
          <p14:tracePt t="6868" x="3586163" y="1627188"/>
          <p14:tracePt t="6916" x="3571875" y="1627188"/>
          <p14:tracePt t="6925" x="3565525" y="1627188"/>
          <p14:tracePt t="6940" x="3565525" y="1639888"/>
          <p14:tracePt t="6956" x="3565525" y="1647825"/>
          <p14:tracePt t="7477" x="3557588" y="1639888"/>
          <p14:tracePt t="7492" x="3543300" y="1633538"/>
          <p14:tracePt t="7508" x="3530600" y="1627188"/>
          <p14:tracePt t="7516" x="3522663" y="1627188"/>
          <p14:tracePt t="7548" x="3522663" y="1619250"/>
          <p14:tracePt t="7612" x="3516313" y="1619250"/>
          <p14:tracePt t="7692" x="3509963" y="1619250"/>
          <p14:tracePt t="7732" x="3502025" y="1619250"/>
          <p14:tracePt t="7756" x="3495675" y="1612900"/>
          <p14:tracePt t="7820" x="3475038" y="1612900"/>
          <p14:tracePt t="7828" x="3468688" y="1612900"/>
          <p14:tracePt t="7836" x="3460750" y="1612900"/>
          <p14:tracePt t="7844" x="3454400" y="1619250"/>
          <p14:tracePt t="7852" x="3454400" y="1627188"/>
          <p14:tracePt t="8172" x="3454400" y="1619250"/>
          <p14:tracePt t="8684" x="3468688" y="1619250"/>
          <p14:tracePt t="8860" x="3468688" y="1612900"/>
          <p14:tracePt t="8900" x="3460750" y="1612900"/>
          <p14:tracePt t="8908" x="3460750" y="1606550"/>
          <p14:tracePt t="8924" x="3454400" y="1606550"/>
          <p14:tracePt t="8964" x="3446463" y="1606550"/>
          <p14:tracePt t="8980" x="3440113" y="1606550"/>
          <p14:tracePt t="8988" x="3433763" y="1606550"/>
          <p14:tracePt t="9060" x="3425825" y="1606550"/>
          <p14:tracePt t="11844" x="3419475" y="1606550"/>
          <p14:tracePt t="11860" x="3405188" y="1606550"/>
          <p14:tracePt t="11868" x="3398838" y="1606550"/>
          <p14:tracePt t="11876" x="3392488" y="1606550"/>
          <p14:tracePt t="11884" x="3378200" y="1606550"/>
          <p14:tracePt t="11893" x="3370263" y="1606550"/>
          <p14:tracePt t="11900" x="3363913" y="1606550"/>
          <p14:tracePt t="11916" x="3357563" y="1606550"/>
          <p14:tracePt t="11925" x="3349625" y="1606550"/>
          <p14:tracePt t="11940" x="3336925" y="1606550"/>
          <p14:tracePt t="11948" x="3328988" y="1606550"/>
          <p14:tracePt t="11964" x="3322638" y="1606550"/>
          <p14:tracePt t="11972" x="3308350" y="1606550"/>
          <p14:tracePt t="11980" x="3302000" y="1606550"/>
          <p14:tracePt t="11996" x="3295650" y="1606550"/>
          <p14:tracePt t="12004" x="3287713" y="1606550"/>
          <p14:tracePt t="12020" x="3273425" y="1606550"/>
          <p14:tracePt t="12028" x="3260725" y="1606550"/>
          <p14:tracePt t="12036" x="3246438" y="1606550"/>
          <p14:tracePt t="12044" x="3246438" y="1612900"/>
          <p14:tracePt t="12052" x="3232150" y="1612900"/>
          <p14:tracePt t="12060" x="3211513" y="1627188"/>
          <p14:tracePt t="12092" x="3197225" y="1627188"/>
          <p14:tracePt t="12100" x="3190875" y="1627188"/>
          <p14:tracePt t="12116" x="3176588" y="1627188"/>
          <p14:tracePt t="12125" x="3176588" y="1633538"/>
          <p14:tracePt t="12132" x="3170238" y="1633538"/>
          <p14:tracePt t="12164" x="3163888" y="1633538"/>
          <p14:tracePt t="12188" x="3155950" y="1633538"/>
          <p14:tracePt t="12204" x="3149600" y="1633538"/>
          <p14:tracePt t="12220" x="3135313" y="1647825"/>
          <p14:tracePt t="12244" x="3128963" y="1654175"/>
          <p14:tracePt t="12268" x="3122613" y="1654175"/>
          <p14:tracePt t="12284" x="3122613" y="1662113"/>
          <p14:tracePt t="12292" x="3114675" y="1662113"/>
          <p14:tracePt t="12316" x="3108325" y="1668463"/>
          <p14:tracePt t="12349" x="3100388" y="1674813"/>
          <p14:tracePt t="12356" x="3094038" y="1682750"/>
          <p14:tracePt t="12364" x="3087688" y="1689100"/>
          <p14:tracePt t="12372" x="3079750" y="1695450"/>
          <p14:tracePt t="12388" x="3067050" y="1716088"/>
          <p14:tracePt t="12396" x="3059113" y="1724025"/>
          <p14:tracePt t="12404" x="3046413" y="1744663"/>
          <p14:tracePt t="12412" x="3032125" y="1751013"/>
          <p14:tracePt t="12420" x="3011488" y="1771650"/>
          <p14:tracePt t="12428" x="2997200" y="1779588"/>
          <p14:tracePt t="12436" x="2976563" y="1792288"/>
          <p14:tracePt t="12444" x="2962275" y="1814513"/>
          <p14:tracePt t="12452" x="2949575" y="1827213"/>
          <p14:tracePt t="12460" x="2921000" y="1855788"/>
          <p14:tracePt t="12468" x="2894013" y="1882775"/>
          <p14:tracePt t="12477" x="2873375" y="1917700"/>
          <p14:tracePt t="12484" x="2844800" y="1952625"/>
          <p14:tracePt t="12492" x="2817813" y="1979613"/>
          <p14:tracePt t="12500" x="2782888" y="2020888"/>
          <p14:tracePt t="12509" x="2747963" y="2062163"/>
          <p14:tracePt t="12516" x="2713038" y="2105025"/>
          <p14:tracePt t="12524" x="2686050" y="2152650"/>
          <p14:tracePt t="12532" x="2651125" y="2193925"/>
          <p14:tracePt t="12540" x="2624138" y="2236788"/>
          <p14:tracePt t="12548" x="2601913" y="2270125"/>
          <p14:tracePt t="12556" x="2581275" y="2319338"/>
          <p14:tracePt t="12564" x="2554288" y="2374900"/>
          <p14:tracePt t="12572" x="2533650" y="2430463"/>
          <p14:tracePt t="12580" x="2513013" y="2478088"/>
          <p14:tracePt t="12588" x="2498725" y="2547938"/>
          <p14:tracePt t="12596" x="2478088" y="2595563"/>
          <p14:tracePt t="12604" x="2463800" y="2644775"/>
          <p14:tracePt t="12612" x="2451100" y="2700338"/>
          <p14:tracePt t="12620" x="2451100" y="2727325"/>
          <p14:tracePt t="12628" x="2451100" y="2782888"/>
          <p14:tracePt t="12636" x="2451100" y="2824163"/>
          <p14:tracePt t="12644" x="2451100" y="2859088"/>
          <p14:tracePt t="12652" x="2451100" y="2914650"/>
          <p14:tracePt t="12660" x="2463800" y="2962275"/>
          <p14:tracePt t="12668" x="2484438" y="3032125"/>
          <p14:tracePt t="12676" x="2505075" y="3081338"/>
          <p14:tracePt t="12684" x="2540000" y="3149600"/>
          <p14:tracePt t="12692" x="2574925" y="3205163"/>
          <p14:tracePt t="12700" x="2616200" y="3267075"/>
          <p14:tracePt t="12708" x="2665413" y="3343275"/>
          <p14:tracePt t="12716" x="2706688" y="3413125"/>
          <p14:tracePt t="12725" x="2762250" y="3481388"/>
          <p14:tracePt t="12732" x="2830513" y="3565525"/>
          <p14:tracePt t="12741" x="2886075" y="3633788"/>
          <p14:tracePt t="12748" x="2970213" y="3717925"/>
          <p14:tracePt t="12756" x="3059113" y="3806825"/>
          <p14:tracePt t="12764" x="3128963" y="3870325"/>
          <p14:tracePt t="12772" x="3219450" y="3932238"/>
          <p14:tracePt t="12780" x="3281363" y="3987800"/>
          <p14:tracePt t="12788" x="3370263" y="4043363"/>
          <p14:tracePt t="12796" x="3440113" y="4090988"/>
          <p14:tracePt t="12804" x="3516313" y="4111625"/>
          <p14:tracePt t="12812" x="3586163" y="4160838"/>
          <p14:tracePt t="12820" x="3654425" y="4181475"/>
          <p14:tracePt t="12828" x="3716338" y="4208463"/>
          <p14:tracePt t="12836" x="3806825" y="4243388"/>
          <p14:tracePt t="12844" x="3883025" y="4271963"/>
          <p14:tracePt t="12852" x="3965575" y="4284663"/>
          <p14:tracePt t="12860" x="4064000" y="4319588"/>
          <p14:tracePt t="12877" x="4278313" y="4375150"/>
          <p14:tracePt t="12884" x="4395788" y="4410075"/>
          <p14:tracePt t="12892" x="4533900" y="4416425"/>
          <p14:tracePt t="12900" x="4721225" y="4451350"/>
          <p14:tracePt t="12909" x="4914900" y="4471988"/>
          <p14:tracePt t="12916" x="5094288" y="4498975"/>
          <p14:tracePt t="12925" x="5281613" y="4498975"/>
          <p14:tracePt t="12932" x="5530850" y="4498975"/>
          <p14:tracePt t="12940" x="5738813" y="4498975"/>
          <p14:tracePt t="12948" x="5959475" y="4498975"/>
          <p14:tracePt t="12956" x="6194425" y="4471988"/>
          <p14:tracePt t="12964" x="6437313" y="4437063"/>
          <p14:tracePt t="12972" x="6659563" y="4381500"/>
          <p14:tracePt t="12980" x="6845300" y="4325938"/>
          <p14:tracePt t="12988" x="6985000" y="4278313"/>
          <p14:tracePt t="12996" x="7170738" y="4222750"/>
          <p14:tracePt t="13004" x="7331075" y="4146550"/>
          <p14:tracePt t="13012" x="7419975" y="4105275"/>
          <p14:tracePt t="13020" x="7524750" y="4049713"/>
          <p14:tracePt t="13028" x="7593013" y="3994150"/>
          <p14:tracePt t="13037" x="7648575" y="3946525"/>
          <p14:tracePt t="13044" x="7710488" y="3903663"/>
          <p14:tracePt t="13052" x="7753350" y="3849688"/>
          <p14:tracePt t="13060" x="7794625" y="3779838"/>
          <p14:tracePt t="13068" x="7829550" y="3717925"/>
          <p14:tracePt t="13076" x="7870825" y="3641725"/>
          <p14:tracePt t="13084" x="7912100" y="3536950"/>
          <p14:tracePt t="13092" x="7947025" y="3454400"/>
          <p14:tracePt t="13100" x="7988300" y="3357563"/>
          <p14:tracePt t="13109" x="8029575" y="3254375"/>
          <p14:tracePt t="13116" x="8070850" y="3184525"/>
          <p14:tracePt t="13125" x="8099425" y="3108325"/>
          <p14:tracePt t="13132" x="8140700" y="3011488"/>
          <p14:tracePt t="13140" x="8181975" y="2928938"/>
          <p14:tracePt t="13148" x="8196263" y="2824163"/>
          <p14:tracePt t="13156" x="8208963" y="2713038"/>
          <p14:tracePt t="13164" x="8229600" y="2624138"/>
          <p14:tracePt t="13172" x="8229600" y="2519363"/>
          <p14:tracePt t="13180" x="8229600" y="2430463"/>
          <p14:tracePt t="13188" x="8229600" y="2346325"/>
          <p14:tracePt t="13196" x="8229600" y="2284413"/>
          <p14:tracePt t="13204" x="8196263" y="2193925"/>
          <p14:tracePt t="13212" x="8161338" y="2117725"/>
          <p14:tracePt t="13220" x="8105775" y="2041525"/>
          <p14:tracePt t="13228" x="8029575" y="1958975"/>
          <p14:tracePt t="13236" x="7947025" y="1897063"/>
          <p14:tracePt t="13244" x="7870825" y="1847850"/>
          <p14:tracePt t="13252" x="7753350" y="1785938"/>
          <p14:tracePt t="13260" x="7593013" y="1703388"/>
          <p14:tracePt t="13268" x="7358063" y="1585913"/>
          <p14:tracePt t="13277" x="7088188" y="1489075"/>
          <p14:tracePt t="13284" x="6838950" y="1384300"/>
          <p14:tracePt t="13292" x="6575425" y="1308100"/>
          <p14:tracePt t="13301" x="6334125" y="1239838"/>
          <p14:tracePt t="13308" x="6091238" y="1176338"/>
          <p14:tracePt t="13316" x="5815013" y="1143000"/>
          <p14:tracePt t="13325" x="5621338" y="1120775"/>
          <p14:tracePt t="13332" x="5384800" y="1079500"/>
          <p14:tracePt t="13340" x="5170488" y="1058863"/>
          <p14:tracePt t="13348" x="4970463" y="1038225"/>
          <p14:tracePt t="13356" x="4838700" y="1038225"/>
          <p14:tracePt t="13364" x="4672013" y="1038225"/>
          <p14:tracePt t="13372" x="4498975" y="1038225"/>
          <p14:tracePt t="13380" x="4325938" y="1044575"/>
          <p14:tracePt t="13388" x="4160838" y="1087438"/>
          <p14:tracePt t="13396" x="4008438" y="1120775"/>
          <p14:tracePt t="13404" x="3841750" y="1163638"/>
          <p14:tracePt t="13412" x="3648075" y="1246188"/>
          <p14:tracePt t="13420" x="3489325" y="1308100"/>
          <p14:tracePt t="13428" x="3349625" y="1370013"/>
          <p14:tracePt t="13436" x="3219450" y="1446213"/>
          <p14:tracePt t="13444" x="3143250" y="1495425"/>
          <p14:tracePt t="13452" x="3038475" y="1557338"/>
          <p14:tracePt t="13460" x="2997200" y="1585913"/>
          <p14:tracePt t="13468" x="2927350" y="1647825"/>
          <p14:tracePt t="13476" x="2865438" y="1724025"/>
          <p14:tracePt t="13484" x="2817813" y="1800225"/>
          <p14:tracePt t="13492" x="2774950" y="1889125"/>
          <p14:tracePt t="13500" x="2733675" y="2014538"/>
          <p14:tracePt t="13509" x="2700338" y="2111375"/>
          <p14:tracePt t="13516" x="2665413" y="2222500"/>
          <p14:tracePt t="13525" x="2657475" y="2319338"/>
          <p14:tracePt t="13532" x="2644775" y="2436813"/>
          <p14:tracePt t="13540" x="2624138" y="2560638"/>
          <p14:tracePt t="13548" x="2616200" y="2679700"/>
          <p14:tracePt t="13556" x="2589213" y="2789238"/>
          <p14:tracePt t="13564" x="2581275" y="2873375"/>
          <p14:tracePt t="13572" x="2581275" y="2962275"/>
          <p14:tracePt t="13580" x="2581275" y="3038475"/>
          <p14:tracePt t="13588" x="2581275" y="3101975"/>
          <p14:tracePt t="13596" x="2581275" y="3149600"/>
          <p14:tracePt t="13604" x="2581275" y="3198813"/>
          <p14:tracePt t="13612" x="2581275" y="3232150"/>
          <p14:tracePt t="13620" x="2589213" y="3246438"/>
          <p14:tracePt t="13628" x="2595563" y="3267075"/>
          <p14:tracePt t="13636" x="2609850" y="3287713"/>
          <p14:tracePt t="13644" x="2616200" y="3302000"/>
          <p14:tracePt t="13652" x="2636838" y="3328988"/>
          <p14:tracePt t="13660" x="2651125" y="3357563"/>
          <p14:tracePt t="13668" x="2651125" y="3371850"/>
          <p14:tracePt t="13676" x="2665413" y="3384550"/>
          <p14:tracePt t="13684" x="2671763" y="3405188"/>
          <p14:tracePt t="13693" x="2671763" y="3413125"/>
          <p14:tracePt t="13700" x="2686050" y="3427413"/>
          <p14:tracePt t="13716" x="2700338" y="3448050"/>
          <p14:tracePt t="13732" x="2700338" y="3454400"/>
          <p14:tracePt t="13916" x="2700338" y="3448050"/>
          <p14:tracePt t="13924" x="2700338" y="3440113"/>
          <p14:tracePt t="14036" x="2700338" y="3433763"/>
          <p14:tracePt t="14092" x="2700338" y="3419475"/>
          <p14:tracePt t="14108" x="2692400" y="3419475"/>
          <p14:tracePt t="14116" x="2692400" y="3413125"/>
          <p14:tracePt t="14132" x="2686050" y="3413125"/>
          <p14:tracePt t="14157" x="2678113" y="3405188"/>
          <p14:tracePt t="14164" x="2671763" y="3405188"/>
          <p14:tracePt t="14172" x="2671763" y="3398838"/>
          <p14:tracePt t="14188" x="2657475" y="3392488"/>
          <p14:tracePt t="14204" x="2651125" y="3392488"/>
          <p14:tracePt t="14212" x="2644775" y="3384550"/>
          <p14:tracePt t="14220" x="2636838" y="3378200"/>
          <p14:tracePt t="14228" x="2616200" y="3363913"/>
          <p14:tracePt t="14236" x="2609850" y="3351213"/>
          <p14:tracePt t="14244" x="2595563" y="3343275"/>
          <p14:tracePt t="14252" x="2581275" y="3336925"/>
          <p14:tracePt t="14268" x="2574925" y="3328988"/>
          <p14:tracePt t="14276" x="2560638" y="3322638"/>
          <p14:tracePt t="14284" x="2560638" y="3316288"/>
          <p14:tracePt t="14292" x="2547938" y="3308350"/>
          <p14:tracePt t="14300" x="2540000" y="3308350"/>
          <p14:tracePt t="14316" x="2527300" y="3302000"/>
          <p14:tracePt t="14324" x="2527300" y="3295650"/>
          <p14:tracePt t="14332" x="2519363" y="3287713"/>
          <p14:tracePt t="14348" x="2513013" y="3287713"/>
          <p14:tracePt t="14356" x="2505075" y="3281363"/>
          <p14:tracePt t="14364" x="2492375" y="3275013"/>
          <p14:tracePt t="14372" x="2492375" y="3267075"/>
          <p14:tracePt t="14380" x="2484438" y="3267075"/>
          <p14:tracePt t="14388" x="2463800" y="3254375"/>
          <p14:tracePt t="14404" x="2451100" y="3254375"/>
          <p14:tracePt t="14412" x="2451100" y="3246438"/>
          <p14:tracePt t="14420" x="2443163" y="3246438"/>
          <p14:tracePt t="14428" x="2428875" y="3232150"/>
          <p14:tracePt t="14444" x="2416175" y="3219450"/>
          <p14:tracePt t="14452" x="2395538" y="3211513"/>
          <p14:tracePt t="14460" x="2387600" y="3198813"/>
          <p14:tracePt t="14468" x="2366963" y="3198813"/>
          <p14:tracePt t="14476" x="2346325" y="3178175"/>
          <p14:tracePt t="14484" x="2332038" y="3170238"/>
          <p14:tracePt t="14492" x="2311400" y="3149600"/>
          <p14:tracePt t="14500" x="2290763" y="3143250"/>
          <p14:tracePt t="14509" x="2284413" y="3128963"/>
          <p14:tracePt t="14516" x="2270125" y="3122613"/>
          <p14:tracePt t="14524" x="2255838" y="3114675"/>
          <p14:tracePt t="14532" x="2243138" y="3101975"/>
          <p14:tracePt t="14540" x="2228850" y="3087688"/>
          <p14:tracePt t="14548" x="2214563" y="3081338"/>
          <p14:tracePt t="14556" x="2201863" y="3067050"/>
          <p14:tracePt t="14564" x="2187575" y="3052763"/>
          <p14:tracePt t="14572" x="2181225" y="3052763"/>
          <p14:tracePt t="14580" x="2173288" y="3046413"/>
          <p14:tracePt t="14588" x="2166938" y="3038475"/>
          <p14:tracePt t="14596" x="2152650" y="3032125"/>
          <p14:tracePt t="14604" x="2146300" y="3025775"/>
          <p14:tracePt t="14612" x="2138363" y="3025775"/>
          <p14:tracePt t="14620" x="2125663" y="3005138"/>
          <p14:tracePt t="14628" x="2117725" y="3005138"/>
          <p14:tracePt t="14636" x="2111375" y="2997200"/>
          <p14:tracePt t="14644" x="2105025" y="2997200"/>
          <p14:tracePt t="14652" x="2097088" y="2997200"/>
          <p14:tracePt t="14660" x="2090738" y="2982913"/>
          <p14:tracePt t="14684" x="2076450" y="2982913"/>
          <p14:tracePt t="14692" x="2076450" y="2976563"/>
          <p14:tracePt t="14700" x="2070100" y="2976563"/>
          <p14:tracePt t="14709" x="2062163" y="2976563"/>
          <p14:tracePt t="14716" x="2055813" y="2962275"/>
          <p14:tracePt t="14732" x="2049463" y="2962275"/>
          <p14:tracePt t="14788" x="2041525" y="2962275"/>
          <p14:tracePt t="14812" x="2035175" y="2962275"/>
          <p14:tracePt t="14820" x="2028825" y="2962275"/>
          <p14:tracePt t="14828" x="2006600" y="2997200"/>
          <p14:tracePt t="14836" x="1993900" y="3059113"/>
          <p14:tracePt t="14844" x="1973263" y="3108325"/>
          <p14:tracePt t="14852" x="1958975" y="3170238"/>
          <p14:tracePt t="14860" x="1938338" y="3205163"/>
          <p14:tracePt t="14868" x="1931988" y="3225800"/>
          <p14:tracePt t="14877" x="1924050" y="3254375"/>
          <p14:tracePt t="14893" x="1909763" y="3295650"/>
          <p14:tracePt t="14900" x="1903413" y="3322638"/>
          <p14:tracePt t="14909" x="1903413" y="3351213"/>
          <p14:tracePt t="14916" x="1903413" y="3398838"/>
          <p14:tracePt t="14926" x="1903413" y="3427413"/>
          <p14:tracePt t="14932" x="1903413" y="3475038"/>
          <p14:tracePt t="14940" x="1903413" y="3503613"/>
          <p14:tracePt t="14948" x="1903413" y="3530600"/>
          <p14:tracePt t="14956" x="1903413" y="3557588"/>
          <p14:tracePt t="14964" x="1903413" y="3578225"/>
          <p14:tracePt t="14972" x="1903413" y="3606800"/>
          <p14:tracePt t="14980" x="1917700" y="3641725"/>
          <p14:tracePt t="14988" x="1958975" y="3683000"/>
          <p14:tracePt t="14996" x="1973263" y="3683000"/>
          <p14:tracePt t="15149" x="1973263" y="3689350"/>
          <p14:tracePt t="15180" x="1952625" y="3676650"/>
          <p14:tracePt t="15188" x="1924050" y="3648075"/>
          <p14:tracePt t="15196" x="1917700" y="3641725"/>
          <p14:tracePt t="15236" x="1917700" y="3633788"/>
          <p14:tracePt t="15244" x="1909763" y="3633788"/>
          <p14:tracePt t="15276" x="1909763" y="3627438"/>
          <p14:tracePt t="15412" x="1909763" y="3621088"/>
          <p14:tracePt t="15629" x="1909763" y="3613150"/>
          <p14:tracePt t="16092" x="1909763" y="3606800"/>
          <p14:tracePt t="16101" x="1909763" y="3592513"/>
          <p14:tracePt t="16124" x="1909763" y="3586163"/>
          <p14:tracePt t="16132" x="1909763" y="3578225"/>
          <p14:tracePt t="16140" x="1909763" y="3565525"/>
          <p14:tracePt t="16148" x="1909763" y="3551238"/>
          <p14:tracePt t="16156" x="1909763" y="3544888"/>
          <p14:tracePt t="16172" x="1909763" y="3530600"/>
          <p14:tracePt t="16180" x="1909763" y="3524250"/>
          <p14:tracePt t="16204" x="1909763" y="3516313"/>
          <p14:tracePt t="16212" x="1897063" y="3509963"/>
          <p14:tracePt t="16220" x="1897063" y="3503613"/>
          <p14:tracePt t="16244" x="1897063" y="3495675"/>
          <p14:tracePt t="16252" x="1882775" y="3489325"/>
          <p14:tracePt t="16268" x="1882775" y="3475038"/>
          <p14:tracePt t="16292" x="1876425" y="3475038"/>
          <p14:tracePt t="16316" x="1876425" y="3468688"/>
          <p14:tracePt t="16340" x="1868488" y="3460750"/>
          <p14:tracePt t="16420" x="1862138" y="3454400"/>
          <p14:tracePt t="16556" x="1855788" y="3454400"/>
          <p14:tracePt t="16868" x="1847850" y="3454400"/>
          <p14:tracePt t="16884" x="1841500" y="3454400"/>
          <p14:tracePt t="16900" x="1833563" y="3454400"/>
          <p14:tracePt t="16908" x="1827213" y="3454400"/>
          <p14:tracePt t="16916" x="1812925" y="3454400"/>
          <p14:tracePt t="16940" x="1800225" y="3448050"/>
          <p14:tracePt t="16964" x="1792288" y="3448050"/>
          <p14:tracePt t="16972" x="1785938" y="3448050"/>
          <p14:tracePt t="16980" x="1771650" y="3448050"/>
          <p14:tracePt t="16996" x="1758950" y="3448050"/>
          <p14:tracePt t="17004" x="1744663" y="3448050"/>
          <p14:tracePt t="17012" x="1716088" y="3448050"/>
          <p14:tracePt t="17020" x="1703388" y="3448050"/>
          <p14:tracePt t="17028" x="1689100" y="3448050"/>
          <p14:tracePt t="17036" x="1682750" y="3448050"/>
          <p14:tracePt t="17044" x="1674813" y="3448050"/>
          <p14:tracePt t="17060" x="1668463" y="3448050"/>
          <p14:tracePt t="17092" x="1660525" y="3448050"/>
          <p14:tracePt t="19276" x="1660525" y="3433763"/>
          <p14:tracePt t="19620" x="1660525" y="3419475"/>
          <p14:tracePt t="19628" x="1674813" y="3405188"/>
          <p14:tracePt t="19636" x="1674813" y="3398838"/>
          <p14:tracePt t="19644" x="1674813" y="3378200"/>
          <p14:tracePt t="19652" x="1674813" y="3357563"/>
          <p14:tracePt t="19660" x="1674813" y="3328988"/>
          <p14:tracePt t="19668" x="1674813" y="3308350"/>
          <p14:tracePt t="19676" x="1674813" y="3287713"/>
          <p14:tracePt t="19684" x="1674813" y="3275013"/>
          <p14:tracePt t="19692" x="1674813" y="3260725"/>
          <p14:tracePt t="19700" x="1674813" y="3240088"/>
          <p14:tracePt t="19716" x="1674813" y="3232150"/>
          <p14:tracePt t="19732" x="1674813" y="3219450"/>
          <p14:tracePt t="19740" x="1674813" y="3205163"/>
          <p14:tracePt t="19748" x="1674813" y="3190875"/>
          <p14:tracePt t="19756" x="1674813" y="3170238"/>
          <p14:tracePt t="19764" x="1674813" y="3163888"/>
          <p14:tracePt t="19772" x="1674813" y="3149600"/>
          <p14:tracePt t="19780" x="1674813" y="3143250"/>
          <p14:tracePt t="19788" x="1674813" y="3135313"/>
          <p14:tracePt t="19796" x="1674813" y="3122613"/>
          <p14:tracePt t="19812" x="1674813" y="3114675"/>
          <p14:tracePt t="19820" x="1674813" y="3108325"/>
          <p14:tracePt t="19828" x="1668463" y="3101975"/>
          <p14:tracePt t="19836" x="1647825" y="3073400"/>
          <p14:tracePt t="19852" x="1639888" y="3059113"/>
          <p14:tracePt t="19860" x="1633538" y="3038475"/>
          <p14:tracePt t="19868" x="1627188" y="3038475"/>
          <p14:tracePt t="19876" x="1627188" y="3032125"/>
          <p14:tracePt t="19893" x="1612900" y="3017838"/>
          <p14:tracePt t="19932" x="1606550" y="3017838"/>
          <p14:tracePt t="19980" x="1598613" y="3017838"/>
          <p14:tracePt t="19988" x="1598613" y="3025775"/>
          <p14:tracePt t="19996" x="1606550" y="3052763"/>
          <p14:tracePt t="20180" x="1606550" y="3046413"/>
          <p14:tracePt t="20349" x="1598613" y="3046413"/>
          <p14:tracePt t="20356" x="1592263" y="3046413"/>
          <p14:tracePt t="20364" x="1577975" y="3046413"/>
          <p14:tracePt t="20372" x="1563688" y="3046413"/>
          <p14:tracePt t="20380" x="1550988" y="3046413"/>
          <p14:tracePt t="20388" x="1543050" y="3046413"/>
          <p14:tracePt t="20396" x="1530350" y="3046413"/>
          <p14:tracePt t="20404" x="1516063" y="3046413"/>
          <p14:tracePt t="20412" x="1495425" y="3046413"/>
          <p14:tracePt t="20420" x="1481138" y="3052763"/>
          <p14:tracePt t="20428" x="1474788" y="3059113"/>
          <p14:tracePt t="20444" x="1466850" y="3059113"/>
          <p14:tracePt t="20476" x="1460500" y="3067050"/>
          <p14:tracePt t="20484" x="1454150" y="3067050"/>
          <p14:tracePt t="20492" x="1439863" y="3073400"/>
          <p14:tracePt t="20500" x="1439863" y="3081338"/>
          <p14:tracePt t="20509" x="1433513" y="3087688"/>
          <p14:tracePt t="20524" x="1419225" y="3087688"/>
          <p14:tracePt t="20588" x="1412875" y="3087688"/>
          <p14:tracePt t="20604" x="1404938" y="3087688"/>
          <p14:tracePt t="20612" x="1384300" y="3101975"/>
          <p14:tracePt t="20620" x="1377950" y="3101975"/>
          <p14:tracePt t="20636" x="1357313" y="3101975"/>
          <p14:tracePt t="20652" x="1349375" y="3101975"/>
          <p14:tracePt t="20660" x="1336675" y="3108325"/>
          <p14:tracePt t="20676" x="1328738" y="3114675"/>
          <p14:tracePt t="20708" x="1314450" y="3122613"/>
          <p14:tracePt t="20788" x="1314450" y="3128963"/>
          <p14:tracePt t="20804" x="1308100" y="3128963"/>
          <p14:tracePt t="20812" x="1308100" y="3135313"/>
          <p14:tracePt t="20820" x="1308100" y="3149600"/>
          <p14:tracePt t="20828" x="1308100" y="3163888"/>
          <p14:tracePt t="20836" x="1301750" y="3170238"/>
          <p14:tracePt t="20844" x="1301750" y="3178175"/>
          <p14:tracePt t="20852" x="1301750" y="3198813"/>
          <p14:tracePt t="20868" x="1301750" y="3211513"/>
          <p14:tracePt t="20876" x="1301750" y="3219450"/>
          <p14:tracePt t="20908" x="1301750" y="3225800"/>
          <p14:tracePt t="21516" x="1308100" y="3232150"/>
          <p14:tracePt t="21532" x="1314450" y="3246438"/>
          <p14:tracePt t="21540" x="1328738" y="3246438"/>
          <p14:tracePt t="21548" x="1349375" y="3246438"/>
          <p14:tracePt t="21556" x="1357313" y="3246438"/>
          <p14:tracePt t="21748" x="1349375" y="3246438"/>
          <p14:tracePt t="21844" x="1343025" y="3240088"/>
          <p14:tracePt t="21860" x="1336675" y="3240088"/>
          <p14:tracePt t="21876" x="1328738" y="3240088"/>
          <p14:tracePt t="21884" x="1314450" y="3240088"/>
          <p14:tracePt t="21900" x="1308100" y="3232150"/>
          <p14:tracePt t="21909" x="1301750" y="3232150"/>
          <p14:tracePt t="21916" x="1293813" y="3232150"/>
          <p14:tracePt t="21925" x="1281113" y="3232150"/>
          <p14:tracePt t="21932" x="1266825" y="3232150"/>
          <p14:tracePt t="21940" x="1252538" y="3232150"/>
          <p14:tracePt t="21948" x="1246188" y="3232150"/>
          <p14:tracePt t="21956" x="1231900" y="3232150"/>
          <p14:tracePt t="21964" x="1211263" y="3232150"/>
          <p14:tracePt t="21972" x="1196975" y="3232150"/>
          <p14:tracePt t="21980" x="1184275" y="3232150"/>
          <p14:tracePt t="21988" x="1169988" y="3232150"/>
          <p14:tracePt t="21996" x="1155700" y="3232150"/>
          <p14:tracePt t="22005" x="1149350" y="3232150"/>
          <p14:tracePt t="22012" x="1120775" y="3232150"/>
          <p14:tracePt t="22020" x="1100138" y="3232150"/>
          <p14:tracePt t="22028" x="1079500" y="3232150"/>
          <p14:tracePt t="22036" x="1052513" y="3232150"/>
          <p14:tracePt t="22044" x="1031875" y="3232150"/>
          <p14:tracePt t="22052" x="1023938" y="3232150"/>
          <p14:tracePt t="22060" x="1017588" y="3232150"/>
          <p14:tracePt t="22068" x="1003300" y="3232150"/>
          <p14:tracePt t="22092" x="996950" y="3232150"/>
          <p14:tracePt t="22109" x="990600" y="3232150"/>
          <p14:tracePt t="22125" x="982663" y="3232150"/>
          <p14:tracePt t="22132" x="976313" y="3232150"/>
          <p14:tracePt t="22140" x="955675" y="3232150"/>
          <p14:tracePt t="22148" x="941388" y="3232150"/>
          <p14:tracePt t="22156" x="935038" y="3232150"/>
          <p14:tracePt t="22164" x="914400" y="3232150"/>
          <p14:tracePt t="22172" x="906463" y="3232150"/>
          <p14:tracePt t="22180" x="892175" y="3232150"/>
          <p14:tracePt t="22541" x="885825" y="3232150"/>
          <p14:tracePt t="22548" x="879475" y="3240088"/>
          <p14:tracePt t="22556" x="871538" y="3240088"/>
          <p14:tracePt t="22572" x="865188" y="3240088"/>
          <p14:tracePt t="22580" x="865188" y="3246438"/>
          <p14:tracePt t="22620" x="858838" y="3246438"/>
          <p14:tracePt t="22636" x="850900" y="3246438"/>
          <p14:tracePt t="22644" x="844550" y="3246438"/>
          <p14:tracePt t="22660" x="830263" y="3254375"/>
          <p14:tracePt t="22668" x="823913" y="3260725"/>
          <p14:tracePt t="22684" x="817563" y="3260725"/>
          <p14:tracePt t="22692" x="803275" y="3260725"/>
          <p14:tracePt t="22700" x="788988" y="3260725"/>
          <p14:tracePt t="22716" x="774700" y="3260725"/>
          <p14:tracePt t="22726" x="768350" y="3260725"/>
          <p14:tracePt t="22732" x="762000" y="3260725"/>
          <p14:tracePt t="22756" x="754063" y="3260725"/>
          <p14:tracePt t="22764" x="747713" y="3260725"/>
          <p14:tracePt t="22780" x="741363" y="3260725"/>
          <p14:tracePt t="22788" x="733425" y="3260725"/>
          <p14:tracePt t="22796" x="719138" y="3260725"/>
          <p14:tracePt t="22804" x="712788" y="3260725"/>
          <p14:tracePt t="22812" x="698500" y="3260725"/>
          <p14:tracePt t="22820" x="692150" y="3267075"/>
          <p14:tracePt t="22828" x="677863" y="3267075"/>
          <p14:tracePt t="22844" x="671513" y="3275013"/>
          <p14:tracePt t="22876" x="657225" y="3275013"/>
          <p14:tracePt t="22892" x="644525" y="3281363"/>
          <p14:tracePt t="22900" x="630238" y="3281363"/>
          <p14:tracePt t="22909" x="622300" y="3287713"/>
          <p14:tracePt t="22916" x="609600" y="3287713"/>
          <p14:tracePt t="22925" x="595313" y="3295650"/>
          <p14:tracePt t="22932" x="581025" y="3302000"/>
          <p14:tracePt t="22940" x="574675" y="3302000"/>
          <p14:tracePt t="22948" x="568325" y="3308350"/>
          <p14:tracePt t="22964" x="560388" y="3308350"/>
          <p14:tracePt t="23012" x="554038" y="3308350"/>
          <p14:tracePt t="23028" x="546100" y="3308350"/>
          <p14:tracePt t="23036" x="539750" y="3308350"/>
          <p14:tracePt t="23076" x="525463" y="3308350"/>
          <p14:tracePt t="23084" x="519113" y="3308350"/>
          <p14:tracePt t="23092" x="512763" y="3308350"/>
          <p14:tracePt t="23100" x="504825" y="3308350"/>
          <p14:tracePt t="23109" x="498475" y="3308350"/>
          <p14:tracePt t="23116" x="492125" y="3308350"/>
          <p14:tracePt t="23148" x="484188" y="3308350"/>
          <p14:tracePt t="23172" x="477838" y="3308350"/>
          <p14:tracePt t="23212" x="477838" y="3302000"/>
          <p14:tracePt t="23228" x="477838" y="3295650"/>
          <p14:tracePt t="23276" x="477838" y="3287713"/>
          <p14:tracePt t="23308" x="477838" y="3281363"/>
          <p14:tracePt t="23325" x="477838" y="3275013"/>
          <p14:tracePt t="23332" x="477838" y="3267075"/>
          <p14:tracePt t="23348" x="477838" y="3260725"/>
          <p14:tracePt t="23356" x="477838" y="3254375"/>
          <p14:tracePt t="23364" x="477838" y="3246438"/>
          <p14:tracePt t="23372" x="477838" y="3240088"/>
          <p14:tracePt t="23380" x="477838" y="3219450"/>
          <p14:tracePt t="23388" x="477838" y="3205163"/>
          <p14:tracePt t="23396" x="477838" y="3190875"/>
          <p14:tracePt t="23404" x="477838" y="3178175"/>
          <p14:tracePt t="23412" x="477838" y="3170238"/>
          <p14:tracePt t="23420" x="477838" y="3149600"/>
          <p14:tracePt t="23428" x="477838" y="3128963"/>
          <p14:tracePt t="23436" x="477838" y="3114675"/>
          <p14:tracePt t="23444" x="477838" y="3101975"/>
          <p14:tracePt t="23452" x="477838" y="3094038"/>
          <p14:tracePt t="23460" x="477838" y="3073400"/>
          <p14:tracePt t="23468" x="477838" y="3059113"/>
          <p14:tracePt t="23476" x="477838" y="3046413"/>
          <p14:tracePt t="23484" x="477838" y="3032125"/>
          <p14:tracePt t="23492" x="477838" y="3017838"/>
          <p14:tracePt t="23500" x="477838" y="3005138"/>
          <p14:tracePt t="23509" x="477838" y="2997200"/>
          <p14:tracePt t="23516" x="477838" y="2982913"/>
          <p14:tracePt t="23524" x="477838" y="2970213"/>
          <p14:tracePt t="23532" x="477838" y="2962275"/>
          <p14:tracePt t="23540" x="477838" y="2955925"/>
          <p14:tracePt t="23549" x="477838" y="2941638"/>
          <p14:tracePt t="23556" x="477838" y="2935288"/>
          <p14:tracePt t="23565" x="484188" y="2935288"/>
          <p14:tracePt t="23572" x="484188" y="2928938"/>
          <p14:tracePt t="23580" x="492125" y="2914650"/>
          <p14:tracePt t="23588" x="498475" y="2906713"/>
          <p14:tracePt t="23596" x="504825" y="2906713"/>
          <p14:tracePt t="23604" x="504825" y="2900363"/>
          <p14:tracePt t="23612" x="512763" y="2900363"/>
          <p14:tracePt t="23628" x="519113" y="2900363"/>
          <p14:tracePt t="23636" x="533400" y="2900363"/>
          <p14:tracePt t="23668" x="539750" y="2900363"/>
          <p14:tracePt t="23948" x="539750" y="2894013"/>
          <p14:tracePt t="23972" x="539750" y="2886075"/>
          <p14:tracePt t="23996" x="533400" y="2865438"/>
          <p14:tracePt t="24060" x="533400" y="2859088"/>
          <p14:tracePt t="24124" x="539750" y="2859088"/>
          <p14:tracePt t="24132" x="539750" y="2852738"/>
          <p14:tracePt t="24164" x="546100" y="2852738"/>
          <p14:tracePt t="24220" x="554038" y="2852738"/>
          <p14:tracePt t="24237" x="560388" y="2844800"/>
          <p14:tracePt t="24260" x="568325" y="2844800"/>
          <p14:tracePt t="24284" x="574675" y="2838450"/>
          <p14:tracePt t="24300" x="581025" y="2838450"/>
          <p14:tracePt t="24308" x="595313" y="2832100"/>
          <p14:tracePt t="24316" x="601663" y="2832100"/>
          <p14:tracePt t="24324" x="609600" y="2824163"/>
          <p14:tracePt t="24340" x="609600" y="2817813"/>
          <p14:tracePt t="24436" x="615950" y="2817813"/>
          <p14:tracePt t="24476" x="615950" y="2809875"/>
          <p14:tracePt t="24588" x="615950" y="2803525"/>
          <p14:tracePt t="24612" x="601663" y="2803525"/>
          <p14:tracePt t="24620" x="595313" y="2803525"/>
          <p14:tracePt t="24644" x="588963" y="2797175"/>
          <p14:tracePt t="24652" x="581025" y="2797175"/>
          <p14:tracePt t="24660" x="574675" y="2789238"/>
          <p14:tracePt t="24668" x="568325" y="2782888"/>
          <p14:tracePt t="24684" x="560388" y="2776538"/>
          <p14:tracePt t="24692" x="554038" y="2776538"/>
          <p14:tracePt t="24709" x="546100" y="2776538"/>
          <p14:tracePt t="24716" x="539750" y="2768600"/>
          <p14:tracePt t="24740" x="533400" y="2768600"/>
          <p14:tracePt t="24756" x="519113" y="2768600"/>
          <p14:tracePt t="24764" x="512763" y="2768600"/>
          <p14:tracePt t="24772" x="492125" y="2768600"/>
          <p14:tracePt t="24780" x="471488" y="2768600"/>
          <p14:tracePt t="24788" x="457200" y="2768600"/>
          <p14:tracePt t="24796" x="442913" y="2768600"/>
          <p14:tracePt t="24804" x="436563" y="2768600"/>
          <p14:tracePt t="24820" x="428625" y="2768600"/>
          <p14:tracePt t="24828" x="422275" y="2768600"/>
          <p14:tracePt t="24836" x="415925" y="2768600"/>
          <p14:tracePt t="24852" x="407988" y="2768600"/>
          <p14:tracePt t="24860" x="395288" y="2768600"/>
          <p14:tracePt t="24892" x="373063" y="2768600"/>
          <p14:tracePt t="24900" x="366713" y="2768600"/>
          <p14:tracePt t="24909" x="360363" y="2768600"/>
          <p14:tracePt t="24916" x="352425" y="2768600"/>
          <p14:tracePt t="24925" x="346075" y="2768600"/>
          <p14:tracePt t="24932" x="331788" y="2768600"/>
          <p14:tracePt t="24940" x="325438" y="2768600"/>
          <p14:tracePt t="24948" x="319088" y="2776538"/>
          <p14:tracePt t="24956" x="304800" y="2776538"/>
          <p14:tracePt t="24964" x="296863" y="2776538"/>
          <p14:tracePt t="24972" x="284163" y="2776538"/>
          <p14:tracePt t="24980" x="269875" y="2782888"/>
          <p14:tracePt t="24996" x="263525" y="2782888"/>
          <p14:tracePt t="25004" x="255588" y="2782888"/>
          <p14:tracePt t="25012" x="249238" y="2782888"/>
          <p14:tracePt t="25020" x="242888" y="2782888"/>
          <p14:tracePt t="25028" x="234950" y="2789238"/>
          <p14:tracePt t="25036" x="222250" y="2789238"/>
          <p14:tracePt t="25044" x="214313" y="2789238"/>
          <p14:tracePt t="25052" x="200025" y="2789238"/>
          <p14:tracePt t="25084" x="193675" y="2789238"/>
          <p14:tracePt t="25108" x="187325" y="2797175"/>
          <p14:tracePt t="25116" x="179388" y="2797175"/>
          <p14:tracePt t="25141" x="173038" y="2797175"/>
          <p14:tracePt t="25172" x="166688" y="2803525"/>
          <p14:tracePt t="25180" x="166688" y="2809875"/>
          <p14:tracePt t="25188" x="158750" y="2817813"/>
          <p14:tracePt t="25204" x="152400" y="2817813"/>
          <p14:tracePt t="25236" x="152400" y="2824163"/>
          <p14:tracePt t="25340" x="152400" y="2832100"/>
          <p14:tracePt t="25421" x="152400" y="2838450"/>
          <p14:tracePt t="25436" x="152400" y="2844800"/>
          <p14:tracePt t="25484" x="158750" y="2852738"/>
          <p14:tracePt t="25604" x="166688" y="2859088"/>
          <p14:tracePt t="25708" x="173038" y="2859088"/>
          <p14:tracePt t="25756" x="173038" y="2865438"/>
          <p14:tracePt t="25860" x="179388" y="2865438"/>
          <p14:tracePt t="25948" x="187325" y="2873375"/>
          <p14:tracePt t="26052" x="193675" y="2873375"/>
          <p14:tracePt t="26164" x="200025" y="2873375"/>
          <p14:tracePt t="26188" x="207963" y="2873375"/>
          <p14:tracePt t="26229" x="222250" y="2879725"/>
          <p14:tracePt t="26236" x="222250" y="2886075"/>
          <p14:tracePt t="26300" x="228600" y="2886075"/>
          <p14:tracePt t="26412" x="242888" y="2894013"/>
          <p14:tracePt t="26452" x="242888" y="2900363"/>
          <p14:tracePt t="26492" x="255588" y="2900363"/>
          <p14:tracePt t="26548" x="263525" y="2906713"/>
          <p14:tracePt t="26988" x="269875" y="2906713"/>
          <p14:tracePt t="26996" x="276225" y="2906713"/>
          <p14:tracePt t="27004" x="284163" y="2906713"/>
          <p14:tracePt t="27044" x="290513" y="2914650"/>
          <p14:tracePt t="27076" x="296863" y="2914650"/>
          <p14:tracePt t="27100" x="311150" y="2928938"/>
          <p14:tracePt t="27108" x="319088" y="2928938"/>
          <p14:tracePt t="27116" x="325438" y="2935288"/>
          <p14:tracePt t="27132" x="325438" y="2941638"/>
          <p14:tracePt t="27156" x="331788" y="2941638"/>
          <p14:tracePt t="27204" x="346075" y="2941638"/>
          <p14:tracePt t="27236" x="346075" y="2955925"/>
          <p14:tracePt t="27260" x="352425" y="2955925"/>
          <p14:tracePt t="27284" x="360363" y="2955925"/>
          <p14:tracePt t="27324" x="366713" y="2962275"/>
          <p14:tracePt t="27484" x="373063" y="2962275"/>
          <p14:tracePt t="27492" x="381000" y="2976563"/>
          <p14:tracePt t="27604" x="387350" y="2982913"/>
          <p14:tracePt t="28892" x="395288" y="2982913"/>
          <p14:tracePt t="28940" x="401638" y="2982913"/>
          <p14:tracePt t="28948" x="407988" y="2990850"/>
          <p14:tracePt t="29004" x="415925" y="2990850"/>
          <p14:tracePt t="29020" x="422275" y="2990850"/>
          <p14:tracePt t="29052" x="428625" y="2990850"/>
          <p14:tracePt t="29068" x="436563" y="2990850"/>
          <p14:tracePt t="29156" x="442913" y="2990850"/>
          <p14:tracePt t="29196" x="449263" y="2990850"/>
          <p14:tracePt t="29204" x="457200" y="2990850"/>
          <p14:tracePt t="29220" x="463550" y="2990850"/>
          <p14:tracePt t="29237" x="471488" y="2990850"/>
          <p14:tracePt t="29244" x="477838" y="2990850"/>
          <p14:tracePt t="29252" x="484188" y="2990850"/>
          <p14:tracePt t="29260" x="492125" y="2990850"/>
          <p14:tracePt t="29268" x="498475" y="2990850"/>
          <p14:tracePt t="29276" x="504825" y="2990850"/>
          <p14:tracePt t="29284" x="512763" y="2990850"/>
          <p14:tracePt t="29292" x="525463" y="2990850"/>
          <p14:tracePt t="29300" x="533400" y="2990850"/>
          <p14:tracePt t="29309" x="546100" y="2997200"/>
          <p14:tracePt t="29316" x="560388" y="2997200"/>
          <p14:tracePt t="29325" x="568325" y="2997200"/>
          <p14:tracePt t="29332" x="574675" y="3005138"/>
          <p14:tracePt t="29340" x="588963" y="3005138"/>
          <p14:tracePt t="29348" x="601663" y="3005138"/>
          <p14:tracePt t="29364" x="615950" y="3005138"/>
          <p14:tracePt t="29380" x="622300" y="3005138"/>
          <p14:tracePt t="29404" x="630238" y="3005138"/>
          <p14:tracePt t="29420" x="636588" y="3005138"/>
          <p14:tracePt t="29436" x="644525" y="3005138"/>
          <p14:tracePt t="29492" x="650875" y="3005138"/>
          <p14:tracePt t="29620" x="657225" y="3005138"/>
          <p14:tracePt t="29628" x="665163" y="3005138"/>
          <p14:tracePt t="29636" x="671513" y="3005138"/>
          <p14:tracePt t="29644" x="692150" y="3005138"/>
          <p14:tracePt t="29652" x="712788" y="3017838"/>
          <p14:tracePt t="29660" x="727075" y="3017838"/>
          <p14:tracePt t="29668" x="741363" y="3017838"/>
          <p14:tracePt t="29676" x="768350" y="3017838"/>
          <p14:tracePt t="29684" x="788988" y="3017838"/>
          <p14:tracePt t="29692" x="817563" y="3017838"/>
          <p14:tracePt t="29700" x="838200" y="3017838"/>
          <p14:tracePt t="29708" x="844550" y="3017838"/>
          <p14:tracePt t="29716" x="858838" y="3017838"/>
          <p14:tracePt t="29725" x="871538" y="3025775"/>
          <p14:tracePt t="29740" x="885825" y="3025775"/>
          <p14:tracePt t="29748" x="892175" y="3025775"/>
          <p14:tracePt t="29756" x="906463" y="3032125"/>
          <p14:tracePt t="29788" x="914400" y="3032125"/>
          <p14:tracePt t="30732" x="914400" y="3038475"/>
          <p14:tracePt t="30812" x="906463" y="3038475"/>
          <p14:tracePt t="30828" x="900113" y="3038475"/>
          <p14:tracePt t="30836" x="892175" y="3046413"/>
          <p14:tracePt t="30884" x="885825" y="3052763"/>
          <p14:tracePt t="30900" x="879475" y="3052763"/>
          <p14:tracePt t="30908" x="865188" y="3059113"/>
          <p14:tracePt t="30916" x="858838" y="3067050"/>
          <p14:tracePt t="30924" x="850900" y="3067050"/>
          <p14:tracePt t="30932" x="838200" y="3067050"/>
          <p14:tracePt t="30940" x="830263" y="3073400"/>
          <p14:tracePt t="30948" x="817563" y="3081338"/>
          <p14:tracePt t="30956" x="803275" y="3087688"/>
          <p14:tracePt t="30972" x="795338" y="3094038"/>
          <p14:tracePt t="30996" x="774700" y="3108325"/>
          <p14:tracePt t="31004" x="768350" y="3108325"/>
          <p14:tracePt t="31012" x="768350" y="3114675"/>
          <p14:tracePt t="31020" x="754063" y="3122613"/>
          <p14:tracePt t="31028" x="741363" y="3135313"/>
          <p14:tracePt t="31036" x="727075" y="3149600"/>
          <p14:tracePt t="31044" x="712788" y="3155950"/>
          <p14:tracePt t="31052" x="698500" y="3170238"/>
          <p14:tracePt t="31068" x="677863" y="3184525"/>
          <p14:tracePt t="31077" x="671513" y="3184525"/>
          <p14:tracePt t="31084" x="671513" y="3190875"/>
          <p14:tracePt t="31092" x="657225" y="3198813"/>
          <p14:tracePt t="31109" x="650875" y="3205163"/>
          <p14:tracePt t="31116" x="650875" y="3219450"/>
          <p14:tracePt t="31125" x="644525" y="3225800"/>
          <p14:tracePt t="31132" x="636588" y="3232150"/>
          <p14:tracePt t="31148" x="630238" y="3240088"/>
          <p14:tracePt t="31172" x="630238" y="3246438"/>
          <p14:tracePt t="31188" x="630238" y="3260725"/>
          <p14:tracePt t="31204" x="630238" y="3281363"/>
          <p14:tracePt t="31220" x="630238" y="3295650"/>
          <p14:tracePt t="31228" x="615950" y="3302000"/>
          <p14:tracePt t="31237" x="615950" y="3308350"/>
          <p14:tracePt t="31252" x="615950" y="3316288"/>
          <p14:tracePt t="31260" x="615950" y="3328988"/>
          <p14:tracePt t="31276" x="615950" y="3336925"/>
          <p14:tracePt t="31300" x="615950" y="3343275"/>
          <p14:tracePt t="31468" x="630238" y="3343275"/>
          <p14:tracePt t="31708" x="636588" y="3343275"/>
          <p14:tracePt t="31716" x="636588" y="3336925"/>
          <p14:tracePt t="31740" x="644525" y="3336925"/>
          <p14:tracePt t="32237" x="650875" y="3328988"/>
          <p14:tracePt t="32452" x="657225" y="3328988"/>
          <p14:tracePt t="32468" x="657225" y="3322638"/>
          <p14:tracePt t="32476" x="665163" y="3322638"/>
          <p14:tracePt t="32500" x="671513" y="3322638"/>
          <p14:tracePt t="32508" x="677863" y="3322638"/>
          <p14:tracePt t="32524" x="685800" y="3322638"/>
          <p14:tracePt t="32532" x="698500" y="3322638"/>
          <p14:tracePt t="32804" x="698500" y="3316288"/>
          <p14:tracePt t="32836" x="698500" y="3302000"/>
          <p14:tracePt t="32916" x="706438" y="3302000"/>
          <p14:tracePt t="32932" x="712788" y="3302000"/>
          <p14:tracePt t="32940" x="719138" y="3302000"/>
          <p14:tracePt t="32956" x="727075" y="3302000"/>
          <p14:tracePt t="32964" x="733425" y="3302000"/>
          <p14:tracePt t="32973" x="741363" y="3302000"/>
          <p14:tracePt t="32980" x="747713" y="3302000"/>
          <p14:tracePt t="32988" x="762000" y="3302000"/>
          <p14:tracePt t="32996" x="774700" y="3302000"/>
          <p14:tracePt t="33004" x="788988" y="3302000"/>
          <p14:tracePt t="33012" x="817563" y="3302000"/>
          <p14:tracePt t="33020" x="838200" y="3295650"/>
          <p14:tracePt t="33028" x="871538" y="3295650"/>
          <p14:tracePt t="33036" x="906463" y="3287713"/>
          <p14:tracePt t="33044" x="955675" y="3287713"/>
          <p14:tracePt t="33052" x="990600" y="3287713"/>
          <p14:tracePt t="33060" x="1038225" y="3287713"/>
          <p14:tracePt t="33068" x="1100138" y="3287713"/>
          <p14:tracePt t="33076" x="1163638" y="3281363"/>
          <p14:tracePt t="33084" x="1238250" y="3260725"/>
          <p14:tracePt t="33092" x="1314450" y="3254375"/>
          <p14:tracePt t="33100" x="1419225" y="3240088"/>
          <p14:tracePt t="33109" x="1509713" y="3225800"/>
          <p14:tracePt t="33116" x="1592263" y="3211513"/>
          <p14:tracePt t="33125" x="1695450" y="3211513"/>
          <p14:tracePt t="33132" x="1785938" y="3205163"/>
          <p14:tracePt t="33140" x="1944688" y="3184525"/>
          <p14:tracePt t="33148" x="2082800" y="3163888"/>
          <p14:tracePt t="33156" x="2278063" y="3163888"/>
          <p14:tracePt t="33164" x="2519363" y="3163888"/>
          <p14:tracePt t="33172" x="2727325" y="3163888"/>
          <p14:tracePt t="33180" x="2894013" y="3163888"/>
          <p14:tracePt t="33188" x="3100388" y="3163888"/>
          <p14:tracePt t="33196" x="3219450" y="3163888"/>
          <p14:tracePt t="33204" x="3328988" y="3163888"/>
          <p14:tracePt t="33212" x="3446463" y="3163888"/>
          <p14:tracePt t="33220" x="3530600" y="3143250"/>
          <p14:tracePt t="33228" x="3598863" y="3135313"/>
          <p14:tracePt t="33236" x="3641725" y="3128963"/>
          <p14:tracePt t="33244" x="3675063" y="3114675"/>
          <p14:tracePt t="33252" x="3683000" y="3108325"/>
          <p14:tracePt t="33260" x="3689350" y="3108325"/>
          <p14:tracePt t="33268" x="3695700" y="3101975"/>
          <p14:tracePt t="33276" x="3695700" y="3081338"/>
          <p14:tracePt t="33284" x="3703638" y="3067050"/>
          <p14:tracePt t="33292" x="3709988" y="3038475"/>
          <p14:tracePt t="33300" x="3724275" y="3011488"/>
          <p14:tracePt t="33309" x="3724275" y="2990850"/>
          <p14:tracePt t="33316" x="3730625" y="2970213"/>
          <p14:tracePt t="33325" x="3730625" y="2949575"/>
          <p14:tracePt t="33332" x="3730625" y="2928938"/>
          <p14:tracePt t="33340" x="3730625" y="2921000"/>
          <p14:tracePt t="33588" x="3730625" y="2914650"/>
          <p14:tracePt t="33596" x="3724275" y="2900363"/>
          <p14:tracePt t="33604" x="3695700" y="2865438"/>
          <p14:tracePt t="33612" x="3675063" y="2844800"/>
          <p14:tracePt t="33620" x="3648075" y="2817813"/>
          <p14:tracePt t="33628" x="3606800" y="2797175"/>
          <p14:tracePt t="33636" x="3592513" y="2789238"/>
          <p14:tracePt t="33644" x="3571875" y="2782888"/>
          <p14:tracePt t="33652" x="3557588" y="2776538"/>
          <p14:tracePt t="33660" x="3543300" y="2768600"/>
          <p14:tracePt t="33668" x="3530600" y="2768600"/>
          <p14:tracePt t="33677" x="3522663" y="2768600"/>
          <p14:tracePt t="33684" x="3509963" y="2762250"/>
          <p14:tracePt t="33692" x="3502025" y="2755900"/>
          <p14:tracePt t="33700" x="3495675" y="2747963"/>
          <p14:tracePt t="33709" x="3481388" y="2747963"/>
          <p14:tracePt t="33725" x="3475038" y="2747963"/>
          <p14:tracePt t="33732" x="3460750" y="2747963"/>
          <p14:tracePt t="33740" x="3440113" y="2747963"/>
          <p14:tracePt t="33748" x="3419475" y="2747963"/>
          <p14:tracePt t="33756" x="3392488" y="2741613"/>
          <p14:tracePt t="33764" x="3378200" y="2741613"/>
          <p14:tracePt t="33772" x="3357563" y="2727325"/>
          <p14:tracePt t="33780" x="3328988" y="2720975"/>
          <p14:tracePt t="33789" x="3308350" y="2720975"/>
          <p14:tracePt t="33796" x="3295650" y="2720975"/>
          <p14:tracePt t="33804" x="3287713" y="2720975"/>
          <p14:tracePt t="33812" x="3281363" y="2720975"/>
          <p14:tracePt t="33828" x="3273425" y="2720975"/>
          <p14:tracePt t="40036" x="3287713" y="2720975"/>
          <p14:tracePt t="40044" x="3295650" y="2720975"/>
          <p14:tracePt t="40052" x="3308350" y="2720975"/>
          <p14:tracePt t="40068" x="3322638" y="2720975"/>
          <p14:tracePt t="40076" x="3328988" y="2720975"/>
          <p14:tracePt t="40084" x="3336925" y="2720975"/>
          <p14:tracePt t="40092" x="3343275" y="2720975"/>
          <p14:tracePt t="40109" x="3349625" y="2720975"/>
          <p14:tracePt t="40116" x="3357563" y="2720975"/>
          <p14:tracePt t="40132" x="3363913" y="2720975"/>
          <p14:tracePt t="40140" x="3378200" y="2720975"/>
          <p14:tracePt t="40148" x="3384550" y="2720975"/>
          <p14:tracePt t="40156" x="3398838" y="2713038"/>
          <p14:tracePt t="40164" x="3405188" y="2713038"/>
          <p14:tracePt t="40172" x="3419475" y="2713038"/>
          <p14:tracePt t="40180" x="3433763" y="2706688"/>
          <p14:tracePt t="40189" x="3440113" y="2706688"/>
          <p14:tracePt t="40196" x="3446463" y="2706688"/>
          <p14:tracePt t="40212" x="3460750" y="2700338"/>
          <p14:tracePt t="40236" x="3468688" y="2692400"/>
          <p14:tracePt t="40252" x="3481388" y="2686050"/>
          <p14:tracePt t="40268" x="3489325" y="2679700"/>
          <p14:tracePt t="40284" x="3495675" y="2671763"/>
          <p14:tracePt t="40292" x="3502025" y="2665413"/>
          <p14:tracePt t="40309" x="3509963" y="2659063"/>
          <p14:tracePt t="40316" x="3516313" y="2659063"/>
          <p14:tracePt t="40332" x="3516313" y="2651125"/>
          <p14:tracePt t="40356" x="3516313" y="2644775"/>
          <p14:tracePt t="40364" x="3522663" y="2636838"/>
          <p14:tracePt t="40388" x="3522663" y="2630488"/>
          <p14:tracePt t="40396" x="3530600" y="2624138"/>
          <p14:tracePt t="40412" x="3530600" y="2616200"/>
          <p14:tracePt t="40428" x="3530600" y="2609850"/>
          <p14:tracePt t="40436" x="3530600" y="2603500"/>
          <p14:tracePt t="40444" x="3530600" y="2595563"/>
          <p14:tracePt t="40460" x="3530600" y="2589213"/>
          <p14:tracePt t="40476" x="3530600" y="2582863"/>
          <p14:tracePt t="40484" x="3530600" y="2574925"/>
          <p14:tracePt t="40500" x="3530600" y="2568575"/>
          <p14:tracePt t="40509" x="3530600" y="2560638"/>
          <p14:tracePt t="40525" x="3530600" y="2554288"/>
          <p14:tracePt t="40541" x="3530600" y="2547938"/>
          <p14:tracePt t="40548" x="3530600" y="2540000"/>
          <p14:tracePt t="40572" x="3530600" y="2533650"/>
          <p14:tracePt t="40604" x="3530600" y="2527300"/>
          <p14:tracePt t="41213" x="3530600" y="2519363"/>
          <p14:tracePt t="41244" x="3530600" y="2513013"/>
          <p14:tracePt t="41260" x="3530600" y="2498725"/>
          <p14:tracePt t="41268" x="3530600" y="2492375"/>
          <p14:tracePt t="41276" x="3522663" y="2471738"/>
          <p14:tracePt t="41284" x="3516313" y="2457450"/>
          <p14:tracePt t="41292" x="3509963" y="2443163"/>
          <p14:tracePt t="41300" x="3495675" y="2422525"/>
          <p14:tracePt t="41308" x="3495675" y="2416175"/>
          <p14:tracePt t="41316" x="3489325" y="2409825"/>
          <p14:tracePt t="41325" x="3489325" y="2401888"/>
          <p14:tracePt t="41332" x="3481388" y="2401888"/>
          <p14:tracePt t="41348" x="3481388" y="2395538"/>
          <p14:tracePt t="41356" x="3481388" y="2387600"/>
          <p14:tracePt t="41364" x="3475038" y="2381250"/>
          <p14:tracePt t="41380" x="3460750" y="2366963"/>
          <p14:tracePt t="41388" x="3454400" y="2360613"/>
          <p14:tracePt t="41396" x="3446463" y="2354263"/>
          <p14:tracePt t="41404" x="3446463" y="2346325"/>
          <p14:tracePt t="41412" x="3440113" y="2346325"/>
          <p14:tracePt t="41420" x="3433763" y="2346325"/>
          <p14:tracePt t="41428" x="3433763" y="2339975"/>
          <p14:tracePt t="41452" x="3425825" y="2339975"/>
          <p14:tracePt t="41476" x="3419475" y="2339975"/>
          <p14:tracePt t="41492" x="3405188" y="2339975"/>
          <p14:tracePt t="41500" x="3392488" y="2339975"/>
          <p14:tracePt t="41509" x="3378200" y="2339975"/>
          <p14:tracePt t="41516" x="3378200" y="2333625"/>
          <p14:tracePt t="41525" x="3363913" y="2333625"/>
          <p14:tracePt t="41532" x="3357563" y="2333625"/>
          <p14:tracePt t="41548" x="3349625" y="2333625"/>
          <p14:tracePt t="41556" x="3343275" y="2333625"/>
          <p14:tracePt t="41564" x="3336925" y="2333625"/>
          <p14:tracePt t="41596" x="3328988" y="2333625"/>
          <p14:tracePt t="41604" x="3322638" y="2333625"/>
          <p14:tracePt t="41612" x="3316288" y="2333625"/>
          <p14:tracePt t="41628" x="3308350" y="2333625"/>
          <p14:tracePt t="41644" x="3302000" y="2333625"/>
          <p14:tracePt t="41652" x="3295650" y="2333625"/>
          <p14:tracePt t="41684" x="3287713" y="2333625"/>
          <p14:tracePt t="41692" x="3281363" y="2333625"/>
          <p14:tracePt t="41700" x="3273425" y="2333625"/>
          <p14:tracePt t="41716" x="3267075" y="2339975"/>
          <p14:tracePt t="41725" x="3260725" y="2339975"/>
          <p14:tracePt t="41732" x="3252788" y="2339975"/>
          <p14:tracePt t="41748" x="3246438" y="2339975"/>
          <p14:tracePt t="41756" x="3246438" y="2346325"/>
          <p14:tracePt t="41772" x="3240088" y="2346325"/>
          <p14:tracePt t="41788" x="3240088" y="2354263"/>
          <p14:tracePt t="41812" x="3232150" y="2354263"/>
          <p14:tracePt t="41828" x="3225800" y="2354263"/>
          <p14:tracePt t="41844" x="3225800" y="2360613"/>
          <p14:tracePt t="41852" x="3219450" y="2360613"/>
          <p14:tracePt t="42028" x="3211513" y="2360613"/>
          <p14:tracePt t="42204" x="3211513" y="2366963"/>
          <p14:tracePt t="42228" x="3197225" y="2366963"/>
          <p14:tracePt t="42237" x="3190875" y="2381250"/>
          <p14:tracePt t="42252" x="3184525" y="2387600"/>
          <p14:tracePt t="42260" x="3184525" y="2395538"/>
          <p14:tracePt t="42268" x="3170238" y="2416175"/>
          <p14:tracePt t="42276" x="3163888" y="2430463"/>
          <p14:tracePt t="42284" x="3163888" y="2436813"/>
          <p14:tracePt t="42292" x="3163888" y="2443163"/>
          <p14:tracePt t="42301" x="3163888" y="2463800"/>
          <p14:tracePt t="42317" x="3155950" y="2478088"/>
          <p14:tracePt t="42325" x="3155950" y="2484438"/>
          <p14:tracePt t="42340" x="3155950" y="2492375"/>
          <p14:tracePt t="42348" x="3149600" y="2498725"/>
          <p14:tracePt t="42356" x="3149600" y="2506663"/>
          <p14:tracePt t="42380" x="3149600" y="2513013"/>
          <p14:tracePt t="42388" x="3149600" y="2519363"/>
          <p14:tracePt t="42396" x="3149600" y="2527300"/>
          <p14:tracePt t="42412" x="3149600" y="2540000"/>
          <p14:tracePt t="42420" x="3149600" y="2547938"/>
          <p14:tracePt t="42428" x="3149600" y="2560638"/>
          <p14:tracePt t="42436" x="3149600" y="2582863"/>
          <p14:tracePt t="42444" x="3149600" y="2603500"/>
          <p14:tracePt t="42460" x="3149600" y="2616200"/>
          <p14:tracePt t="42468" x="3149600" y="2624138"/>
          <p14:tracePt t="42476" x="3149600" y="2636838"/>
          <p14:tracePt t="42484" x="3149600" y="2644775"/>
          <p14:tracePt t="42492" x="3149600" y="2651125"/>
          <p14:tracePt t="42500" x="3149600" y="2659063"/>
          <p14:tracePt t="42516" x="3155950" y="2665413"/>
          <p14:tracePt t="42532" x="3163888" y="2686050"/>
          <p14:tracePt t="42548" x="3170238" y="2700338"/>
          <p14:tracePt t="42564" x="3170238" y="2706688"/>
          <p14:tracePt t="42580" x="3170238" y="2713038"/>
          <p14:tracePt t="42588" x="3176588" y="2713038"/>
          <p14:tracePt t="42612" x="3176588" y="2720975"/>
          <p14:tracePt t="42620" x="3176588" y="2727325"/>
          <p14:tracePt t="42628" x="3190875" y="2733675"/>
          <p14:tracePt t="42644" x="3197225" y="2747963"/>
          <p14:tracePt t="42652" x="3205163" y="2755900"/>
          <p14:tracePt t="42660" x="3211513" y="2762250"/>
          <p14:tracePt t="42668" x="3219450" y="2768600"/>
          <p14:tracePt t="42684" x="3225800" y="2782888"/>
          <p14:tracePt t="42692" x="3240088" y="2797175"/>
          <p14:tracePt t="42700" x="3252788" y="2809875"/>
          <p14:tracePt t="42709" x="3273425" y="2832100"/>
          <p14:tracePt t="42716" x="3287713" y="2838450"/>
          <p14:tracePt t="42725" x="3302000" y="2852738"/>
          <p14:tracePt t="42732" x="3328988" y="2865438"/>
          <p14:tracePt t="42740" x="3343275" y="2879725"/>
          <p14:tracePt t="42748" x="3363913" y="2886075"/>
          <p14:tracePt t="42756" x="3370263" y="2894013"/>
          <p14:tracePt t="42764" x="3405188" y="2900363"/>
          <p14:tracePt t="42772" x="3419475" y="2900363"/>
          <p14:tracePt t="42780" x="3425825" y="2906713"/>
          <p14:tracePt t="42788" x="3446463" y="2906713"/>
          <p14:tracePt t="42796" x="3475038" y="2906713"/>
          <p14:tracePt t="42804" x="3495675" y="2906713"/>
          <p14:tracePt t="42812" x="3516313" y="2906713"/>
          <p14:tracePt t="42820" x="3543300" y="2906713"/>
          <p14:tracePt t="42828" x="3571875" y="2906713"/>
          <p14:tracePt t="42836" x="3606800" y="2886075"/>
          <p14:tracePt t="42844" x="3641725" y="2852738"/>
          <p14:tracePt t="42852" x="3654425" y="2838450"/>
          <p14:tracePt t="42860" x="3683000" y="2803525"/>
          <p14:tracePt t="42868" x="3689350" y="2776538"/>
          <p14:tracePt t="42892" x="3709988" y="2686050"/>
          <p14:tracePt t="42900" x="3709988" y="2644775"/>
          <p14:tracePt t="42908" x="3716338" y="2624138"/>
          <p14:tracePt t="42916" x="3716338" y="2595563"/>
          <p14:tracePt t="42924" x="3716338" y="2574925"/>
          <p14:tracePt t="42932" x="3716338" y="2568575"/>
          <p14:tracePt t="42940" x="3716338" y="2547938"/>
          <p14:tracePt t="42948" x="3716338" y="2533650"/>
          <p14:tracePt t="42956" x="3703638" y="2506663"/>
          <p14:tracePt t="42964" x="3695700" y="2492375"/>
          <p14:tracePt t="42972" x="3683000" y="2471738"/>
          <p14:tracePt t="42980" x="3668713" y="2457450"/>
          <p14:tracePt t="42988" x="3648075" y="2443163"/>
          <p14:tracePt t="42996" x="3633788" y="2436813"/>
          <p14:tracePt t="43004" x="3606800" y="2409825"/>
          <p14:tracePt t="43012" x="3571875" y="2395538"/>
          <p14:tracePt t="43020" x="3543300" y="2374900"/>
          <p14:tracePt t="43028" x="3509963" y="2366963"/>
          <p14:tracePt t="43036" x="3489325" y="2354263"/>
          <p14:tracePt t="43044" x="3468688" y="2346325"/>
          <p14:tracePt t="43052" x="3454400" y="2346325"/>
          <p14:tracePt t="43060" x="3446463" y="2346325"/>
          <p14:tracePt t="43068" x="3425825" y="2339975"/>
          <p14:tracePt t="43076" x="3419475" y="2339975"/>
          <p14:tracePt t="43084" x="3405188" y="2339975"/>
          <p14:tracePt t="43092" x="3398838" y="2339975"/>
          <p14:tracePt t="43100" x="3384550" y="2339975"/>
          <p14:tracePt t="43109" x="3378200" y="2339975"/>
          <p14:tracePt t="43116" x="3363913" y="2339975"/>
          <p14:tracePt t="43125" x="3349625" y="2339975"/>
          <p14:tracePt t="43132" x="3336925" y="2339975"/>
          <p14:tracePt t="43148" x="3322638" y="2339975"/>
          <p14:tracePt t="43156" x="3308350" y="2339975"/>
          <p14:tracePt t="43164" x="3302000" y="2339975"/>
          <p14:tracePt t="43172" x="3287713" y="2339975"/>
          <p14:tracePt t="43180" x="3273425" y="2339975"/>
          <p14:tracePt t="43188" x="3260725" y="2346325"/>
          <p14:tracePt t="43196" x="3246438" y="2346325"/>
          <p14:tracePt t="43204" x="3240088" y="2354263"/>
          <p14:tracePt t="43212" x="3225800" y="2354263"/>
          <p14:tracePt t="43220" x="3219450" y="2360613"/>
          <p14:tracePt t="43228" x="3211513" y="2366963"/>
          <p14:tracePt t="44380" x="3211513" y="2374900"/>
          <p14:tracePt t="44396" x="3211513" y="2387600"/>
          <p14:tracePt t="44412" x="3211513" y="2395538"/>
          <p14:tracePt t="44420" x="3205163" y="2401888"/>
          <p14:tracePt t="44436" x="3205163" y="2409825"/>
          <p14:tracePt t="44460" x="3205163" y="2416175"/>
          <p14:tracePt t="44484" x="3205163" y="2430463"/>
          <p14:tracePt t="44500" x="3205163" y="2436813"/>
          <p14:tracePt t="44508" x="3197225" y="2443163"/>
          <p14:tracePt t="44557" x="3197225" y="2451100"/>
          <p14:tracePt t="44628" x="3197225" y="2457450"/>
          <p14:tracePt t="44684" x="3197225" y="2463800"/>
          <p14:tracePt t="44708" x="3197225" y="2471738"/>
          <p14:tracePt t="44716" x="3197225" y="2478088"/>
          <p14:tracePt t="45660" x="3197225" y="2471738"/>
          <p14:tracePt t="45708" x="3197225" y="2463800"/>
          <p14:tracePt t="45732" x="3197225" y="2457450"/>
          <p14:tracePt t="45780" x="3197225" y="2451100"/>
          <p14:tracePt t="45804" x="3197225" y="2443163"/>
          <p14:tracePt t="45820" x="3197225" y="2436813"/>
          <p14:tracePt t="45836" x="3197225" y="2430463"/>
          <p14:tracePt t="45852" x="3197225" y="2422525"/>
          <p14:tracePt t="45860" x="3197225" y="2416175"/>
          <p14:tracePt t="45876" x="3197225" y="2409825"/>
          <p14:tracePt t="45884" x="3197225" y="2401888"/>
          <p14:tracePt t="45892" x="3197225" y="2395538"/>
          <p14:tracePt t="45900" x="3197225" y="2387600"/>
          <p14:tracePt t="45909" x="3197225" y="2381250"/>
          <p14:tracePt t="45916" x="3197225" y="2374900"/>
          <p14:tracePt t="45932" x="3197225" y="2360613"/>
          <p14:tracePt t="45940" x="3197225" y="2354263"/>
          <p14:tracePt t="45948" x="3197225" y="2333625"/>
          <p14:tracePt t="45956" x="3197225" y="2325688"/>
          <p14:tracePt t="45972" x="3197225" y="2311400"/>
          <p14:tracePt t="45988" x="3197225" y="2305050"/>
          <p14:tracePt t="46004" x="3197225" y="2290763"/>
          <p14:tracePt t="46020" x="3197225" y="2284413"/>
          <p14:tracePt t="46028" x="3197225" y="2270125"/>
          <p14:tracePt t="46036" x="3197225" y="2263775"/>
          <p14:tracePt t="46044" x="3197225" y="2257425"/>
          <p14:tracePt t="46052" x="3197225" y="2249488"/>
          <p14:tracePt t="46060" x="3197225" y="2243138"/>
          <p14:tracePt t="46076" x="3197225" y="2228850"/>
          <p14:tracePt t="46084" x="3197225" y="2222500"/>
          <p14:tracePt t="46101" x="3197225" y="2208213"/>
          <p14:tracePt t="46109" x="3197225" y="2201863"/>
          <p14:tracePt t="46116" x="3197225" y="2181225"/>
          <p14:tracePt t="46125" x="3197225" y="2173288"/>
          <p14:tracePt t="46132" x="3197225" y="2166938"/>
          <p14:tracePt t="46140" x="3197225" y="2160588"/>
          <p14:tracePt t="46148" x="3197225" y="2146300"/>
          <p14:tracePt t="46156" x="3197225" y="2138363"/>
          <p14:tracePt t="46164" x="3197225" y="2132013"/>
          <p14:tracePt t="46172" x="3197225" y="2125663"/>
          <p14:tracePt t="46180" x="3197225" y="2111375"/>
          <p14:tracePt t="46196" x="3197225" y="2105025"/>
          <p14:tracePt t="46204" x="3197225" y="2090738"/>
          <p14:tracePt t="46220" x="3205163" y="2076450"/>
          <p14:tracePt t="46229" x="3205163" y="2070100"/>
          <p14:tracePt t="46236" x="3205163" y="2062163"/>
          <p14:tracePt t="46252" x="3205163" y="2055813"/>
          <p14:tracePt t="46260" x="3211513" y="2041525"/>
          <p14:tracePt t="46292" x="3211513" y="2028825"/>
          <p14:tracePt t="46348" x="3219450" y="2020888"/>
          <p14:tracePt t="46396" x="3219450" y="2014538"/>
          <p14:tracePt t="46412" x="3219450" y="2008188"/>
          <p14:tracePt t="46436" x="3219450" y="2000250"/>
          <p14:tracePt t="46460" x="3225800" y="2000250"/>
          <p14:tracePt t="46884" x="3232150" y="1993900"/>
          <p14:tracePt t="46892" x="3240088" y="1993900"/>
          <p14:tracePt t="47117" x="3240088" y="1987550"/>
          <p14:tracePt t="47124" x="3240088" y="1979613"/>
          <p14:tracePt t="47141" x="3246438" y="1965325"/>
          <p14:tracePt t="47148" x="3252788" y="1965325"/>
          <p14:tracePt t="47156" x="3252788" y="1958975"/>
          <p14:tracePt t="47164" x="3260725" y="1958975"/>
          <p14:tracePt t="47172" x="3267075" y="1952625"/>
          <p14:tracePt t="47180" x="3273425" y="1944688"/>
          <p14:tracePt t="47188" x="3281363" y="1938338"/>
          <p14:tracePt t="47204" x="3287713" y="1938338"/>
          <p14:tracePt t="47212" x="3302000" y="1931988"/>
          <p14:tracePt t="47220" x="3308350" y="1931988"/>
          <p14:tracePt t="47228" x="3322638" y="1911350"/>
          <p14:tracePt t="47236" x="3343275" y="1903413"/>
          <p14:tracePt t="47244" x="3363913" y="1882775"/>
          <p14:tracePt t="47252" x="3370263" y="1876425"/>
          <p14:tracePt t="47260" x="3392488" y="1862138"/>
          <p14:tracePt t="47268" x="3413125" y="1835150"/>
          <p14:tracePt t="47276" x="3440113" y="1806575"/>
          <p14:tracePt t="47284" x="3454400" y="1792288"/>
          <p14:tracePt t="47292" x="3475038" y="1758950"/>
          <p14:tracePt t="47300" x="3481388" y="1744663"/>
          <p14:tracePt t="47309" x="3502025" y="1738313"/>
          <p14:tracePt t="47316" x="3502025" y="1724025"/>
          <p14:tracePt t="47325" x="3509963" y="1724025"/>
          <p14:tracePt t="47340" x="3509963" y="1716088"/>
          <p14:tracePt t="47460" x="3516313" y="1716088"/>
          <p14:tracePt t="47468" x="3522663" y="1716088"/>
          <p14:tracePt t="47484" x="3530600" y="1716088"/>
          <p14:tracePt t="47500" x="3536950" y="1716088"/>
          <p14:tracePt t="47525" x="3543300" y="1716088"/>
          <p14:tracePt t="47565" x="3565525" y="1716088"/>
          <p14:tracePt t="47580" x="3571875" y="1724025"/>
          <p14:tracePt t="47588" x="3578225" y="1724025"/>
          <p14:tracePt t="47596" x="3586163" y="1724025"/>
          <p14:tracePt t="47604" x="3592513" y="1724025"/>
          <p14:tracePt t="47612" x="3606800" y="1724025"/>
          <p14:tracePt t="47628" x="3613150" y="1724025"/>
          <p14:tracePt t="47636" x="3627438" y="1724025"/>
          <p14:tracePt t="47644" x="3633788" y="1724025"/>
          <p14:tracePt t="47652" x="3648075" y="1730375"/>
          <p14:tracePt t="47660" x="3654425" y="1730375"/>
          <p14:tracePt t="47668" x="3683000" y="1744663"/>
          <p14:tracePt t="47684" x="3689350" y="1744663"/>
          <p14:tracePt t="47692" x="3695700" y="1744663"/>
          <p14:tracePt t="47725" x="3703638" y="1744663"/>
          <p14:tracePt t="47732" x="3709988" y="1744663"/>
          <p14:tracePt t="47748" x="3716338" y="1744663"/>
          <p14:tracePt t="47796" x="3724275" y="1744663"/>
          <p14:tracePt t="47836" x="3730625" y="1744663"/>
          <p14:tracePt t="47860" x="3738563" y="1744663"/>
          <p14:tracePt t="47884" x="3738563" y="1751013"/>
          <p14:tracePt t="47924" x="3744913" y="1751013"/>
          <p14:tracePt t="47932" x="3751263" y="1751013"/>
          <p14:tracePt t="47980" x="3759200" y="1751013"/>
          <p14:tracePt t="47996" x="3765550" y="1751013"/>
          <p14:tracePt t="48004" x="3771900" y="1751013"/>
          <p14:tracePt t="48020" x="3779838" y="1751013"/>
          <p14:tracePt t="48028" x="3792538" y="1751013"/>
          <p14:tracePt t="48036" x="3800475" y="1751013"/>
          <p14:tracePt t="48044" x="3806825" y="1751013"/>
          <p14:tracePt t="48052" x="3814763" y="1751013"/>
          <p14:tracePt t="48060" x="3821113" y="1751013"/>
          <p14:tracePt t="48076" x="3827463" y="1751013"/>
          <p14:tracePt t="50124" x="3827463" y="1765300"/>
          <p14:tracePt t="50140" x="3821113" y="1779588"/>
          <p14:tracePt t="50148" x="3806825" y="1800225"/>
          <p14:tracePt t="50156" x="3786188" y="1814513"/>
          <p14:tracePt t="50164" x="3759200" y="1855788"/>
          <p14:tracePt t="50172" x="3716338" y="1911350"/>
          <p14:tracePt t="50180" x="3675063" y="1958975"/>
          <p14:tracePt t="50188" x="3606800" y="2062163"/>
          <p14:tracePt t="50196" x="3536950" y="2146300"/>
          <p14:tracePt t="50204" x="3460750" y="2278063"/>
          <p14:tracePt t="50212" x="3405188" y="2354263"/>
          <p14:tracePt t="50220" x="3370263" y="2416175"/>
          <p14:tracePt t="50228" x="3322638" y="2478088"/>
          <p14:tracePt t="50236" x="3295650" y="2533650"/>
          <p14:tracePt t="50244" x="3267075" y="2582863"/>
          <p14:tracePt t="50252" x="3240088" y="2636838"/>
          <p14:tracePt t="50260" x="3225800" y="2671763"/>
          <p14:tracePt t="50268" x="3211513" y="2700338"/>
          <p14:tracePt t="50276" x="3197225" y="2720975"/>
          <p14:tracePt t="50284" x="3197225" y="2733675"/>
          <p14:tracePt t="50292" x="3184525" y="2747963"/>
          <p14:tracePt t="50300" x="3184525" y="2762250"/>
          <p14:tracePt t="50316" x="3184525" y="2776538"/>
          <p14:tracePt t="50325" x="3176588" y="2782888"/>
          <p14:tracePt t="50364" x="3176588" y="2789238"/>
          <p14:tracePt t="50372" x="3170238" y="2797175"/>
          <p14:tracePt t="50388" x="3170238" y="2803525"/>
          <p14:tracePt t="50492" x="3170238" y="2809875"/>
          <p14:tracePt t="50516" x="3176588" y="2809875"/>
          <p14:tracePt t="50525" x="3184525" y="2809875"/>
          <p14:tracePt t="50532" x="3190875" y="2809875"/>
          <p14:tracePt t="50540" x="3197225" y="2797175"/>
          <p14:tracePt t="50548" x="3205163" y="2797175"/>
          <p14:tracePt t="50556" x="3205163" y="2782888"/>
          <p14:tracePt t="50564" x="3211513" y="2776538"/>
          <p14:tracePt t="50572" x="3219450" y="2762250"/>
          <p14:tracePt t="50580" x="3225800" y="2755900"/>
          <p14:tracePt t="50588" x="3225800" y="2733675"/>
          <p14:tracePt t="50604" x="3232150" y="2727325"/>
          <p14:tracePt t="50612" x="3232150" y="2720975"/>
          <p14:tracePt t="50620" x="3232150" y="2713038"/>
          <p14:tracePt t="50628" x="3232150" y="2706688"/>
          <p14:tracePt t="50636" x="3232150" y="2692400"/>
          <p14:tracePt t="50644" x="3232150" y="2686050"/>
          <p14:tracePt t="50652" x="3232150" y="2671763"/>
          <p14:tracePt t="50660" x="3232150" y="2665413"/>
          <p14:tracePt t="50668" x="3232150" y="2651125"/>
          <p14:tracePt t="50684" x="3232150" y="2644775"/>
          <p14:tracePt t="50692" x="3232150" y="2630488"/>
          <p14:tracePt t="50724" x="3232150" y="2624138"/>
          <p14:tracePt t="50732" x="3232150" y="2616200"/>
          <p14:tracePt t="50756" x="3240088" y="2616200"/>
          <p14:tracePt t="50764" x="3240088" y="2609850"/>
          <p14:tracePt t="50812" x="3246438" y="2603500"/>
          <p14:tracePt t="51156" x="3252788" y="2589213"/>
          <p14:tracePt t="51164" x="3260725" y="2582863"/>
          <p14:tracePt t="51172" x="3273425" y="2568575"/>
          <p14:tracePt t="51180" x="3302000" y="2554288"/>
          <p14:tracePt t="51188" x="3328988" y="2527300"/>
          <p14:tracePt t="51196" x="3357563" y="2506663"/>
          <p14:tracePt t="51204" x="3392488" y="2478088"/>
          <p14:tracePt t="51212" x="3419475" y="2422525"/>
          <p14:tracePt t="51221" x="3446463" y="2395538"/>
          <p14:tracePt t="51228" x="3489325" y="2339975"/>
          <p14:tracePt t="51237" x="3551238" y="2278063"/>
          <p14:tracePt t="51244" x="3619500" y="2214563"/>
          <p14:tracePt t="51252" x="3709988" y="2152650"/>
          <p14:tracePt t="51260" x="3835400" y="2090738"/>
          <p14:tracePt t="51268" x="3987800" y="2041525"/>
          <p14:tracePt t="51276" x="4160838" y="2000250"/>
          <p14:tracePt t="51284" x="4319588" y="1979613"/>
          <p14:tracePt t="51292" x="4478338" y="1958975"/>
          <p14:tracePt t="51300" x="4589463" y="1958975"/>
          <p14:tracePt t="51308" x="4706938" y="1958975"/>
          <p14:tracePt t="51316" x="4803775" y="1958975"/>
          <p14:tracePt t="51325" x="4900613" y="1958975"/>
          <p14:tracePt t="51332" x="5011738" y="1958975"/>
          <p14:tracePt t="51340" x="5122863" y="1958975"/>
          <p14:tracePt t="51348" x="5260975" y="1965325"/>
          <p14:tracePt t="51356" x="5378450" y="1973263"/>
          <p14:tracePt t="51364" x="5524500" y="2000250"/>
          <p14:tracePt t="51372" x="5668963" y="2020888"/>
          <p14:tracePt t="51380" x="5794375" y="2049463"/>
          <p14:tracePt t="51388" x="5891213" y="2055813"/>
          <p14:tracePt t="51396" x="5980113" y="2076450"/>
          <p14:tracePt t="51404" x="6049963" y="2097088"/>
          <p14:tracePt t="51412" x="6119813" y="2132013"/>
          <p14:tracePt t="51420" x="6173788" y="2160588"/>
          <p14:tracePt t="51428" x="6202363" y="2173288"/>
          <p14:tracePt t="51436" x="6243638" y="2208213"/>
          <p14:tracePt t="51444" x="6278563" y="2243138"/>
          <p14:tracePt t="51452" x="6313488" y="2298700"/>
          <p14:tracePt t="51460" x="6354763" y="2360613"/>
          <p14:tracePt t="51468" x="6389688" y="2430463"/>
          <p14:tracePt t="51476" x="6423025" y="2506663"/>
          <p14:tracePt t="51484" x="6457950" y="2582863"/>
          <p14:tracePt t="51492" x="6486525" y="2651125"/>
          <p14:tracePt t="51500" x="6507163" y="2706688"/>
          <p14:tracePt t="51509" x="6519863" y="2762250"/>
          <p14:tracePt t="51516" x="6519863" y="2832100"/>
          <p14:tracePt t="51525" x="6519863" y="2886075"/>
          <p14:tracePt t="51532" x="6519863" y="2941638"/>
          <p14:tracePt t="51540" x="6499225" y="3005138"/>
          <p14:tracePt t="51548" x="6472238" y="3081338"/>
          <p14:tracePt t="51556" x="6430963" y="3170238"/>
          <p14:tracePt t="51564" x="6389688" y="3295650"/>
          <p14:tracePt t="51572" x="6319838" y="3419475"/>
          <p14:tracePt t="51580" x="6270625" y="3489325"/>
          <p14:tracePt t="51588" x="6223000" y="3578225"/>
          <p14:tracePt t="51596" x="6194425" y="3633788"/>
          <p14:tracePt t="51604" x="6153150" y="3703638"/>
          <p14:tracePt t="51612" x="6111875" y="3773488"/>
          <p14:tracePt t="51620" x="6076950" y="3821113"/>
          <p14:tracePt t="51628" x="6029325" y="3862388"/>
          <p14:tracePt t="51636" x="5994400" y="3925888"/>
          <p14:tracePt t="51644" x="5946775" y="3979863"/>
          <p14:tracePt t="51652" x="5897563" y="4029075"/>
          <p14:tracePt t="51660" x="5856288" y="4076700"/>
          <p14:tracePt t="51668" x="5800725" y="4125913"/>
          <p14:tracePt t="51677" x="5730875" y="4187825"/>
          <p14:tracePt t="51684" x="5683250" y="4222750"/>
          <p14:tracePt t="51692" x="5592763" y="4278313"/>
          <p14:tracePt t="51700" x="5461000" y="4360863"/>
          <p14:tracePt t="51709" x="5316538" y="4430713"/>
          <p14:tracePt t="51716" x="5164138" y="4486275"/>
          <p14:tracePt t="51725" x="4949825" y="4575175"/>
          <p14:tracePt t="51732" x="4789488" y="4651375"/>
          <p14:tracePt t="51740" x="4686300" y="4694238"/>
          <p14:tracePt t="51748" x="4583113" y="4741863"/>
          <p14:tracePt t="51756" x="4506913" y="4770438"/>
          <p14:tracePt t="51764" x="4443413" y="4797425"/>
          <p14:tracePt t="51772" x="4375150" y="4811713"/>
          <p14:tracePt t="51780" x="4319588" y="4838700"/>
          <p14:tracePt t="51788" x="4243388" y="4852988"/>
          <p14:tracePt t="51796" x="4214813" y="4867275"/>
          <p14:tracePt t="51804" x="4167188" y="4873625"/>
          <p14:tracePt t="51812" x="4125913" y="4873625"/>
          <p14:tracePt t="51820" x="4070350" y="4873625"/>
          <p14:tracePt t="51828" x="4000500" y="4873625"/>
          <p14:tracePt t="51836" x="3917950" y="4873625"/>
          <p14:tracePt t="51844" x="3848100" y="4873625"/>
          <p14:tracePt t="51852" x="3765550" y="4867275"/>
          <p14:tracePt t="51860" x="3695700" y="4859338"/>
          <p14:tracePt t="51868" x="3633788" y="4845050"/>
          <p14:tracePt t="51877" x="3565525" y="4824413"/>
          <p14:tracePt t="51884" x="3516313" y="4811713"/>
          <p14:tracePt t="51892" x="3460750" y="4791075"/>
          <p14:tracePt t="51900" x="3419475" y="4776788"/>
          <p14:tracePt t="51909" x="3384550" y="4748213"/>
          <p14:tracePt t="51916" x="3343275" y="4721225"/>
          <p14:tracePt t="51925" x="3302000" y="4686300"/>
          <p14:tracePt t="51932" x="3267075" y="4659313"/>
          <p14:tracePt t="51940" x="3225800" y="4624388"/>
          <p14:tracePt t="51948" x="3197225" y="4597400"/>
          <p14:tracePt t="51956" x="3170238" y="4568825"/>
          <p14:tracePt t="51964" x="3143250" y="4533900"/>
          <p14:tracePt t="51972" x="3114675" y="4513263"/>
          <p14:tracePt t="51980" x="3094038" y="4478338"/>
          <p14:tracePt t="51988" x="3079750" y="4465638"/>
          <p14:tracePt t="51996" x="3059113" y="4437063"/>
          <p14:tracePt t="52004" x="3059113" y="4430713"/>
          <p14:tracePt t="52012" x="3052763" y="4416425"/>
          <p14:tracePt t="52020" x="3046413" y="4402138"/>
          <p14:tracePt t="52028" x="3046413" y="4389438"/>
          <p14:tracePt t="52036" x="3046413" y="4375150"/>
          <p14:tracePt t="52044" x="3038475" y="4375150"/>
          <p14:tracePt t="52052" x="3038475" y="4360863"/>
          <p14:tracePt t="52060" x="3038475" y="4354513"/>
          <p14:tracePt t="52068" x="3032125" y="4340225"/>
          <p14:tracePt t="52076" x="3032125" y="4319588"/>
          <p14:tracePt t="52084" x="3032125" y="4305300"/>
          <p14:tracePt t="52092" x="3032125" y="4284663"/>
          <p14:tracePt t="52100" x="3032125" y="4257675"/>
          <p14:tracePt t="52108" x="3032125" y="4229100"/>
          <p14:tracePt t="52116" x="3032125" y="4202113"/>
          <p14:tracePt t="52125" x="3038475" y="4175125"/>
          <p14:tracePt t="52132" x="3046413" y="4146550"/>
          <p14:tracePt t="52140" x="3046413" y="4140200"/>
          <p14:tracePt t="52148" x="3059113" y="4111625"/>
          <p14:tracePt t="52156" x="3067050" y="4111625"/>
          <p14:tracePt t="52164" x="3073400" y="4090988"/>
          <p14:tracePt t="52172" x="3087688" y="4070350"/>
          <p14:tracePt t="52180" x="3094038" y="4056063"/>
          <p14:tracePt t="52188" x="3122613" y="4022725"/>
          <p14:tracePt t="52196" x="3149600" y="3987800"/>
          <p14:tracePt t="52204" x="3163888" y="3946525"/>
          <p14:tracePt t="52212" x="3190875" y="3911600"/>
          <p14:tracePt t="52220" x="3197225" y="3897313"/>
          <p14:tracePt t="52228" x="3219450" y="3870325"/>
          <p14:tracePt t="52236" x="3219450" y="3849688"/>
          <p14:tracePt t="52244" x="3225800" y="3835400"/>
          <p14:tracePt t="52252" x="3232150" y="3821113"/>
          <p14:tracePt t="52268" x="3240088" y="3806825"/>
          <p14:tracePt t="52277" x="3246438" y="3794125"/>
          <p14:tracePt t="52284" x="3246438" y="3786188"/>
          <p14:tracePt t="52300" x="3246438" y="3779838"/>
          <p14:tracePt t="52309" x="3252788" y="3779838"/>
          <p14:tracePt t="52340" x="3260725" y="3773488"/>
          <p14:tracePt t="52725" x="3260725" y="3765550"/>
          <p14:tracePt t="52732" x="3260725" y="3751263"/>
          <p14:tracePt t="52748" x="3260725" y="3744913"/>
          <p14:tracePt t="52756" x="3260725" y="3724275"/>
          <p14:tracePt t="52764" x="3260725" y="3703638"/>
          <p14:tracePt t="52772" x="3260725" y="3683000"/>
          <p14:tracePt t="52780" x="3260725" y="3662363"/>
          <p14:tracePt t="52788" x="3260725" y="3648075"/>
          <p14:tracePt t="52796" x="3260725" y="3621088"/>
          <p14:tracePt t="52804" x="3260725" y="3600450"/>
          <p14:tracePt t="52812" x="3260725" y="3578225"/>
          <p14:tracePt t="52820" x="3260725" y="3565525"/>
          <p14:tracePt t="52828" x="3260725" y="3551238"/>
          <p14:tracePt t="52836" x="3260725" y="3544888"/>
          <p14:tracePt t="52844" x="3260725" y="3530600"/>
          <p14:tracePt t="52852" x="3260725" y="3516313"/>
          <p14:tracePt t="52860" x="3260725" y="3509963"/>
          <p14:tracePt t="52876" x="3260725" y="3495675"/>
          <p14:tracePt t="52910" x="3260725" y="3489325"/>
          <p14:tracePt t="52925" x="3260725" y="3481388"/>
          <p14:tracePt t="52932" x="3260725" y="3475038"/>
          <p14:tracePt t="52972" x="3260725" y="3468688"/>
          <p14:tracePt t="53012" x="3260725" y="3460750"/>
          <p14:tracePt t="53020" x="3267075" y="3460750"/>
          <p14:tracePt t="53036" x="3267075" y="3448050"/>
          <p14:tracePt t="53052" x="3281363" y="3440113"/>
          <p14:tracePt t="53060" x="3281363" y="3419475"/>
          <p14:tracePt t="53068" x="3287713" y="3405188"/>
          <p14:tracePt t="53076" x="3295650" y="3398838"/>
          <p14:tracePt t="53084" x="3308350" y="3371850"/>
          <p14:tracePt t="53092" x="3308350" y="3343275"/>
          <p14:tracePt t="53100" x="3322638" y="3322638"/>
          <p14:tracePt t="53109" x="3336925" y="3308350"/>
          <p14:tracePt t="53116" x="3336925" y="3302000"/>
          <p14:tracePt t="53125" x="3343275" y="3281363"/>
          <p14:tracePt t="53132" x="3349625" y="3267075"/>
          <p14:tracePt t="53140" x="3357563" y="3260725"/>
          <p14:tracePt t="53156" x="3357563" y="3246438"/>
          <p14:tracePt t="53172" x="3363913" y="3240088"/>
          <p14:tracePt t="53237" x="3370263" y="3225800"/>
          <p14:tracePt t="53244" x="3378200" y="3219450"/>
          <p14:tracePt t="53260" x="3392488" y="3211513"/>
          <p14:tracePt t="53292" x="3392488" y="3205163"/>
          <p14:tracePt t="53324" x="3398838" y="3198813"/>
          <p14:tracePt t="53364" x="3405188" y="3198813"/>
          <p14:tracePt t="53372" x="3413125" y="3198813"/>
          <p14:tracePt t="53388" x="3419475" y="3198813"/>
          <p14:tracePt t="53396" x="3425825" y="3198813"/>
          <p14:tracePt t="53404" x="3433763" y="3198813"/>
          <p14:tracePt t="53412" x="3440113" y="3198813"/>
          <p14:tracePt t="53428" x="3446463" y="3198813"/>
          <p14:tracePt t="53444" x="3460750" y="3198813"/>
          <p14:tracePt t="53468" x="3468688" y="3198813"/>
          <p14:tracePt t="53500" x="3481388" y="3198813"/>
          <p14:tracePt t="53564" x="3489325" y="3198813"/>
          <p14:tracePt t="53588" x="3495675" y="3198813"/>
          <p14:tracePt t="53596" x="3502025" y="3198813"/>
          <p14:tracePt t="53604" x="3509963" y="3198813"/>
          <p14:tracePt t="53612" x="3522663" y="3198813"/>
          <p14:tracePt t="53628" x="3530600" y="3198813"/>
          <p14:tracePt t="53636" x="3543300" y="3198813"/>
          <p14:tracePt t="53644" x="3557588" y="3198813"/>
          <p14:tracePt t="53652" x="3571875" y="3198813"/>
          <p14:tracePt t="53660" x="3578225" y="3198813"/>
          <p14:tracePt t="53668" x="3592513" y="3198813"/>
          <p14:tracePt t="53676" x="3613150" y="3198813"/>
          <p14:tracePt t="53684" x="3627438" y="3198813"/>
          <p14:tracePt t="53692" x="3654425" y="3198813"/>
          <p14:tracePt t="53700" x="3695700" y="3198813"/>
          <p14:tracePt t="53709" x="3730625" y="3198813"/>
          <p14:tracePt t="53716" x="3771900" y="3198813"/>
          <p14:tracePt t="53725" x="3800475" y="3198813"/>
          <p14:tracePt t="53732" x="3827463" y="3198813"/>
          <p14:tracePt t="53740" x="3856038" y="3198813"/>
          <p14:tracePt t="53748" x="3876675" y="3198813"/>
          <p14:tracePt t="53756" x="3897313" y="3198813"/>
          <p14:tracePt t="53764" x="3917950" y="3198813"/>
          <p14:tracePt t="53772" x="3938588" y="3198813"/>
          <p14:tracePt t="53780" x="3973513" y="3198813"/>
          <p14:tracePt t="53788" x="3994150" y="3198813"/>
          <p14:tracePt t="53796" x="4014788" y="3198813"/>
          <p14:tracePt t="53804" x="4035425" y="3198813"/>
          <p14:tracePt t="53812" x="4041775" y="3198813"/>
          <p14:tracePt t="53820" x="4064000" y="3198813"/>
          <p14:tracePt t="53828" x="4076700" y="3198813"/>
          <p14:tracePt t="53836" x="4097338" y="3198813"/>
          <p14:tracePt t="53844" x="4117975" y="3198813"/>
          <p14:tracePt t="53852" x="4138613" y="3198813"/>
          <p14:tracePt t="53860" x="4146550" y="3198813"/>
          <p14:tracePt t="53877" x="4167188" y="3198813"/>
          <p14:tracePt t="53884" x="4173538" y="3198813"/>
          <p14:tracePt t="53892" x="4181475" y="3198813"/>
          <p14:tracePt t="53900" x="4187825" y="3198813"/>
          <p14:tracePt t="54365" x="4194175" y="3198813"/>
          <p14:tracePt t="56541" x="4208463" y="3198813"/>
          <p14:tracePt t="56548" x="4229100" y="3198813"/>
          <p14:tracePt t="56556" x="4249738" y="3198813"/>
          <p14:tracePt t="56564" x="4264025" y="3198813"/>
          <p14:tracePt t="56572" x="4284663" y="3198813"/>
          <p14:tracePt t="56580" x="4311650" y="3198813"/>
          <p14:tracePt t="56588" x="4360863" y="3198813"/>
          <p14:tracePt t="56596" x="4430713" y="3198813"/>
          <p14:tracePt t="56604" x="4492625" y="3198813"/>
          <p14:tracePt t="56612" x="4554538" y="3198813"/>
          <p14:tracePt t="56620" x="4603750" y="3198813"/>
          <p14:tracePt t="56628" x="4651375" y="3205163"/>
          <p14:tracePt t="56636" x="4700588" y="3205163"/>
          <p14:tracePt t="56644" x="4762500" y="3205163"/>
          <p14:tracePt t="56652" x="4824413" y="3205163"/>
          <p14:tracePt t="56660" x="4873625" y="3205163"/>
          <p14:tracePt t="56668" x="4900613" y="3205163"/>
          <p14:tracePt t="56676" x="4914900" y="3205163"/>
          <p14:tracePt t="56684" x="4929188" y="3205163"/>
          <p14:tracePt t="56692" x="4962525" y="3211513"/>
          <p14:tracePt t="56700" x="4991100" y="3225800"/>
          <p14:tracePt t="56708" x="5046663" y="3225800"/>
          <p14:tracePt t="56716" x="5122863" y="3225800"/>
          <p14:tracePt t="56725" x="5191125" y="3232150"/>
          <p14:tracePt t="56732" x="5240338" y="3240088"/>
          <p14:tracePt t="56740" x="5322888" y="3246438"/>
          <p14:tracePt t="56748" x="5399088" y="3260725"/>
          <p14:tracePt t="56756" x="5454650" y="3267075"/>
          <p14:tracePt t="56764" x="5495925" y="3275013"/>
          <p14:tracePt t="56772" x="5551488" y="3281363"/>
          <p14:tracePt t="56780" x="5572125" y="3281363"/>
          <p14:tracePt t="56788" x="5600700" y="3281363"/>
          <p14:tracePt t="56796" x="5613400" y="3295650"/>
          <p14:tracePt t="56804" x="5627688" y="3295650"/>
          <p14:tracePt t="56812" x="5641975" y="3295650"/>
          <p14:tracePt t="56820" x="5654675" y="3295650"/>
          <p14:tracePt t="56828" x="5675313" y="3295650"/>
          <p14:tracePt t="56836" x="5683250" y="3295650"/>
          <p14:tracePt t="56844" x="5703888" y="3295650"/>
          <p14:tracePt t="56852" x="5710238" y="3295650"/>
          <p14:tracePt t="57028" x="5718175" y="3295650"/>
          <p14:tracePt t="57036" x="5724525" y="3295650"/>
          <p14:tracePt t="57044" x="5724525" y="3302000"/>
          <p14:tracePt t="57053" x="5724525" y="3308350"/>
          <p14:tracePt t="57068" x="5730875" y="3322638"/>
          <p14:tracePt t="57076" x="5730875" y="3328988"/>
          <p14:tracePt t="57348" x="5730875" y="3322638"/>
          <p14:tracePt t="57356" x="5730875" y="3316288"/>
          <p14:tracePt t="57380" x="5730875" y="3308350"/>
          <p14:tracePt t="57388" x="5738813" y="3302000"/>
          <p14:tracePt t="57396" x="5745163" y="3302000"/>
          <p14:tracePt t="57404" x="5751513" y="3295650"/>
          <p14:tracePt t="57420" x="5765800" y="3295650"/>
          <p14:tracePt t="57428" x="5780088" y="3295650"/>
          <p14:tracePt t="57436" x="5786438" y="3295650"/>
          <p14:tracePt t="57444" x="5794375" y="3295650"/>
          <p14:tracePt t="57452" x="5807075" y="3295650"/>
          <p14:tracePt t="57460" x="5821363" y="3295650"/>
          <p14:tracePt t="57468" x="5848350" y="3295650"/>
          <p14:tracePt t="57476" x="5883275" y="3295650"/>
          <p14:tracePt t="57484" x="5911850" y="3295650"/>
          <p14:tracePt t="57492" x="5938838" y="3295650"/>
          <p14:tracePt t="57500" x="5994400" y="3295650"/>
          <p14:tracePt t="57509" x="6029325" y="3295650"/>
          <p14:tracePt t="57516" x="6056313" y="3295650"/>
          <p14:tracePt t="57524" x="6097588" y="3295650"/>
          <p14:tracePt t="57532" x="6132513" y="3295650"/>
          <p14:tracePt t="57540" x="6181725" y="3287713"/>
          <p14:tracePt t="57548" x="6208713" y="3287713"/>
          <p14:tracePt t="57556" x="6243638" y="3287713"/>
          <p14:tracePt t="57564" x="6270625" y="3275013"/>
          <p14:tracePt t="57572" x="6313488" y="3267075"/>
          <p14:tracePt t="57580" x="6340475" y="3267075"/>
          <p14:tracePt t="57588" x="6369050" y="3267075"/>
          <p14:tracePt t="57596" x="6389688" y="3260725"/>
          <p14:tracePt t="57604" x="6396038" y="3254375"/>
          <p14:tracePt t="57612" x="6416675" y="3254375"/>
          <p14:tracePt t="57628" x="6423025" y="3254375"/>
          <p14:tracePt t="58044" x="6437313" y="3254375"/>
          <p14:tracePt t="58060" x="6437313" y="3246438"/>
          <p14:tracePt t="59804" x="6437313" y="3232150"/>
          <p14:tracePt t="60253" x="6430963" y="3232150"/>
          <p14:tracePt t="60756" x="6430963" y="3225800"/>
          <p14:tracePt t="60764" x="6423025" y="3225800"/>
          <p14:tracePt t="60772" x="6402388" y="3225800"/>
          <p14:tracePt t="60780" x="6381750" y="3219450"/>
          <p14:tracePt t="60788" x="6369050" y="3219450"/>
          <p14:tracePt t="60796" x="6346825" y="3219450"/>
          <p14:tracePt t="60804" x="6326188" y="3219450"/>
          <p14:tracePt t="60812" x="6299200" y="3219450"/>
          <p14:tracePt t="60820" x="6270625" y="3219450"/>
          <p14:tracePt t="60828" x="6237288" y="3219450"/>
          <p14:tracePt t="60836" x="6194425" y="3219450"/>
          <p14:tracePt t="60844" x="6161088" y="3219450"/>
          <p14:tracePt t="60852" x="6126163" y="3219450"/>
          <p14:tracePt t="60860" x="6070600" y="3219450"/>
          <p14:tracePt t="60868" x="6021388" y="3219450"/>
          <p14:tracePt t="60893" x="5821363" y="3219450"/>
          <p14:tracePt t="60900" x="5724525" y="3219450"/>
          <p14:tracePt t="60908" x="5586413" y="3219450"/>
          <p14:tracePt t="60916" x="5419725" y="3219450"/>
          <p14:tracePt t="60924" x="5281613" y="3219450"/>
          <p14:tracePt t="60932" x="5191125" y="3219450"/>
          <p14:tracePt t="60940" x="5094288" y="3219450"/>
          <p14:tracePt t="60948" x="5018088" y="3219450"/>
          <p14:tracePt t="60956" x="4983163" y="3219450"/>
          <p14:tracePt t="60964" x="4962525" y="3219450"/>
          <p14:tracePt t="60972" x="4935538" y="3219450"/>
          <p14:tracePt t="60980" x="4921250" y="3219450"/>
          <p14:tracePt t="60988" x="4906963" y="3219450"/>
          <p14:tracePt t="60996" x="4900613" y="3219450"/>
          <p14:tracePt t="61004" x="4886325" y="3219450"/>
          <p14:tracePt t="61012" x="4865688" y="3219450"/>
          <p14:tracePt t="61020" x="4838700" y="3219450"/>
          <p14:tracePt t="61028" x="4810125" y="3219450"/>
          <p14:tracePt t="61036" x="4768850" y="3225800"/>
          <p14:tracePt t="61044" x="4721225" y="3225800"/>
          <p14:tracePt t="61052" x="4672013" y="3240088"/>
          <p14:tracePt t="61060" x="4624388" y="3240088"/>
          <p14:tracePt t="61068" x="4595813" y="3240088"/>
          <p14:tracePt t="61076" x="4568825" y="3240088"/>
          <p14:tracePt t="61084" x="4554538" y="3240088"/>
          <p14:tracePt t="61092" x="4548188" y="3240088"/>
          <p14:tracePt t="61100" x="4540250" y="3240088"/>
          <p14:tracePt t="61109" x="4533900" y="3240088"/>
          <p14:tracePt t="61124" x="4527550" y="3240088"/>
          <p14:tracePt t="61140" x="4519613" y="3254375"/>
          <p14:tracePt t="61148" x="4513263" y="3254375"/>
          <p14:tracePt t="61156" x="4506913" y="3254375"/>
          <p14:tracePt t="61172" x="4506913" y="3260725"/>
          <p14:tracePt t="61188" x="4506913" y="3267075"/>
          <p14:tracePt t="61196" x="4506913" y="3275013"/>
          <p14:tracePt t="61204" x="4506913" y="3281363"/>
          <p14:tracePt t="61212" x="4506913" y="3295650"/>
          <p14:tracePt t="61220" x="4506913" y="3302000"/>
          <p14:tracePt t="61428" x="4498975" y="3302000"/>
          <p14:tracePt t="61444" x="4484688" y="3295650"/>
          <p14:tracePt t="61460" x="4478338" y="3287713"/>
          <p14:tracePt t="61468" x="4464050" y="3281363"/>
          <p14:tracePt t="61476" x="4430713" y="3275013"/>
          <p14:tracePt t="61484" x="4402138" y="3267075"/>
          <p14:tracePt t="61492" x="4354513" y="3260725"/>
          <p14:tracePt t="61500" x="4333875" y="3260725"/>
          <p14:tracePt t="61509" x="4291013" y="3246438"/>
          <p14:tracePt t="61516" x="4249738" y="3246438"/>
          <p14:tracePt t="61525" x="4214813" y="3240088"/>
          <p14:tracePt t="61532" x="4173538" y="3232150"/>
          <p14:tracePt t="61540" x="4125913" y="3225800"/>
          <p14:tracePt t="61548" x="4097338" y="3225800"/>
          <p14:tracePt t="61556" x="4056063" y="3211513"/>
          <p14:tracePt t="61564" x="4029075" y="3211513"/>
          <p14:tracePt t="61572" x="3987800" y="3211513"/>
          <p14:tracePt t="61580" x="3959225" y="3205163"/>
          <p14:tracePt t="61588" x="3924300" y="3198813"/>
          <p14:tracePt t="61596" x="3868738" y="3198813"/>
          <p14:tracePt t="61604" x="3827463" y="3184525"/>
          <p14:tracePt t="61612" x="3771900" y="3178175"/>
          <p14:tracePt t="61620" x="3724275" y="3170238"/>
          <p14:tracePt t="61628" x="3668713" y="3163888"/>
          <p14:tracePt t="61636" x="3598863" y="3149600"/>
          <p14:tracePt t="61644" x="3551238" y="3143250"/>
          <p14:tracePt t="61652" x="3509963" y="3135313"/>
          <p14:tracePt t="61660" x="3475038" y="3128963"/>
          <p14:tracePt t="61668" x="3454400" y="3114675"/>
          <p14:tracePt t="61676" x="3425825" y="3108325"/>
          <p14:tracePt t="61692" x="3413125" y="3108325"/>
          <p14:tracePt t="61700" x="3405188" y="3108325"/>
          <p14:tracePt t="61709" x="3398838" y="3108325"/>
          <p14:tracePt t="61788" x="3392488" y="3108325"/>
          <p14:tracePt t="61796" x="3384550" y="3101975"/>
          <p14:tracePt t="61820" x="3384550" y="3094038"/>
          <p14:tracePt t="61828" x="3384550" y="3087688"/>
          <p14:tracePt t="61844" x="3392488" y="3081338"/>
          <p14:tracePt t="61852" x="3405188" y="3059113"/>
          <p14:tracePt t="61860" x="3413125" y="3059113"/>
          <p14:tracePt t="61868" x="3419475" y="3052763"/>
          <p14:tracePt t="61877" x="3425825" y="3046413"/>
          <p14:tracePt t="61884" x="3433763" y="3038475"/>
          <p14:tracePt t="61924" x="3440113" y="3025775"/>
          <p14:tracePt t="61956" x="3440113" y="3017838"/>
          <p14:tracePt t="61972" x="3440113" y="3011488"/>
          <p14:tracePt t="61980" x="3440113" y="3005138"/>
          <p14:tracePt t="62004" x="3440113" y="2997200"/>
          <p14:tracePt t="62012" x="3440113" y="2990850"/>
          <p14:tracePt t="62020" x="3440113" y="2982913"/>
          <p14:tracePt t="62036" x="3433763" y="2976563"/>
          <p14:tracePt t="62060" x="3419475" y="2962275"/>
          <p14:tracePt t="62084" x="3413125" y="2955925"/>
          <p14:tracePt t="62101" x="3405188" y="2955925"/>
          <p14:tracePt t="62108" x="3398838" y="2949575"/>
          <p14:tracePt t="62124" x="3392488" y="2941638"/>
          <p14:tracePt t="62132" x="3392488" y="2935288"/>
          <p14:tracePt t="62140" x="3384550" y="2935288"/>
          <p14:tracePt t="62148" x="3378200" y="2921000"/>
          <p14:tracePt t="62156" x="3357563" y="2914650"/>
          <p14:tracePt t="62172" x="3336925" y="2906713"/>
          <p14:tracePt t="62188" x="3328988" y="2906713"/>
          <p14:tracePt t="62196" x="3316288" y="2900363"/>
          <p14:tracePt t="62212" x="3302000" y="2900363"/>
          <p14:tracePt t="62220" x="3287713" y="2894013"/>
          <p14:tracePt t="62236" x="3273425" y="2886075"/>
          <p14:tracePt t="62244" x="3267075" y="2886075"/>
          <p14:tracePt t="62252" x="3252788" y="2886075"/>
          <p14:tracePt t="62260" x="3240088" y="2886075"/>
          <p14:tracePt t="62268" x="3225800" y="2879725"/>
          <p14:tracePt t="62276" x="3219450" y="2879725"/>
          <p14:tracePt t="62284" x="3205163" y="2879725"/>
          <p14:tracePt t="62292" x="3197225" y="2879725"/>
          <p14:tracePt t="62300" x="3176588" y="2879725"/>
          <p14:tracePt t="62309" x="3170238" y="2879725"/>
          <p14:tracePt t="62316" x="3155950" y="2879725"/>
          <p14:tracePt t="62325" x="3149600" y="2879725"/>
          <p14:tracePt t="62332" x="3143250" y="2879725"/>
          <p14:tracePt t="62340" x="3128963" y="2879725"/>
          <p14:tracePt t="62356" x="3114675" y="2879725"/>
          <p14:tracePt t="62372" x="3108325" y="2879725"/>
          <p14:tracePt t="62380" x="3094038" y="2879725"/>
          <p14:tracePt t="62412" x="3087688" y="2879725"/>
          <p14:tracePt t="62420" x="3073400" y="2879725"/>
          <p14:tracePt t="62436" x="3067050" y="2879725"/>
          <p14:tracePt t="62444" x="3046413" y="2886075"/>
          <p14:tracePt t="62460" x="3038475" y="2894013"/>
          <p14:tracePt t="62476" x="3038475" y="2900363"/>
          <p14:tracePt t="62484" x="3024188" y="2906713"/>
          <p14:tracePt t="62492" x="3017838" y="2914650"/>
          <p14:tracePt t="62500" x="3017838" y="2921000"/>
          <p14:tracePt t="62508" x="3011488" y="2935288"/>
          <p14:tracePt t="62516" x="3003550" y="2941638"/>
          <p14:tracePt t="62524" x="2990850" y="2955925"/>
          <p14:tracePt t="62540" x="2982913" y="2970213"/>
          <p14:tracePt t="62548" x="2976563" y="2982913"/>
          <p14:tracePt t="62564" x="2970213" y="2982913"/>
          <p14:tracePt t="62580" x="2970213" y="2990850"/>
          <p14:tracePt t="62596" x="2970213" y="2997200"/>
          <p14:tracePt t="62604" x="2970213" y="3005138"/>
          <p14:tracePt t="62612" x="2970213" y="3011488"/>
          <p14:tracePt t="62620" x="2970213" y="3025775"/>
          <p14:tracePt t="62628" x="2955925" y="3038475"/>
          <p14:tracePt t="62636" x="2955925" y="3046413"/>
          <p14:tracePt t="62645" x="2955925" y="3052763"/>
          <p14:tracePt t="62652" x="2949575" y="3073400"/>
          <p14:tracePt t="62660" x="2949575" y="3094038"/>
          <p14:tracePt t="62668" x="2941638" y="3108325"/>
          <p14:tracePt t="62676" x="2941638" y="3114675"/>
          <p14:tracePt t="62684" x="2941638" y="3122613"/>
          <p14:tracePt t="62692" x="2941638" y="3135313"/>
          <p14:tracePt t="62700" x="2941638" y="3143250"/>
          <p14:tracePt t="62709" x="2941638" y="3149600"/>
          <p14:tracePt t="62716" x="2935288" y="3163888"/>
          <p14:tracePt t="62724" x="2935288" y="3178175"/>
          <p14:tracePt t="62732" x="2935288" y="3184525"/>
          <p14:tracePt t="62740" x="2935288" y="3205163"/>
          <p14:tracePt t="62748" x="2935288" y="3219450"/>
          <p14:tracePt t="62756" x="2935288" y="3232150"/>
          <p14:tracePt t="62764" x="2935288" y="3246438"/>
          <p14:tracePt t="62772" x="2935288" y="3267075"/>
          <p14:tracePt t="62780" x="2935288" y="3287713"/>
          <p14:tracePt t="62788" x="2935288" y="3295650"/>
          <p14:tracePt t="62796" x="2935288" y="3302000"/>
          <p14:tracePt t="62804" x="2935288" y="3316288"/>
          <p14:tracePt t="62820" x="2935288" y="3336925"/>
          <p14:tracePt t="62828" x="2941638" y="3336925"/>
          <p14:tracePt t="62836" x="2949575" y="3351213"/>
          <p14:tracePt t="62844" x="2955925" y="3357563"/>
          <p14:tracePt t="62860" x="2955925" y="3371850"/>
          <p14:tracePt t="62877" x="2976563" y="3384550"/>
          <p14:tracePt t="62884" x="2982913" y="3392488"/>
          <p14:tracePt t="62892" x="2997200" y="3398838"/>
          <p14:tracePt t="62900" x="3011488" y="3405188"/>
          <p14:tracePt t="62909" x="3024188" y="3413125"/>
          <p14:tracePt t="62916" x="3046413" y="3419475"/>
          <p14:tracePt t="62925" x="3067050" y="3427413"/>
          <p14:tracePt t="62932" x="3087688" y="3433763"/>
          <p14:tracePt t="62940" x="3114675" y="3440113"/>
          <p14:tracePt t="62948" x="3135313" y="3448050"/>
          <p14:tracePt t="62956" x="3155950" y="3448050"/>
          <p14:tracePt t="62964" x="3176588" y="3454400"/>
          <p14:tracePt t="62972" x="3190875" y="3460750"/>
          <p14:tracePt t="62980" x="3205163" y="3460750"/>
          <p14:tracePt t="62988" x="3211513" y="3468688"/>
          <p14:tracePt t="62996" x="3232150" y="3468688"/>
          <p14:tracePt t="63004" x="3252788" y="3468688"/>
          <p14:tracePt t="63012" x="3267075" y="3468688"/>
          <p14:tracePt t="63020" x="3295650" y="3468688"/>
          <p14:tracePt t="63028" x="3322638" y="3468688"/>
          <p14:tracePt t="63036" x="3370263" y="3468688"/>
          <p14:tracePt t="63044" x="3405188" y="3454400"/>
          <p14:tracePt t="63052" x="3454400" y="3440113"/>
          <p14:tracePt t="63060" x="3489325" y="3427413"/>
          <p14:tracePt t="63068" x="3557588" y="3413125"/>
          <p14:tracePt t="63077" x="3586163" y="3398838"/>
          <p14:tracePt t="63084" x="3633788" y="3363913"/>
          <p14:tracePt t="63092" x="3662363" y="3343275"/>
          <p14:tracePt t="63100" x="3695700" y="3316288"/>
          <p14:tracePt t="63109" x="3724275" y="3287713"/>
          <p14:tracePt t="63116" x="3744913" y="3260725"/>
          <p14:tracePt t="63124" x="3759200" y="3246438"/>
          <p14:tracePt t="63132" x="3759200" y="3219450"/>
          <p14:tracePt t="63140" x="3759200" y="3211513"/>
          <p14:tracePt t="63148" x="3759200" y="3205163"/>
          <p14:tracePt t="63180" x="3759200" y="3198813"/>
          <p14:tracePt t="63244" x="3765550" y="3198813"/>
          <p14:tracePt t="63252" x="3771900" y="3198813"/>
          <p14:tracePt t="63276" x="3771900" y="3219450"/>
          <p14:tracePt t="63284" x="3771900" y="3225800"/>
          <p14:tracePt t="63436" x="3771900" y="3219450"/>
          <p14:tracePt t="63444" x="3771900" y="3211513"/>
          <p14:tracePt t="63452" x="3771900" y="3205163"/>
          <p14:tracePt t="63460" x="3771900" y="3190875"/>
          <p14:tracePt t="63476" x="3765550" y="3184525"/>
          <p14:tracePt t="63500" x="3765550" y="3178175"/>
          <p14:tracePt t="63516" x="3765550" y="3170238"/>
          <p14:tracePt t="63540" x="3765550" y="3155950"/>
          <p14:tracePt t="63556" x="3765550" y="3149600"/>
          <p14:tracePt t="63580" x="3765550" y="3143250"/>
          <p14:tracePt t="63588" x="3765550" y="3135313"/>
          <p14:tracePt t="63596" x="3765550" y="3128963"/>
          <p14:tracePt t="63628" x="3771900" y="3122613"/>
          <p14:tracePt t="63668" x="3779838" y="3122613"/>
          <p14:tracePt t="63948" x="3792538" y="3122613"/>
          <p14:tracePt t="63964" x="3806825" y="3122613"/>
          <p14:tracePt t="63972" x="3821113" y="3122613"/>
          <p14:tracePt t="63980" x="3835400" y="3122613"/>
          <p14:tracePt t="63988" x="3862388" y="3122613"/>
          <p14:tracePt t="63996" x="3876675" y="3122613"/>
          <p14:tracePt t="64004" x="3903663" y="3122613"/>
          <p14:tracePt t="64012" x="3932238" y="3122613"/>
          <p14:tracePt t="64020" x="3959225" y="3122613"/>
          <p14:tracePt t="64028" x="4008438" y="3122613"/>
          <p14:tracePt t="64036" x="4035425" y="3122613"/>
          <p14:tracePt t="64044" x="4070350" y="3122613"/>
          <p14:tracePt t="64052" x="4111625" y="3122613"/>
          <p14:tracePt t="64060" x="4167188" y="3122613"/>
          <p14:tracePt t="64068" x="4208463" y="3122613"/>
          <p14:tracePt t="64076" x="4264025" y="3122613"/>
          <p14:tracePt t="64084" x="4311650" y="3122613"/>
          <p14:tracePt t="64092" x="4354513" y="3122613"/>
          <p14:tracePt t="64100" x="4410075" y="3122613"/>
          <p14:tracePt t="64109" x="4471988" y="3135313"/>
          <p14:tracePt t="64116" x="4540250" y="3135313"/>
          <p14:tracePt t="64125" x="4603750" y="3135313"/>
          <p14:tracePt t="64132" x="4659313" y="3135313"/>
          <p14:tracePt t="64140" x="4706938" y="3135313"/>
          <p14:tracePt t="64148" x="4768850" y="3143250"/>
          <p14:tracePt t="64156" x="4818063" y="3143250"/>
          <p14:tracePt t="64164" x="4865688" y="3143250"/>
          <p14:tracePt t="64172" x="4906963" y="3143250"/>
          <p14:tracePt t="64180" x="4962525" y="3143250"/>
          <p14:tracePt t="64188" x="5018088" y="3143250"/>
          <p14:tracePt t="64196" x="5073650" y="3143250"/>
          <p14:tracePt t="64204" x="5114925" y="3143250"/>
          <p14:tracePt t="64212" x="5170488" y="3143250"/>
          <p14:tracePt t="64220" x="5199063" y="3143250"/>
          <p14:tracePt t="64228" x="5232400" y="3143250"/>
          <p14:tracePt t="64236" x="5275263" y="3143250"/>
          <p14:tracePt t="64244" x="5302250" y="3143250"/>
          <p14:tracePt t="64252" x="5329238" y="3143250"/>
          <p14:tracePt t="64260" x="5357813" y="3143250"/>
          <p14:tracePt t="64268" x="5384800" y="3143250"/>
          <p14:tracePt t="64276" x="5427663" y="3143250"/>
          <p14:tracePt t="64284" x="5475288" y="3143250"/>
          <p14:tracePt t="64292" x="5516563" y="3143250"/>
          <p14:tracePt t="64300" x="5572125" y="3143250"/>
          <p14:tracePt t="64309" x="5613400" y="3143250"/>
          <p14:tracePt t="64316" x="5648325" y="3143250"/>
          <p14:tracePt t="64325" x="5697538" y="3143250"/>
          <p14:tracePt t="64332" x="5730875" y="3143250"/>
          <p14:tracePt t="64340" x="5773738" y="3143250"/>
          <p14:tracePt t="64348" x="5794375" y="3143250"/>
          <p14:tracePt t="64356" x="5807075" y="3143250"/>
          <p14:tracePt t="64364" x="5821363" y="3143250"/>
          <p14:tracePt t="64372" x="5842000" y="3143250"/>
          <p14:tracePt t="64380" x="5870575" y="3143250"/>
          <p14:tracePt t="64388" x="5891213" y="3143250"/>
          <p14:tracePt t="64396" x="5918200" y="3143250"/>
          <p14:tracePt t="64404" x="5932488" y="3143250"/>
          <p14:tracePt t="64412" x="5959475" y="3143250"/>
          <p14:tracePt t="64420" x="5988050" y="3143250"/>
          <p14:tracePt t="64428" x="6008688" y="3143250"/>
          <p14:tracePt t="64436" x="6021388" y="3143250"/>
          <p14:tracePt t="64444" x="6035675" y="3143250"/>
          <p14:tracePt t="64452" x="6049963" y="3143250"/>
          <p14:tracePt t="64693" x="6056313" y="3143250"/>
          <p14:tracePt t="64708" x="6070600" y="3143250"/>
          <p14:tracePt t="64732" x="6084888" y="3143250"/>
          <p14:tracePt t="64740" x="6091238" y="3143250"/>
          <p14:tracePt t="64756" x="6111875" y="3143250"/>
          <p14:tracePt t="64764" x="6126163" y="3135313"/>
          <p14:tracePt t="64772" x="6140450" y="3135313"/>
          <p14:tracePt t="64780" x="6153150" y="3135313"/>
          <p14:tracePt t="64788" x="6167438" y="3135313"/>
          <p14:tracePt t="64796" x="6173788" y="3135313"/>
          <p14:tracePt t="64805" x="6194425" y="3135313"/>
          <p14:tracePt t="64812" x="6208713" y="3135313"/>
          <p14:tracePt t="64821" x="6223000" y="3135313"/>
          <p14:tracePt t="64828" x="6237288" y="3135313"/>
          <p14:tracePt t="64836" x="6243638" y="3135313"/>
          <p14:tracePt t="64844" x="6257925" y="3135313"/>
          <p14:tracePt t="64852" x="6264275" y="3135313"/>
          <p14:tracePt t="64860" x="6284913" y="3135313"/>
          <p14:tracePt t="64868" x="6299200" y="3135313"/>
          <p14:tracePt t="64876" x="6319838" y="3135313"/>
          <p14:tracePt t="64894" x="6340475" y="3135313"/>
          <p14:tracePt t="64900" x="6354763" y="3135313"/>
          <p14:tracePt t="64909" x="6361113" y="3135313"/>
          <p14:tracePt t="64916" x="6369050" y="3135313"/>
          <p14:tracePt t="64925" x="6375400" y="3135313"/>
          <p14:tracePt t="64932" x="6389688" y="3135313"/>
          <p14:tracePt t="64948" x="6396038" y="3135313"/>
          <p14:tracePt t="64956" x="6402388" y="3135313"/>
          <p14:tracePt t="64964" x="6402388" y="3128963"/>
          <p14:tracePt t="64980" x="6410325" y="3128963"/>
          <p14:tracePt t="64988" x="6416675" y="3122613"/>
          <p14:tracePt t="64996" x="6430963" y="3114675"/>
          <p14:tracePt t="65004" x="6430963" y="3108325"/>
          <p14:tracePt t="65012" x="6443663" y="3108325"/>
          <p14:tracePt t="65020" x="6451600" y="3101975"/>
          <p14:tracePt t="65036" x="6465888" y="3094038"/>
          <p14:tracePt t="65044" x="6465888" y="3087688"/>
          <p14:tracePt t="65052" x="6472238" y="3087688"/>
          <p14:tracePt t="65060" x="6472238" y="3081338"/>
          <p14:tracePt t="65068" x="6478588" y="3073400"/>
          <p14:tracePt t="65084" x="6486525" y="3067050"/>
          <p14:tracePt t="65092" x="6492875" y="3059113"/>
          <p14:tracePt t="65100" x="6492875" y="3052763"/>
          <p14:tracePt t="65109" x="6499225" y="3046413"/>
          <p14:tracePt t="65116" x="6507163" y="3032125"/>
          <p14:tracePt t="65132" x="6513513" y="3025775"/>
          <p14:tracePt t="65140" x="6513513" y="3011488"/>
          <p14:tracePt t="65148" x="6513513" y="3005138"/>
          <p14:tracePt t="65156" x="6513513" y="2997200"/>
          <p14:tracePt t="65164" x="6513513" y="2982913"/>
          <p14:tracePt t="65172" x="6513513" y="2970213"/>
          <p14:tracePt t="65188" x="6513513" y="2962275"/>
          <p14:tracePt t="65196" x="6513513" y="2949575"/>
          <p14:tracePt t="65205" x="6513513" y="2941638"/>
          <p14:tracePt t="65212" x="6507163" y="2928938"/>
          <p14:tracePt t="65220" x="6507163" y="2914650"/>
          <p14:tracePt t="65228" x="6507163" y="2900363"/>
          <p14:tracePt t="65236" x="6499225" y="2879725"/>
          <p14:tracePt t="65244" x="6486525" y="2859088"/>
          <p14:tracePt t="65252" x="6486525" y="2852738"/>
          <p14:tracePt t="65260" x="6478588" y="2838450"/>
          <p14:tracePt t="65276" x="6472238" y="2838450"/>
          <p14:tracePt t="65293" x="6472238" y="2832100"/>
          <p14:tracePt t="65300" x="6465888" y="2824163"/>
          <p14:tracePt t="65316" x="6457950" y="2817813"/>
          <p14:tracePt t="65324" x="6451600" y="2817813"/>
          <p14:tracePt t="65332" x="6437313" y="2817813"/>
          <p14:tracePt t="65348" x="6430963" y="2809875"/>
          <p14:tracePt t="65356" x="6416675" y="2809875"/>
          <p14:tracePt t="65372" x="6410325" y="2809875"/>
          <p14:tracePt t="65380" x="6402388" y="2809875"/>
          <p14:tracePt t="65388" x="6396038" y="2803525"/>
          <p14:tracePt t="65420" x="6389688" y="2803525"/>
          <p14:tracePt t="65436" x="6381750" y="2797175"/>
          <p14:tracePt t="65444" x="6375400" y="2797175"/>
          <p14:tracePt t="65460" x="6369050" y="2797175"/>
          <p14:tracePt t="65476" x="6361113" y="2797175"/>
          <p14:tracePt t="65500" x="6354763" y="2797175"/>
          <p14:tracePt t="65516" x="6346825" y="2797175"/>
          <p14:tracePt t="65524" x="6340475" y="2797175"/>
          <p14:tracePt t="65540" x="6334125" y="2797175"/>
          <p14:tracePt t="65548" x="6326188" y="2797175"/>
          <p14:tracePt t="65556" x="6319838" y="2797175"/>
          <p14:tracePt t="65564" x="6313488" y="2797175"/>
          <p14:tracePt t="65572" x="6299200" y="2797175"/>
          <p14:tracePt t="65580" x="6292850" y="2797175"/>
          <p14:tracePt t="65604" x="6278563" y="2797175"/>
          <p14:tracePt t="65612" x="6270625" y="2803525"/>
          <p14:tracePt t="65628" x="6264275" y="2803525"/>
          <p14:tracePt t="65636" x="6249988" y="2809875"/>
          <p14:tracePt t="65652" x="6243638" y="2817813"/>
          <p14:tracePt t="65660" x="6223000" y="2824163"/>
          <p14:tracePt t="65668" x="6216650" y="2832100"/>
          <p14:tracePt t="65677" x="6202363" y="2838450"/>
          <p14:tracePt t="65684" x="6188075" y="2844800"/>
          <p14:tracePt t="65692" x="6173788" y="2852738"/>
          <p14:tracePt t="65700" x="6161088" y="2859088"/>
          <p14:tracePt t="65708" x="6146800" y="2873375"/>
          <p14:tracePt t="65716" x="6111875" y="2886075"/>
          <p14:tracePt t="65725" x="6084888" y="2906713"/>
          <p14:tracePt t="65732" x="6070600" y="2914650"/>
          <p14:tracePt t="65740" x="6064250" y="2914650"/>
          <p14:tracePt t="65748" x="6056313" y="2928938"/>
          <p14:tracePt t="65756" x="6049963" y="2928938"/>
          <p14:tracePt t="65764" x="6043613" y="2935288"/>
          <p14:tracePt t="65780" x="6029325" y="2949575"/>
          <p14:tracePt t="65788" x="6021388" y="2962275"/>
          <p14:tracePt t="65796" x="6021388" y="2976563"/>
          <p14:tracePt t="65804" x="6015038" y="2982913"/>
          <p14:tracePt t="65812" x="6015038" y="2997200"/>
          <p14:tracePt t="65820" x="6008688" y="3017838"/>
          <p14:tracePt t="65828" x="6008688" y="3032125"/>
          <p14:tracePt t="65836" x="6008688" y="3052763"/>
          <p14:tracePt t="65844" x="6008688" y="3081338"/>
          <p14:tracePt t="65852" x="6008688" y="3087688"/>
          <p14:tracePt t="65860" x="6008688" y="3108325"/>
          <p14:tracePt t="65877" x="6008688" y="3128963"/>
          <p14:tracePt t="65884" x="6015038" y="3143250"/>
          <p14:tracePt t="65892" x="6021388" y="3163888"/>
          <p14:tracePt t="65909" x="6043613" y="3190875"/>
          <p14:tracePt t="65916" x="6056313" y="3205163"/>
          <p14:tracePt t="65926" x="6056313" y="3219450"/>
          <p14:tracePt t="65932" x="6070600" y="3225800"/>
          <p14:tracePt t="65940" x="6076950" y="3240088"/>
          <p14:tracePt t="65948" x="6091238" y="3246438"/>
          <p14:tracePt t="65956" x="6097588" y="3254375"/>
          <p14:tracePt t="65964" x="6111875" y="3275013"/>
          <p14:tracePt t="65972" x="6132513" y="3281363"/>
          <p14:tracePt t="65980" x="6140450" y="3295650"/>
          <p14:tracePt t="65988" x="6161088" y="3308350"/>
          <p14:tracePt t="65996" x="6173788" y="3316288"/>
          <p14:tracePt t="66004" x="6188075" y="3322638"/>
          <p14:tracePt t="66012" x="6216650" y="3343275"/>
          <p14:tracePt t="66020" x="6237288" y="3351213"/>
          <p14:tracePt t="66028" x="6249988" y="3351213"/>
          <p14:tracePt t="66036" x="6257925" y="3363913"/>
          <p14:tracePt t="66044" x="6264275" y="3363913"/>
          <p14:tracePt t="66052" x="6270625" y="3363913"/>
          <p14:tracePt t="66060" x="6270625" y="3371850"/>
          <p14:tracePt t="66068" x="6292850" y="3371850"/>
          <p14:tracePt t="66076" x="6313488" y="3378200"/>
          <p14:tracePt t="66084" x="6340475" y="3378200"/>
          <p14:tracePt t="66092" x="6369050" y="3378200"/>
          <p14:tracePt t="66100" x="6389688" y="3378200"/>
          <p14:tracePt t="66109" x="6410325" y="3378200"/>
          <p14:tracePt t="66116" x="6430963" y="3378200"/>
          <p14:tracePt t="66125" x="6443663" y="3378200"/>
          <p14:tracePt t="66132" x="6465888" y="3378200"/>
          <p14:tracePt t="66140" x="6486525" y="3363913"/>
          <p14:tracePt t="66148" x="6507163" y="3357563"/>
          <p14:tracePt t="66156" x="6534150" y="3336925"/>
          <p14:tracePt t="66164" x="6562725" y="3316288"/>
          <p14:tracePt t="66172" x="6589713" y="3295650"/>
          <p14:tracePt t="66180" x="6616700" y="3267075"/>
          <p14:tracePt t="66188" x="6638925" y="3232150"/>
          <p14:tracePt t="66196" x="6651625" y="3211513"/>
          <p14:tracePt t="66205" x="6665913" y="3170238"/>
          <p14:tracePt t="66212" x="6680200" y="3135313"/>
          <p14:tracePt t="66220" x="6686550" y="3108325"/>
          <p14:tracePt t="66228" x="6707188" y="3073400"/>
          <p14:tracePt t="66236" x="6707188" y="3046413"/>
          <p14:tracePt t="66244" x="6707188" y="3017838"/>
          <p14:tracePt t="66252" x="6707188" y="2997200"/>
          <p14:tracePt t="66260" x="6707188" y="2990850"/>
          <p14:tracePt t="66308" x="6707188" y="2982913"/>
          <p14:tracePt t="66636" x="6707188" y="2976563"/>
          <p14:tracePt t="66668" x="6707188" y="2970213"/>
          <p14:tracePt t="66684" x="6707188" y="2962275"/>
          <p14:tracePt t="66908" x="6707188" y="2955925"/>
          <p14:tracePt t="67524" x="6707188" y="2949575"/>
          <p14:tracePt t="67580" x="6715125" y="2941638"/>
          <p14:tracePt t="67932" x="6715125" y="2935288"/>
          <p14:tracePt t="67956" x="6707188" y="2935288"/>
          <p14:tracePt t="67980" x="6700838" y="2935288"/>
          <p14:tracePt t="67988" x="6686550" y="2935288"/>
          <p14:tracePt t="68004" x="6665913" y="2935288"/>
          <p14:tracePt t="68012" x="6659563" y="2935288"/>
          <p14:tracePt t="68020" x="6638925" y="2941638"/>
          <p14:tracePt t="68028" x="6616700" y="2941638"/>
          <p14:tracePt t="68036" x="6604000" y="2941638"/>
          <p14:tracePt t="68044" x="6589713" y="2941638"/>
          <p14:tracePt t="68052" x="6569075" y="2941638"/>
          <p14:tracePt t="68060" x="6554788" y="2941638"/>
          <p14:tracePt t="68068" x="6534150" y="2941638"/>
          <p14:tracePt t="68076" x="6513513" y="2955925"/>
          <p14:tracePt t="68084" x="6499225" y="2955925"/>
          <p14:tracePt t="68092" x="6478588" y="2955925"/>
          <p14:tracePt t="68100" x="6457950" y="2955925"/>
          <p14:tracePt t="68109" x="6437313" y="2962275"/>
          <p14:tracePt t="68116" x="6402388" y="2962275"/>
          <p14:tracePt t="68125" x="6375400" y="2962275"/>
          <p14:tracePt t="68132" x="6319838" y="2962275"/>
          <p14:tracePt t="68140" x="6237288" y="2970213"/>
          <p14:tracePt t="68148" x="6132513" y="2990850"/>
          <p14:tracePt t="68156" x="6029325" y="2997200"/>
          <p14:tracePt t="68164" x="5946775" y="3017838"/>
          <p14:tracePt t="68172" x="5856288" y="3032125"/>
          <p14:tracePt t="68180" x="5786438" y="3038475"/>
          <p14:tracePt t="68188" x="5730875" y="3046413"/>
          <p14:tracePt t="68196" x="5683250" y="3052763"/>
          <p14:tracePt t="68204" x="5668963" y="3052763"/>
          <p14:tracePt t="68212" x="5641975" y="3052763"/>
          <p14:tracePt t="68220" x="5634038" y="3052763"/>
          <p14:tracePt t="68228" x="5621338" y="3052763"/>
          <p14:tracePt t="68236" x="5607050" y="3052763"/>
          <p14:tracePt t="68244" x="5586413" y="3067050"/>
          <p14:tracePt t="68252" x="5572125" y="3067050"/>
          <p14:tracePt t="68260" x="5557838" y="3067050"/>
          <p14:tracePt t="68268" x="5537200" y="3067050"/>
          <p14:tracePt t="68276" x="5516563" y="3067050"/>
          <p14:tracePt t="68284" x="5481638" y="3067050"/>
          <p14:tracePt t="68292" x="5434013" y="3067050"/>
          <p14:tracePt t="68300" x="5378450" y="3067050"/>
          <p14:tracePt t="68309" x="5322888" y="3067050"/>
          <p14:tracePt t="68316" x="5267325" y="3067050"/>
          <p14:tracePt t="68325" x="5205413" y="3067050"/>
          <p14:tracePt t="68332" x="5143500" y="3067050"/>
          <p14:tracePt t="68340" x="5094288" y="3067050"/>
          <p14:tracePt t="68348" x="5046663" y="3067050"/>
          <p14:tracePt t="68356" x="5011738" y="3067050"/>
          <p14:tracePt t="68364" x="4997450" y="3067050"/>
          <p14:tracePt t="68372" x="4991100" y="3067050"/>
          <p14:tracePt t="69444" x="4991100" y="3059113"/>
          <p14:tracePt t="69661" x="4997450" y="3059113"/>
          <p14:tracePt t="69668" x="5005388" y="3059113"/>
          <p14:tracePt t="69700" x="5011738" y="3046413"/>
          <p14:tracePt t="69748" x="5018088" y="3046413"/>
          <p14:tracePt t="69756" x="5026025" y="3046413"/>
          <p14:tracePt t="69764" x="5032375" y="3046413"/>
          <p14:tracePt t="69772" x="5046663" y="3046413"/>
          <p14:tracePt t="69780" x="5053013" y="3046413"/>
          <p14:tracePt t="69788" x="5067300" y="3046413"/>
          <p14:tracePt t="69796" x="5087938" y="3046413"/>
          <p14:tracePt t="69804" x="5094288" y="3046413"/>
          <p14:tracePt t="69812" x="5114925" y="3046413"/>
          <p14:tracePt t="69820" x="5135563" y="3046413"/>
          <p14:tracePt t="69828" x="5164138" y="3046413"/>
          <p14:tracePt t="69836" x="5211763" y="3046413"/>
          <p14:tracePt t="69844" x="5260975" y="3046413"/>
          <p14:tracePt t="69852" x="5316538" y="3046413"/>
          <p14:tracePt t="69860" x="5384800" y="3046413"/>
          <p14:tracePt t="69868" x="5461000" y="3046413"/>
          <p14:tracePt t="69876" x="5537200" y="3046413"/>
          <p14:tracePt t="69884" x="5600700" y="3046413"/>
          <p14:tracePt t="69893" x="5648325" y="3046413"/>
          <p14:tracePt t="69900" x="5718175" y="3046413"/>
          <p14:tracePt t="69908" x="5794375" y="3046413"/>
          <p14:tracePt t="69916" x="5856288" y="3046413"/>
          <p14:tracePt t="69925" x="5932488" y="3046413"/>
          <p14:tracePt t="69932" x="6015038" y="3046413"/>
          <p14:tracePt t="69940" x="6084888" y="3046413"/>
          <p14:tracePt t="69948" x="6153150" y="3046413"/>
          <p14:tracePt t="69956" x="6216650" y="3046413"/>
          <p14:tracePt t="69964" x="6264275" y="3046413"/>
          <p14:tracePt t="69972" x="6319838" y="3046413"/>
          <p14:tracePt t="69980" x="6340475" y="3046413"/>
          <p14:tracePt t="69988" x="6346825" y="3046413"/>
          <p14:tracePt t="69996" x="6354763" y="3046413"/>
          <p14:tracePt t="70012" x="6361113" y="3046413"/>
          <p14:tracePt t="70036" x="6361113" y="3038475"/>
          <p14:tracePt t="70052" x="6369050" y="3038475"/>
          <p14:tracePt t="70068" x="6375400" y="3038475"/>
          <p14:tracePt t="70076" x="6381750" y="3038475"/>
          <p14:tracePt t="70108" x="6389688" y="3038475"/>
          <p14:tracePt t="70140" x="6402388" y="3038475"/>
          <p14:tracePt t="70148" x="6410325" y="3038475"/>
          <p14:tracePt t="70348" x="6410325" y="3032125"/>
          <p14:tracePt t="70364" x="6410325" y="3025775"/>
          <p14:tracePt t="70372" x="6416675" y="3017838"/>
          <p14:tracePt t="70380" x="6416675" y="3011488"/>
          <p14:tracePt t="70388" x="6416675" y="3005138"/>
          <p14:tracePt t="70396" x="6423025" y="2997200"/>
          <p14:tracePt t="70404" x="6430963" y="2990850"/>
          <p14:tracePt t="70412" x="6443663" y="2982913"/>
          <p14:tracePt t="70420" x="6451600" y="2976563"/>
          <p14:tracePt t="70428" x="6457950" y="2970213"/>
          <p14:tracePt t="70436" x="6472238" y="2970213"/>
          <p14:tracePt t="70444" x="6472238" y="2962275"/>
          <p14:tracePt t="70452" x="6478588" y="2962275"/>
          <p14:tracePt t="70460" x="6478588" y="2955925"/>
          <p14:tracePt t="70556" x="6472238" y="2949575"/>
          <p14:tracePt t="70564" x="6457950" y="2955925"/>
          <p14:tracePt t="70572" x="6443663" y="2970213"/>
          <p14:tracePt t="70580" x="6443663" y="2982913"/>
          <p14:tracePt t="70588" x="6443663" y="3005138"/>
          <p14:tracePt t="70596" x="6443663" y="3032125"/>
          <p14:tracePt t="70604" x="6443663" y="3052763"/>
          <p14:tracePt t="70612" x="6443663" y="3067050"/>
          <p14:tracePt t="70620" x="6443663" y="3087688"/>
          <p14:tracePt t="70628" x="6443663" y="3108325"/>
          <p14:tracePt t="70636" x="6465888" y="3122613"/>
          <p14:tracePt t="70644" x="6486525" y="3135313"/>
          <p14:tracePt t="70652" x="6499225" y="3143250"/>
          <p14:tracePt t="70660" x="6519863" y="3155950"/>
          <p14:tracePt t="70668" x="6548438" y="3170238"/>
          <p14:tracePt t="70677" x="6569075" y="3178175"/>
          <p14:tracePt t="70684" x="6596063" y="3184525"/>
          <p14:tracePt t="70692" x="6616700" y="3184525"/>
          <p14:tracePt t="70700" x="6659563" y="3198813"/>
          <p14:tracePt t="70709" x="6672263" y="3198813"/>
          <p14:tracePt t="70716" x="6692900" y="3198813"/>
          <p14:tracePt t="70725" x="6707188" y="3198813"/>
          <p14:tracePt t="70732" x="6735763" y="3198813"/>
          <p14:tracePt t="70740" x="6783388" y="3198813"/>
          <p14:tracePt t="70748" x="6811963" y="3198813"/>
          <p14:tracePt t="70756" x="6824663" y="3198813"/>
          <p14:tracePt t="70764" x="6845300" y="3190875"/>
          <p14:tracePt t="70772" x="6865938" y="3184525"/>
          <p14:tracePt t="70780" x="6900863" y="3178175"/>
          <p14:tracePt t="70788" x="6929438" y="3163888"/>
          <p14:tracePt t="70796" x="6956425" y="3155950"/>
          <p14:tracePt t="70804" x="6977063" y="3143250"/>
          <p14:tracePt t="70812" x="6991350" y="3135313"/>
          <p14:tracePt t="70820" x="6997700" y="3128963"/>
          <p14:tracePt t="70828" x="7005638" y="3122613"/>
          <p14:tracePt t="70836" x="7011988" y="3114675"/>
          <p14:tracePt t="70844" x="7018338" y="3094038"/>
          <p14:tracePt t="70852" x="7026275" y="3087688"/>
          <p14:tracePt t="70860" x="7032625" y="3059113"/>
          <p14:tracePt t="70868" x="7038975" y="3038475"/>
          <p14:tracePt t="70876" x="7038975" y="3011488"/>
          <p14:tracePt t="70894" x="7046913" y="2976563"/>
          <p14:tracePt t="70900" x="7046913" y="2955925"/>
          <p14:tracePt t="70909" x="7046913" y="2941638"/>
          <p14:tracePt t="70916" x="7046913" y="2935288"/>
          <p14:tracePt t="70924" x="7046913" y="2921000"/>
          <p14:tracePt t="70932" x="7046913" y="2914650"/>
          <p14:tracePt t="70940" x="7046913" y="2906713"/>
          <p14:tracePt t="70948" x="7046913" y="2900363"/>
          <p14:tracePt t="70957" x="7046913" y="2894013"/>
          <p14:tracePt t="70964" x="7046913" y="2886075"/>
          <p14:tracePt t="70972" x="7046913" y="2873375"/>
          <p14:tracePt t="70980" x="7046913" y="2865438"/>
          <p14:tracePt t="70988" x="7046913" y="2852738"/>
          <p14:tracePt t="70996" x="7046913" y="2844800"/>
          <p14:tracePt t="71004" x="7046913" y="2832100"/>
          <p14:tracePt t="71012" x="7046913" y="2817813"/>
          <p14:tracePt t="71020" x="7046913" y="2797175"/>
          <p14:tracePt t="71028" x="7038975" y="2789238"/>
          <p14:tracePt t="71036" x="7032625" y="2776538"/>
          <p14:tracePt t="71044" x="7026275" y="2762250"/>
          <p14:tracePt t="71052" x="7018338" y="2747963"/>
          <p14:tracePt t="71060" x="7011988" y="2741613"/>
          <p14:tracePt t="71068" x="7011988" y="2733675"/>
          <p14:tracePt t="71076" x="6991350" y="2713038"/>
          <p14:tracePt t="71092" x="6985000" y="2700338"/>
          <p14:tracePt t="71100" x="6962775" y="2686050"/>
          <p14:tracePt t="71116" x="6942138" y="2679700"/>
          <p14:tracePt t="71124" x="6935788" y="2671763"/>
          <p14:tracePt t="71132" x="6921500" y="2671763"/>
          <p14:tracePt t="71140" x="6894513" y="2665413"/>
          <p14:tracePt t="71148" x="6873875" y="2665413"/>
          <p14:tracePt t="71156" x="6859588" y="2665413"/>
          <p14:tracePt t="71164" x="6838950" y="2665413"/>
          <p14:tracePt t="71172" x="6811963" y="2659063"/>
          <p14:tracePt t="71180" x="6783388" y="2659063"/>
          <p14:tracePt t="71188" x="6756400" y="2659063"/>
          <p14:tracePt t="71196" x="6721475" y="2659063"/>
          <p14:tracePt t="71204" x="6672263" y="2659063"/>
          <p14:tracePt t="71212" x="6630988" y="2659063"/>
          <p14:tracePt t="71220" x="6596063" y="2659063"/>
          <p14:tracePt t="71228" x="6548438" y="2671763"/>
          <p14:tracePt t="71237" x="6499225" y="2686050"/>
          <p14:tracePt t="71244" x="6451600" y="2706688"/>
          <p14:tracePt t="71252" x="6416675" y="2720975"/>
          <p14:tracePt t="71260" x="6361113" y="2755900"/>
          <p14:tracePt t="71269" x="6334125" y="2762250"/>
          <p14:tracePt t="71276" x="6313488" y="2782888"/>
          <p14:tracePt t="71284" x="6299200" y="2789238"/>
          <p14:tracePt t="71292" x="6270625" y="2809875"/>
          <p14:tracePt t="71309" x="6264275" y="2824163"/>
          <p14:tracePt t="71324" x="6264275" y="2832100"/>
          <p14:tracePt t="71652" x="6270625" y="2832100"/>
          <p14:tracePt t="71748" x="6284913" y="2832100"/>
          <p14:tracePt t="72261" x="6270625" y="2832100"/>
          <p14:tracePt t="72268" x="6229350" y="2832100"/>
          <p14:tracePt t="72276" x="6167438" y="2832100"/>
          <p14:tracePt t="72284" x="6105525" y="2832100"/>
          <p14:tracePt t="72292" x="6021388" y="2832100"/>
          <p14:tracePt t="72300" x="5918200" y="2832100"/>
          <p14:tracePt t="72309" x="5821363" y="2832100"/>
          <p14:tracePt t="72316" x="5710238" y="2832100"/>
          <p14:tracePt t="72324" x="5537200" y="2832100"/>
          <p14:tracePt t="72332" x="5384800" y="2832100"/>
          <p14:tracePt t="72340" x="5199063" y="2832100"/>
          <p14:tracePt t="72348" x="4983163" y="2844800"/>
          <p14:tracePt t="72356" x="4859338" y="2873375"/>
          <p14:tracePt t="72364" x="4665663" y="2886075"/>
          <p14:tracePt t="72372" x="4498975" y="2914650"/>
          <p14:tracePt t="72380" x="4340225" y="2935288"/>
          <p14:tracePt t="72388" x="4229100" y="2935288"/>
          <p14:tracePt t="72396" x="4111625" y="2935288"/>
          <p14:tracePt t="72404" x="4014788" y="2935288"/>
          <p14:tracePt t="72412" x="3932238" y="2935288"/>
          <p14:tracePt t="72420" x="3856038" y="2935288"/>
          <p14:tracePt t="72428" x="3792538" y="2935288"/>
          <p14:tracePt t="72436" x="3716338" y="2935288"/>
          <p14:tracePt t="72444" x="3633788" y="2935288"/>
          <p14:tracePt t="72452" x="3557588" y="2941638"/>
          <p14:tracePt t="72460" x="3489325" y="2941638"/>
          <p14:tracePt t="72468" x="3425825" y="2941638"/>
          <p14:tracePt t="72476" x="3378200" y="2941638"/>
          <p14:tracePt t="72484" x="3328988" y="2941638"/>
          <p14:tracePt t="72492" x="3295650" y="2941638"/>
          <p14:tracePt t="72500" x="3252788" y="2941638"/>
          <p14:tracePt t="72509" x="3225800" y="2941638"/>
          <p14:tracePt t="72516" x="3197225" y="2941638"/>
          <p14:tracePt t="72524" x="3184525" y="2941638"/>
          <p14:tracePt t="72532" x="3170238" y="2941638"/>
          <p14:tracePt t="72540" x="3149600" y="2941638"/>
          <p14:tracePt t="72548" x="3143250" y="2941638"/>
          <p14:tracePt t="72556" x="3128963" y="2941638"/>
          <p14:tracePt t="72588" x="3122613" y="2941638"/>
          <p14:tracePt t="72604" x="3122613" y="2949575"/>
          <p14:tracePt t="72788" x="3122613" y="2941638"/>
          <p14:tracePt t="72812" x="3128963" y="2941638"/>
          <p14:tracePt t="72836" x="3135313" y="2935288"/>
          <p14:tracePt t="72876" x="3149600" y="2935288"/>
          <p14:tracePt t="72900" x="3163888" y="2928938"/>
          <p14:tracePt t="72924" x="3170238" y="2928938"/>
          <p14:tracePt t="72972" x="3176588" y="2928938"/>
          <p14:tracePt t="72980" x="3184525" y="2928938"/>
          <p14:tracePt t="72988" x="3190875" y="2921000"/>
          <p14:tracePt t="73004" x="3197225" y="2914650"/>
          <p14:tracePt t="73028" x="3205163" y="2906713"/>
          <p14:tracePt t="73044" x="3211513" y="2900363"/>
          <p14:tracePt t="73052" x="3211513" y="2894013"/>
          <p14:tracePt t="73068" x="3211513" y="2886075"/>
          <p14:tracePt t="73076" x="3211513" y="2879725"/>
          <p14:tracePt t="73084" x="3211513" y="2873375"/>
          <p14:tracePt t="73100" x="3211513" y="2865438"/>
          <p14:tracePt t="73116" x="3211513" y="2859088"/>
          <p14:tracePt t="73140" x="3211513" y="2852738"/>
          <p14:tracePt t="73188" x="3211513" y="2844800"/>
          <p14:tracePt t="73196" x="3211513" y="2838450"/>
          <p14:tracePt t="73212" x="3211513" y="2832100"/>
          <p14:tracePt t="73220" x="3211513" y="2824163"/>
          <p14:tracePt t="73236" x="3211513" y="2817813"/>
          <p14:tracePt t="73244" x="3205163" y="2803525"/>
          <p14:tracePt t="73260" x="3197225" y="2789238"/>
          <p14:tracePt t="73268" x="3190875" y="2776538"/>
          <p14:tracePt t="73276" x="3184525" y="2768600"/>
          <p14:tracePt t="73284" x="3176588" y="2762250"/>
          <p14:tracePt t="73300" x="3170238" y="2747963"/>
          <p14:tracePt t="73308" x="3155950" y="2747963"/>
          <p14:tracePt t="73316" x="3149600" y="2733675"/>
          <p14:tracePt t="73324" x="3143250" y="2733675"/>
          <p14:tracePt t="73332" x="3135313" y="2727325"/>
          <p14:tracePt t="73340" x="3128963" y="2720975"/>
          <p14:tracePt t="73348" x="3122613" y="2720975"/>
          <p14:tracePt t="73372" x="3114675" y="2720975"/>
          <p14:tracePt t="73380" x="3094038" y="2720975"/>
          <p14:tracePt t="73388" x="3087688" y="2713038"/>
          <p14:tracePt t="73396" x="3067050" y="2713038"/>
          <p14:tracePt t="73404" x="3059113" y="2713038"/>
          <p14:tracePt t="73412" x="3046413" y="2706688"/>
          <p14:tracePt t="73428" x="3032125" y="2706688"/>
          <p14:tracePt t="73436" x="3024188" y="2706688"/>
          <p14:tracePt t="73444" x="3011488" y="2706688"/>
          <p14:tracePt t="73452" x="2990850" y="2706688"/>
          <p14:tracePt t="73460" x="2976563" y="2706688"/>
          <p14:tracePt t="73468" x="2970213" y="2706688"/>
          <p14:tracePt t="73476" x="2949575" y="2706688"/>
          <p14:tracePt t="73484" x="2935288" y="2706688"/>
          <p14:tracePt t="73492" x="2927350" y="2706688"/>
          <p14:tracePt t="73500" x="2906713" y="2706688"/>
          <p14:tracePt t="73516" x="2900363" y="2706688"/>
          <p14:tracePt t="73532" x="2886075" y="2706688"/>
          <p14:tracePt t="73540" x="2873375" y="2713038"/>
          <p14:tracePt t="73548" x="2873375" y="2720975"/>
          <p14:tracePt t="73556" x="2865438" y="2727325"/>
          <p14:tracePt t="73573" x="2859088" y="2733675"/>
          <p14:tracePt t="73588" x="2851150" y="2741613"/>
          <p14:tracePt t="73604" x="2844800" y="2741613"/>
          <p14:tracePt t="73612" x="2838450" y="2747963"/>
          <p14:tracePt t="73620" x="2830513" y="2755900"/>
          <p14:tracePt t="73628" x="2830513" y="2762250"/>
          <p14:tracePt t="73636" x="2824163" y="2768600"/>
          <p14:tracePt t="73652" x="2817813" y="2776538"/>
          <p14:tracePt t="73660" x="2809875" y="2782888"/>
          <p14:tracePt t="73676" x="2803525" y="2797175"/>
          <p14:tracePt t="73684" x="2797175" y="2803525"/>
          <p14:tracePt t="73692" x="2789238" y="2803525"/>
          <p14:tracePt t="73700" x="2789238" y="2817813"/>
          <p14:tracePt t="73709" x="2782888" y="2832100"/>
          <p14:tracePt t="73716" x="2774950" y="2844800"/>
          <p14:tracePt t="73725" x="2768600" y="2865438"/>
          <p14:tracePt t="73732" x="2768600" y="2873375"/>
          <p14:tracePt t="73740" x="2762250" y="2879725"/>
          <p14:tracePt t="73748" x="2754313" y="2906713"/>
          <p14:tracePt t="73756" x="2754313" y="2921000"/>
          <p14:tracePt t="73764" x="2747963" y="2928938"/>
          <p14:tracePt t="73772" x="2741613" y="2949575"/>
          <p14:tracePt t="73780" x="2741613" y="2970213"/>
          <p14:tracePt t="73788" x="2733675" y="2997200"/>
          <p14:tracePt t="73796" x="2733675" y="3005138"/>
          <p14:tracePt t="73804" x="2733675" y="3025775"/>
          <p14:tracePt t="73812" x="2733675" y="3052763"/>
          <p14:tracePt t="73821" x="2733675" y="3087688"/>
          <p14:tracePt t="73828" x="2733675" y="3114675"/>
          <p14:tracePt t="73836" x="2733675" y="3135313"/>
          <p14:tracePt t="73844" x="2733675" y="3163888"/>
          <p14:tracePt t="73852" x="2733675" y="3184525"/>
          <p14:tracePt t="73860" x="2733675" y="3211513"/>
          <p14:tracePt t="73877" x="2733675" y="3254375"/>
          <p14:tracePt t="73884" x="2747963" y="3281363"/>
          <p14:tracePt t="73892" x="2754313" y="3308350"/>
          <p14:tracePt t="73900" x="2782888" y="3357563"/>
          <p14:tracePt t="73909" x="2797175" y="3398838"/>
          <p14:tracePt t="73916" x="2817813" y="3433763"/>
          <p14:tracePt t="73925" x="2830513" y="3468688"/>
          <p14:tracePt t="73932" x="2844800" y="3489325"/>
          <p14:tracePt t="73940" x="2865438" y="3516313"/>
          <p14:tracePt t="73948" x="2886075" y="3544888"/>
          <p14:tracePt t="73956" x="2927350" y="3571875"/>
          <p14:tracePt t="73964" x="2962275" y="3586163"/>
          <p14:tracePt t="73972" x="2990850" y="3606800"/>
          <p14:tracePt t="73980" x="3017838" y="3613150"/>
          <p14:tracePt t="73988" x="3052763" y="3633788"/>
          <p14:tracePt t="73996" x="3079750" y="3633788"/>
          <p14:tracePt t="74004" x="3100388" y="3641725"/>
          <p14:tracePt t="74012" x="3143250" y="3654425"/>
          <p14:tracePt t="74020" x="3149600" y="3654425"/>
          <p14:tracePt t="74028" x="3176588" y="3654425"/>
          <p14:tracePt t="74036" x="3190875" y="3654425"/>
          <p14:tracePt t="74044" x="3219450" y="3654425"/>
          <p14:tracePt t="74052" x="3267075" y="3654425"/>
          <p14:tracePt t="74060" x="3308350" y="3627438"/>
          <p14:tracePt t="74068" x="3349625" y="3592513"/>
          <p14:tracePt t="74076" x="3392488" y="3551238"/>
          <p14:tracePt t="74084" x="3425825" y="3509963"/>
          <p14:tracePt t="74092" x="3468688" y="3454400"/>
          <p14:tracePt t="74100" x="3502025" y="3398838"/>
          <p14:tracePt t="74109" x="3536950" y="3336925"/>
          <p14:tracePt t="74116" x="3571875" y="3287713"/>
          <p14:tracePt t="74125" x="3586163" y="3232150"/>
          <p14:tracePt t="74132" x="3606800" y="3155950"/>
          <p14:tracePt t="74140" x="3619500" y="3094038"/>
          <p14:tracePt t="74148" x="3641725" y="3038475"/>
          <p14:tracePt t="74156" x="3648075" y="2962275"/>
          <p14:tracePt t="74164" x="3648075" y="2900363"/>
          <p14:tracePt t="74172" x="3648075" y="2844800"/>
          <p14:tracePt t="74180" x="3648075" y="2789238"/>
          <p14:tracePt t="74188" x="3648075" y="2747963"/>
          <p14:tracePt t="74196" x="3648075" y="2720975"/>
          <p14:tracePt t="74204" x="3648075" y="2700338"/>
          <p14:tracePt t="74212" x="3641725" y="2692400"/>
          <p14:tracePt t="74220" x="3641725" y="2686050"/>
          <p14:tracePt t="74228" x="3633788" y="2686050"/>
          <p14:tracePt t="74244" x="3633788" y="2679700"/>
          <p14:tracePt t="74252" x="3627438" y="2671763"/>
          <p14:tracePt t="74652" x="3619500" y="2671763"/>
          <p14:tracePt t="74668" x="3613150" y="2671763"/>
          <p14:tracePt t="74684" x="3606800" y="2671763"/>
          <p14:tracePt t="74724" x="3598863" y="2671763"/>
          <p14:tracePt t="75036" x="3592513" y="2671763"/>
          <p14:tracePt t="75052" x="3592513" y="2679700"/>
          <p14:tracePt t="75068" x="3592513" y="2686050"/>
          <p14:tracePt t="75076" x="3598863" y="2706688"/>
          <p14:tracePt t="75084" x="3606800" y="2706688"/>
          <p14:tracePt t="75100" x="3619500" y="2720975"/>
          <p14:tracePt t="75108" x="3627438" y="2727325"/>
          <p14:tracePt t="75124" x="3648075" y="2741613"/>
          <p14:tracePt t="75132" x="3668713" y="2755900"/>
          <p14:tracePt t="75140" x="3675063" y="2762250"/>
          <p14:tracePt t="75148" x="3689350" y="2768600"/>
          <p14:tracePt t="75156" x="3703638" y="2776538"/>
          <p14:tracePt t="75164" x="3716338" y="2782888"/>
          <p14:tracePt t="75188" x="3730625" y="2797175"/>
          <p14:tracePt t="79844" x="3724275" y="2797175"/>
          <p14:tracePt t="79860" x="3709988" y="2789238"/>
          <p14:tracePt t="79868" x="3703638" y="2789238"/>
          <p14:tracePt t="79876" x="3689350" y="2789238"/>
          <p14:tracePt t="79884" x="3668713" y="2789238"/>
          <p14:tracePt t="79894" x="3648075" y="2789238"/>
          <p14:tracePt t="79900" x="3627438" y="2789238"/>
          <p14:tracePt t="79909" x="3598863" y="2789238"/>
          <p14:tracePt t="79916" x="3592513" y="2789238"/>
          <p14:tracePt t="79924" x="3571875" y="2789238"/>
          <p14:tracePt t="79932" x="3557588" y="2789238"/>
          <p14:tracePt t="79940" x="3543300" y="2789238"/>
          <p14:tracePt t="79948" x="3522663" y="2803525"/>
          <p14:tracePt t="79956" x="3522663" y="2817813"/>
          <p14:tracePt t="79964" x="3522663" y="2832100"/>
          <p14:tracePt t="79972" x="3522663" y="2852738"/>
          <p14:tracePt t="79980" x="3522663" y="2859088"/>
          <p14:tracePt t="80188" x="3495675" y="2859088"/>
          <p14:tracePt t="80196" x="3460750" y="2852738"/>
          <p14:tracePt t="80204" x="3433763" y="2852738"/>
          <p14:tracePt t="80212" x="3363913" y="2852738"/>
          <p14:tracePt t="80220" x="3281363" y="2838450"/>
          <p14:tracePt t="80228" x="3190875" y="2832100"/>
          <p14:tracePt t="80236" x="3087688" y="2824163"/>
          <p14:tracePt t="80244" x="3024188" y="2824163"/>
          <p14:tracePt t="80252" x="2949575" y="2824163"/>
          <p14:tracePt t="80260" x="2879725" y="2824163"/>
          <p14:tracePt t="80268" x="2803525" y="2824163"/>
          <p14:tracePt t="80276" x="2720975" y="2824163"/>
          <p14:tracePt t="80284" x="2636838" y="2824163"/>
          <p14:tracePt t="80292" x="2568575" y="2824163"/>
          <p14:tracePt t="80300" x="2484438" y="2824163"/>
          <p14:tracePt t="80308" x="2428875" y="2824163"/>
          <p14:tracePt t="80316" x="2401888" y="2824163"/>
          <p14:tracePt t="80325" x="2381250" y="2824163"/>
          <p14:tracePt t="80332" x="2374900" y="2824163"/>
          <p14:tracePt t="80404" x="2360613" y="2824163"/>
          <p14:tracePt t="80412" x="2339975" y="2809875"/>
          <p14:tracePt t="80420" x="2325688" y="2809875"/>
          <p14:tracePt t="80428" x="2305050" y="2809875"/>
          <p14:tracePt t="80436" x="2284413" y="2809875"/>
          <p14:tracePt t="80444" x="2270125" y="2809875"/>
          <p14:tracePt t="80452" x="2243138" y="2809875"/>
          <p14:tracePt t="80460" x="2228850" y="2809875"/>
          <p14:tracePt t="80469" x="2208213" y="2809875"/>
          <p14:tracePt t="80476" x="2193925" y="2809875"/>
          <p14:tracePt t="80484" x="2181225" y="2809875"/>
          <p14:tracePt t="80500" x="2173288" y="2809875"/>
          <p14:tracePt t="80524" x="2159000" y="2809875"/>
          <p14:tracePt t="80564" x="2152650" y="2809875"/>
          <p14:tracePt t="80572" x="2152650" y="2803525"/>
          <p14:tracePt t="80580" x="2152650" y="2789238"/>
          <p14:tracePt t="80588" x="2152650" y="2768600"/>
          <p14:tracePt t="80596" x="2152650" y="2762250"/>
          <p14:tracePt t="80604" x="2146300" y="2741613"/>
          <p14:tracePt t="80612" x="2146300" y="2733675"/>
          <p14:tracePt t="80620" x="2146300" y="2713038"/>
          <p14:tracePt t="80636" x="2146300" y="2706688"/>
          <p14:tracePt t="80652" x="2138363" y="2706688"/>
          <p14:tracePt t="80668" x="2132013" y="2700338"/>
          <p14:tracePt t="80692" x="2117725" y="2692400"/>
          <p14:tracePt t="80700" x="2111375" y="2686050"/>
          <p14:tracePt t="80716" x="2097088" y="2686050"/>
          <p14:tracePt t="80732" x="2090738" y="2686050"/>
          <p14:tracePt t="80740" x="2076450" y="2671763"/>
          <p14:tracePt t="80748" x="2070100" y="2671763"/>
          <p14:tracePt t="80756" x="2062163" y="2671763"/>
          <p14:tracePt t="80764" x="2049463" y="2671763"/>
          <p14:tracePt t="80772" x="2041525" y="2671763"/>
          <p14:tracePt t="80780" x="2028825" y="2671763"/>
          <p14:tracePt t="80788" x="2014538" y="2671763"/>
          <p14:tracePt t="80796" x="2000250" y="2665413"/>
          <p14:tracePt t="80804" x="1965325" y="2659063"/>
          <p14:tracePt t="80812" x="1958975" y="2659063"/>
          <p14:tracePt t="80820" x="1938338" y="2644775"/>
          <p14:tracePt t="80828" x="1931988" y="2644775"/>
          <p14:tracePt t="80836" x="1917700" y="2644775"/>
          <p14:tracePt t="80852" x="1897063" y="2644775"/>
          <p14:tracePt t="80868" x="1889125" y="2644775"/>
          <p14:tracePt t="80876" x="1882775" y="2644775"/>
          <p14:tracePt t="80895" x="1868488" y="2636838"/>
          <p14:tracePt t="80900" x="1855788" y="2636838"/>
          <p14:tracePt t="80909" x="1847850" y="2636838"/>
          <p14:tracePt t="80916" x="1827213" y="2630488"/>
          <p14:tracePt t="80925" x="1820863" y="2630488"/>
          <p14:tracePt t="80932" x="1806575" y="2630488"/>
          <p14:tracePt t="80940" x="1785938" y="2630488"/>
          <p14:tracePt t="80948" x="1779588" y="2630488"/>
          <p14:tracePt t="80956" x="1765300" y="2630488"/>
          <p14:tracePt t="80964" x="1758950" y="2630488"/>
          <p14:tracePt t="80972" x="1744663" y="2630488"/>
          <p14:tracePt t="80980" x="1730375" y="2630488"/>
          <p14:tracePt t="80988" x="1709738" y="2630488"/>
          <p14:tracePt t="80996" x="1703388" y="2630488"/>
          <p14:tracePt t="81004" x="1689100" y="2630488"/>
          <p14:tracePt t="81012" x="1682750" y="2630488"/>
          <p14:tracePt t="81020" x="1660525" y="2630488"/>
          <p14:tracePt t="81028" x="1639888" y="2630488"/>
          <p14:tracePt t="81036" x="1627188" y="2630488"/>
          <p14:tracePt t="81044" x="1606550" y="2630488"/>
          <p14:tracePt t="81052" x="1585913" y="2630488"/>
          <p14:tracePt t="81060" x="1557338" y="2630488"/>
          <p14:tracePt t="81068" x="1536700" y="2630488"/>
          <p14:tracePt t="81076" x="1509713" y="2630488"/>
          <p14:tracePt t="81084" x="1481138" y="2630488"/>
          <p14:tracePt t="81092" x="1466850" y="2630488"/>
          <p14:tracePt t="81100" x="1446213" y="2644775"/>
          <p14:tracePt t="81109" x="1412875" y="2651125"/>
          <p14:tracePt t="81116" x="1390650" y="2659063"/>
          <p14:tracePt t="81124" x="1370013" y="2671763"/>
          <p14:tracePt t="81132" x="1357313" y="2679700"/>
          <p14:tracePt t="81140" x="1336675" y="2686050"/>
          <p14:tracePt t="81148" x="1301750" y="2700338"/>
          <p14:tracePt t="81156" x="1293813" y="2706688"/>
          <p14:tracePt t="81164" x="1281113" y="2713038"/>
          <p14:tracePt t="81172" x="1260475" y="2727325"/>
          <p14:tracePt t="81180" x="1246188" y="2741613"/>
          <p14:tracePt t="81188" x="1217613" y="2755900"/>
          <p14:tracePt t="81196" x="1196975" y="2776538"/>
          <p14:tracePt t="81204" x="1184275" y="2789238"/>
          <p14:tracePt t="81212" x="1169988" y="2797175"/>
          <p14:tracePt t="81220" x="1155700" y="2817813"/>
          <p14:tracePt t="81228" x="1141413" y="2832100"/>
          <p14:tracePt t="81236" x="1128713" y="2844800"/>
          <p14:tracePt t="81244" x="1120775" y="2859088"/>
          <p14:tracePt t="81252" x="1114425" y="2865438"/>
          <p14:tracePt t="81260" x="1108075" y="2886075"/>
          <p14:tracePt t="81268" x="1108075" y="2914650"/>
          <p14:tracePt t="81277" x="1108075" y="2935288"/>
          <p14:tracePt t="81284" x="1108075" y="2970213"/>
          <p14:tracePt t="81292" x="1108075" y="3017838"/>
          <p14:tracePt t="81300" x="1108075" y="3059113"/>
          <p14:tracePt t="81309" x="1108075" y="3094038"/>
          <p14:tracePt t="81316" x="1108075" y="3122613"/>
          <p14:tracePt t="81325" x="1108075" y="3149600"/>
          <p14:tracePt t="81332" x="1108075" y="3163888"/>
          <p14:tracePt t="81340" x="1120775" y="3205163"/>
          <p14:tracePt t="81348" x="1128713" y="3219450"/>
          <p14:tracePt t="81356" x="1135063" y="3246438"/>
          <p14:tracePt t="81364" x="1155700" y="3275013"/>
          <p14:tracePt t="81372" x="1176338" y="3302000"/>
          <p14:tracePt t="81380" x="1184275" y="3328988"/>
          <p14:tracePt t="81388" x="1211263" y="3351213"/>
          <p14:tracePt t="81396" x="1238250" y="3378200"/>
          <p14:tracePt t="81404" x="1260475" y="3398838"/>
          <p14:tracePt t="81412" x="1293813" y="3413125"/>
          <p14:tracePt t="81420" x="1314450" y="3433763"/>
          <p14:tracePt t="81428" x="1357313" y="3448050"/>
          <p14:tracePt t="81436" x="1398588" y="3468688"/>
          <p14:tracePt t="81444" x="1425575" y="3475038"/>
          <p14:tracePt t="81452" x="1466850" y="3475038"/>
          <p14:tracePt t="81460" x="1501775" y="3475038"/>
          <p14:tracePt t="81468" x="1563688" y="3495675"/>
          <p14:tracePt t="81476" x="1627188" y="3495675"/>
          <p14:tracePt t="81484" x="1716088" y="3495675"/>
          <p14:tracePt t="81492" x="1855788" y="3495675"/>
          <p14:tracePt t="81500" x="2028825" y="3495675"/>
          <p14:tracePt t="81509" x="2270125" y="3495675"/>
          <p14:tracePt t="81516" x="2451100" y="3468688"/>
          <p14:tracePt t="81525" x="2601913" y="3440113"/>
          <p14:tracePt t="81532" x="2774950" y="3419475"/>
          <p14:tracePt t="81540" x="2886075" y="3392488"/>
          <p14:tracePt t="81548" x="2962275" y="3378200"/>
          <p14:tracePt t="81556" x="3032125" y="3357563"/>
          <p14:tracePt t="81564" x="3073400" y="3336925"/>
          <p14:tracePt t="81572" x="3087688" y="3322638"/>
          <p14:tracePt t="81580" x="3094038" y="3316288"/>
          <p14:tracePt t="81588" x="3100388" y="3316288"/>
          <p14:tracePt t="81596" x="3100388" y="3308350"/>
          <p14:tracePt t="81660" x="3108325" y="3302000"/>
          <p14:tracePt t="82636" x="3108325" y="3295650"/>
          <p14:tracePt t="82644" x="3108325" y="3287713"/>
          <p14:tracePt t="82652" x="3114675" y="3287713"/>
          <p14:tracePt t="82660" x="3128963" y="3281363"/>
          <p14:tracePt t="82668" x="3143250" y="3281363"/>
          <p14:tracePt t="82676" x="3155950" y="3281363"/>
          <p14:tracePt t="82684" x="3176588" y="3275013"/>
          <p14:tracePt t="82692" x="3190875" y="3275013"/>
          <p14:tracePt t="82700" x="3211513" y="3275013"/>
          <p14:tracePt t="82709" x="3246438" y="3275013"/>
          <p14:tracePt t="82716" x="3273425" y="3275013"/>
          <p14:tracePt t="82725" x="3322638" y="3275013"/>
          <p14:tracePt t="82732" x="3357563" y="3275013"/>
          <p14:tracePt t="82740" x="3398838" y="3275013"/>
          <p14:tracePt t="82748" x="3433763" y="3275013"/>
          <p14:tracePt t="82756" x="3481388" y="3275013"/>
          <p14:tracePt t="82764" x="3530600" y="3275013"/>
          <p14:tracePt t="82772" x="3565525" y="3275013"/>
          <p14:tracePt t="82780" x="3613150" y="3275013"/>
          <p14:tracePt t="82788" x="3648075" y="3275013"/>
          <p14:tracePt t="82796" x="3689350" y="3275013"/>
          <p14:tracePt t="82804" x="3716338" y="3267075"/>
          <p14:tracePt t="82812" x="3751263" y="3267075"/>
          <p14:tracePt t="82820" x="3800475" y="3254375"/>
          <p14:tracePt t="82828" x="3841750" y="3246438"/>
          <p14:tracePt t="82836" x="3868738" y="3246438"/>
          <p14:tracePt t="82844" x="3911600" y="3240088"/>
          <p14:tracePt t="82852" x="3959225" y="3198813"/>
          <p14:tracePt t="82860" x="4014788" y="3163888"/>
          <p14:tracePt t="82868" x="4076700" y="3101975"/>
          <p14:tracePt t="82877" x="4146550" y="3032125"/>
          <p14:tracePt t="82894" x="4270375" y="2886075"/>
          <p14:tracePt t="82900" x="4360863" y="2782888"/>
          <p14:tracePt t="82909" x="4464050" y="2659063"/>
          <p14:tracePt t="82916" x="4540250" y="2574925"/>
          <p14:tracePt t="82925" x="4645025" y="2478088"/>
          <p14:tracePt t="82932" x="4741863" y="2409825"/>
          <p14:tracePt t="82940" x="4832350" y="2360613"/>
          <p14:tracePt t="82948" x="4914900" y="2319338"/>
          <p14:tracePt t="82956" x="4997450" y="2284413"/>
          <p14:tracePt t="82964" x="5053013" y="2243138"/>
          <p14:tracePt t="82972" x="5102225" y="2236788"/>
          <p14:tracePt t="82980" x="5108575" y="2236788"/>
          <p14:tracePt t="83165" x="5108575" y="2228850"/>
          <p14:tracePt t="83173" x="5102225" y="2214563"/>
          <p14:tracePt t="83180" x="5094288" y="2193925"/>
          <p14:tracePt t="83188" x="5094288" y="2187575"/>
          <p14:tracePt t="83196" x="5094288" y="2173288"/>
          <p14:tracePt t="83204" x="5094288" y="2166938"/>
          <p14:tracePt t="83212" x="5102225" y="2138363"/>
          <p14:tracePt t="83220" x="5114925" y="2132013"/>
          <p14:tracePt t="83228" x="5143500" y="2111375"/>
          <p14:tracePt t="83236" x="5156200" y="2105025"/>
          <p14:tracePt t="83244" x="5178425" y="2076450"/>
          <p14:tracePt t="83252" x="5211763" y="2049463"/>
          <p14:tracePt t="83260" x="5232400" y="2035175"/>
          <p14:tracePt t="83268" x="5275263" y="2020888"/>
          <p14:tracePt t="83276" x="5316538" y="2000250"/>
          <p14:tracePt t="83284" x="5329238" y="1993900"/>
          <p14:tracePt t="83292" x="5357813" y="1987550"/>
          <p14:tracePt t="83300" x="5372100" y="1987550"/>
          <p14:tracePt t="83309" x="5378450" y="1973263"/>
          <p14:tracePt t="83316" x="5384800" y="1973263"/>
          <p14:tracePt t="83340" x="5392738" y="1973263"/>
          <p14:tracePt t="83364" x="5399088" y="1965325"/>
          <p14:tracePt t="83412" x="5399088" y="1958975"/>
          <p14:tracePt t="83444" x="5399088" y="1952625"/>
          <p14:tracePt t="83524" x="5399088" y="1944688"/>
          <p14:tracePt t="83540" x="5399088" y="1931988"/>
          <p14:tracePt t="83556" x="5392738" y="1931988"/>
          <p14:tracePt t="83564" x="5384800" y="1924050"/>
          <p14:tracePt t="83580" x="5372100" y="1917700"/>
          <p14:tracePt t="83588" x="5364163" y="1917700"/>
          <p14:tracePt t="83596" x="5357813" y="1917700"/>
          <p14:tracePt t="83604" x="5357813" y="1911350"/>
          <p14:tracePt t="83820" x="5351463" y="1903413"/>
          <p14:tracePt t="83836" x="5343525" y="1903413"/>
          <p14:tracePt t="83860" x="5343525" y="1897063"/>
          <p14:tracePt t="83884" x="5343525" y="1889125"/>
          <p14:tracePt t="83948" x="5343525" y="1882775"/>
          <p14:tracePt t="84004" x="5372100" y="1889125"/>
          <p14:tracePt t="84180" x="5372100" y="1882775"/>
          <p14:tracePt t="84188" x="5364163" y="1882775"/>
          <p14:tracePt t="84245" x="5364163" y="1876425"/>
          <p14:tracePt t="84260" x="5372100" y="1868488"/>
          <p14:tracePt t="84276" x="5372100" y="1862138"/>
          <p14:tracePt t="84292" x="5378450" y="1862138"/>
          <p14:tracePt t="84372" x="5392738" y="1855788"/>
          <p14:tracePt t="84436" x="5392738" y="1847850"/>
          <p14:tracePt t="84548" x="5399088" y="1841500"/>
          <p14:tracePt t="84628" x="5399088" y="1835150"/>
          <p14:tracePt t="84708" x="5405438" y="1820863"/>
          <p14:tracePt t="84740" x="5405438" y="1814513"/>
          <p14:tracePt t="84780" x="5405438" y="1806575"/>
          <p14:tracePt t="84796" x="5405438" y="1800225"/>
          <p14:tracePt t="85180" x="5405438" y="1792288"/>
          <p14:tracePt t="85188" x="5405438" y="1785938"/>
          <p14:tracePt t="85196" x="5405438" y="1771650"/>
          <p14:tracePt t="85212" x="5405438" y="1765300"/>
          <p14:tracePt t="85220" x="5405438" y="1758950"/>
          <p14:tracePt t="85276" x="5405438" y="1751013"/>
          <p14:tracePt t="85300" x="5413375" y="1744663"/>
          <p14:tracePt t="90221" x="5413375" y="1738313"/>
          <p14:tracePt t="90244" x="5399088" y="1730375"/>
          <p14:tracePt t="90292" x="5392738" y="1730375"/>
          <p14:tracePt t="90308" x="5372100" y="1724025"/>
          <p14:tracePt t="90316" x="5343525" y="1724025"/>
          <p14:tracePt t="90325" x="5302250" y="1716088"/>
          <p14:tracePt t="90332" x="5246688" y="1709738"/>
          <p14:tracePt t="90340" x="5178425" y="1695450"/>
          <p14:tracePt t="90348" x="5087938" y="1668463"/>
          <p14:tracePt t="90356" x="5011738" y="1639888"/>
          <p14:tracePt t="90364" x="4935538" y="1619250"/>
          <p14:tracePt t="90372" x="4894263" y="1612900"/>
          <p14:tracePt t="90381" x="4865688" y="1606550"/>
          <p14:tracePt t="90388" x="4845050" y="1598613"/>
          <p14:tracePt t="90396" x="4810125" y="1585913"/>
          <p14:tracePt t="90404" x="4783138" y="1585913"/>
          <p14:tracePt t="90412" x="4748213" y="1577975"/>
          <p14:tracePt t="90420" x="4727575" y="1577975"/>
          <p14:tracePt t="90428" x="4700588" y="1577975"/>
          <p14:tracePt t="90436" x="4679950" y="1577975"/>
          <p14:tracePt t="90444" x="4672013" y="1577975"/>
          <p14:tracePt t="90452" x="4651375" y="1577975"/>
          <p14:tracePt t="90524" x="4651375" y="1585913"/>
          <p14:tracePt t="90532" x="4651375" y="1606550"/>
          <p14:tracePt t="90540" x="4651375" y="1627188"/>
          <p14:tracePt t="90548" x="4651375" y="1647825"/>
          <p14:tracePt t="90556" x="4651375" y="1668463"/>
          <p14:tracePt t="90564" x="4651375" y="1689100"/>
          <p14:tracePt t="90572" x="4659313" y="1703388"/>
          <p14:tracePt t="90580" x="4659313" y="1709738"/>
          <p14:tracePt t="90588" x="4659313" y="1724025"/>
          <p14:tracePt t="90596" x="4659313" y="1730375"/>
          <p14:tracePt t="90604" x="4659313" y="1738313"/>
          <p14:tracePt t="90612" x="4659313" y="1751013"/>
          <p14:tracePt t="90620" x="4659313" y="1758950"/>
          <p14:tracePt t="90628" x="4659313" y="1779588"/>
          <p14:tracePt t="90636" x="4659313" y="1800225"/>
          <p14:tracePt t="90644" x="4659313" y="1814513"/>
          <p14:tracePt t="90652" x="4659313" y="1827213"/>
          <p14:tracePt t="90660" x="4672013" y="1841500"/>
          <p14:tracePt t="90668" x="4679950" y="1847850"/>
          <p14:tracePt t="90676" x="4679950" y="1855788"/>
          <p14:tracePt t="90692" x="4686300" y="1862138"/>
          <p14:tracePt t="90756" x="4692650" y="1862138"/>
          <p14:tracePt t="90772" x="4713288" y="1862138"/>
          <p14:tracePt t="90780" x="4733925" y="1862138"/>
          <p14:tracePt t="90788" x="4741863" y="1862138"/>
          <p14:tracePt t="90796" x="4762500" y="1862138"/>
          <p14:tracePt t="90804" x="4776788" y="1862138"/>
          <p14:tracePt t="90812" x="4783138" y="1847850"/>
          <p14:tracePt t="90820" x="4797425" y="1847850"/>
          <p14:tracePt t="90828" x="4797425" y="1841500"/>
          <p14:tracePt t="90836" x="4810125" y="1841500"/>
          <p14:tracePt t="90844" x="4818063" y="1835150"/>
          <p14:tracePt t="90860" x="4818063" y="1827213"/>
          <p14:tracePt t="90876" x="4824413" y="1820863"/>
          <p14:tracePt t="90894" x="4832350" y="1806575"/>
          <p14:tracePt t="90900" x="4838700" y="1806575"/>
          <p14:tracePt t="90909" x="4838700" y="1792288"/>
          <p14:tracePt t="90916" x="4838700" y="1785938"/>
          <p14:tracePt t="90924" x="4838700" y="1771650"/>
          <p14:tracePt t="90932" x="4838700" y="1758950"/>
          <p14:tracePt t="90940" x="4838700" y="1730375"/>
          <p14:tracePt t="90948" x="4838700" y="1703388"/>
          <p14:tracePt t="90956" x="4838700" y="1682750"/>
          <p14:tracePt t="90964" x="4838700" y="1662113"/>
          <p14:tracePt t="90972" x="4838700" y="1647825"/>
          <p14:tracePt t="90980" x="4838700" y="1633538"/>
          <p14:tracePt t="90996" x="4838700" y="1619250"/>
          <p14:tracePt t="91004" x="4838700" y="1612900"/>
          <p14:tracePt t="91020" x="4838700" y="1598613"/>
          <p14:tracePt t="92412" x="4838700" y="1606550"/>
          <p14:tracePt t="92420" x="4838700" y="1619250"/>
          <p14:tracePt t="92428" x="4838700" y="1627188"/>
          <p14:tracePt t="92436" x="4845050" y="1633538"/>
          <p14:tracePt t="92444" x="4845050" y="1647825"/>
          <p14:tracePt t="92452" x="4845050" y="1654175"/>
          <p14:tracePt t="92460" x="4845050" y="1662113"/>
          <p14:tracePt t="92476" x="4845050" y="1668463"/>
          <p14:tracePt t="92484" x="4845050" y="1674813"/>
          <p14:tracePt t="92492" x="4852988" y="1674813"/>
          <p14:tracePt t="92500" x="4852988" y="1682750"/>
          <p14:tracePt t="92525" x="4852988" y="1689100"/>
          <p14:tracePt t="92973" x="4852988" y="1695450"/>
          <p14:tracePt t="93012" x="4852988" y="1709738"/>
          <p14:tracePt t="93020" x="4852988" y="1724025"/>
          <p14:tracePt t="93028" x="4859338" y="1724025"/>
          <p14:tracePt t="93036" x="4859338" y="1730375"/>
          <p14:tracePt t="93044" x="4859338" y="1738313"/>
          <p14:tracePt t="93060" x="4865688" y="1751013"/>
          <p14:tracePt t="93068" x="4865688" y="1779588"/>
          <p14:tracePt t="93076" x="4865688" y="1785938"/>
          <p14:tracePt t="93084" x="4879975" y="1800225"/>
          <p14:tracePt t="93092" x="4879975" y="1806575"/>
          <p14:tracePt t="93116" x="4879975" y="1814513"/>
          <p14:tracePt t="93125" x="4879975" y="1820863"/>
          <p14:tracePt t="93132" x="4886325" y="1827213"/>
          <p14:tracePt t="93140" x="4886325" y="1835150"/>
          <p14:tracePt t="93148" x="4894263" y="1841500"/>
          <p14:tracePt t="93156" x="4894263" y="1847850"/>
          <p14:tracePt t="93164" x="4894263" y="1855788"/>
          <p14:tracePt t="93172" x="4900613" y="1862138"/>
          <p14:tracePt t="93204" x="4900613" y="1868488"/>
          <p14:tracePt t="93260" x="4906963" y="1876425"/>
          <p14:tracePt t="93276" x="4921250" y="1889125"/>
          <p14:tracePt t="93284" x="4929188" y="1889125"/>
          <p14:tracePt t="93292" x="4929188" y="1897063"/>
          <p14:tracePt t="94196" x="4935538" y="1897063"/>
          <p14:tracePt t="94204" x="4956175" y="1897063"/>
          <p14:tracePt t="94212" x="5005388" y="1897063"/>
          <p14:tracePt t="94220" x="5053013" y="1897063"/>
          <p14:tracePt t="94228" x="5135563" y="1938338"/>
          <p14:tracePt t="94236" x="5211763" y="1987550"/>
          <p14:tracePt t="94244" x="5281613" y="2014538"/>
          <p14:tracePt t="94516" x="5281613" y="2008188"/>
          <p14:tracePt t="94525" x="5281613" y="2000250"/>
          <p14:tracePt t="94620" x="5281613" y="1993900"/>
          <p14:tracePt t="95508" x="5281613" y="1979613"/>
          <p14:tracePt t="95556" x="5287963" y="1979613"/>
          <p14:tracePt t="95580" x="5295900" y="1979613"/>
          <p14:tracePt t="95596" x="5302250" y="1987550"/>
          <p14:tracePt t="95820" x="5302250" y="1979613"/>
          <p14:tracePt t="95836" x="5308600" y="1973263"/>
          <p14:tracePt t="95868" x="5316538" y="1965325"/>
          <p14:tracePt t="95892" x="5329238" y="1965325"/>
          <p14:tracePt t="95908" x="5329238" y="1958975"/>
          <p14:tracePt t="95916" x="5343525" y="1952625"/>
          <p14:tracePt t="95940" x="5351463" y="1952625"/>
          <p14:tracePt t="95948" x="5357813" y="1952625"/>
          <p14:tracePt t="95980" x="5372100" y="1944688"/>
          <p14:tracePt t="96005" x="5378450" y="1944688"/>
          <p14:tracePt t="96028" x="5392738" y="1944688"/>
          <p14:tracePt t="96052" x="5399088" y="1938338"/>
          <p14:tracePt t="96076" x="5405438" y="1938338"/>
          <p14:tracePt t="96092" x="5405438" y="1931988"/>
          <p14:tracePt t="96108" x="5413375" y="1931988"/>
          <p14:tracePt t="96116" x="5419725" y="1931988"/>
          <p14:tracePt t="96124" x="5427663" y="1924050"/>
          <p14:tracePt t="96132" x="5440363" y="1917700"/>
          <p14:tracePt t="96140" x="5448300" y="1917700"/>
          <p14:tracePt t="96156" x="5454650" y="1911350"/>
          <p14:tracePt t="96388" x="5461000" y="1911350"/>
          <p14:tracePt t="96412" x="5461000" y="1903413"/>
          <p14:tracePt t="96572" x="5468938" y="1903413"/>
          <p14:tracePt t="96652" x="5481638" y="1903413"/>
          <p14:tracePt t="96676" x="5481638" y="1897063"/>
          <p14:tracePt t="96764" x="5489575" y="1897063"/>
          <p14:tracePt t="96812" x="5502275" y="1897063"/>
          <p14:tracePt t="96820" x="5502275" y="1889125"/>
          <p14:tracePt t="96836" x="5510213" y="1889125"/>
          <p14:tracePt t="96852" x="5516563" y="1889125"/>
          <p14:tracePt t="96868" x="5530850" y="1889125"/>
          <p14:tracePt t="96893" x="5551488" y="1889125"/>
          <p14:tracePt t="96900" x="5572125" y="1882775"/>
          <p14:tracePt t="96908" x="5586413" y="1882775"/>
          <p14:tracePt t="96916" x="5600700" y="1876425"/>
          <p14:tracePt t="96924" x="5607050" y="1876425"/>
          <p14:tracePt t="96932" x="5613400" y="1876425"/>
          <p14:tracePt t="96940" x="5634038" y="1876425"/>
          <p14:tracePt t="96948" x="5641975" y="1868488"/>
          <p14:tracePt t="96956" x="5648325" y="1868488"/>
          <p14:tracePt t="96972" x="5654675" y="1868488"/>
          <p14:tracePt t="97068" x="5662613" y="1862138"/>
          <p14:tracePt t="97308" x="5668963" y="1862138"/>
          <p14:tracePt t="97332" x="5675313" y="1862138"/>
          <p14:tracePt t="97492" x="5683250" y="1862138"/>
          <p14:tracePt t="97516" x="5689600" y="1862138"/>
          <p14:tracePt t="97532" x="5697538" y="1862138"/>
          <p14:tracePt t="97540" x="5703888" y="1862138"/>
          <p14:tracePt t="97548" x="5710238" y="1862138"/>
          <p14:tracePt t="97556" x="5718175" y="1862138"/>
          <p14:tracePt t="97908" x="5730875" y="1862138"/>
          <p14:tracePt t="97916" x="5730875" y="1855788"/>
          <p14:tracePt t="97925" x="5738813" y="1855788"/>
          <p14:tracePt t="97940" x="5745163" y="1855788"/>
          <p14:tracePt t="97948" x="5745163" y="1847850"/>
          <p14:tracePt t="98060" x="5751513" y="1847850"/>
          <p14:tracePt t="98068" x="5759450" y="1841500"/>
          <p14:tracePt t="98084" x="5759450" y="1835150"/>
          <p14:tracePt t="98108" x="5765800" y="1827213"/>
          <p14:tracePt t="98213" x="5759450" y="1820863"/>
          <p14:tracePt t="98220" x="5759450" y="1814513"/>
          <p14:tracePt t="98236" x="5751513" y="1806575"/>
          <p14:tracePt t="98252" x="5745163" y="1806575"/>
          <p14:tracePt t="98260" x="5730875" y="1800225"/>
          <p14:tracePt t="98268" x="5703888" y="1771650"/>
          <p14:tracePt t="98276" x="5683250" y="1758950"/>
          <p14:tracePt t="98284" x="5662613" y="1751013"/>
          <p14:tracePt t="98292" x="5648325" y="1744663"/>
          <p14:tracePt t="98300" x="5634038" y="1730375"/>
          <p14:tracePt t="98308" x="5621338" y="1730375"/>
          <p14:tracePt t="98316" x="5607050" y="1730375"/>
          <p14:tracePt t="98324" x="5600700" y="1724025"/>
          <p14:tracePt t="98332" x="5586413" y="1716088"/>
          <p14:tracePt t="98340" x="5565775" y="1709738"/>
          <p14:tracePt t="98348" x="5557838" y="1703388"/>
          <p14:tracePt t="98356" x="5524500" y="1689100"/>
          <p14:tracePt t="98364" x="5495925" y="1682750"/>
          <p14:tracePt t="98372" x="5448300" y="1662113"/>
          <p14:tracePt t="98380" x="5399088" y="1662113"/>
          <p14:tracePt t="98388" x="5351463" y="1633538"/>
          <p14:tracePt t="98396" x="5295900" y="1619250"/>
          <p14:tracePt t="98404" x="5246688" y="1606550"/>
          <p14:tracePt t="98412" x="5199063" y="1598613"/>
          <p14:tracePt t="98420" x="5170488" y="1598613"/>
          <p14:tracePt t="98428" x="5143500" y="1598613"/>
          <p14:tracePt t="98436" x="5122863" y="1598613"/>
          <p14:tracePt t="98444" x="5102225" y="1598613"/>
          <p14:tracePt t="98452" x="5087938" y="1592263"/>
          <p14:tracePt t="98460" x="5080000" y="1592263"/>
          <p14:tracePt t="98468" x="5059363" y="1592263"/>
          <p14:tracePt t="98476" x="5038725" y="1577975"/>
          <p14:tracePt t="98484" x="5026025" y="1571625"/>
          <p14:tracePt t="98492" x="5011738" y="1571625"/>
          <p14:tracePt t="98500" x="4991100" y="1571625"/>
          <p14:tracePt t="98509" x="4983163" y="1571625"/>
          <p14:tracePt t="98516" x="4970463" y="1571625"/>
          <p14:tracePt t="98525" x="4956175" y="1577975"/>
          <p14:tracePt t="98532" x="4929188" y="1592263"/>
          <p14:tracePt t="98540" x="4906963" y="1612900"/>
          <p14:tracePt t="98548" x="4906963" y="1619250"/>
          <p14:tracePt t="98556" x="4894263" y="1639888"/>
          <p14:tracePt t="98564" x="4865688" y="1662113"/>
          <p14:tracePt t="98572" x="4838700" y="1689100"/>
          <p14:tracePt t="98580" x="4824413" y="1703388"/>
          <p14:tracePt t="98588" x="4810125" y="1709738"/>
          <p14:tracePt t="98596" x="4797425" y="1724025"/>
          <p14:tracePt t="98604" x="4776788" y="1744663"/>
          <p14:tracePt t="98612" x="4762500" y="1751013"/>
          <p14:tracePt t="98620" x="4756150" y="1758950"/>
          <p14:tracePt t="98628" x="4756150" y="1771650"/>
          <p14:tracePt t="98644" x="4756150" y="1800225"/>
          <p14:tracePt t="98652" x="4756150" y="1820863"/>
          <p14:tracePt t="98660" x="4762500" y="1855788"/>
          <p14:tracePt t="98668" x="4783138" y="1868488"/>
          <p14:tracePt t="98676" x="4797425" y="1897063"/>
          <p14:tracePt t="98684" x="4810125" y="1903413"/>
          <p14:tracePt t="98692" x="4818063" y="1924050"/>
          <p14:tracePt t="98700" x="4824413" y="1938338"/>
          <p14:tracePt t="98709" x="4832350" y="1938338"/>
          <p14:tracePt t="98716" x="4845050" y="1952625"/>
          <p14:tracePt t="98724" x="4852988" y="1958975"/>
          <p14:tracePt t="98732" x="4859338" y="1958975"/>
          <p14:tracePt t="98740" x="4865688" y="1965325"/>
          <p14:tracePt t="98756" x="4873625" y="1965325"/>
          <p14:tracePt t="98772" x="4879975" y="1965325"/>
          <p14:tracePt t="98780" x="4886325" y="1965325"/>
          <p14:tracePt t="98788" x="4894263" y="1965325"/>
          <p14:tracePt t="98796" x="4906963" y="1965325"/>
          <p14:tracePt t="98812" x="4921250" y="1958975"/>
          <p14:tracePt t="98821" x="4929188" y="1952625"/>
          <p14:tracePt t="98828" x="4941888" y="1938338"/>
          <p14:tracePt t="98837" x="4941888" y="1917700"/>
          <p14:tracePt t="98844" x="4941888" y="1897063"/>
          <p14:tracePt t="98852" x="4941888" y="1868488"/>
          <p14:tracePt t="98860" x="4941888" y="1847850"/>
          <p14:tracePt t="98868" x="4941888" y="1820863"/>
          <p14:tracePt t="98876" x="4941888" y="1800225"/>
          <p14:tracePt t="98894" x="4941888" y="1771650"/>
          <p14:tracePt t="98900" x="4935538" y="1765300"/>
          <p14:tracePt t="98909" x="4929188" y="1751013"/>
          <p14:tracePt t="98916" x="4921250" y="1744663"/>
          <p14:tracePt t="98924" x="4906963" y="1724025"/>
          <p14:tracePt t="98932" x="4900613" y="1709738"/>
          <p14:tracePt t="98941" x="4894263" y="1695450"/>
          <p14:tracePt t="98948" x="4886325" y="1689100"/>
          <p14:tracePt t="98956" x="4873625" y="1668463"/>
          <p14:tracePt t="98964" x="4852988" y="1654175"/>
          <p14:tracePt t="98972" x="4845050" y="1647825"/>
          <p14:tracePt t="98980" x="4832350" y="1633538"/>
          <p14:tracePt t="98996" x="4832350" y="1627188"/>
          <p14:tracePt t="99004" x="4824413" y="1619250"/>
          <p14:tracePt t="99044" x="4818063" y="1619250"/>
          <p14:tracePt t="99476" x="4810125" y="1619250"/>
          <p14:tracePt t="99484" x="4810125" y="1639888"/>
          <p14:tracePt t="99492" x="4810125" y="1647825"/>
          <p14:tracePt t="99500" x="4810125" y="1668463"/>
          <p14:tracePt t="99509" x="4810125" y="1689100"/>
          <p14:tracePt t="99516" x="4810125" y="1709738"/>
          <p14:tracePt t="99524" x="4810125" y="1716088"/>
          <p14:tracePt t="99532" x="4810125" y="1738313"/>
          <p14:tracePt t="99540" x="4810125" y="1751013"/>
          <p14:tracePt t="99548" x="4810125" y="1765300"/>
          <p14:tracePt t="99564" x="4810125" y="1779588"/>
          <p14:tracePt t="99572" x="4810125" y="1785938"/>
          <p14:tracePt t="99580" x="4810125" y="1792288"/>
          <p14:tracePt t="99588" x="4810125" y="1806575"/>
          <p14:tracePt t="99596" x="4810125" y="1814513"/>
          <p14:tracePt t="99604" x="4810125" y="1827213"/>
          <p14:tracePt t="99636" x="4810125" y="1835150"/>
          <p14:tracePt t="99724" x="4818063" y="1835150"/>
          <p14:tracePt t="99740" x="4824413" y="1814513"/>
          <p14:tracePt t="99748" x="4832350" y="1806575"/>
          <p14:tracePt t="99764" x="4832350" y="1792288"/>
          <p14:tracePt t="99772" x="4832350" y="1785938"/>
          <p14:tracePt t="99788" x="4832350" y="1779588"/>
          <p14:tracePt t="99796" x="4832350" y="1771650"/>
          <p14:tracePt t="100301" x="4832350" y="1765300"/>
          <p14:tracePt t="100308" x="4838700" y="1765300"/>
          <p14:tracePt t="100556" x="4838700" y="1758950"/>
          <p14:tracePt t="100580" x="4852988" y="1751013"/>
          <p14:tracePt t="100916" x="4852988" y="1744663"/>
          <p14:tracePt t="100924" x="4859338" y="1744663"/>
          <p14:tracePt t="100932" x="4865688" y="1744663"/>
          <p14:tracePt t="100964" x="4873625" y="1744663"/>
          <p14:tracePt t="101028" x="4886325" y="1744663"/>
          <p14:tracePt t="101044" x="4900613" y="1744663"/>
          <p14:tracePt t="101052" x="4906963" y="1744663"/>
          <p14:tracePt t="101068" x="4914900" y="1744663"/>
          <p14:tracePt t="101076" x="4914900" y="1738313"/>
          <p14:tracePt t="101084" x="4921250" y="1738313"/>
          <p14:tracePt t="101092" x="4929188" y="1738313"/>
          <p14:tracePt t="101100" x="4935538" y="1730375"/>
          <p14:tracePt t="101109" x="4941888" y="1730375"/>
          <p14:tracePt t="101116" x="4962525" y="1724025"/>
          <p14:tracePt t="101125" x="4970463" y="1724025"/>
          <p14:tracePt t="101132" x="4983163" y="1716088"/>
          <p14:tracePt t="101140" x="5011738" y="1695450"/>
          <p14:tracePt t="101148" x="5038725" y="1689100"/>
          <p14:tracePt t="101156" x="5073650" y="1674813"/>
          <p14:tracePt t="101164" x="5102225" y="1668463"/>
          <p14:tracePt t="101172" x="5129213" y="1662113"/>
          <p14:tracePt t="101180" x="5170488" y="1639888"/>
          <p14:tracePt t="101188" x="5199063" y="1639888"/>
          <p14:tracePt t="101196" x="5253038" y="1633538"/>
          <p14:tracePt t="101204" x="5329238" y="1627188"/>
          <p14:tracePt t="101212" x="5405438" y="1619250"/>
          <p14:tracePt t="101220" x="5468938" y="1606550"/>
          <p14:tracePt t="101228" x="5524500" y="1606550"/>
          <p14:tracePt t="101236" x="5565775" y="1606550"/>
          <p14:tracePt t="101244" x="5607050" y="1606550"/>
          <p14:tracePt t="101252" x="5648325" y="1598613"/>
          <p14:tracePt t="101260" x="5675313" y="1598613"/>
          <p14:tracePt t="101268" x="5683250" y="1592263"/>
          <p14:tracePt t="101277" x="5718175" y="1585913"/>
          <p14:tracePt t="101292" x="5730875" y="1585913"/>
          <p14:tracePt t="101309" x="5738813" y="1585913"/>
          <p14:tracePt t="101356" x="5745163" y="1585913"/>
          <p14:tracePt t="101388" x="5751513" y="1585913"/>
          <p14:tracePt t="101412" x="5759450" y="1585913"/>
          <p14:tracePt t="101436" x="5765800" y="1592263"/>
          <p14:tracePt t="101444" x="5765800" y="1598613"/>
          <p14:tracePt t="101460" x="5773738" y="1598613"/>
          <p14:tracePt t="101476" x="5780088" y="1606550"/>
          <p14:tracePt t="102277" x="5780088" y="1598613"/>
          <p14:tracePt t="102364" x="5773738" y="1592263"/>
          <p14:tracePt t="102388" x="5765800" y="1592263"/>
          <p14:tracePt t="102396" x="5751513" y="1585913"/>
          <p14:tracePt t="102412" x="5730875" y="1577975"/>
          <p14:tracePt t="102428" x="5724525" y="1577975"/>
          <p14:tracePt t="102436" x="5710238" y="1577975"/>
          <p14:tracePt t="102444" x="5703888" y="1571625"/>
          <p14:tracePt t="102460" x="5697538" y="1571625"/>
          <p14:tracePt t="102468" x="5689600" y="1571625"/>
          <p14:tracePt t="102476" x="5683250" y="1565275"/>
          <p14:tracePt t="102484" x="5675313" y="1565275"/>
          <p14:tracePt t="102492" x="5662613" y="1565275"/>
          <p14:tracePt t="102500" x="5654675" y="1565275"/>
          <p14:tracePt t="102508" x="5641975" y="1557338"/>
          <p14:tracePt t="102516" x="5627688" y="1557338"/>
          <p14:tracePt t="102524" x="5607050" y="1557338"/>
          <p14:tracePt t="102532" x="5592763" y="1550988"/>
          <p14:tracePt t="102540" x="5565775" y="1550988"/>
          <p14:tracePt t="102548" x="5551488" y="1550988"/>
          <p14:tracePt t="102556" x="5545138" y="1543050"/>
          <p14:tracePt t="102564" x="5537200" y="1543050"/>
          <p14:tracePt t="102580" x="5530850" y="1543050"/>
          <p14:tracePt t="102660" x="5524500" y="1543050"/>
          <p14:tracePt t="102684" x="5530850" y="1557338"/>
          <p14:tracePt t="102692" x="5537200" y="1557338"/>
          <p14:tracePt t="102908" x="5524500" y="1557338"/>
          <p14:tracePt t="102916" x="5502275" y="1557338"/>
          <p14:tracePt t="102924" x="5475288" y="1557338"/>
          <p14:tracePt t="102932" x="5461000" y="1557338"/>
          <p14:tracePt t="102940" x="5448300" y="1557338"/>
          <p14:tracePt t="102948" x="5434013" y="1557338"/>
          <p14:tracePt t="102956" x="5405438" y="1557338"/>
          <p14:tracePt t="102964" x="5372100" y="1565275"/>
          <p14:tracePt t="102972" x="5351463" y="1565275"/>
          <p14:tracePt t="102980" x="5322888" y="1571625"/>
          <p14:tracePt t="102988" x="5302250" y="1571625"/>
          <p14:tracePt t="102996" x="5287963" y="1577975"/>
          <p14:tracePt t="103004" x="5267325" y="1585913"/>
          <p14:tracePt t="103012" x="5240338" y="1592263"/>
          <p14:tracePt t="103020" x="5232400" y="1606550"/>
          <p14:tracePt t="103028" x="5211763" y="1612900"/>
          <p14:tracePt t="103036" x="5191125" y="1619250"/>
          <p14:tracePt t="103044" x="5178425" y="1627188"/>
          <p14:tracePt t="103052" x="5164138" y="1633538"/>
          <p14:tracePt t="103060" x="5156200" y="1633538"/>
          <p14:tracePt t="103068" x="5129213" y="1647825"/>
          <p14:tracePt t="103077" x="5122863" y="1654175"/>
          <p14:tracePt t="103092" x="5108575" y="1662113"/>
          <p14:tracePt t="103100" x="5102225" y="1662113"/>
          <p14:tracePt t="103109" x="5094288" y="1668463"/>
          <p14:tracePt t="103117" x="5080000" y="1674813"/>
          <p14:tracePt t="103124" x="5067300" y="1689100"/>
          <p14:tracePt t="103133" x="5038725" y="1703388"/>
          <p14:tracePt t="103140" x="5026025" y="1716088"/>
          <p14:tracePt t="103148" x="5005388" y="1730375"/>
          <p14:tracePt t="103156" x="4970463" y="1744663"/>
          <p14:tracePt t="103164" x="4949825" y="1758950"/>
          <p14:tracePt t="103172" x="4906963" y="1792288"/>
          <p14:tracePt t="103180" x="4879975" y="1806575"/>
          <p14:tracePt t="103188" x="4838700" y="1835150"/>
          <p14:tracePt t="103196" x="4818063" y="1862138"/>
          <p14:tracePt t="103204" x="4776788" y="1889125"/>
          <p14:tracePt t="103212" x="4748213" y="1903413"/>
          <p14:tracePt t="103220" x="4733925" y="1924050"/>
          <p14:tracePt t="103228" x="4721225" y="1931988"/>
          <p14:tracePt t="103236" x="4721225" y="1938338"/>
          <p14:tracePt t="103244" x="4713288" y="1938338"/>
          <p14:tracePt t="103252" x="4713288" y="1944688"/>
          <p14:tracePt t="103268" x="4713288" y="1952625"/>
          <p14:tracePt t="104484" x="4721225" y="1952625"/>
          <p14:tracePt t="104492" x="4727575" y="1952625"/>
          <p14:tracePt t="104516" x="4741863" y="1952625"/>
          <p14:tracePt t="104532" x="4756150" y="1952625"/>
          <p14:tracePt t="104540" x="4762500" y="1952625"/>
          <p14:tracePt t="104548" x="4776788" y="1952625"/>
          <p14:tracePt t="104556" x="4789488" y="1952625"/>
          <p14:tracePt t="104564" x="4789488" y="1944688"/>
          <p14:tracePt t="104572" x="4797425" y="1944688"/>
          <p14:tracePt t="104580" x="4803775" y="1944688"/>
          <p14:tracePt t="104604" x="4810125" y="1944688"/>
          <p14:tracePt t="104620" x="4818063" y="1944688"/>
          <p14:tracePt t="104629" x="4832350" y="1944688"/>
          <p14:tracePt t="104636" x="4832350" y="1952625"/>
          <p14:tracePt t="104644" x="4832350" y="1965325"/>
          <p14:tracePt t="104844" x="4824413" y="1965325"/>
          <p14:tracePt t="104948" x="4832350" y="1952625"/>
          <p14:tracePt t="104956" x="4832350" y="1944688"/>
          <p14:tracePt t="104972" x="4845050" y="1938338"/>
          <p14:tracePt t="104988" x="4852988" y="1938338"/>
          <p14:tracePt t="105004" x="4865688" y="1938338"/>
          <p14:tracePt t="105020" x="4873625" y="1938338"/>
          <p14:tracePt t="105028" x="4873625" y="1931988"/>
          <p14:tracePt t="105036" x="4886325" y="1931988"/>
          <p14:tracePt t="105052" x="4894263" y="1924050"/>
          <p14:tracePt t="105060" x="4906963" y="1924050"/>
          <p14:tracePt t="105068" x="4914900" y="1924050"/>
          <p14:tracePt t="105076" x="4921250" y="1924050"/>
          <p14:tracePt t="105084" x="4929188" y="1924050"/>
          <p14:tracePt t="105092" x="4935538" y="1924050"/>
          <p14:tracePt t="105100" x="4941888" y="1924050"/>
          <p14:tracePt t="105108" x="4956175" y="1924050"/>
          <p14:tracePt t="105116" x="4962525" y="1924050"/>
          <p14:tracePt t="105124" x="4970463" y="1924050"/>
          <p14:tracePt t="105132" x="4976813" y="1924050"/>
          <p14:tracePt t="105140" x="4997450" y="1924050"/>
          <p14:tracePt t="105148" x="5018088" y="1924050"/>
          <p14:tracePt t="105156" x="5038725" y="1924050"/>
          <p14:tracePt t="105164" x="5053013" y="1924050"/>
          <p14:tracePt t="105172" x="5073650" y="1924050"/>
          <p14:tracePt t="105180" x="5087938" y="1924050"/>
          <p14:tracePt t="105189" x="5108575" y="1924050"/>
          <p14:tracePt t="105204" x="5122863" y="1924050"/>
          <p14:tracePt t="105212" x="5129213" y="1924050"/>
          <p14:tracePt t="105236" x="5143500" y="1924050"/>
          <p14:tracePt t="105252" x="5143500" y="1917700"/>
          <p14:tracePt t="105260" x="5149850" y="1917700"/>
          <p14:tracePt t="105276" x="5156200" y="1917700"/>
          <p14:tracePt t="105284" x="5164138" y="1917700"/>
          <p14:tracePt t="105308" x="5170488" y="1917700"/>
          <p14:tracePt t="105316" x="5184775" y="1917700"/>
          <p14:tracePt t="105325" x="5191125" y="1917700"/>
          <p14:tracePt t="105332" x="5191125" y="1924050"/>
          <p14:tracePt t="105549" x="5199063" y="1924050"/>
          <p14:tracePt t="105644" x="5199063" y="1911350"/>
          <p14:tracePt t="105685" x="5205413" y="1903413"/>
          <p14:tracePt t="105756" x="5211763" y="1903413"/>
          <p14:tracePt t="105764" x="5211763" y="1897063"/>
          <p14:tracePt t="105772" x="5219700" y="1889125"/>
          <p14:tracePt t="105780" x="5226050" y="1889125"/>
          <p14:tracePt t="105788" x="5226050" y="1882775"/>
          <p14:tracePt t="105804" x="5232400" y="1882775"/>
          <p14:tracePt t="105812" x="5246688" y="1882775"/>
          <p14:tracePt t="105988" x="5246688" y="1868488"/>
          <p14:tracePt t="105996" x="5246688" y="1855788"/>
          <p14:tracePt t="106004" x="5246688" y="1835150"/>
          <p14:tracePt t="106012" x="5260975" y="1814513"/>
          <p14:tracePt t="106020" x="5281613" y="1771650"/>
          <p14:tracePt t="106028" x="5316538" y="1730375"/>
          <p14:tracePt t="106036" x="5351463" y="1695450"/>
          <p14:tracePt t="106044" x="5364163" y="1674813"/>
          <p14:tracePt t="106052" x="5399088" y="1639888"/>
          <p14:tracePt t="106060" x="5427663" y="1606550"/>
          <p14:tracePt t="106068" x="5461000" y="1557338"/>
          <p14:tracePt t="106077" x="5481638" y="1522413"/>
          <p14:tracePt t="106084" x="5502275" y="1495425"/>
          <p14:tracePt t="106092" x="5530850" y="1466850"/>
          <p14:tracePt t="106100" x="5557838" y="1425575"/>
          <p14:tracePt t="106109" x="5586413" y="1392238"/>
          <p14:tracePt t="106116" x="5613400" y="1363663"/>
          <p14:tracePt t="106125" x="5634038" y="1343025"/>
          <p14:tracePt t="106132" x="5662613" y="1308100"/>
          <p14:tracePt t="106140" x="5675313" y="1287463"/>
          <p14:tracePt t="106148" x="5689600" y="1273175"/>
          <p14:tracePt t="106156" x="5718175" y="1246188"/>
          <p14:tracePt t="106164" x="5730875" y="1231900"/>
          <p14:tracePt t="106173" x="5745163" y="1225550"/>
          <p14:tracePt t="106196" x="5745163" y="1217613"/>
          <p14:tracePt t="106236" x="5751513" y="1217613"/>
          <p14:tracePt t="106260" x="5759450" y="1217613"/>
          <p14:tracePt t="106268" x="5765800" y="1217613"/>
          <p14:tracePt t="106284" x="5773738" y="1217613"/>
          <p14:tracePt t="106500" x="5765800" y="1217613"/>
          <p14:tracePt t="106524" x="5759450" y="1217613"/>
          <p14:tracePt t="106540" x="5751513" y="1217613"/>
          <p14:tracePt t="106557" x="5745163" y="1217613"/>
          <p14:tracePt t="106564" x="5738813" y="1217613"/>
          <p14:tracePt t="106588" x="5730875" y="1217613"/>
          <p14:tracePt t="106604" x="5724525" y="1217613"/>
          <p14:tracePt t="106612" x="5718175" y="1217613"/>
          <p14:tracePt t="106636" x="5710238" y="1217613"/>
          <p14:tracePt t="106644" x="5703888" y="1217613"/>
          <p14:tracePt t="106652" x="5697538" y="1217613"/>
          <p14:tracePt t="106684" x="5689600" y="1217613"/>
          <p14:tracePt t="106716" x="5683250" y="1217613"/>
          <p14:tracePt t="106764" x="5675313" y="1225550"/>
          <p14:tracePt t="106844" x="5668963" y="1225550"/>
          <p14:tracePt t="106860" x="5662613" y="1225550"/>
          <p14:tracePt t="106876" x="5654675" y="1225550"/>
          <p14:tracePt t="106900" x="5641975" y="1225550"/>
          <p14:tracePt t="106908" x="5634038" y="1225550"/>
          <p14:tracePt t="106916" x="5627688" y="1231900"/>
          <p14:tracePt t="106924" x="5621338" y="1231900"/>
          <p14:tracePt t="106940" x="5607050" y="1231900"/>
          <p14:tracePt t="106948" x="5600700" y="1231900"/>
          <p14:tracePt t="106956" x="5592763" y="1231900"/>
          <p14:tracePt t="106964" x="5578475" y="1231900"/>
          <p14:tracePt t="106972" x="5565775" y="1246188"/>
          <p14:tracePt t="106980" x="5551488" y="1246188"/>
          <p14:tracePt t="106988" x="5545138" y="1246188"/>
          <p14:tracePt t="106996" x="5530850" y="1252538"/>
          <p14:tracePt t="107005" x="5524500" y="1252538"/>
          <p14:tracePt t="107020" x="5516563" y="1252538"/>
          <p14:tracePt t="107037" x="5510213" y="1252538"/>
          <p14:tracePt t="107044" x="5502275" y="1252538"/>
          <p14:tracePt t="107052" x="5502275" y="1260475"/>
          <p14:tracePt t="107060" x="5495925" y="1260475"/>
          <p14:tracePt t="107068" x="5489575" y="1260475"/>
          <p14:tracePt t="107076" x="5481638" y="1266825"/>
          <p14:tracePt t="107092" x="5468938" y="1273175"/>
          <p14:tracePt t="107100" x="5454650" y="1281113"/>
          <p14:tracePt t="107109" x="5440363" y="1287463"/>
          <p14:tracePt t="107116" x="5427663" y="1293813"/>
          <p14:tracePt t="107125" x="5413375" y="1301750"/>
          <p14:tracePt t="107132" x="5384800" y="1308100"/>
          <p14:tracePt t="107140" x="5364163" y="1322388"/>
          <p14:tracePt t="107148" x="5357813" y="1328738"/>
          <p14:tracePt t="107156" x="5343525" y="1343025"/>
          <p14:tracePt t="107164" x="5322888" y="1349375"/>
          <p14:tracePt t="107172" x="5322888" y="1357313"/>
          <p14:tracePt t="107180" x="5308600" y="1363663"/>
          <p14:tracePt t="107188" x="5308600" y="1370013"/>
          <p14:tracePt t="107196" x="5302250" y="1370013"/>
          <p14:tracePt t="107204" x="5302250" y="1384300"/>
          <p14:tracePt t="107220" x="5302250" y="1392238"/>
          <p14:tracePt t="107236" x="5287963" y="1404938"/>
          <p14:tracePt t="107252" x="5287963" y="1412875"/>
          <p14:tracePt t="107260" x="5287963" y="1425575"/>
          <p14:tracePt t="107276" x="5287963" y="1433513"/>
          <p14:tracePt t="107284" x="5287963" y="1454150"/>
          <p14:tracePt t="107300" x="5287963" y="1466850"/>
          <p14:tracePt t="107309" x="5295900" y="1481138"/>
          <p14:tracePt t="107317" x="5302250" y="1495425"/>
          <p14:tracePt t="107325" x="5316538" y="1501775"/>
          <p14:tracePt t="107340" x="5316538" y="1509713"/>
          <p14:tracePt t="107349" x="5329238" y="1522413"/>
          <p14:tracePt t="107356" x="5337175" y="1522413"/>
          <p14:tracePt t="107364" x="5343525" y="1536700"/>
          <p14:tracePt t="107372" x="5357813" y="1550988"/>
          <p14:tracePt t="107380" x="5372100" y="1557338"/>
          <p14:tracePt t="107396" x="5384800" y="1571625"/>
          <p14:tracePt t="107404" x="5405438" y="1577975"/>
          <p14:tracePt t="107412" x="5419725" y="1585913"/>
          <p14:tracePt t="107420" x="5434013" y="1592263"/>
          <p14:tracePt t="107428" x="5440363" y="1598613"/>
          <p14:tracePt t="107436" x="5454650" y="1598613"/>
          <p14:tracePt t="107444" x="5468938" y="1606550"/>
          <p14:tracePt t="107452" x="5475288" y="1606550"/>
          <p14:tracePt t="107468" x="5489575" y="1606550"/>
          <p14:tracePt t="107476" x="5495925" y="1606550"/>
          <p14:tracePt t="107492" x="5502275" y="1606550"/>
          <p14:tracePt t="107500" x="5510213" y="1606550"/>
          <p14:tracePt t="107509" x="5516563" y="1606550"/>
          <p14:tracePt t="107516" x="5530850" y="1606550"/>
          <p14:tracePt t="107524" x="5537200" y="1598613"/>
          <p14:tracePt t="107532" x="5545138" y="1592263"/>
          <p14:tracePt t="107540" x="5551488" y="1585913"/>
          <p14:tracePt t="107556" x="5565775" y="1577975"/>
          <p14:tracePt t="107716" x="5572125" y="1571625"/>
          <p14:tracePt t="107740" x="5578475" y="1565275"/>
          <p14:tracePt t="107748" x="5586413" y="1565275"/>
          <p14:tracePt t="107756" x="5592763" y="1565275"/>
          <p14:tracePt t="107764" x="5600700" y="1565275"/>
          <p14:tracePt t="107772" x="5607050" y="1557338"/>
          <p14:tracePt t="107788" x="5613400" y="1557338"/>
          <p14:tracePt t="107796" x="5641975" y="1550988"/>
          <p14:tracePt t="107804" x="5654675" y="1543050"/>
          <p14:tracePt t="107820" x="5675313" y="1543050"/>
          <p14:tracePt t="107828" x="5689600" y="1536700"/>
          <p14:tracePt t="107836" x="5703888" y="1530350"/>
          <p14:tracePt t="107844" x="5718175" y="1530350"/>
          <p14:tracePt t="107852" x="5718175" y="1522413"/>
          <p14:tracePt t="107860" x="5724525" y="1522413"/>
          <p14:tracePt t="107884" x="5738813" y="1522413"/>
          <p14:tracePt t="107900" x="5738813" y="1516063"/>
          <p14:tracePt t="107909" x="5745163" y="1516063"/>
          <p14:tracePt t="108028" x="5745163" y="1509713"/>
          <p14:tracePt t="108068" x="5745163" y="1495425"/>
          <p14:tracePt t="108076" x="5745163" y="1481138"/>
          <p14:tracePt t="108084" x="5738813" y="1466850"/>
          <p14:tracePt t="108100" x="5738813" y="1454150"/>
          <p14:tracePt t="108132" x="5730875" y="1439863"/>
          <p14:tracePt t="108156" x="5730875" y="1433513"/>
          <p14:tracePt t="108164" x="5724525" y="1412875"/>
          <p14:tracePt t="108172" x="5724525" y="1404938"/>
          <p14:tracePt t="108180" x="5724525" y="1392238"/>
          <p14:tracePt t="108188" x="5724525" y="1370013"/>
          <p14:tracePt t="108196" x="5724525" y="1357313"/>
          <p14:tracePt t="108204" x="5724525" y="1349375"/>
          <p14:tracePt t="108212" x="5724525" y="1343025"/>
          <p14:tracePt t="108221" x="5724525" y="1328738"/>
          <p14:tracePt t="108228" x="5724525" y="1322388"/>
          <p14:tracePt t="108236" x="5724525" y="1308100"/>
          <p14:tracePt t="108244" x="5724525" y="1301750"/>
          <p14:tracePt t="108252" x="5724525" y="1287463"/>
          <p14:tracePt t="108260" x="5730875" y="1281113"/>
          <p14:tracePt t="108268" x="5730875" y="1273175"/>
          <p14:tracePt t="108276" x="5745163" y="1266825"/>
          <p14:tracePt t="108284" x="5745163" y="1260475"/>
          <p14:tracePt t="108292" x="5751513" y="1252538"/>
          <p14:tracePt t="108300" x="5759450" y="1246188"/>
          <p14:tracePt t="108309" x="5765800" y="1239838"/>
          <p14:tracePt t="108324" x="5780088" y="1231900"/>
          <p14:tracePt t="108332" x="5786438" y="1231900"/>
          <p14:tracePt t="108340" x="5794375" y="1231900"/>
          <p14:tracePt t="108348" x="5800725" y="1231900"/>
          <p14:tracePt t="108364" x="5815013" y="1231900"/>
          <p14:tracePt t="108372" x="5821363" y="1231900"/>
          <p14:tracePt t="108388" x="5835650" y="1231900"/>
          <p14:tracePt t="108396" x="5842000" y="1231900"/>
          <p14:tracePt t="108404" x="5848350" y="1231900"/>
          <p14:tracePt t="108412" x="5862638" y="1231900"/>
          <p14:tracePt t="108428" x="5870575" y="1231900"/>
          <p14:tracePt t="108444" x="5876925" y="1231900"/>
          <p14:tracePt t="108452" x="5891213" y="1231900"/>
          <p14:tracePt t="108460" x="5897563" y="1231900"/>
          <p14:tracePt t="108468" x="5897563" y="1239838"/>
          <p14:tracePt t="108476" x="5903913" y="1239838"/>
          <p14:tracePt t="108484" x="5918200" y="1246188"/>
          <p14:tracePt t="108492" x="5924550" y="1252538"/>
          <p14:tracePt t="108500" x="5938838" y="1266825"/>
          <p14:tracePt t="108524" x="5946775" y="1273175"/>
          <p14:tracePt t="108532" x="5946775" y="1281113"/>
          <p14:tracePt t="108596" x="5946775" y="1287463"/>
          <p14:tracePt t="108636" x="5946775" y="1293813"/>
          <p14:tracePt t="108676" x="5946775" y="1301750"/>
          <p14:tracePt t="108693" x="5946775" y="1308100"/>
          <p14:tracePt t="108741" x="5938838" y="1322388"/>
          <p14:tracePt t="108876" x="5924550" y="1322388"/>
          <p14:tracePt t="108908" x="5918200" y="1322388"/>
          <p14:tracePt t="108916" x="5911850" y="1328738"/>
          <p14:tracePt t="108932" x="5903913" y="1328738"/>
          <p14:tracePt t="108940" x="5897563" y="1328738"/>
          <p14:tracePt t="108948" x="5897563" y="1336675"/>
          <p14:tracePt t="108956" x="5883275" y="1336675"/>
          <p14:tracePt t="108964" x="5876925" y="1336675"/>
          <p14:tracePt t="108988" x="5862638" y="1336675"/>
          <p14:tracePt t="108996" x="5856288" y="1336675"/>
          <p14:tracePt t="109004" x="5848350" y="1336675"/>
          <p14:tracePt t="109012" x="5842000" y="1336675"/>
          <p14:tracePt t="109060" x="5842000" y="1343025"/>
          <p14:tracePt t="109084" x="5835650" y="1343025"/>
          <p14:tracePt t="109108" x="5827713" y="1349375"/>
          <p14:tracePt t="109116" x="5821363" y="1349375"/>
          <p14:tracePt t="109124" x="5815013" y="1349375"/>
          <p14:tracePt t="109132" x="5807075" y="1363663"/>
          <p14:tracePt t="109148" x="5800725" y="1363663"/>
          <p14:tracePt t="109156" x="5794375" y="1377950"/>
          <p14:tracePt t="109164" x="5786438" y="1377950"/>
          <p14:tracePt t="109172" x="5780088" y="1384300"/>
          <p14:tracePt t="109180" x="5780088" y="1392238"/>
          <p14:tracePt t="109188" x="5773738" y="1398588"/>
          <p14:tracePt t="109212" x="5773738" y="1404938"/>
          <p14:tracePt t="110380" x="5773738" y="1412875"/>
          <p14:tracePt t="110388" x="5773738" y="1425575"/>
          <p14:tracePt t="110420" x="5765800" y="1439863"/>
          <p14:tracePt t="110436" x="5765800" y="1446213"/>
          <p14:tracePt t="110452" x="5759450" y="1446213"/>
          <p14:tracePt t="110516" x="5759450" y="1454150"/>
          <p14:tracePt t="110532" x="5759450" y="1460500"/>
          <p14:tracePt t="110540" x="5751513" y="1466850"/>
          <p14:tracePt t="110556" x="5751513" y="1474788"/>
          <p14:tracePt t="110564" x="5751513" y="1481138"/>
          <p14:tracePt t="110572" x="5751513" y="1495425"/>
          <p14:tracePt t="110580" x="5751513" y="1509713"/>
          <p14:tracePt t="110588" x="5745163" y="1522413"/>
          <p14:tracePt t="110596" x="5745163" y="1530350"/>
          <p14:tracePt t="110604" x="5738813" y="1543050"/>
          <p14:tracePt t="110652" x="5738813" y="1550988"/>
          <p14:tracePt t="110660" x="5738813" y="1557338"/>
          <p14:tracePt t="110676" x="5730875" y="1557338"/>
          <p14:tracePt t="110684" x="5730875" y="1565275"/>
          <p14:tracePt t="110700" x="5724525" y="1571625"/>
          <p14:tracePt t="110716" x="5724525" y="1577975"/>
          <p14:tracePt t="110725" x="5718175" y="1585913"/>
          <p14:tracePt t="110732" x="5710238" y="1592263"/>
          <p14:tracePt t="110740" x="5703888" y="1592263"/>
          <p14:tracePt t="110756" x="5697538" y="1606550"/>
          <p14:tracePt t="110772" x="5683250" y="1606550"/>
          <p14:tracePt t="110780" x="5683250" y="1612900"/>
          <p14:tracePt t="110788" x="5675313" y="1619250"/>
          <p14:tracePt t="110796" x="5662613" y="1627188"/>
          <p14:tracePt t="110828" x="5654675" y="1639888"/>
          <p14:tracePt t="110844" x="5648325" y="1647825"/>
          <p14:tracePt t="110852" x="5648325" y="1662113"/>
          <p14:tracePt t="110860" x="5641975" y="1668463"/>
          <p14:tracePt t="110868" x="5634038" y="1674813"/>
          <p14:tracePt t="110876" x="5634038" y="1689100"/>
          <p14:tracePt t="110894" x="5621338" y="1703388"/>
          <p14:tracePt t="110900" x="5613400" y="1716088"/>
          <p14:tracePt t="110909" x="5600700" y="1738313"/>
          <p14:tracePt t="110916" x="5600700" y="1744663"/>
          <p14:tracePt t="110926" x="5586413" y="1771650"/>
          <p14:tracePt t="110932" x="5572125" y="1785938"/>
          <p14:tracePt t="110941" x="5565775" y="1800225"/>
          <p14:tracePt t="110948" x="5557838" y="1806575"/>
          <p14:tracePt t="110956" x="5557838" y="1820863"/>
          <p14:tracePt t="111588" x="5545138" y="1820863"/>
          <p14:tracePt t="111604" x="5537200" y="1820863"/>
          <p14:tracePt t="111612" x="5530850" y="1820863"/>
          <p14:tracePt t="111620" x="5524500" y="1820863"/>
          <p14:tracePt t="111628" x="5516563" y="1820863"/>
          <p14:tracePt t="111636" x="5510213" y="1820863"/>
          <p14:tracePt t="111644" x="5502275" y="1820863"/>
          <p14:tracePt t="111676" x="5495925" y="1820863"/>
          <p14:tracePt t="111692" x="5489575" y="1820863"/>
          <p14:tracePt t="111700" x="5481638" y="1820863"/>
          <p14:tracePt t="111716" x="5475288" y="1820863"/>
          <p14:tracePt t="111748" x="5461000" y="1820863"/>
          <p14:tracePt t="111788" x="5454650" y="1820863"/>
          <p14:tracePt t="111941" x="5440363" y="1820863"/>
          <p14:tracePt t="111964" x="5434013" y="1820863"/>
          <p14:tracePt t="111996" x="5427663" y="1827213"/>
          <p14:tracePt t="112020" x="5419725" y="1841500"/>
          <p14:tracePt t="112100" x="5419725" y="1847850"/>
          <p14:tracePt t="112116" x="5419725" y="1855788"/>
          <p14:tracePt t="112156" x="5419725" y="1862138"/>
          <p14:tracePt t="112180" x="5419725" y="1868488"/>
          <p14:tracePt t="112220" x="5427663" y="1876425"/>
          <p14:tracePt t="112228" x="5434013" y="1876425"/>
          <p14:tracePt t="112244" x="5440363" y="1876425"/>
          <p14:tracePt t="112252" x="5448300" y="1876425"/>
          <p14:tracePt t="112260" x="5454650" y="1876425"/>
          <p14:tracePt t="112276" x="5461000" y="1882775"/>
          <p14:tracePt t="112292" x="5475288" y="1882775"/>
          <p14:tracePt t="112300" x="5481638" y="1882775"/>
          <p14:tracePt t="112309" x="5495925" y="1882775"/>
          <p14:tracePt t="112325" x="5502275" y="1882775"/>
          <p14:tracePt t="112340" x="5516563" y="1882775"/>
          <p14:tracePt t="112348" x="5524500" y="1882775"/>
          <p14:tracePt t="112356" x="5530850" y="1882775"/>
          <p14:tracePt t="112364" x="5537200" y="1882775"/>
          <p14:tracePt t="112380" x="5545138" y="1882775"/>
          <p14:tracePt t="112396" x="5557838" y="1882775"/>
          <p14:tracePt t="112412" x="5565775" y="1882775"/>
          <p14:tracePt t="112428" x="5578475" y="1882775"/>
          <p14:tracePt t="112444" x="5586413" y="1882775"/>
          <p14:tracePt t="112468" x="5592763" y="1882775"/>
          <p14:tracePt t="112476" x="5607050" y="1882775"/>
          <p14:tracePt t="112492" x="5621338" y="1882775"/>
          <p14:tracePt t="112516" x="5627688" y="1882775"/>
          <p14:tracePt t="112525" x="5641975" y="1882775"/>
          <p14:tracePt t="112532" x="5654675" y="1882775"/>
          <p14:tracePt t="112540" x="5662613" y="1882775"/>
          <p14:tracePt t="112548" x="5668963" y="1882775"/>
          <p14:tracePt t="112564" x="5675313" y="1882775"/>
          <p14:tracePt t="112572" x="5683250" y="1882775"/>
          <p14:tracePt t="112580" x="5689600" y="1882775"/>
          <p14:tracePt t="112612" x="5697538" y="1882775"/>
          <p14:tracePt t="112628" x="5703888" y="1882775"/>
          <p14:tracePt t="112644" x="5710238" y="1882775"/>
          <p14:tracePt t="112676" x="5724525" y="1882775"/>
          <p14:tracePt t="112700" x="5730875" y="1882775"/>
          <p14:tracePt t="112716" x="5738813" y="1882775"/>
          <p14:tracePt t="112724" x="5745163" y="1882775"/>
          <p14:tracePt t="112732" x="5751513" y="1882775"/>
          <p14:tracePt t="112740" x="5759450" y="1882775"/>
          <p14:tracePt t="112748" x="5773738" y="1882775"/>
          <p14:tracePt t="112756" x="5780088" y="1882775"/>
          <p14:tracePt t="112764" x="5800725" y="1882775"/>
          <p14:tracePt t="112772" x="5821363" y="1882775"/>
          <p14:tracePt t="112780" x="5835650" y="1882775"/>
          <p14:tracePt t="112788" x="5856288" y="1882775"/>
          <p14:tracePt t="112804" x="5870575" y="1882775"/>
          <p14:tracePt t="112812" x="5876925" y="1882775"/>
          <p14:tracePt t="112836" x="5883275" y="1882775"/>
          <p14:tracePt t="112852" x="5891213" y="1882775"/>
          <p14:tracePt t="112876" x="5897563" y="1882775"/>
          <p14:tracePt t="114148" x="5891213" y="1882775"/>
          <p14:tracePt t="114156" x="5891213" y="1889125"/>
          <p14:tracePt t="114164" x="5876925" y="1897063"/>
          <p14:tracePt t="114172" x="5862638" y="1911350"/>
          <p14:tracePt t="114180" x="5848350" y="1917700"/>
          <p14:tracePt t="114188" x="5842000" y="1931988"/>
          <p14:tracePt t="114196" x="5815013" y="1952625"/>
          <p14:tracePt t="114204" x="5807075" y="1958975"/>
          <p14:tracePt t="114212" x="5794375" y="1973263"/>
          <p14:tracePt t="114220" x="5780088" y="1987550"/>
          <p14:tracePt t="114228" x="5773738" y="2000250"/>
          <p14:tracePt t="114236" x="5765800" y="2014538"/>
          <p14:tracePt t="114244" x="5751513" y="2035175"/>
          <p14:tracePt t="114252" x="5745163" y="2055813"/>
          <p14:tracePt t="114260" x="5738813" y="2070100"/>
          <p14:tracePt t="114268" x="5724525" y="2090738"/>
          <p14:tracePt t="114284" x="5724525" y="2105025"/>
          <p14:tracePt t="114292" x="5724525" y="2117725"/>
          <p14:tracePt t="114300" x="5718175" y="2117725"/>
          <p14:tracePt t="114308" x="5718175" y="2125663"/>
          <p14:tracePt t="114372" x="5718175" y="2132013"/>
          <p14:tracePt t="114420" x="5710238" y="2146300"/>
          <p14:tracePt t="114436" x="5710238" y="2160588"/>
          <p14:tracePt t="114444" x="5710238" y="2173288"/>
          <p14:tracePt t="114452" x="5703888" y="2201863"/>
          <p14:tracePt t="114460" x="5703888" y="2208213"/>
          <p14:tracePt t="114468" x="5683250" y="2249488"/>
          <p14:tracePt t="114476" x="5675313" y="2278063"/>
          <p14:tracePt t="114484" x="5675313" y="2298700"/>
          <p14:tracePt t="114493" x="5662613" y="2319338"/>
          <p14:tracePt t="114500" x="5662613" y="2339975"/>
          <p14:tracePt t="114509" x="5662613" y="2346325"/>
          <p14:tracePt t="114524" x="5662613" y="2360613"/>
          <p14:tracePt t="114532" x="5662613" y="2366963"/>
          <p14:tracePt t="114693" x="5654675" y="2374900"/>
          <p14:tracePt t="114716" x="5654675" y="2366963"/>
          <p14:tracePt t="114732" x="5654675" y="2360613"/>
          <p14:tracePt t="114756" x="5648325" y="2354263"/>
          <p14:tracePt t="114788" x="5641975" y="2354263"/>
          <p14:tracePt t="114796" x="5634038" y="2346325"/>
          <p14:tracePt t="114892" x="5627688" y="2339975"/>
          <p14:tracePt t="115212" x="5634038" y="2339975"/>
          <p14:tracePt t="115220" x="5641975" y="2339975"/>
          <p14:tracePt t="115236" x="5654675" y="2339975"/>
          <p14:tracePt t="115244" x="5662613" y="2339975"/>
          <p14:tracePt t="115260" x="5668963" y="2339975"/>
          <p14:tracePt t="115268" x="5675313" y="2339975"/>
          <p14:tracePt t="115276" x="5683250" y="2339975"/>
          <p14:tracePt t="115284" x="5697538" y="2339975"/>
          <p14:tracePt t="115300" x="5703888" y="2339975"/>
          <p14:tracePt t="115316" x="5710238" y="2339975"/>
          <p14:tracePt t="115324" x="5718175" y="2339975"/>
          <p14:tracePt t="115332" x="5724525" y="2339975"/>
          <p14:tracePt t="115356" x="5730875" y="2339975"/>
          <p14:tracePt t="115365" x="5738813" y="2339975"/>
          <p14:tracePt t="115956" x="5751513" y="2339975"/>
          <p14:tracePt t="115964" x="5765800" y="2339975"/>
          <p14:tracePt t="115972" x="5780088" y="2339975"/>
          <p14:tracePt t="115980" x="5786438" y="2339975"/>
          <p14:tracePt t="115988" x="5807075" y="2339975"/>
          <p14:tracePt t="115996" x="5827713" y="2339975"/>
          <p14:tracePt t="116004" x="5856288" y="2339975"/>
          <p14:tracePt t="116012" x="5876925" y="2339975"/>
          <p14:tracePt t="116020" x="5897563" y="2339975"/>
          <p14:tracePt t="116028" x="5911850" y="2339975"/>
          <p14:tracePt t="116036" x="5918200" y="2339975"/>
          <p14:tracePt t="117780" x="5932488" y="2339975"/>
          <p14:tracePt t="117804" x="5938838" y="2339975"/>
          <p14:tracePt t="117828" x="5946775" y="2339975"/>
          <p14:tracePt t="117836" x="5953125" y="2333625"/>
          <p14:tracePt t="117844" x="5959475" y="2333625"/>
          <p14:tracePt t="117852" x="5973763" y="2325688"/>
          <p14:tracePt t="117860" x="5980113" y="2325688"/>
          <p14:tracePt t="117868" x="5988050" y="2325688"/>
          <p14:tracePt t="117876" x="6000750" y="2325688"/>
          <p14:tracePt t="117894" x="6029325" y="2319338"/>
          <p14:tracePt t="117900" x="6049963" y="2319338"/>
          <p14:tracePt t="117908" x="6070600" y="2319338"/>
          <p14:tracePt t="117916" x="6076950" y="2319338"/>
          <p14:tracePt t="117925" x="6091238" y="2319338"/>
          <p14:tracePt t="117932" x="6097588" y="2319338"/>
          <p14:tracePt t="117940" x="6111875" y="2319338"/>
          <p14:tracePt t="117948" x="6126163" y="2319338"/>
          <p14:tracePt t="117964" x="6140450" y="2319338"/>
          <p14:tracePt t="117972" x="6153150" y="2319338"/>
          <p14:tracePt t="117980" x="6161088" y="2319338"/>
          <p14:tracePt t="117988" x="6167438" y="2319338"/>
          <p14:tracePt t="117996" x="6173788" y="2319338"/>
          <p14:tracePt t="118004" x="6181725" y="2319338"/>
          <p14:tracePt t="118020" x="6188075" y="2319338"/>
          <p14:tracePt t="118036" x="6194425" y="2319338"/>
          <p14:tracePt t="118052" x="6202363" y="2319338"/>
          <p14:tracePt t="118100" x="6208713" y="2319338"/>
          <p14:tracePt t="118124" x="6216650" y="2319338"/>
          <p14:tracePt t="118324" x="6216650" y="2311400"/>
          <p14:tracePt t="118332" x="6216650" y="2305050"/>
          <p14:tracePt t="118348" x="6216650" y="2298700"/>
          <p14:tracePt t="118380" x="6223000" y="2290763"/>
          <p14:tracePt t="118428" x="6229350" y="2284413"/>
          <p14:tracePt t="118460" x="6243638" y="2284413"/>
          <p14:tracePt t="118468" x="6249988" y="2284413"/>
          <p14:tracePt t="118484" x="6257925" y="2284413"/>
          <p14:tracePt t="118492" x="6264275" y="2284413"/>
          <p14:tracePt t="118516" x="6270625" y="2278063"/>
          <p14:tracePt t="118548" x="6278563" y="2278063"/>
          <p14:tracePt t="118604" x="6284913" y="2278063"/>
          <p14:tracePt t="118668" x="6292850" y="2278063"/>
          <p14:tracePt t="118716" x="6299200" y="2278063"/>
          <p14:tracePt t="118725" x="6305550" y="2278063"/>
          <p14:tracePt t="118732" x="6305550" y="2270125"/>
          <p14:tracePt t="118756" x="6305550" y="2263775"/>
          <p14:tracePt t="118892" x="6313488" y="2257425"/>
          <p14:tracePt t="118900" x="6319838" y="2257425"/>
          <p14:tracePt t="118909" x="6346825" y="2290763"/>
          <p14:tracePt t="118916" x="6375400" y="2311400"/>
          <p14:tracePt t="118925" x="6402388" y="2339975"/>
          <p14:tracePt t="118940" x="6410325" y="2346325"/>
          <p14:tracePt t="118948" x="6423025" y="2354263"/>
          <p14:tracePt t="118956" x="6430963" y="2366963"/>
          <p14:tracePt t="118964" x="6443663" y="2374900"/>
          <p14:tracePt t="118972" x="6451600" y="2387600"/>
          <p14:tracePt t="118980" x="6451600" y="2395538"/>
          <p14:tracePt t="118996" x="6465888" y="2409825"/>
          <p14:tracePt t="119756" x="6457950" y="2416175"/>
          <p14:tracePt t="119764" x="6451600" y="2422525"/>
          <p14:tracePt t="119780" x="6443663" y="2422525"/>
          <p14:tracePt t="119796" x="6430963" y="2430463"/>
          <p14:tracePt t="119805" x="6423025" y="2436813"/>
          <p14:tracePt t="119812" x="6416675" y="2436813"/>
          <p14:tracePt t="119821" x="6416675" y="2443163"/>
          <p14:tracePt t="119828" x="6410325" y="2443163"/>
          <p14:tracePt t="119837" x="6402388" y="2451100"/>
          <p14:tracePt t="119844" x="6396038" y="2457450"/>
          <p14:tracePt t="119860" x="6389688" y="2471738"/>
          <p14:tracePt t="119868" x="6375400" y="2471738"/>
          <p14:tracePt t="119876" x="6361113" y="2492375"/>
          <p14:tracePt t="119894" x="6346825" y="2513013"/>
          <p14:tracePt t="119900" x="6340475" y="2513013"/>
          <p14:tracePt t="119908" x="6334125" y="2527300"/>
          <p14:tracePt t="119916" x="6326188" y="2527300"/>
          <p14:tracePt t="119925" x="6326188" y="2540000"/>
          <p14:tracePt t="119932" x="6313488" y="2547938"/>
          <p14:tracePt t="119940" x="6313488" y="2554288"/>
          <p14:tracePt t="119956" x="6305550" y="2560638"/>
          <p14:tracePt t="119972" x="6305550" y="2568575"/>
          <p14:tracePt t="119980" x="6305550" y="2574925"/>
          <p14:tracePt t="119996" x="6299200" y="2589213"/>
          <p14:tracePt t="120004" x="6292850" y="2589213"/>
          <p14:tracePt t="120020" x="6292850" y="2595563"/>
          <p14:tracePt t="120108" x="6292850" y="2603500"/>
          <p14:tracePt t="120116" x="6292850" y="2609850"/>
          <p14:tracePt t="120132" x="6292850" y="2616200"/>
          <p14:tracePt t="120148" x="6292850" y="2624138"/>
          <p14:tracePt t="120156" x="6284913" y="2630488"/>
          <p14:tracePt t="120164" x="6284913" y="2636838"/>
          <p14:tracePt t="120172" x="6284913" y="2644775"/>
          <p14:tracePt t="120180" x="6284913" y="2651125"/>
          <p14:tracePt t="120188" x="6284913" y="2659063"/>
          <p14:tracePt t="120196" x="6284913" y="2665413"/>
          <p14:tracePt t="120204" x="6284913" y="2671763"/>
          <p14:tracePt t="120212" x="6284913" y="2686050"/>
          <p14:tracePt t="120220" x="6284913" y="2700338"/>
          <p14:tracePt t="120228" x="6284913" y="2713038"/>
          <p14:tracePt t="120236" x="6284913" y="2727325"/>
          <p14:tracePt t="120244" x="6284913" y="2747963"/>
          <p14:tracePt t="120252" x="6284913" y="2755900"/>
          <p14:tracePt t="120260" x="6284913" y="2762250"/>
          <p14:tracePt t="120268" x="6284913" y="2782888"/>
          <p14:tracePt t="120276" x="6284913" y="2797175"/>
          <p14:tracePt t="120284" x="6284913" y="2809875"/>
          <p14:tracePt t="120292" x="6284913" y="2824163"/>
          <p14:tracePt t="120300" x="6284913" y="2838450"/>
          <p14:tracePt t="120309" x="6284913" y="2852738"/>
          <p14:tracePt t="120316" x="6284913" y="2865438"/>
          <p14:tracePt t="120325" x="6284913" y="2873375"/>
          <p14:tracePt t="120332" x="6284913" y="2879725"/>
          <p14:tracePt t="120340" x="6284913" y="2894013"/>
          <p14:tracePt t="120348" x="6284913" y="2906713"/>
          <p14:tracePt t="120356" x="6284913" y="2914650"/>
          <p14:tracePt t="120372" x="6284913" y="2921000"/>
          <p14:tracePt t="120380" x="6284913" y="2928938"/>
          <p14:tracePt t="120388" x="6284913" y="2935288"/>
          <p14:tracePt t="120404" x="6284913" y="2941638"/>
          <p14:tracePt t="120412" x="6284913" y="2955925"/>
          <p14:tracePt t="120420" x="6284913" y="2962275"/>
          <p14:tracePt t="120428" x="6284913" y="2970213"/>
          <p14:tracePt t="120436" x="6284913" y="2976563"/>
          <p14:tracePt t="120444" x="6292850" y="2982913"/>
          <p14:tracePt t="120460" x="6292850" y="2990850"/>
          <p14:tracePt t="120468" x="6292850" y="2997200"/>
          <p14:tracePt t="120484" x="6292850" y="3005138"/>
          <p14:tracePt t="120492" x="6299200" y="3017838"/>
          <p14:tracePt t="120500" x="6299200" y="3025775"/>
          <p14:tracePt t="120509" x="6299200" y="3032125"/>
          <p14:tracePt t="120516" x="6299200" y="3046413"/>
          <p14:tracePt t="120525" x="6299200" y="3052763"/>
          <p14:tracePt t="120532" x="6313488" y="3059113"/>
          <p14:tracePt t="120540" x="6313488" y="3067050"/>
          <p14:tracePt t="120548" x="6313488" y="3073400"/>
          <p14:tracePt t="120556" x="6313488" y="3087688"/>
          <p14:tracePt t="120564" x="6319838" y="3094038"/>
          <p14:tracePt t="120580" x="6319838" y="3108325"/>
          <p14:tracePt t="120588" x="6319838" y="3114675"/>
          <p14:tracePt t="120596" x="6334125" y="3128963"/>
          <p14:tracePt t="120604" x="6334125" y="3135313"/>
          <p14:tracePt t="120620" x="6334125" y="3143250"/>
          <p14:tracePt t="120636" x="6334125" y="3149600"/>
          <p14:tracePt t="120652" x="6340475" y="3149600"/>
          <p14:tracePt t="120660" x="6340475" y="3155950"/>
          <p14:tracePt t="120668" x="6340475" y="3163888"/>
          <p14:tracePt t="120676" x="6340475" y="3170238"/>
          <p14:tracePt t="120692" x="6346825" y="3184525"/>
          <p14:tracePt t="120700" x="6354763" y="3184525"/>
          <p14:tracePt t="120709" x="6354763" y="3190875"/>
          <p14:tracePt t="120716" x="6354763" y="3198813"/>
          <p14:tracePt t="120725" x="6369050" y="3211513"/>
          <p14:tracePt t="120732" x="6369050" y="3225800"/>
          <p14:tracePt t="120740" x="6381750" y="3240088"/>
          <p14:tracePt t="120748" x="6381750" y="3246438"/>
          <p14:tracePt t="120756" x="6381750" y="3254375"/>
          <p14:tracePt t="120764" x="6381750" y="3260725"/>
          <p14:tracePt t="120773" x="6389688" y="3267075"/>
          <p14:tracePt t="120780" x="6396038" y="3275013"/>
          <p14:tracePt t="120788" x="6396038" y="3281363"/>
          <p14:tracePt t="120796" x="6402388" y="3281363"/>
          <p14:tracePt t="120812" x="6402388" y="3295650"/>
          <p14:tracePt t="120828" x="6410325" y="3295650"/>
          <p14:tracePt t="120844" x="6410325" y="3302000"/>
          <p14:tracePt t="120924" x="6416675" y="3302000"/>
          <p14:tracePt t="120948" x="6423025" y="3308350"/>
          <p14:tracePt t="121108" x="6430963" y="3316288"/>
          <p14:tracePt t="121140" x="6437313" y="3316288"/>
          <p14:tracePt t="121148" x="6443663" y="3316288"/>
          <p14:tracePt t="121164" x="6451600" y="3316288"/>
          <p14:tracePt t="121172" x="6457950" y="3322638"/>
          <p14:tracePt t="121180" x="6465888" y="3322638"/>
          <p14:tracePt t="121204" x="6465888" y="3328988"/>
          <p14:tracePt t="121212" x="6472238" y="3328988"/>
          <p14:tracePt t="121220" x="6478588" y="3328988"/>
          <p14:tracePt t="121236" x="6492875" y="3336925"/>
          <p14:tracePt t="121252" x="6499225" y="3336925"/>
          <p14:tracePt t="121276" x="6507163" y="3343275"/>
          <p14:tracePt t="121300" x="6513513" y="3351213"/>
          <p14:tracePt t="121532" x="6519863" y="3351213"/>
          <p14:tracePt t="121732" x="6527800" y="3351213"/>
          <p14:tracePt t="121740" x="6542088" y="3357563"/>
          <p14:tracePt t="121748" x="6548438" y="3357563"/>
          <p14:tracePt t="121764" x="6562725" y="3357563"/>
          <p14:tracePt t="121772" x="6569075" y="3357563"/>
          <p14:tracePt t="121788" x="6575425" y="3357563"/>
          <p14:tracePt t="121796" x="6583363" y="3357563"/>
          <p14:tracePt t="121804" x="6604000" y="3363913"/>
          <p14:tracePt t="121812" x="6610350" y="3363913"/>
          <p14:tracePt t="121820" x="6624638" y="3371850"/>
          <p14:tracePt t="121828" x="6638925" y="3371850"/>
          <p14:tracePt t="121836" x="6659563" y="3371850"/>
          <p14:tracePt t="121844" x="6686550" y="3384550"/>
          <p14:tracePt t="121852" x="6707188" y="3398838"/>
          <p14:tracePt t="121860" x="6721475" y="3398838"/>
          <p14:tracePt t="121868" x="6748463" y="3405188"/>
          <p14:tracePt t="121876" x="6769100" y="3413125"/>
          <p14:tracePt t="121910" x="6845300" y="3433763"/>
          <p14:tracePt t="121916" x="6853238" y="3433763"/>
          <p14:tracePt t="121924" x="6873875" y="3433763"/>
          <p14:tracePt t="121932" x="6880225" y="3433763"/>
          <p14:tracePt t="121940" x="6894513" y="3433763"/>
          <p14:tracePt t="121948" x="6900863" y="3433763"/>
          <p14:tracePt t="121956" x="6921500" y="3433763"/>
          <p14:tracePt t="121964" x="6929438" y="3433763"/>
          <p14:tracePt t="121972" x="6942138" y="3448050"/>
          <p14:tracePt t="121980" x="6950075" y="3454400"/>
          <p14:tracePt t="121988" x="6970713" y="3454400"/>
          <p14:tracePt t="121996" x="6977063" y="3454400"/>
          <p14:tracePt t="122004" x="6997700" y="3454400"/>
          <p14:tracePt t="122020" x="7018338" y="3460750"/>
          <p14:tracePt t="122028" x="7026275" y="3460750"/>
          <p14:tracePt t="122037" x="7038975" y="3460750"/>
          <p14:tracePt t="122044" x="7046913" y="3475038"/>
          <p14:tracePt t="122060" x="7053263" y="3475038"/>
          <p14:tracePt t="122068" x="7061200" y="3475038"/>
          <p14:tracePt t="122085" x="7067550" y="3475038"/>
          <p14:tracePt t="122092" x="7073900" y="3475038"/>
          <p14:tracePt t="122109" x="7081838" y="3475038"/>
          <p14:tracePt t="122125" x="7088188" y="3475038"/>
          <p14:tracePt t="122132" x="7102475" y="3475038"/>
          <p14:tracePt t="122148" x="7108825" y="3475038"/>
          <p14:tracePt t="122156" x="7115175" y="3475038"/>
          <p14:tracePt t="122244" x="7123113" y="3475038"/>
          <p14:tracePt t="122828" x="7123113" y="3468688"/>
          <p14:tracePt t="122964" x="7129463" y="3468688"/>
          <p14:tracePt t="122996" x="7137400" y="3454400"/>
          <p14:tracePt t="123012" x="7143750" y="3454400"/>
          <p14:tracePt t="123084" x="7150100" y="3454400"/>
          <p14:tracePt t="126196" x="7158038" y="3454400"/>
          <p14:tracePt t="126204" x="7170738" y="3454400"/>
          <p14:tracePt t="126212" x="7178675" y="3454400"/>
          <p14:tracePt t="126428" x="7178675" y="3448050"/>
          <p14:tracePt t="126436" x="7170738" y="3427413"/>
          <p14:tracePt t="126628" x="7170738" y="3419475"/>
          <p14:tracePt t="126636" x="7170738" y="3413125"/>
          <p14:tracePt t="126644" x="7170738" y="3405188"/>
          <p14:tracePt t="126660" x="7170738" y="3398838"/>
          <p14:tracePt t="126668" x="7170738" y="3384550"/>
          <p14:tracePt t="126692" x="7170738" y="3378200"/>
          <p14:tracePt t="126716" x="7170738" y="3371850"/>
          <p14:tracePt t="126725" x="7170738" y="3363913"/>
          <p14:tracePt t="126732" x="7178675" y="3363913"/>
          <p14:tracePt t="126748" x="7178675" y="3357563"/>
          <p14:tracePt t="126756" x="7178675" y="3351213"/>
          <p14:tracePt t="126772" x="7178675" y="3343275"/>
          <p14:tracePt t="126796" x="7178675" y="3336925"/>
          <p14:tracePt t="126804" x="7178675" y="3328988"/>
          <p14:tracePt t="126812" x="7178675" y="3322638"/>
          <p14:tracePt t="126820" x="7178675" y="3308350"/>
          <p14:tracePt t="126828" x="7178675" y="3295650"/>
          <p14:tracePt t="126836" x="7178675" y="3275013"/>
          <p14:tracePt t="126844" x="7178675" y="3254375"/>
          <p14:tracePt t="126852" x="7178675" y="3240088"/>
          <p14:tracePt t="126860" x="7178675" y="3219450"/>
          <p14:tracePt t="126868" x="7178675" y="3190875"/>
          <p14:tracePt t="126876" x="7178675" y="3163888"/>
          <p14:tracePt t="126894" x="7178675" y="3101975"/>
          <p14:tracePt t="126900" x="7178675" y="3059113"/>
          <p14:tracePt t="126909" x="7178675" y="3025775"/>
          <p14:tracePt t="126916" x="7178675" y="2982913"/>
          <p14:tracePt t="126924" x="7178675" y="2955925"/>
          <p14:tracePt t="126932" x="7178675" y="2928938"/>
          <p14:tracePt t="126940" x="7185025" y="2900363"/>
          <p14:tracePt t="126948" x="7185025" y="2879725"/>
          <p14:tracePt t="126956" x="7185025" y="2865438"/>
          <p14:tracePt t="126964" x="7185025" y="2852738"/>
          <p14:tracePt t="126972" x="7185025" y="2844800"/>
          <p14:tracePt t="126980" x="7185025" y="2832100"/>
          <p14:tracePt t="126988" x="7185025" y="2824163"/>
          <p14:tracePt t="126996" x="7185025" y="2809875"/>
          <p14:tracePt t="127012" x="7185025" y="2803525"/>
          <p14:tracePt t="127020" x="7191375" y="2803525"/>
          <p14:tracePt t="127068" x="7199313" y="2803525"/>
          <p14:tracePt t="127292" x="7205663" y="2803525"/>
          <p14:tracePt t="127740" x="7199313" y="2803525"/>
          <p14:tracePt t="127764" x="7191375" y="2803525"/>
          <p14:tracePt t="127772" x="7191375" y="2797175"/>
          <p14:tracePt t="127812" x="7185025" y="2797175"/>
          <p14:tracePt t="127820" x="7185025" y="2789238"/>
          <p14:tracePt t="127828" x="7178675" y="2782888"/>
          <p14:tracePt t="130684" x="7185025" y="2782888"/>
          <p14:tracePt t="130732" x="7191375" y="2782888"/>
          <p14:tracePt t="130741" x="7199313" y="2782888"/>
          <p14:tracePt t="130748" x="7199313" y="2789238"/>
          <p14:tracePt t="130796" x="7199313" y="2797175"/>
          <p14:tracePt t="130804" x="7205663" y="2817813"/>
          <p14:tracePt t="130820" x="7212013" y="2824163"/>
          <p14:tracePt t="130852" x="7212013" y="2832100"/>
          <p14:tracePt t="131068" x="7219950" y="2832100"/>
          <p14:tracePt t="131172" x="7226300" y="2832100"/>
          <p14:tracePt t="131196" x="7234238" y="2832100"/>
          <p14:tracePt t="131460" x="7234238" y="2824163"/>
          <p14:tracePt t="132132" x="7226300" y="2809875"/>
          <p14:tracePt t="132140" x="7219950" y="2809875"/>
          <p14:tracePt t="132148" x="7212013" y="2797175"/>
          <p14:tracePt t="132156" x="7205663" y="2797175"/>
          <p14:tracePt t="132164" x="7191375" y="2789238"/>
          <p14:tracePt t="132172" x="7185025" y="2782888"/>
          <p14:tracePt t="132180" x="7164388" y="2782888"/>
          <p14:tracePt t="132188" x="7143750" y="2782888"/>
          <p14:tracePt t="132196" x="7123113" y="2776538"/>
          <p14:tracePt t="132204" x="7108825" y="2762250"/>
          <p14:tracePt t="132220" x="7094538" y="2762250"/>
          <p14:tracePt t="132236" x="7088188" y="2762250"/>
          <p14:tracePt t="132244" x="7073900" y="2755900"/>
          <p14:tracePt t="132252" x="7067550" y="2755900"/>
          <p14:tracePt t="132260" x="7053263" y="2755900"/>
          <p14:tracePt t="132268" x="7038975" y="2747963"/>
          <p14:tracePt t="132276" x="7018338" y="2747963"/>
          <p14:tracePt t="132284" x="6997700" y="2747963"/>
          <p14:tracePt t="132292" x="6977063" y="2741613"/>
          <p14:tracePt t="132300" x="6956425" y="2741613"/>
          <p14:tracePt t="132309" x="6929438" y="2733675"/>
          <p14:tracePt t="132316" x="6900863" y="2727325"/>
          <p14:tracePt t="132324" x="6880225" y="2720975"/>
          <p14:tracePt t="132332" x="6853238" y="2713038"/>
          <p14:tracePt t="132340" x="6838950" y="2713038"/>
          <p14:tracePt t="132348" x="6818313" y="2706688"/>
          <p14:tracePt t="132356" x="6797675" y="2706688"/>
          <p14:tracePt t="132364" x="6777038" y="2706688"/>
          <p14:tracePt t="132372" x="6756400" y="2706688"/>
          <p14:tracePt t="132380" x="6742113" y="2706688"/>
          <p14:tracePt t="132388" x="6700838" y="2706688"/>
          <p14:tracePt t="132396" x="6659563" y="2706688"/>
          <p14:tracePt t="132404" x="6630988" y="2706688"/>
          <p14:tracePt t="132412" x="6624638" y="2706688"/>
          <p14:tracePt t="132420" x="6610350" y="2706688"/>
          <p14:tracePt t="132428" x="6604000" y="2706688"/>
          <p14:tracePt t="132436" x="6583363" y="2706688"/>
          <p14:tracePt t="132444" x="6562725" y="2713038"/>
          <p14:tracePt t="132452" x="6548438" y="2713038"/>
          <p14:tracePt t="132460" x="6519863" y="2720975"/>
          <p14:tracePt t="132468" x="6507163" y="2733675"/>
          <p14:tracePt t="132476" x="6486525" y="2733675"/>
          <p14:tracePt t="132484" x="6472238" y="2741613"/>
          <p14:tracePt t="132492" x="6472238" y="2747963"/>
          <p14:tracePt t="132509" x="6465888" y="2747963"/>
          <p14:tracePt t="132516" x="6465888" y="2755900"/>
          <p14:tracePt t="132532" x="6472238" y="2768600"/>
          <p14:tracePt t="132540" x="6499225" y="2782888"/>
          <p14:tracePt t="132548" x="6513513" y="2803525"/>
          <p14:tracePt t="132780" x="6513513" y="2797175"/>
          <p14:tracePt t="132788" x="6513513" y="2789238"/>
          <p14:tracePt t="132852" x="6507163" y="2789238"/>
          <p14:tracePt t="133260" x="6507163" y="2782888"/>
          <p14:tracePt t="133397" x="6507163" y="2776538"/>
          <p14:tracePt t="133412" x="6499225" y="2776538"/>
          <p14:tracePt t="133444" x="6492875" y="2762250"/>
          <p14:tracePt t="133452" x="6486525" y="2755900"/>
          <p14:tracePt t="133460" x="6486525" y="2741613"/>
          <p14:tracePt t="133468" x="6486525" y="2733675"/>
          <p14:tracePt t="133476" x="6478588" y="2727325"/>
          <p14:tracePt t="133484" x="6472238" y="2720975"/>
          <p14:tracePt t="133492" x="6465888" y="2713038"/>
          <p14:tracePt t="133500" x="6465888" y="2706688"/>
          <p14:tracePt t="133508" x="6457950" y="2700338"/>
          <p14:tracePt t="133516" x="6443663" y="2671763"/>
          <p14:tracePt t="133532" x="6437313" y="2659063"/>
          <p14:tracePt t="133540" x="6430963" y="2651125"/>
          <p14:tracePt t="133548" x="6423025" y="2624138"/>
          <p14:tracePt t="133556" x="6416675" y="2624138"/>
          <p14:tracePt t="133564" x="6416675" y="2616200"/>
          <p14:tracePt t="133572" x="6416675" y="2603500"/>
          <p14:tracePt t="133580" x="6410325" y="2595563"/>
          <p14:tracePt t="133588" x="6410325" y="2589213"/>
          <p14:tracePt t="133596" x="6396038" y="2574925"/>
          <p14:tracePt t="133604" x="6396038" y="2560638"/>
          <p14:tracePt t="133612" x="6369050" y="2527300"/>
          <p14:tracePt t="133620" x="6361113" y="2506663"/>
          <p14:tracePt t="133628" x="6354763" y="2478088"/>
          <p14:tracePt t="133636" x="6334125" y="2451100"/>
          <p14:tracePt t="133644" x="6319838" y="2430463"/>
          <p14:tracePt t="133652" x="6305550" y="2401888"/>
          <p14:tracePt t="133660" x="6284913" y="2381250"/>
          <p14:tracePt t="133668" x="6270625" y="2354263"/>
          <p14:tracePt t="133676" x="6249988" y="2339975"/>
          <p14:tracePt t="133684" x="6229350" y="2311400"/>
          <p14:tracePt t="133692" x="6208713" y="2298700"/>
          <p14:tracePt t="133700" x="6202363" y="2284413"/>
          <p14:tracePt t="133709" x="6188075" y="2263775"/>
          <p14:tracePt t="133716" x="6173788" y="2243138"/>
          <p14:tracePt t="133724" x="6161088" y="2236788"/>
          <p14:tracePt t="133732" x="6161088" y="2228850"/>
          <p14:tracePt t="133740" x="6153150" y="2222500"/>
          <p14:tracePt t="133748" x="6146800" y="2208213"/>
          <p14:tracePt t="133764" x="6140450" y="2201863"/>
          <p14:tracePt t="133772" x="6140450" y="2193925"/>
          <p14:tracePt t="133796" x="6140450" y="2181225"/>
          <p14:tracePt t="133804" x="6132513" y="2166938"/>
          <p14:tracePt t="133812" x="6132513" y="2152650"/>
          <p14:tracePt t="133820" x="6132513" y="2138363"/>
          <p14:tracePt t="133828" x="6132513" y="2125663"/>
          <p14:tracePt t="133837" x="6132513" y="2097088"/>
          <p14:tracePt t="133844" x="6132513" y="2084388"/>
          <p14:tracePt t="133853" x="6132513" y="2062163"/>
          <p14:tracePt t="133860" x="6132513" y="2041525"/>
          <p14:tracePt t="133868" x="6132513" y="2014538"/>
          <p14:tracePt t="133876" x="6132513" y="1987550"/>
          <p14:tracePt t="133884" x="6132513" y="1958975"/>
          <p14:tracePt t="133894" x="6132513" y="1931988"/>
          <p14:tracePt t="133900" x="6132513" y="1911350"/>
          <p14:tracePt t="133909" x="6132513" y="1868488"/>
          <p14:tracePt t="133916" x="6132513" y="1847850"/>
          <p14:tracePt t="133924" x="6111875" y="1820863"/>
          <p14:tracePt t="133932" x="6105525" y="1792288"/>
          <p14:tracePt t="133940" x="6097588" y="1771650"/>
          <p14:tracePt t="133948" x="6091238" y="1738313"/>
          <p14:tracePt t="133956" x="6084888" y="1724025"/>
          <p14:tracePt t="133964" x="6076950" y="1695450"/>
          <p14:tracePt t="133972" x="6064250" y="1662113"/>
          <p14:tracePt t="133980" x="6056313" y="1647825"/>
          <p14:tracePt t="133988" x="6043613" y="1627188"/>
          <p14:tracePt t="133996" x="6021388" y="1598613"/>
          <p14:tracePt t="134004" x="6015038" y="1585913"/>
          <p14:tracePt t="134012" x="5994400" y="1565275"/>
          <p14:tracePt t="134020" x="5988050" y="1557338"/>
          <p14:tracePt t="134028" x="5973763" y="1536700"/>
          <p14:tracePt t="134036" x="5959475" y="1530350"/>
          <p14:tracePt t="134044" x="5946775" y="1516063"/>
          <p14:tracePt t="134052" x="5938838" y="1509713"/>
          <p14:tracePt t="134060" x="5938838" y="1501775"/>
          <p14:tracePt t="134068" x="5924550" y="1489075"/>
          <p14:tracePt t="134076" x="5918200" y="1489075"/>
          <p14:tracePt t="134084" x="5903913" y="1481138"/>
          <p14:tracePt t="134100" x="5891213" y="1481138"/>
          <p14:tracePt t="134108" x="5876925" y="1466850"/>
          <p14:tracePt t="134116" x="5856288" y="1460500"/>
          <p14:tracePt t="134124" x="5835650" y="1460500"/>
          <p14:tracePt t="134132" x="5827713" y="1460500"/>
          <p14:tracePt t="134140" x="5800725" y="1460500"/>
          <p14:tracePt t="134148" x="5780088" y="1460500"/>
          <p14:tracePt t="134156" x="5759450" y="1460500"/>
          <p14:tracePt t="134164" x="5745163" y="1460500"/>
          <p14:tracePt t="134172" x="5724525" y="1460500"/>
          <p14:tracePt t="134180" x="5710238" y="1460500"/>
          <p14:tracePt t="134188" x="5697538" y="1460500"/>
          <p14:tracePt t="134196" x="5683250" y="1460500"/>
          <p14:tracePt t="134204" x="5668963" y="1460500"/>
          <p14:tracePt t="134212" x="5648325" y="1460500"/>
          <p14:tracePt t="134220" x="5627688" y="1466850"/>
          <p14:tracePt t="134228" x="5613400" y="1474788"/>
          <p14:tracePt t="134236" x="5592763" y="1489075"/>
          <p14:tracePt t="134244" x="5565775" y="1501775"/>
          <p14:tracePt t="134252" x="5545138" y="1516063"/>
          <p14:tracePt t="134260" x="5530850" y="1522413"/>
          <p14:tracePt t="134268" x="5502275" y="1550988"/>
          <p14:tracePt t="134276" x="5495925" y="1550988"/>
          <p14:tracePt t="134284" x="5475288" y="1565275"/>
          <p14:tracePt t="134292" x="5461000" y="1577975"/>
          <p14:tracePt t="134300" x="5454650" y="1585913"/>
          <p14:tracePt t="134308" x="5427663" y="1612900"/>
          <p14:tracePt t="134316" x="5419725" y="1633538"/>
          <p14:tracePt t="134325" x="5419725" y="1654175"/>
          <p14:tracePt t="134332" x="5399088" y="1674813"/>
          <p14:tracePt t="134340" x="5392738" y="1703388"/>
          <p14:tracePt t="134348" x="5392738" y="1724025"/>
          <p14:tracePt t="134356" x="5392738" y="1744663"/>
          <p14:tracePt t="134364" x="5378450" y="1758950"/>
          <p14:tracePt t="134372" x="5372100" y="1771650"/>
          <p14:tracePt t="134380" x="5372100" y="1792288"/>
          <p14:tracePt t="134388" x="5372100" y="1806575"/>
          <p14:tracePt t="134396" x="5372100" y="1820863"/>
          <p14:tracePt t="134404" x="5372100" y="1847850"/>
          <p14:tracePt t="134412" x="5372100" y="1868488"/>
          <p14:tracePt t="134420" x="5372100" y="1889125"/>
          <p14:tracePt t="134428" x="5378450" y="1917700"/>
          <p14:tracePt t="134436" x="5384800" y="1952625"/>
          <p14:tracePt t="134444" x="5392738" y="1965325"/>
          <p14:tracePt t="134452" x="5399088" y="2008188"/>
          <p14:tracePt t="134460" x="5405438" y="2020888"/>
          <p14:tracePt t="134468" x="5434013" y="2062163"/>
          <p14:tracePt t="134476" x="5440363" y="2097088"/>
          <p14:tracePt t="134484" x="5448300" y="2111375"/>
          <p14:tracePt t="134492" x="5468938" y="2138363"/>
          <p14:tracePt t="134500" x="5475288" y="2160588"/>
          <p14:tracePt t="134509" x="5495925" y="2187575"/>
          <p14:tracePt t="134516" x="5502275" y="2201863"/>
          <p14:tracePt t="134525" x="5524500" y="2222500"/>
          <p14:tracePt t="134532" x="5530850" y="2236788"/>
          <p14:tracePt t="134540" x="5545138" y="2257425"/>
          <p14:tracePt t="134548" x="5557838" y="2270125"/>
          <p14:tracePt t="134556" x="5572125" y="2284413"/>
          <p14:tracePt t="134564" x="5578475" y="2290763"/>
          <p14:tracePt t="134572" x="5592763" y="2305050"/>
          <p14:tracePt t="134580" x="5600700" y="2311400"/>
          <p14:tracePt t="134588" x="5613400" y="2325688"/>
          <p14:tracePt t="134596" x="5621338" y="2325688"/>
          <p14:tracePt t="134604" x="5627688" y="2339975"/>
          <p14:tracePt t="134612" x="5641975" y="2346325"/>
          <p14:tracePt t="134620" x="5648325" y="2354263"/>
          <p14:tracePt t="134628" x="5654675" y="2354263"/>
          <p14:tracePt t="134636" x="5675313" y="2366963"/>
          <p14:tracePt t="134652" x="5689600" y="2374900"/>
          <p14:tracePt t="134660" x="5697538" y="2374900"/>
          <p14:tracePt t="134668" x="5703888" y="2381250"/>
          <p14:tracePt t="134676" x="5718175" y="2387600"/>
          <p14:tracePt t="134684" x="5724525" y="2387600"/>
          <p14:tracePt t="134692" x="5738813" y="2395538"/>
          <p14:tracePt t="134700" x="5745163" y="2395538"/>
          <p14:tracePt t="134716" x="5759450" y="2395538"/>
          <p14:tracePt t="134725" x="5765800" y="2401888"/>
          <p14:tracePt t="134732" x="5780088" y="2401888"/>
          <p14:tracePt t="134740" x="5794375" y="2416175"/>
          <p14:tracePt t="134756" x="5815013" y="2422525"/>
          <p14:tracePt t="134764" x="5827713" y="2422525"/>
          <p14:tracePt t="134772" x="5842000" y="2430463"/>
          <p14:tracePt t="134780" x="5856288" y="2430463"/>
          <p14:tracePt t="134788" x="5870575" y="2436813"/>
          <p14:tracePt t="134796" x="5883275" y="2436813"/>
          <p14:tracePt t="134804" x="5891213" y="2436813"/>
          <p14:tracePt t="134812" x="5903913" y="2436813"/>
          <p14:tracePt t="134820" x="5911850" y="2436813"/>
          <p14:tracePt t="134828" x="5918200" y="2436813"/>
          <p14:tracePt t="134836" x="5932488" y="2436813"/>
          <p14:tracePt t="134844" x="5938838" y="2436813"/>
          <p14:tracePt t="134852" x="5946775" y="2436813"/>
          <p14:tracePt t="134860" x="5953125" y="2436813"/>
          <p14:tracePt t="134868" x="5959475" y="2436813"/>
          <p14:tracePt t="134876" x="5967413" y="2436813"/>
          <p14:tracePt t="134894" x="5980113" y="2436813"/>
          <p14:tracePt t="134900" x="5994400" y="2430463"/>
          <p14:tracePt t="134909" x="6000750" y="2430463"/>
          <p14:tracePt t="134916" x="6015038" y="2422525"/>
          <p14:tracePt t="134932" x="6029325" y="2416175"/>
          <p14:tracePt t="134940" x="6043613" y="2409825"/>
          <p14:tracePt t="134948" x="6056313" y="2401888"/>
          <p14:tracePt t="134956" x="6064250" y="2387600"/>
          <p14:tracePt t="134964" x="6070600" y="2387600"/>
          <p14:tracePt t="134972" x="6070600" y="2374900"/>
          <p14:tracePt t="134980" x="6076950" y="2374900"/>
          <p14:tracePt t="134988" x="6084888" y="2360613"/>
          <p14:tracePt t="134996" x="6091238" y="2346325"/>
          <p14:tracePt t="135004" x="6091238" y="2333625"/>
          <p14:tracePt t="135012" x="6097588" y="2325688"/>
          <p14:tracePt t="135020" x="6097588" y="2311400"/>
          <p14:tracePt t="135028" x="6097588" y="2305050"/>
          <p14:tracePt t="135036" x="6097588" y="2290763"/>
          <p14:tracePt t="135044" x="6097588" y="2284413"/>
          <p14:tracePt t="135052" x="6097588" y="2278063"/>
          <p14:tracePt t="135060" x="6111875" y="2263775"/>
          <p14:tracePt t="135076" x="6111875" y="2257425"/>
          <p14:tracePt t="135084" x="6111875" y="2249488"/>
          <p14:tracePt t="135092" x="6111875" y="2243138"/>
          <p14:tracePt t="135100" x="6111875" y="2236788"/>
          <p14:tracePt t="135116" x="6111875" y="2222500"/>
          <p14:tracePt t="135132" x="6111875" y="2214563"/>
          <p14:tracePt t="135156" x="6111875" y="2208213"/>
          <p14:tracePt t="135164" x="6111875" y="2201863"/>
          <p14:tracePt t="135180" x="6111875" y="2193925"/>
          <p14:tracePt t="135196" x="6111875" y="2187575"/>
          <p14:tracePt t="135204" x="6111875" y="2181225"/>
          <p14:tracePt t="135212" x="6111875" y="2173288"/>
          <p14:tracePt t="135228" x="6111875" y="2166938"/>
          <p14:tracePt t="135236" x="6111875" y="2160588"/>
          <p14:tracePt t="135252" x="6111875" y="2152650"/>
          <p14:tracePt t="135260" x="6111875" y="2146300"/>
          <p14:tracePt t="135268" x="6111875" y="2138363"/>
          <p14:tracePt t="135284" x="6111875" y="2132013"/>
          <p14:tracePt t="135292" x="6111875" y="2125663"/>
          <p14:tracePt t="135300" x="6111875" y="2117725"/>
          <p14:tracePt t="135309" x="6111875" y="2111375"/>
          <p14:tracePt t="135316" x="6111875" y="2105025"/>
          <p14:tracePt t="135325" x="6111875" y="2097088"/>
          <p14:tracePt t="135340" x="6111875" y="2084388"/>
          <p14:tracePt t="135348" x="6111875" y="2070100"/>
          <p14:tracePt t="135356" x="6111875" y="2055813"/>
          <p14:tracePt t="135364" x="6111875" y="2049463"/>
          <p14:tracePt t="135380" x="6111875" y="2035175"/>
          <p14:tracePt t="135396" x="6111875" y="2028825"/>
          <p14:tracePt t="135404" x="6111875" y="2020888"/>
          <p14:tracePt t="135412" x="6111875" y="2014538"/>
          <p14:tracePt t="135420" x="6111875" y="2000250"/>
          <p14:tracePt t="135428" x="6105525" y="1993900"/>
          <p14:tracePt t="135436" x="6105525" y="1987550"/>
          <p14:tracePt t="135444" x="6105525" y="1979613"/>
          <p14:tracePt t="135452" x="6091238" y="1958975"/>
          <p14:tracePt t="135468" x="6084888" y="1944688"/>
          <p14:tracePt t="135484" x="6084888" y="1938338"/>
          <p14:tracePt t="135492" x="6070600" y="1917700"/>
          <p14:tracePt t="135509" x="6064250" y="1903413"/>
          <p14:tracePt t="135516" x="6064250" y="1897063"/>
          <p14:tracePt t="135525" x="6056313" y="1897063"/>
          <p14:tracePt t="135532" x="6056313" y="1889125"/>
          <p14:tracePt t="135540" x="6056313" y="1882775"/>
          <p14:tracePt t="135556" x="6049963" y="1882775"/>
          <p14:tracePt t="135580" x="6049963" y="1876425"/>
          <p14:tracePt t="135596" x="6049963" y="1868488"/>
          <p14:tracePt t="135612" x="6043613" y="1855788"/>
          <p14:tracePt t="135636" x="6043613" y="1847850"/>
          <p14:tracePt t="135764" x="6043613" y="1841500"/>
          <p14:tracePt t="135956" x="6043613" y="1835150"/>
          <p14:tracePt t="135964" x="6043613" y="1827213"/>
          <p14:tracePt t="135972" x="6035675" y="1827213"/>
          <p14:tracePt t="135988" x="6021388" y="1814513"/>
          <p14:tracePt t="135996" x="6021388" y="1806575"/>
          <p14:tracePt t="136036" x="6008688" y="1806575"/>
          <p14:tracePt t="136076" x="6000750" y="1800225"/>
          <p14:tracePt t="136092" x="5994400" y="1785938"/>
          <p14:tracePt t="136100" x="5988050" y="1785938"/>
          <p14:tracePt t="136109" x="5973763" y="1785938"/>
          <p14:tracePt t="136116" x="5959475" y="1779588"/>
          <p14:tracePt t="136124" x="5953125" y="1779588"/>
          <p14:tracePt t="136132" x="5938838" y="1771650"/>
          <p14:tracePt t="136140" x="5932488" y="1771650"/>
          <p14:tracePt t="136148" x="5918200" y="1771650"/>
          <p14:tracePt t="136156" x="5903913" y="1765300"/>
          <p14:tracePt t="136172" x="5891213" y="1765300"/>
          <p14:tracePt t="136188" x="5883275" y="1765300"/>
          <p14:tracePt t="136196" x="5870575" y="1765300"/>
          <p14:tracePt t="136212" x="5862638" y="1765300"/>
          <p14:tracePt t="136228" x="5848350" y="1765300"/>
          <p14:tracePt t="136236" x="5835650" y="1765300"/>
          <p14:tracePt t="136244" x="5821363" y="1765300"/>
          <p14:tracePt t="136252" x="5794375" y="1771650"/>
          <p14:tracePt t="136260" x="5780088" y="1785938"/>
          <p14:tracePt t="136268" x="5759450" y="1785938"/>
          <p14:tracePt t="136277" x="5738813" y="1792288"/>
          <p14:tracePt t="136284" x="5710238" y="1800225"/>
          <p14:tracePt t="136292" x="5703888" y="1814513"/>
          <p14:tracePt t="136300" x="5675313" y="1820863"/>
          <p14:tracePt t="136309" x="5668963" y="1827213"/>
          <p14:tracePt t="136316" x="5654675" y="1835150"/>
          <p14:tracePt t="136332" x="5654675" y="1841500"/>
          <p14:tracePt t="136452" x="5648325" y="1841500"/>
          <p14:tracePt t="136596" x="5648325" y="1835150"/>
          <p14:tracePt t="136612" x="5654675" y="1835150"/>
          <p14:tracePt t="136620" x="5654675" y="1827213"/>
          <p14:tracePt t="136644" x="5662613" y="1827213"/>
          <p14:tracePt t="136652" x="5668963" y="1827213"/>
          <p14:tracePt t="136668" x="5675313" y="1827213"/>
          <p14:tracePt t="136676" x="5683250" y="1827213"/>
          <p14:tracePt t="136684" x="5697538" y="1827213"/>
          <p14:tracePt t="136692" x="5703888" y="1827213"/>
          <p14:tracePt t="136700" x="5718175" y="1827213"/>
          <p14:tracePt t="136716" x="5724525" y="1827213"/>
          <p14:tracePt t="136732" x="5738813" y="1827213"/>
          <p14:tracePt t="136748" x="5745163" y="1827213"/>
          <p14:tracePt t="136764" x="5759450" y="1827213"/>
          <p14:tracePt t="136772" x="5765800" y="1835150"/>
          <p14:tracePt t="136780" x="5773738" y="1835150"/>
          <p14:tracePt t="136788" x="5780088" y="1841500"/>
          <p14:tracePt t="136804" x="5786438" y="1841500"/>
          <p14:tracePt t="136820" x="5794375" y="1847850"/>
          <p14:tracePt t="136836" x="5800725" y="1847850"/>
          <p14:tracePt t="136868" x="5807075" y="1847850"/>
          <p14:tracePt t="136884" x="5815013" y="1847850"/>
          <p14:tracePt t="136892" x="5821363" y="1847850"/>
          <p14:tracePt t="137228" x="5827713" y="1847850"/>
          <p14:tracePt t="137244" x="5842000" y="1847850"/>
          <p14:tracePt t="137276" x="5848350" y="1847850"/>
          <p14:tracePt t="137308" x="5862638" y="1847850"/>
          <p14:tracePt t="137332" x="5870575" y="1847850"/>
          <p14:tracePt t="137340" x="5883275" y="1847850"/>
          <p14:tracePt t="137348" x="5891213" y="1847850"/>
          <p14:tracePt t="137356" x="5903913" y="1847850"/>
          <p14:tracePt t="137364" x="5911850" y="1847850"/>
          <p14:tracePt t="137372" x="5924550" y="1847850"/>
          <p14:tracePt t="137380" x="5938838" y="1847850"/>
          <p14:tracePt t="137396" x="5946775" y="1847850"/>
          <p14:tracePt t="137460" x="5953125" y="1847850"/>
          <p14:tracePt t="137476" x="5959475" y="1847850"/>
          <p14:tracePt t="137508" x="5967413" y="1862138"/>
          <p14:tracePt t="137540" x="5973763" y="1868488"/>
          <p14:tracePt t="137580" x="5980113" y="1868488"/>
          <p14:tracePt t="138092" x="5988050" y="1882775"/>
          <p14:tracePt t="138116" x="6000750" y="1889125"/>
          <p14:tracePt t="138124" x="6000750" y="1903413"/>
          <p14:tracePt t="138132" x="6008688" y="1903413"/>
          <p14:tracePt t="138140" x="6015038" y="1917700"/>
          <p14:tracePt t="138148" x="6029325" y="1924050"/>
          <p14:tracePt t="138156" x="6029325" y="1931988"/>
          <p14:tracePt t="138164" x="6043613" y="1938338"/>
          <p14:tracePt t="138180" x="6043613" y="1944688"/>
          <p14:tracePt t="138188" x="6043613" y="1952625"/>
          <p14:tracePt t="138196" x="6049963" y="1952625"/>
          <p14:tracePt t="138204" x="6049963" y="1958975"/>
          <p14:tracePt t="138212" x="6049963" y="1973263"/>
          <p14:tracePt t="138228" x="6064250" y="1987550"/>
          <p14:tracePt t="138237" x="6064250" y="2000250"/>
          <p14:tracePt t="138244" x="6064250" y="2008188"/>
          <p14:tracePt t="138252" x="6070600" y="2014538"/>
          <p14:tracePt t="138260" x="6070600" y="2035175"/>
          <p14:tracePt t="138268" x="6076950" y="2041525"/>
          <p14:tracePt t="138276" x="6076950" y="2055813"/>
          <p14:tracePt t="138284" x="6084888" y="2070100"/>
          <p14:tracePt t="138292" x="6084888" y="2084388"/>
          <p14:tracePt t="138300" x="6084888" y="2090738"/>
          <p14:tracePt t="138309" x="6084888" y="2105025"/>
          <p14:tracePt t="138316" x="6084888" y="2111375"/>
          <p14:tracePt t="138325" x="6084888" y="2125663"/>
          <p14:tracePt t="138332" x="6084888" y="2138363"/>
          <p14:tracePt t="138340" x="6084888" y="2152650"/>
          <p14:tracePt t="138348" x="6084888" y="2166938"/>
          <p14:tracePt t="138356" x="6076950" y="2181225"/>
          <p14:tracePt t="138364" x="6070600" y="2193925"/>
          <p14:tracePt t="138372" x="6049963" y="2208213"/>
          <p14:tracePt t="138380" x="6035675" y="2222500"/>
          <p14:tracePt t="138388" x="6015038" y="2249488"/>
          <p14:tracePt t="138396" x="5994400" y="2270125"/>
          <p14:tracePt t="138404" x="5973763" y="2305050"/>
          <p14:tracePt t="138412" x="5959475" y="2319338"/>
          <p14:tracePt t="138420" x="5938838" y="2346325"/>
          <p14:tracePt t="138428" x="5932488" y="2354263"/>
          <p14:tracePt t="138436" x="5911850" y="2366963"/>
          <p14:tracePt t="138444" x="5903913" y="2366963"/>
          <p14:tracePt t="138452" x="5891213" y="2374900"/>
          <p14:tracePt t="138460" x="5891213" y="2381250"/>
          <p14:tracePt t="138468" x="5883275" y="2381250"/>
          <p14:tracePt t="138492" x="5876925" y="2381250"/>
          <p14:tracePt t="138500" x="5876925" y="2387600"/>
          <p14:tracePt t="138524" x="5870575" y="2387600"/>
          <p14:tracePt t="138532" x="5862638" y="2387600"/>
          <p14:tracePt t="138540" x="5856288" y="2387600"/>
          <p14:tracePt t="138564" x="5848350" y="2387600"/>
          <p14:tracePt t="138572" x="5842000" y="2387600"/>
          <p14:tracePt t="138588" x="5835650" y="2387600"/>
          <p14:tracePt t="138596" x="5827713" y="2387600"/>
          <p14:tracePt t="138604" x="5821363" y="2381250"/>
          <p14:tracePt t="138612" x="5815013" y="2381250"/>
          <p14:tracePt t="138620" x="5807075" y="2381250"/>
          <p14:tracePt t="138644" x="5794375" y="2374900"/>
          <p14:tracePt t="138668" x="5786438" y="2374900"/>
          <p14:tracePt t="138692" x="5773738" y="2374900"/>
          <p14:tracePt t="138700" x="5773738" y="2366963"/>
          <p14:tracePt t="138716" x="5765800" y="2360613"/>
          <p14:tracePt t="138852" x="5765800" y="2354263"/>
          <p14:tracePt t="138868" x="5765800" y="2346325"/>
          <p14:tracePt t="138876" x="5765800" y="2339975"/>
          <p14:tracePt t="138908" x="5773738" y="2339975"/>
          <p14:tracePt t="138924" x="5780088" y="2339975"/>
          <p14:tracePt t="138948" x="5786438" y="2339975"/>
          <p14:tracePt t="138964" x="5794375" y="2339975"/>
          <p14:tracePt t="138972" x="5807075" y="2339975"/>
          <p14:tracePt t="138980" x="5815013" y="2339975"/>
          <p14:tracePt t="138988" x="5827713" y="2339975"/>
          <p14:tracePt t="138996" x="5835650" y="2339975"/>
          <p14:tracePt t="139004" x="5856288" y="2339975"/>
          <p14:tracePt t="139020" x="5870575" y="2339975"/>
          <p14:tracePt t="139028" x="5876925" y="2339975"/>
          <p14:tracePt t="139044" x="5883275" y="2339975"/>
          <p14:tracePt t="139052" x="5891213" y="2339975"/>
          <p14:tracePt t="139060" x="5897563" y="2339975"/>
          <p14:tracePt t="139228" x="5903913" y="2333625"/>
          <p14:tracePt t="139261" x="5903913" y="2325688"/>
          <p14:tracePt t="139308" x="5903913" y="2319338"/>
          <p14:tracePt t="139340" x="5903913" y="2311400"/>
          <p14:tracePt t="139356" x="5911850" y="2311400"/>
          <p14:tracePt t="139412" x="5918200" y="2311400"/>
          <p14:tracePt t="139428" x="5924550" y="2311400"/>
          <p14:tracePt t="139436" x="5932488" y="2311400"/>
          <p14:tracePt t="139460" x="5938838" y="2311400"/>
          <p14:tracePt t="139653" x="5953125" y="2311400"/>
          <p14:tracePt t="139812" x="5959475" y="2319338"/>
          <p14:tracePt t="139820" x="5967413" y="2325688"/>
          <p14:tracePt t="139828" x="5980113" y="2325688"/>
          <p14:tracePt t="140108" x="5988050" y="2325688"/>
          <p14:tracePt t="140140" x="5994400" y="2325688"/>
          <p14:tracePt t="140148" x="6000750" y="2325688"/>
          <p14:tracePt t="140156" x="6008688" y="2325688"/>
          <p14:tracePt t="140164" x="6021388" y="2325688"/>
          <p14:tracePt t="140172" x="6043613" y="2325688"/>
          <p14:tracePt t="140180" x="6049963" y="2325688"/>
          <p14:tracePt t="140188" x="6084888" y="2333625"/>
          <p14:tracePt t="140196" x="6111875" y="2333625"/>
          <p14:tracePt t="140204" x="6140450" y="2333625"/>
          <p14:tracePt t="140212" x="6188075" y="2360613"/>
          <p14:tracePt t="140220" x="6243638" y="2366963"/>
          <p14:tracePt t="140228" x="6313488" y="2387600"/>
          <p14:tracePt t="140236" x="6369050" y="2401888"/>
          <p14:tracePt t="140244" x="6430963" y="2422525"/>
          <p14:tracePt t="140252" x="6492875" y="2436813"/>
          <p14:tracePt t="140260" x="6562725" y="2457450"/>
          <p14:tracePt t="140268" x="6616700" y="2471738"/>
          <p14:tracePt t="140276" x="6686550" y="2498725"/>
          <p14:tracePt t="140284" x="6742113" y="2513013"/>
          <p14:tracePt t="140292" x="6811963" y="2533650"/>
          <p14:tracePt t="140300" x="6859588" y="2540000"/>
          <p14:tracePt t="140309" x="6921500" y="2554288"/>
          <p14:tracePt t="140317" x="6970713" y="2574925"/>
          <p14:tracePt t="140324" x="7032625" y="2589213"/>
          <p14:tracePt t="140332" x="7081838" y="2609850"/>
          <p14:tracePt t="140340" x="7108825" y="2624138"/>
          <p14:tracePt t="140348" x="7143750" y="2644775"/>
          <p14:tracePt t="140356" x="7164388" y="2651125"/>
          <p14:tracePt t="140588" x="7170738" y="2651125"/>
          <p14:tracePt t="140604" x="7170738" y="2644775"/>
          <p14:tracePt t="140612" x="7185025" y="2644775"/>
          <p14:tracePt t="140620" x="7191375" y="2644775"/>
          <p14:tracePt t="140628" x="7212013" y="2644775"/>
          <p14:tracePt t="140636" x="7226300" y="2651125"/>
          <p14:tracePt t="140644" x="7240588" y="2651125"/>
          <p14:tracePt t="140652" x="7261225" y="2651125"/>
          <p14:tracePt t="140660" x="7275513" y="2659063"/>
          <p14:tracePt t="140668" x="7288213" y="2659063"/>
          <p14:tracePt t="140676" x="7296150" y="2659063"/>
          <p14:tracePt t="140684" x="7302500" y="2659063"/>
          <p14:tracePt t="140692" x="7310438" y="2659063"/>
          <p14:tracePt t="140708" x="7316788" y="2659063"/>
          <p14:tracePt t="140716" x="7323138" y="2659063"/>
          <p14:tracePt t="140732" x="7331075" y="2659063"/>
          <p14:tracePt t="140741" x="7337425" y="2659063"/>
          <p14:tracePt t="140748" x="7343775" y="2659063"/>
          <p14:tracePt t="140756" x="7351713" y="2659063"/>
          <p14:tracePt t="140772" x="7358063" y="2659063"/>
          <p14:tracePt t="140780" x="7364413" y="2659063"/>
          <p14:tracePt t="140788" x="7372350" y="2659063"/>
          <p14:tracePt t="140804" x="7378700" y="2659063"/>
          <p14:tracePt t="140820" x="7392988" y="2659063"/>
          <p14:tracePt t="140836" x="7399338" y="2659063"/>
          <p14:tracePt t="140844" x="7413625" y="2659063"/>
          <p14:tracePt t="140852" x="7427913" y="2659063"/>
          <p14:tracePt t="140860" x="7434263" y="2665413"/>
          <p14:tracePt t="140868" x="7448550" y="2665413"/>
          <p14:tracePt t="140876" x="7461250" y="2671763"/>
          <p14:tracePt t="140894" x="7489825" y="2671763"/>
          <p14:tracePt t="140900" x="7504113" y="2679700"/>
          <p14:tracePt t="140909" x="7510463" y="2679700"/>
          <p14:tracePt t="140916" x="7524750" y="2692400"/>
          <p14:tracePt t="140924" x="7531100" y="2692400"/>
          <p14:tracePt t="140932" x="7537450" y="2692400"/>
          <p14:tracePt t="140948" x="7545388" y="2692400"/>
          <p14:tracePt t="140956" x="7551738" y="2692400"/>
          <p14:tracePt t="140964" x="7558088" y="2692400"/>
          <p14:tracePt t="140988" x="7566025" y="2700338"/>
          <p14:tracePt t="140996" x="7580313" y="2700338"/>
          <p14:tracePt t="141004" x="7586663" y="2700338"/>
          <p14:tracePt t="141012" x="7593013" y="2700338"/>
          <p14:tracePt t="141021" x="7600950" y="2700338"/>
          <p14:tracePt t="141028" x="7607300" y="2713038"/>
          <p14:tracePt t="141052" x="7613650" y="2713038"/>
          <p14:tracePt t="141132" x="7621588" y="2720975"/>
          <p14:tracePt t="141156" x="7627938" y="2727325"/>
          <p14:tracePt t="141164" x="7627938" y="2733675"/>
          <p14:tracePt t="141172" x="7634288" y="2741613"/>
          <p14:tracePt t="141180" x="7642225" y="2747963"/>
          <p14:tracePt t="141188" x="7656513" y="2762250"/>
          <p14:tracePt t="141204" x="7662863" y="2768600"/>
          <p14:tracePt t="141212" x="7677150" y="2776538"/>
          <p14:tracePt t="141220" x="7677150" y="2782888"/>
          <p14:tracePt t="141236" x="7683500" y="2782888"/>
          <p14:tracePt t="141388" x="7683500" y="2776538"/>
          <p14:tracePt t="141396" x="7677150" y="2768600"/>
          <p14:tracePt t="141404" x="7669213" y="2762250"/>
          <p14:tracePt t="141420" x="7662863" y="2755900"/>
          <p14:tracePt t="141508" x="7648575" y="2755900"/>
          <p14:tracePt t="141532" x="7648575" y="2747963"/>
          <p14:tracePt t="141581" x="7642225" y="2747963"/>
          <p14:tracePt t="141596" x="7634288" y="2741613"/>
          <p14:tracePt t="141604" x="7627938" y="2741613"/>
          <p14:tracePt t="141620" x="7627938" y="2733675"/>
          <p14:tracePt t="141636" x="7621588" y="2733675"/>
          <p14:tracePt t="141676" x="7607300" y="2733675"/>
          <p14:tracePt t="141700" x="7600950" y="2733675"/>
          <p14:tracePt t="141780" x="7586663" y="2733675"/>
          <p14:tracePt t="141812" x="7580313" y="2733675"/>
          <p14:tracePt t="141844" x="7566025" y="2733675"/>
          <p14:tracePt t="141877" x="7558088" y="2733675"/>
          <p14:tracePt t="141932" x="7551738" y="2733675"/>
          <p14:tracePt t="141956" x="7545388" y="2733675"/>
          <p14:tracePt t="141972" x="7537450" y="2733675"/>
          <p14:tracePt t="142036" x="7531100" y="2733675"/>
          <p14:tracePt t="142068" x="7524750" y="2741613"/>
          <p14:tracePt t="142084" x="7524750" y="2747963"/>
          <p14:tracePt t="142100" x="7516813" y="2755900"/>
          <p14:tracePt t="142132" x="7510463" y="2755900"/>
          <p14:tracePt t="142188" x="7510463" y="2762250"/>
          <p14:tracePt t="142204" x="7504113" y="2762250"/>
          <p14:tracePt t="142228" x="7496175" y="2768600"/>
          <p14:tracePt t="142276" x="7496175" y="2776538"/>
          <p14:tracePt t="142284" x="7489825" y="2782888"/>
          <p14:tracePt t="142300" x="7483475" y="2782888"/>
          <p14:tracePt t="142316" x="7483475" y="2789238"/>
          <p14:tracePt t="142332" x="7475538" y="2789238"/>
          <p14:tracePt t="142388" x="7475538" y="2797175"/>
          <p14:tracePt t="142436" x="7475538" y="2803525"/>
          <p14:tracePt t="142460" x="7475538" y="2809875"/>
          <p14:tracePt t="142500" x="7475538" y="2817813"/>
          <p14:tracePt t="142532" x="7475538" y="2832100"/>
          <p14:tracePt t="142572" x="7475538" y="2838450"/>
          <p14:tracePt t="142596" x="7475538" y="2844800"/>
          <p14:tracePt t="142612" x="7475538" y="2852738"/>
          <p14:tracePt t="142628" x="7475538" y="2859088"/>
          <p14:tracePt t="142669" x="7475538" y="2865438"/>
          <p14:tracePt t="142684" x="7475538" y="2873375"/>
          <p14:tracePt t="142716" x="7475538" y="2879725"/>
          <p14:tracePt t="142748" x="7475538" y="2886075"/>
          <p14:tracePt t="142756" x="7475538" y="2894013"/>
          <p14:tracePt t="142812" x="7483475" y="2894013"/>
          <p14:tracePt t="142836" x="7489825" y="2894013"/>
          <p14:tracePt t="142852" x="7496175" y="2894013"/>
          <p14:tracePt t="142860" x="7496175" y="2900363"/>
          <p14:tracePt t="142876" x="7504113" y="2900363"/>
          <p14:tracePt t="142892" x="7516813" y="2906713"/>
          <p14:tracePt t="142908" x="7524750" y="2906713"/>
          <p14:tracePt t="142932" x="7537450" y="2906713"/>
          <p14:tracePt t="142948" x="7545388" y="2906713"/>
          <p14:tracePt t="142972" x="7558088" y="2906713"/>
          <p14:tracePt t="142988" x="7566025" y="2906713"/>
          <p14:tracePt t="142996" x="7566025" y="2914650"/>
          <p14:tracePt t="143012" x="7572375" y="2914650"/>
          <p14:tracePt t="143020" x="7580313" y="2914650"/>
          <p14:tracePt t="143036" x="7586663" y="2914650"/>
          <p14:tracePt t="143060" x="7593013" y="2914650"/>
          <p14:tracePt t="143076" x="7600950" y="2914650"/>
          <p14:tracePt t="143092" x="7607300" y="2914650"/>
          <p14:tracePt t="143108" x="7613650" y="2914650"/>
          <p14:tracePt t="143124" x="7621588" y="2914650"/>
          <p14:tracePt t="143140" x="7627938" y="2914650"/>
          <p14:tracePt t="143156" x="7634288" y="2914650"/>
          <p14:tracePt t="143180" x="7642225" y="2914650"/>
          <p14:tracePt t="143228" x="7648575" y="2914650"/>
          <p14:tracePt t="143244" x="7656513" y="2914650"/>
          <p14:tracePt t="143276" x="7662863" y="2914650"/>
          <p14:tracePt t="143324" x="7662863" y="2906713"/>
          <p14:tracePt t="143348" x="7677150" y="2900363"/>
          <p14:tracePt t="143380" x="7677150" y="2894013"/>
          <p14:tracePt t="143413" x="7683500" y="2894013"/>
          <p14:tracePt t="143428" x="7683500" y="2886075"/>
          <p14:tracePt t="143460" x="7689850" y="2873375"/>
          <p14:tracePt t="143492" x="7689850" y="2865438"/>
          <p14:tracePt t="143516" x="7704138" y="2852738"/>
          <p14:tracePt t="143572" x="7710488" y="2844800"/>
          <p14:tracePt t="143604" x="7710488" y="2838450"/>
          <p14:tracePt t="143644" x="7710488" y="2832100"/>
          <p14:tracePt t="143652" x="7718425" y="2832100"/>
          <p14:tracePt t="143668" x="7724775" y="2824163"/>
          <p14:tracePt t="143804" x="7724775" y="2817813"/>
          <p14:tracePt t="144844" x="7731125" y="2809875"/>
          <p14:tracePt t="144860" x="7745413" y="2809875"/>
          <p14:tracePt t="145124" x="7739063" y="2797175"/>
          <p14:tracePt t="145132" x="7731125" y="2797175"/>
          <p14:tracePt t="145204" x="7724775" y="2797175"/>
          <p14:tracePt t="145220" x="7718425" y="2797175"/>
          <p14:tracePt t="145228" x="7710488" y="2797175"/>
          <p14:tracePt t="145237" x="7704138" y="2797175"/>
          <p14:tracePt t="145244" x="7689850" y="2809875"/>
          <p14:tracePt t="145253" x="7689850" y="2817813"/>
          <p14:tracePt t="145260" x="7677150" y="2832100"/>
          <p14:tracePt t="145269" x="7669213" y="2852738"/>
          <p14:tracePt t="145276" x="7648575" y="2865438"/>
          <p14:tracePt t="145284" x="7648575" y="2879725"/>
          <p14:tracePt t="145292" x="7642225" y="2894013"/>
          <p14:tracePt t="145300" x="7627938" y="2906713"/>
          <p14:tracePt t="145309" x="7621588" y="2921000"/>
          <p14:tracePt t="145316" x="7600950" y="2949575"/>
          <p14:tracePt t="145324" x="7593013" y="2976563"/>
          <p14:tracePt t="145332" x="7572375" y="3025775"/>
          <p14:tracePt t="145340" x="7551738" y="3052763"/>
          <p14:tracePt t="145348" x="7524750" y="3094038"/>
          <p14:tracePt t="145356" x="7504113" y="3114675"/>
          <p14:tracePt t="145364" x="7496175" y="3135313"/>
          <p14:tracePt t="145372" x="7475538" y="3149600"/>
          <p14:tracePt t="145380" x="7475538" y="3163888"/>
          <p14:tracePt t="145388" x="7469188" y="3170238"/>
          <p14:tracePt t="145396" x="7454900" y="3184525"/>
          <p14:tracePt t="145404" x="7448550" y="3190875"/>
          <p14:tracePt t="145412" x="7440613" y="3211513"/>
          <p14:tracePt t="145420" x="7440613" y="3219450"/>
          <p14:tracePt t="145428" x="7440613" y="3232150"/>
          <p14:tracePt t="145436" x="7440613" y="3240088"/>
          <p14:tracePt t="145444" x="7440613" y="3254375"/>
          <p14:tracePt t="145452" x="7427913" y="3260725"/>
          <p14:tracePt t="145460" x="7427913" y="3281363"/>
          <p14:tracePt t="145468" x="7427913" y="3287713"/>
          <p14:tracePt t="145484" x="7427913" y="3302000"/>
          <p14:tracePt t="145492" x="7427913" y="3308350"/>
          <p14:tracePt t="145509" x="7427913" y="3322638"/>
          <p14:tracePt t="145524" x="7427913" y="3328988"/>
          <p14:tracePt t="145533" x="7427913" y="3336925"/>
          <p14:tracePt t="145540" x="7427913" y="3343275"/>
          <p14:tracePt t="145548" x="7427913" y="3351213"/>
          <p14:tracePt t="145556" x="7427913" y="3357563"/>
          <p14:tracePt t="145564" x="7427913" y="3363913"/>
          <p14:tracePt t="145580" x="7427913" y="3371850"/>
          <p14:tracePt t="145588" x="7427913" y="3378200"/>
          <p14:tracePt t="145596" x="7427913" y="3384550"/>
          <p14:tracePt t="145620" x="7427913" y="3392488"/>
          <p14:tracePt t="145628" x="7434263" y="3398838"/>
          <p14:tracePt t="145652" x="7434263" y="3405188"/>
          <p14:tracePt t="145660" x="7440613" y="3413125"/>
          <p14:tracePt t="145668" x="7448550" y="3419475"/>
          <p14:tracePt t="145676" x="7454900" y="3419475"/>
          <p14:tracePt t="145684" x="7461250" y="3427413"/>
          <p14:tracePt t="145692" x="7461250" y="3433763"/>
          <p14:tracePt t="145700" x="7475538" y="3440113"/>
          <p14:tracePt t="145716" x="7475538" y="3454400"/>
          <p14:tracePt t="145732" x="7483475" y="3454400"/>
          <p14:tracePt t="145740" x="7489825" y="3460750"/>
          <p14:tracePt t="145748" x="7496175" y="3460750"/>
          <p14:tracePt t="145764" x="7510463" y="3475038"/>
          <p14:tracePt t="145772" x="7516813" y="3475038"/>
          <p14:tracePt t="145780" x="7537450" y="3481388"/>
          <p14:tracePt t="145788" x="7551738" y="3489325"/>
          <p14:tracePt t="145796" x="7572375" y="3495675"/>
          <p14:tracePt t="145804" x="7580313" y="3495675"/>
          <p14:tracePt t="145812" x="7586663" y="3503613"/>
          <p14:tracePt t="145820" x="7593013" y="3503613"/>
          <p14:tracePt t="145828" x="7607300" y="3509963"/>
          <p14:tracePt t="145836" x="7613650" y="3509963"/>
          <p14:tracePt t="145844" x="7627938" y="3509963"/>
          <p14:tracePt t="145852" x="7634288" y="3509963"/>
          <p14:tracePt t="145860" x="7648575" y="3509963"/>
          <p14:tracePt t="145868" x="7656513" y="3509963"/>
          <p14:tracePt t="145877" x="7662863" y="3509963"/>
          <p14:tracePt t="145884" x="7677150" y="3509963"/>
          <p14:tracePt t="145892" x="7683500" y="3509963"/>
          <p14:tracePt t="145900" x="7704138" y="3509963"/>
          <p14:tracePt t="145909" x="7724775" y="3509963"/>
          <p14:tracePt t="145916" x="7731125" y="3509963"/>
          <p14:tracePt t="145924" x="7753350" y="3509963"/>
          <p14:tracePt t="145932" x="7773988" y="3509963"/>
          <p14:tracePt t="145940" x="7780338" y="3509963"/>
          <p14:tracePt t="145948" x="7794625" y="3509963"/>
          <p14:tracePt t="145956" x="7800975" y="3509963"/>
          <p14:tracePt t="145972" x="7807325" y="3495675"/>
          <p14:tracePt t="145980" x="7807325" y="3489325"/>
          <p14:tracePt t="145988" x="7807325" y="3481388"/>
          <p14:tracePt t="145996" x="7807325" y="3475038"/>
          <p14:tracePt t="146004" x="7807325" y="3468688"/>
          <p14:tracePt t="146012" x="7807325" y="3460750"/>
          <p14:tracePt t="146028" x="7807325" y="3454400"/>
          <p14:tracePt t="146036" x="7807325" y="3448050"/>
          <p14:tracePt t="146044" x="7807325" y="3440113"/>
          <p14:tracePt t="146068" x="7807325" y="3433763"/>
          <p14:tracePt t="146084" x="7807325" y="3427413"/>
          <p14:tracePt t="146108" x="7807325" y="3419475"/>
          <p14:tracePt t="146132" x="7807325" y="3413125"/>
          <p14:tracePt t="146404" x="7821613" y="3413125"/>
          <p14:tracePt t="146412" x="7829550" y="3413125"/>
          <p14:tracePt t="146420" x="7835900" y="3413125"/>
          <p14:tracePt t="146428" x="7850188" y="3413125"/>
          <p14:tracePt t="146436" x="7870825" y="3413125"/>
          <p14:tracePt t="146444" x="7891463" y="3419475"/>
          <p14:tracePt t="146452" x="7897813" y="3419475"/>
          <p14:tracePt t="146460" x="7905750" y="3419475"/>
          <p14:tracePt t="146468" x="7918450" y="3427413"/>
          <p14:tracePt t="146484" x="7932738" y="3427413"/>
          <p14:tracePt t="146492" x="7939088" y="3427413"/>
          <p14:tracePt t="146500" x="7947025" y="3427413"/>
          <p14:tracePt t="146508" x="7959725" y="3427413"/>
          <p14:tracePt t="146516" x="7967663" y="3427413"/>
          <p14:tracePt t="146524" x="7988300" y="3427413"/>
          <p14:tracePt t="146532" x="8015288" y="3427413"/>
          <p14:tracePt t="146540" x="8043863" y="3427413"/>
          <p14:tracePt t="146548" x="8085138" y="3427413"/>
          <p14:tracePt t="146556" x="8105775" y="3427413"/>
          <p14:tracePt t="146564" x="8132763" y="3427413"/>
          <p14:tracePt t="146572" x="8153400" y="3427413"/>
          <p14:tracePt t="146580" x="8161338" y="3427413"/>
          <p14:tracePt t="146588" x="8175625" y="3427413"/>
          <p14:tracePt t="146596" x="8181975" y="3427413"/>
          <p14:tracePt t="146604" x="8196263" y="3427413"/>
          <p14:tracePt t="146636" x="8202613" y="3427413"/>
          <p14:tracePt t="146644" x="8216900" y="3427413"/>
          <p14:tracePt t="146660" x="8223250" y="3427413"/>
          <p14:tracePt t="146685" x="8237538" y="3427413"/>
          <p14:tracePt t="146796" x="8237538" y="3419475"/>
          <p14:tracePt t="146804" x="8243888" y="3413125"/>
          <p14:tracePt t="146812" x="8243888" y="3405188"/>
          <p14:tracePt t="146821" x="8243888" y="3398838"/>
          <p14:tracePt t="146828" x="8251825" y="3378200"/>
          <p14:tracePt t="146844" x="8251825" y="3371850"/>
          <p14:tracePt t="146852" x="8264525" y="3351213"/>
          <p14:tracePt t="146868" x="8272463" y="3343275"/>
          <p14:tracePt t="146892" x="8272463" y="3336925"/>
          <p14:tracePt t="146900" x="8278813" y="3336925"/>
          <p14:tracePt t="146909" x="8285163" y="3336925"/>
          <p14:tracePt t="146916" x="8293100" y="3328988"/>
          <p14:tracePt t="146924" x="8299450" y="3328988"/>
          <p14:tracePt t="146933" x="8305800" y="3322638"/>
          <p14:tracePt t="146940" x="8313738" y="3322638"/>
          <p14:tracePt t="146948" x="8320088" y="3322638"/>
          <p14:tracePt t="146956" x="8326438" y="3322638"/>
          <p14:tracePt t="146964" x="8334375" y="3322638"/>
          <p14:tracePt t="146972" x="8340725" y="3322638"/>
          <p14:tracePt t="146980" x="8348663" y="3322638"/>
          <p14:tracePt t="146996" x="8355013" y="3322638"/>
          <p14:tracePt t="147004" x="8361363" y="3322638"/>
          <p14:tracePt t="147020" x="8369300" y="3322638"/>
          <p14:tracePt t="147068" x="8369300" y="3328988"/>
          <p14:tracePt t="147092" x="8369300" y="3336925"/>
          <p14:tracePt t="147124" x="8369300" y="3343275"/>
          <p14:tracePt t="147172" x="8361363" y="3351213"/>
          <p14:tracePt t="147196" x="8355013" y="3351213"/>
          <p14:tracePt t="147796" x="8355013" y="3357563"/>
          <p14:tracePt t="148004" x="8348663" y="3357563"/>
          <p14:tracePt t="148020" x="8340725" y="3351213"/>
          <p14:tracePt t="148044" x="8334375" y="3343275"/>
          <p14:tracePt t="148084" x="8326438" y="3328988"/>
          <p14:tracePt t="148317" x="8326438" y="3322638"/>
          <p14:tracePt t="148324" x="8326438" y="3316288"/>
          <p14:tracePt t="148340" x="8326438" y="3308350"/>
          <p14:tracePt t="148356" x="8326438" y="3302000"/>
          <p14:tracePt t="148372" x="8326438" y="3295650"/>
          <p14:tracePt t="148452" x="8320088" y="3295650"/>
          <p14:tracePt t="148628" x="8305800" y="3295650"/>
          <p14:tracePt t="148844" x="8305800" y="3302000"/>
          <p14:tracePt t="148860" x="8299450" y="3308350"/>
          <p14:tracePt t="148892" x="8299450" y="3316288"/>
          <p14:tracePt t="149028" x="8299450" y="3302000"/>
          <p14:tracePt t="149036" x="8285163" y="3281363"/>
          <p14:tracePt t="149044" x="8278813" y="3275013"/>
          <p14:tracePt t="149052" x="8272463" y="3275013"/>
          <p14:tracePt t="149060" x="8264525" y="3267075"/>
          <p14:tracePt t="149116" x="8258175" y="3260725"/>
          <p14:tracePt t="149124" x="8229600" y="3260725"/>
          <p14:tracePt t="149132" x="8208963" y="3260725"/>
          <p14:tracePt t="149140" x="8167688" y="3275013"/>
          <p14:tracePt t="149148" x="8120063" y="3295650"/>
          <p14:tracePt t="149156" x="8078788" y="3308350"/>
          <p14:tracePt t="149164" x="8029575" y="3328988"/>
          <p14:tracePt t="149172" x="7988300" y="3343275"/>
          <p14:tracePt t="149180" x="7953375" y="3363913"/>
          <p14:tracePt t="149188" x="7897813" y="3384550"/>
          <p14:tracePt t="149196" x="7870825" y="3405188"/>
          <p14:tracePt t="149204" x="7829550" y="3433763"/>
          <p14:tracePt t="149212" x="7800975" y="3440113"/>
          <p14:tracePt t="149221" x="7759700" y="3468688"/>
          <p14:tracePt t="149228" x="7731125" y="3481388"/>
          <p14:tracePt t="149237" x="7704138" y="3503613"/>
          <p14:tracePt t="149244" x="7662863" y="3524250"/>
          <p14:tracePt t="149253" x="7648575" y="3530600"/>
          <p14:tracePt t="149260" x="7621588" y="3536950"/>
          <p14:tracePt t="149268" x="7607300" y="3551238"/>
          <p14:tracePt t="149276" x="7586663" y="3551238"/>
          <p14:tracePt t="149284" x="7566025" y="3565525"/>
          <p14:tracePt t="149292" x="7537450" y="3578225"/>
          <p14:tracePt t="149300" x="7510463" y="3586163"/>
          <p14:tracePt t="149309" x="7475538" y="3592513"/>
          <p14:tracePt t="149316" x="7434263" y="3613150"/>
          <p14:tracePt t="149324" x="7399338" y="3621088"/>
          <p14:tracePt t="149332" x="7351713" y="3627438"/>
          <p14:tracePt t="149340" x="7337425" y="3648075"/>
          <p14:tracePt t="149348" x="7316788" y="3648075"/>
          <p14:tracePt t="149356" x="7310438" y="3662363"/>
          <p14:tracePt t="149364" x="7310438" y="3668713"/>
          <p14:tracePt t="149372" x="7310438" y="3676650"/>
          <p14:tracePt t="149533" x="7302500" y="3668713"/>
          <p14:tracePt t="149548" x="7296150" y="3662363"/>
          <p14:tracePt t="149564" x="7281863" y="3654425"/>
          <p14:tracePt t="149572" x="7267575" y="3654425"/>
          <p14:tracePt t="149580" x="7240588" y="3662363"/>
          <p14:tracePt t="149588" x="7234238" y="3668713"/>
          <p14:tracePt t="149596" x="7219950" y="3683000"/>
          <p14:tracePt t="149604" x="7205663" y="3697288"/>
          <p14:tracePt t="149612" x="7178675" y="3730625"/>
          <p14:tracePt t="149620" x="7150100" y="3759200"/>
          <p14:tracePt t="149628" x="7129463" y="3779838"/>
          <p14:tracePt t="149636" x="7115175" y="3794125"/>
          <p14:tracePt t="149644" x="7115175" y="3821113"/>
          <p14:tracePt t="149652" x="7108825" y="3821113"/>
          <p14:tracePt t="149660" x="7102475" y="3821113"/>
          <p14:tracePt t="149668" x="7102475" y="3827463"/>
          <p14:tracePt t="149676" x="7094538" y="3835400"/>
          <p14:tracePt t="149692" x="7081838" y="3849688"/>
          <p14:tracePt t="149700" x="7081838" y="3870325"/>
          <p14:tracePt t="149709" x="7073900" y="3876675"/>
          <p14:tracePt t="149716" x="7067550" y="3883025"/>
          <p14:tracePt t="149724" x="7061200" y="3897313"/>
          <p14:tracePt t="149732" x="7053263" y="3911600"/>
          <p14:tracePt t="149740" x="7038975" y="3932238"/>
          <p14:tracePt t="149748" x="7032625" y="3946525"/>
          <p14:tracePt t="149756" x="7026275" y="3959225"/>
          <p14:tracePt t="149764" x="7005638" y="3973513"/>
          <p14:tracePt t="149772" x="6997700" y="3987800"/>
          <p14:tracePt t="149780" x="6977063" y="4022725"/>
          <p14:tracePt t="149788" x="6970713" y="4029075"/>
          <p14:tracePt t="149796" x="6950075" y="4049713"/>
          <p14:tracePt t="149804" x="6929438" y="4076700"/>
          <p14:tracePt t="149812" x="6915150" y="4090988"/>
          <p14:tracePt t="149820" x="6908800" y="4111625"/>
          <p14:tracePt t="149828" x="6908800" y="4125913"/>
          <p14:tracePt t="149836" x="6894513" y="4132263"/>
          <p14:tracePt t="149844" x="6888163" y="4146550"/>
          <p14:tracePt t="149860" x="6888163" y="4152900"/>
          <p14:tracePt t="149868" x="6888163" y="4167188"/>
          <p14:tracePt t="149884" x="6888163" y="4175125"/>
          <p14:tracePt t="150028" x="6888163" y="4167188"/>
          <p14:tracePt t="150052" x="6880225" y="4160838"/>
          <p14:tracePt t="150092" x="6880225" y="4152900"/>
          <p14:tracePt t="150100" x="6865938" y="4167188"/>
          <p14:tracePt t="150108" x="6865938" y="4175125"/>
          <p14:tracePt t="150116" x="6859588" y="4195763"/>
          <p14:tracePt t="150124" x="6853238" y="4216400"/>
          <p14:tracePt t="150132" x="6845300" y="4229100"/>
          <p14:tracePt t="150140" x="6838950" y="4229100"/>
          <p14:tracePt t="150148" x="6832600" y="4249738"/>
          <p14:tracePt t="150156" x="6818313" y="4264025"/>
          <p14:tracePt t="150164" x="6811963" y="4284663"/>
          <p14:tracePt t="150172" x="6811963" y="4298950"/>
          <p14:tracePt t="150188" x="6797675" y="4313238"/>
          <p14:tracePt t="150196" x="6797675" y="4325938"/>
          <p14:tracePt t="150204" x="6789738" y="4325938"/>
          <p14:tracePt t="150212" x="6789738" y="4340225"/>
          <p14:tracePt t="150220" x="6783388" y="4354513"/>
          <p14:tracePt t="150228" x="6769100" y="4360863"/>
          <p14:tracePt t="150244" x="6769100" y="4368800"/>
          <p14:tracePt t="150252" x="6769100" y="4375150"/>
          <p14:tracePt t="150260" x="6769100" y="4381500"/>
          <p14:tracePt t="150316" x="6762750" y="4389438"/>
          <p14:tracePt t="150588" x="6756400" y="4395788"/>
          <p14:tracePt t="150596" x="6748463" y="4402138"/>
          <p14:tracePt t="150604" x="6727825" y="4410075"/>
          <p14:tracePt t="150612" x="6721475" y="4410075"/>
          <p14:tracePt t="150628" x="6707188" y="4416425"/>
          <p14:tracePt t="150644" x="6700838" y="4416425"/>
          <p14:tracePt t="150652" x="6700838" y="4422775"/>
          <p14:tracePt t="150668" x="6692900" y="4422775"/>
          <p14:tracePt t="150676" x="6692900" y="4430713"/>
          <p14:tracePt t="150772" x="6686550" y="4430713"/>
          <p14:tracePt t="150820" x="6680200" y="4430713"/>
          <p14:tracePt t="150852" x="6672263" y="4430713"/>
          <p14:tracePt t="150860" x="6659563" y="4430713"/>
          <p14:tracePt t="150884" x="6651625" y="4430713"/>
          <p14:tracePt t="150908" x="6645275" y="4430713"/>
          <p14:tracePt t="151964" x="6638925" y="4430713"/>
          <p14:tracePt t="152172" x="6616700" y="4430713"/>
          <p14:tracePt t="152180" x="6604000" y="4430713"/>
          <p14:tracePt t="152188" x="6596063" y="4430713"/>
          <p14:tracePt t="152196" x="6589713" y="4430713"/>
          <p14:tracePt t="152212" x="6583363" y="4430713"/>
          <p14:tracePt t="152220" x="6575425" y="4430713"/>
          <p14:tracePt t="152236" x="6562725" y="4430713"/>
          <p14:tracePt t="152244" x="6554788" y="4430713"/>
          <p14:tracePt t="152252" x="6548438" y="4430713"/>
          <p14:tracePt t="152260" x="6542088" y="4437063"/>
          <p14:tracePt t="152268" x="6534150" y="4437063"/>
          <p14:tracePt t="152276" x="6527800" y="4437063"/>
          <p14:tracePt t="152284" x="6519863" y="4437063"/>
          <p14:tracePt t="152301" x="6513513" y="4437063"/>
          <p14:tracePt t="152316" x="6507163" y="4437063"/>
          <p14:tracePt t="152325" x="6492875" y="4437063"/>
          <p14:tracePt t="152332" x="6486525" y="4437063"/>
          <p14:tracePt t="152340" x="6465888" y="4437063"/>
          <p14:tracePt t="152348" x="6443663" y="4437063"/>
          <p14:tracePt t="152356" x="6423025" y="4437063"/>
          <p14:tracePt t="152364" x="6410325" y="4437063"/>
          <p14:tracePt t="152372" x="6389688" y="4437063"/>
          <p14:tracePt t="152380" x="6381750" y="4437063"/>
          <p14:tracePt t="152388" x="6375400" y="4437063"/>
          <p14:tracePt t="152396" x="6369050" y="4437063"/>
          <p14:tracePt t="152420" x="6361113" y="4437063"/>
          <p14:tracePt t="152588" x="6354763" y="4437063"/>
          <p14:tracePt t="152852" x="6346825" y="4437063"/>
          <p14:tracePt t="153412" x="6354763" y="4437063"/>
          <p14:tracePt t="153420" x="6361113" y="4437063"/>
          <p14:tracePt t="153436" x="6369050" y="4437063"/>
          <p14:tracePt t="153444" x="6381750" y="4437063"/>
          <p14:tracePt t="153468" x="6402388" y="4437063"/>
          <p14:tracePt t="153476" x="6410325" y="4437063"/>
          <p14:tracePt t="153484" x="6416675" y="4437063"/>
          <p14:tracePt t="153708" x="6416675" y="4422775"/>
          <p14:tracePt t="153724" x="6410325" y="4422775"/>
          <p14:tracePt t="153756" x="6410325" y="4416425"/>
          <p14:tracePt t="153764" x="6402388" y="4416425"/>
          <p14:tracePt t="153788" x="6389688" y="4410075"/>
          <p14:tracePt t="153796" x="6375400" y="4410075"/>
          <p14:tracePt t="153804" x="6354763" y="4402138"/>
          <p14:tracePt t="153812" x="6340475" y="4402138"/>
          <p14:tracePt t="153820" x="6326188" y="4395788"/>
          <p14:tracePt t="153828" x="6313488" y="4389438"/>
          <p14:tracePt t="153837" x="6292850" y="4381500"/>
          <p14:tracePt t="153844" x="6270625" y="4375150"/>
          <p14:tracePt t="153853" x="6249988" y="4375150"/>
          <p14:tracePt t="153860" x="6229350" y="4368800"/>
          <p14:tracePt t="153868" x="6208713" y="4360863"/>
          <p14:tracePt t="153876" x="6173788" y="4354513"/>
          <p14:tracePt t="153894" x="6084888" y="4333875"/>
          <p14:tracePt t="153900" x="6029325" y="4325938"/>
          <p14:tracePt t="153909" x="5959475" y="4319588"/>
          <p14:tracePt t="153916" x="5897563" y="4313238"/>
          <p14:tracePt t="153924" x="5821363" y="4298950"/>
          <p14:tracePt t="153932" x="5765800" y="4284663"/>
          <p14:tracePt t="153940" x="5697538" y="4278313"/>
          <p14:tracePt t="153948" x="5641975" y="4257675"/>
          <p14:tracePt t="153956" x="5572125" y="4249738"/>
          <p14:tracePt t="153964" x="5524500" y="4222750"/>
          <p14:tracePt t="153972" x="5454650" y="4216400"/>
          <p14:tracePt t="153980" x="5357813" y="4202113"/>
          <p14:tracePt t="153988" x="5253038" y="4187825"/>
          <p14:tracePt t="153996" x="5170488" y="4181475"/>
          <p14:tracePt t="154004" x="5108575" y="4175125"/>
          <p14:tracePt t="154012" x="5018088" y="4146550"/>
          <p14:tracePt t="154020" x="4976813" y="4140200"/>
          <p14:tracePt t="154028" x="4935538" y="4140200"/>
          <p14:tracePt t="154036" x="4921250" y="4140200"/>
          <p14:tracePt t="154044" x="4914900" y="4140200"/>
          <p14:tracePt t="154100" x="4906963" y="4140200"/>
          <p14:tracePt t="154108" x="4900613" y="4132263"/>
          <p14:tracePt t="154188" x="4894263" y="4132263"/>
          <p14:tracePt t="154204" x="4879975" y="4132263"/>
          <p14:tracePt t="154212" x="4879975" y="4125913"/>
          <p14:tracePt t="154228" x="4873625" y="4119563"/>
          <p14:tracePt t="154268" x="4859338" y="4111625"/>
          <p14:tracePt t="154284" x="4838700" y="4105275"/>
          <p14:tracePt t="154300" x="4824413" y="4098925"/>
          <p14:tracePt t="154308" x="4803775" y="4090988"/>
          <p14:tracePt t="154316" x="4789488" y="4090988"/>
          <p14:tracePt t="154324" x="4776788" y="4090988"/>
          <p14:tracePt t="154332" x="4762500" y="4076700"/>
          <p14:tracePt t="154340" x="4748213" y="4076700"/>
          <p14:tracePt t="154348" x="4733925" y="4076700"/>
          <p14:tracePt t="154356" x="4721225" y="4076700"/>
          <p14:tracePt t="154364" x="4713288" y="4076700"/>
          <p14:tracePt t="154372" x="4700588" y="4076700"/>
          <p14:tracePt t="154380" x="4692650" y="4076700"/>
          <p14:tracePt t="154388" x="4679950" y="4076700"/>
          <p14:tracePt t="154396" x="4659313" y="4076700"/>
          <p14:tracePt t="154404" x="4645025" y="4076700"/>
          <p14:tracePt t="154412" x="4616450" y="4076700"/>
          <p14:tracePt t="154420" x="4595813" y="4076700"/>
          <p14:tracePt t="154428" x="4568825" y="4076700"/>
          <p14:tracePt t="154436" x="4548188" y="4076700"/>
          <p14:tracePt t="154444" x="4519613" y="4076700"/>
          <p14:tracePt t="154452" x="4506913" y="4084638"/>
          <p14:tracePt t="154460" x="4478338" y="4090988"/>
          <p14:tracePt t="154468" x="4457700" y="4090988"/>
          <p14:tracePt t="154476" x="4430713" y="4105275"/>
          <p14:tracePt t="154484" x="4422775" y="4111625"/>
          <p14:tracePt t="154492" x="4410075" y="4119563"/>
          <p14:tracePt t="154500" x="4395788" y="4125913"/>
          <p14:tracePt t="154509" x="4395788" y="4132263"/>
          <p14:tracePt t="154516" x="4381500" y="4140200"/>
          <p14:tracePt t="154524" x="4375150" y="4146550"/>
          <p14:tracePt t="154532" x="4375150" y="4160838"/>
          <p14:tracePt t="154540" x="4367213" y="4175125"/>
          <p14:tracePt t="154548" x="4360863" y="4195763"/>
          <p14:tracePt t="154556" x="4354513" y="4202113"/>
          <p14:tracePt t="154564" x="4346575" y="4222750"/>
          <p14:tracePt t="154572" x="4346575" y="4237038"/>
          <p14:tracePt t="154580" x="4346575" y="4243388"/>
          <p14:tracePt t="154588" x="4333875" y="4249738"/>
          <p14:tracePt t="154596" x="4333875" y="4257675"/>
          <p14:tracePt t="154604" x="4333875" y="4264025"/>
          <p14:tracePt t="154620" x="4333875" y="4271963"/>
          <p14:tracePt t="154636" x="4333875" y="4278313"/>
          <p14:tracePt t="154652" x="4333875" y="4284663"/>
          <p14:tracePt t="154660" x="4333875" y="4292600"/>
          <p14:tracePt t="154756" x="4333875" y="4298950"/>
          <p14:tracePt t="154780" x="4346575" y="4298950"/>
          <p14:tracePt t="154789" x="4354513" y="4298950"/>
          <p14:tracePt t="154804" x="4360863" y="4298950"/>
          <p14:tracePt t="154812" x="4367213" y="4292600"/>
          <p14:tracePt t="154836" x="4367213" y="4284663"/>
          <p14:tracePt t="154844" x="4367213" y="4278313"/>
          <p14:tracePt t="154860" x="4367213" y="4271963"/>
          <p14:tracePt t="154875" x="4367213" y="4257675"/>
          <p14:tracePt t="154876" x="4367213" y="4249738"/>
          <p14:tracePt t="154884" x="4367213" y="4229100"/>
          <p14:tracePt t="154892" x="4367213" y="4222750"/>
          <p14:tracePt t="154900" x="4360863" y="4222750"/>
          <p14:tracePt t="154909" x="4360863" y="4208463"/>
          <p14:tracePt t="154916" x="4360863" y="4202113"/>
          <p14:tracePt t="154932" x="4354513" y="4195763"/>
          <p14:tracePt t="154940" x="4354513" y="4187825"/>
          <p14:tracePt t="154964" x="4346575" y="4181475"/>
          <p14:tracePt t="154988" x="4346575" y="4175125"/>
          <p14:tracePt t="154996" x="4346575" y="4167188"/>
          <p14:tracePt t="155004" x="4340225" y="4167188"/>
          <p14:tracePt t="155012" x="4340225" y="4160838"/>
          <p14:tracePt t="155020" x="4340225" y="4152900"/>
          <p14:tracePt t="155036" x="4333875" y="4146550"/>
          <p14:tracePt t="155044" x="4333875" y="4140200"/>
          <p14:tracePt t="155060" x="4333875" y="4125913"/>
          <p14:tracePt t="155068" x="4325938" y="4119563"/>
          <p14:tracePt t="155084" x="4325938" y="4111625"/>
          <p14:tracePt t="155100" x="4325938" y="4105275"/>
          <p14:tracePt t="155125" x="4325938" y="4098925"/>
          <p14:tracePt t="155148" x="4325938" y="4084638"/>
          <p14:tracePt t="155172" x="4325938" y="4076700"/>
          <p14:tracePt t="155188" x="4319588" y="4076700"/>
          <p14:tracePt t="155236" x="4319588" y="4070350"/>
          <p14:tracePt t="155244" x="4311650" y="4064000"/>
          <p14:tracePt t="155252" x="4305300" y="4056063"/>
          <p14:tracePt t="155284" x="4298950" y="4049713"/>
          <p14:tracePt t="155292" x="4291013" y="4049713"/>
          <p14:tracePt t="155308" x="4278313" y="4049713"/>
          <p14:tracePt t="155324" x="4264025" y="4049713"/>
          <p14:tracePt t="155332" x="4249738" y="4043363"/>
          <p14:tracePt t="155340" x="4243388" y="4043363"/>
          <p14:tracePt t="155348" x="4237038" y="4043363"/>
          <p14:tracePt t="155356" x="4222750" y="4043363"/>
          <p14:tracePt t="155372" x="4214813" y="4043363"/>
          <p14:tracePt t="155380" x="4208463" y="4043363"/>
          <p14:tracePt t="155388" x="4202113" y="4035425"/>
          <p14:tracePt t="155404" x="4194175" y="4035425"/>
          <p14:tracePt t="155412" x="4187825" y="4029075"/>
          <p14:tracePt t="155420" x="4181475" y="4029075"/>
          <p14:tracePt t="155436" x="4173538" y="4029075"/>
          <p14:tracePt t="155516" x="4187825" y="4029075"/>
          <p14:tracePt t="155524" x="4214813" y="4029075"/>
          <p14:tracePt t="155532" x="4243388" y="4029075"/>
          <p14:tracePt t="155540" x="4264025" y="4029075"/>
          <p14:tracePt t="155548" x="4291013" y="4029075"/>
          <p14:tracePt t="155556" x="4311650" y="4029075"/>
          <p14:tracePt t="155564" x="4333875" y="4029075"/>
          <p14:tracePt t="155572" x="4360863" y="4029075"/>
          <p14:tracePt t="155580" x="4375150" y="4029075"/>
          <p14:tracePt t="155588" x="4395788" y="4029075"/>
          <p14:tracePt t="155596" x="4416425" y="4029075"/>
          <p14:tracePt t="155604" x="4422775" y="4029075"/>
          <p14:tracePt t="155612" x="4443413" y="4029075"/>
          <p14:tracePt t="155620" x="4464050" y="4029075"/>
          <p14:tracePt t="155628" x="4471988" y="4029075"/>
          <p14:tracePt t="155636" x="4484688" y="4029075"/>
          <p14:tracePt t="155644" x="4492625" y="4029075"/>
          <p14:tracePt t="156269" x="4498975" y="4029075"/>
          <p14:tracePt t="156500" x="4506913" y="4029075"/>
          <p14:tracePt t="156572" x="4513263" y="4029075"/>
          <p14:tracePt t="156684" x="4519613" y="4029075"/>
          <p14:tracePt t="156692" x="4527550" y="4029075"/>
          <p14:tracePt t="156716" x="4533900" y="4029075"/>
          <p14:tracePt t="156740" x="4540250" y="4029075"/>
          <p14:tracePt t="156756" x="4548188" y="4029075"/>
          <p14:tracePt t="156772" x="4554538" y="4029075"/>
          <p14:tracePt t="156788" x="4568825" y="4029075"/>
          <p14:tracePt t="157108" x="4575175" y="4029075"/>
          <p14:tracePt t="157132" x="4583113" y="4029075"/>
          <p14:tracePt t="157140" x="4589463" y="4029075"/>
          <p14:tracePt t="157156" x="4595813" y="4029075"/>
          <p14:tracePt t="157188" x="4610100" y="4029075"/>
          <p14:tracePt t="157212" x="4616450" y="4029075"/>
          <p14:tracePt t="157228" x="4624388" y="4029075"/>
          <p14:tracePt t="157236" x="4630738" y="4029075"/>
          <p14:tracePt t="157244" x="4637088" y="4029075"/>
          <p14:tracePt t="157260" x="4645025" y="4029075"/>
          <p14:tracePt t="157268" x="4659313" y="4029075"/>
          <p14:tracePt t="157276" x="4672013" y="4029075"/>
          <p14:tracePt t="157284" x="4679950" y="4029075"/>
          <p14:tracePt t="157292" x="4686300" y="4022725"/>
          <p14:tracePt t="157301" x="4706938" y="4022725"/>
          <p14:tracePt t="157309" x="4721225" y="4022725"/>
          <p14:tracePt t="157316" x="4721225" y="4014788"/>
          <p14:tracePt t="157324" x="4733925" y="4014788"/>
          <p14:tracePt t="157332" x="4748213" y="4014788"/>
          <p14:tracePt t="157340" x="4756150" y="4014788"/>
          <p14:tracePt t="157348" x="4776788" y="4008438"/>
          <p14:tracePt t="157356" x="4797425" y="4008438"/>
          <p14:tracePt t="157364" x="4818063" y="4000500"/>
          <p14:tracePt t="157372" x="4852988" y="4000500"/>
          <p14:tracePt t="157380" x="4894263" y="3994150"/>
          <p14:tracePt t="157388" x="4935538" y="3987800"/>
          <p14:tracePt t="157396" x="4997450" y="3979863"/>
          <p14:tracePt t="157404" x="5046663" y="3979863"/>
          <p14:tracePt t="157412" x="5122863" y="3959225"/>
          <p14:tracePt t="157420" x="5205413" y="3946525"/>
          <p14:tracePt t="157428" x="5287963" y="3938588"/>
          <p14:tracePt t="157436" x="5405438" y="3911600"/>
          <p14:tracePt t="157444" x="5524500" y="3911600"/>
          <p14:tracePt t="157452" x="5683250" y="3890963"/>
          <p14:tracePt t="157460" x="5835650" y="3890963"/>
          <p14:tracePt t="157468" x="5946775" y="3890963"/>
          <p14:tracePt t="157476" x="6049963" y="3883025"/>
          <p14:tracePt t="157484" x="6167438" y="3862388"/>
          <p14:tracePt t="157492" x="6264275" y="3856038"/>
          <p14:tracePt t="157500" x="6369050" y="3821113"/>
          <p14:tracePt t="157509" x="6472238" y="3814763"/>
          <p14:tracePt t="157516" x="6562725" y="3786188"/>
          <p14:tracePt t="157524" x="6638925" y="3786188"/>
          <p14:tracePt t="157532" x="6715125" y="3779838"/>
          <p14:tracePt t="157540" x="6783388" y="3779838"/>
          <p14:tracePt t="157548" x="6845300" y="3773488"/>
          <p14:tracePt t="157556" x="6900863" y="3773488"/>
          <p14:tracePt t="157564" x="6956425" y="3765550"/>
          <p14:tracePt t="157572" x="6985000" y="3765550"/>
          <p14:tracePt t="157580" x="7011988" y="3765550"/>
          <p14:tracePt t="157588" x="7038975" y="3765550"/>
          <p14:tracePt t="157596" x="7061200" y="3765550"/>
          <p14:tracePt t="157604" x="7073900" y="3765550"/>
          <p14:tracePt t="157612" x="7094538" y="3751263"/>
          <p14:tracePt t="157620" x="7115175" y="3751263"/>
          <p14:tracePt t="157628" x="7143750" y="3738563"/>
          <p14:tracePt t="157636" x="7185025" y="3717925"/>
          <p14:tracePt t="157644" x="7212013" y="3703638"/>
          <p14:tracePt t="157652" x="7254875" y="3689350"/>
          <p14:tracePt t="157660" x="7288213" y="3683000"/>
          <p14:tracePt t="157668" x="7323138" y="3662363"/>
          <p14:tracePt t="157677" x="7358063" y="3654425"/>
          <p14:tracePt t="157684" x="7407275" y="3641725"/>
          <p14:tracePt t="157692" x="7454900" y="3613150"/>
          <p14:tracePt t="157700" x="7496175" y="3600450"/>
          <p14:tracePt t="157709" x="7524750" y="3578225"/>
          <p14:tracePt t="157716" x="7580313" y="3557588"/>
          <p14:tracePt t="157724" x="7607300" y="3536950"/>
          <p14:tracePt t="157732" x="7634288" y="3509963"/>
          <p14:tracePt t="157740" x="7669213" y="3489325"/>
          <p14:tracePt t="157748" x="7689850" y="3475038"/>
          <p14:tracePt t="157756" x="7724775" y="3448050"/>
          <p14:tracePt t="157764" x="7753350" y="3427413"/>
          <p14:tracePt t="157772" x="7780338" y="3413125"/>
          <p14:tracePt t="157780" x="7815263" y="3384550"/>
          <p14:tracePt t="157789" x="7842250" y="3363913"/>
          <p14:tracePt t="157796" x="7850188" y="3357563"/>
          <p14:tracePt t="157804" x="7877175" y="3351213"/>
          <p14:tracePt t="157812" x="7883525" y="3343275"/>
          <p14:tracePt t="157821" x="7891463" y="3336925"/>
          <p14:tracePt t="157828" x="7897813" y="3328988"/>
          <p14:tracePt t="157836" x="7905750" y="3328988"/>
          <p14:tracePt t="157844" x="7918450" y="3322638"/>
          <p14:tracePt t="157852" x="7918450" y="3316288"/>
          <p14:tracePt t="157860" x="7926388" y="3316288"/>
          <p14:tracePt t="157877" x="7926388" y="3308350"/>
          <p14:tracePt t="157933" x="7932738" y="3308350"/>
          <p14:tracePt t="158004" x="7932738" y="3302000"/>
          <p14:tracePt t="158397" x="7932738" y="3295650"/>
          <p14:tracePt t="158428" x="7932738" y="3287713"/>
          <p14:tracePt t="158436" x="7932738" y="3281363"/>
          <p14:tracePt t="158460" x="7932738" y="3275013"/>
          <p14:tracePt t="158468" x="7932738" y="3260725"/>
          <p14:tracePt t="158484" x="7932738" y="3254375"/>
          <p14:tracePt t="158493" x="7932738" y="3246438"/>
          <p14:tracePt t="158500" x="7932738" y="3232150"/>
          <p14:tracePt t="158508" x="7932738" y="3211513"/>
          <p14:tracePt t="158516" x="7932738" y="3184525"/>
          <p14:tracePt t="158524" x="7932738" y="3170238"/>
          <p14:tracePt t="158532" x="7926388" y="3155950"/>
          <p14:tracePt t="158540" x="7926388" y="3149600"/>
          <p14:tracePt t="158548" x="7912100" y="3114675"/>
          <p14:tracePt t="158556" x="7897813" y="3094038"/>
          <p14:tracePt t="158572" x="7891463" y="3081338"/>
          <p14:tracePt t="158580" x="7891463" y="3073400"/>
          <p14:tracePt t="158588" x="7883525" y="3067050"/>
          <p14:tracePt t="158612" x="7862888" y="3059113"/>
          <p14:tracePt t="158620" x="7856538" y="3059113"/>
          <p14:tracePt t="158636" x="7835900" y="3052763"/>
          <p14:tracePt t="158644" x="7821613" y="3052763"/>
          <p14:tracePt t="158652" x="7807325" y="3052763"/>
          <p14:tracePt t="158660" x="7786688" y="3052763"/>
          <p14:tracePt t="158668" x="7766050" y="3052763"/>
          <p14:tracePt t="158676" x="7745413" y="3052763"/>
          <p14:tracePt t="158684" x="7739063" y="3052763"/>
          <p14:tracePt t="158692" x="7718425" y="3052763"/>
          <p14:tracePt t="158709" x="7710488" y="3052763"/>
          <p14:tracePt t="158716" x="7697788" y="3052763"/>
          <p14:tracePt t="158724" x="7689850" y="3059113"/>
          <p14:tracePt t="158732" x="7683500" y="3067050"/>
          <p14:tracePt t="158740" x="7669213" y="3067050"/>
          <p14:tracePt t="158748" x="7669213" y="3073400"/>
          <p14:tracePt t="158757" x="7662863" y="3081338"/>
          <p14:tracePt t="158764" x="7656513" y="3087688"/>
          <p14:tracePt t="158772" x="7648575" y="3101975"/>
          <p14:tracePt t="158780" x="7642225" y="3114675"/>
          <p14:tracePt t="158788" x="7642225" y="3122613"/>
          <p14:tracePt t="158796" x="7642225" y="3128963"/>
          <p14:tracePt t="158804" x="7642225" y="3143250"/>
          <p14:tracePt t="158812" x="7642225" y="3149600"/>
          <p14:tracePt t="158820" x="7642225" y="3163888"/>
          <p14:tracePt t="158828" x="7642225" y="3170238"/>
          <p14:tracePt t="158836" x="7642225" y="3190875"/>
          <p14:tracePt t="158844" x="7642225" y="3198813"/>
          <p14:tracePt t="158860" x="7642225" y="3211513"/>
          <p14:tracePt t="158868" x="7648575" y="3219450"/>
          <p14:tracePt t="158876" x="7683500" y="3232150"/>
          <p14:tracePt t="158894" x="7731125" y="3246438"/>
          <p14:tracePt t="158900" x="7766050" y="3254375"/>
          <p14:tracePt t="158909" x="7794625" y="3254375"/>
          <p14:tracePt t="158916" x="7807325" y="3254375"/>
          <p14:tracePt t="158924" x="7807325" y="3260725"/>
          <p14:tracePt t="158932" x="7815263" y="3260725"/>
          <p14:tracePt t="158940" x="7821613" y="3260725"/>
          <p14:tracePt t="159044" x="7815263" y="3254375"/>
          <p14:tracePt t="159101" x="7807325" y="3254375"/>
          <p14:tracePt t="159108" x="7800975" y="3254375"/>
          <p14:tracePt t="159116" x="7794625" y="3254375"/>
          <p14:tracePt t="159124" x="7766050" y="3254375"/>
          <p14:tracePt t="159132" x="7731125" y="3260725"/>
          <p14:tracePt t="159140" x="7683500" y="3275013"/>
          <p14:tracePt t="159148" x="7627938" y="3287713"/>
          <p14:tracePt t="159156" x="7551738" y="3302000"/>
          <p14:tracePt t="159164" x="7475538" y="3328988"/>
          <p14:tracePt t="159172" x="7337425" y="3378200"/>
          <p14:tracePt t="159180" x="7123113" y="3475038"/>
          <p14:tracePt t="159188" x="6859588" y="3551238"/>
          <p14:tracePt t="159196" x="6672263" y="3606800"/>
          <p14:tracePt t="159204" x="6548438" y="3662363"/>
          <p14:tracePt t="159212" x="6389688" y="3724275"/>
          <p14:tracePt t="159220" x="6249988" y="3779838"/>
          <p14:tracePt t="159228" x="6126163" y="3841750"/>
          <p14:tracePt t="159236" x="5967413" y="3917950"/>
          <p14:tracePt t="159244" x="5835650" y="3967163"/>
          <p14:tracePt t="159252" x="5697538" y="4014788"/>
          <p14:tracePt t="159260" x="5510213" y="4070350"/>
          <p14:tracePt t="159268" x="5337175" y="4119563"/>
          <p14:tracePt t="159276" x="5219700" y="4152900"/>
          <p14:tracePt t="159284" x="5073650" y="4195763"/>
          <p14:tracePt t="159292" x="4941888" y="4222750"/>
          <p14:tracePt t="159300" x="4797425" y="4243388"/>
          <p14:tracePt t="159309" x="4706938" y="4257675"/>
          <p14:tracePt t="159316" x="4603750" y="4284663"/>
          <p14:tracePt t="159324" x="4527550" y="4298950"/>
          <p14:tracePt t="159332" x="4478338" y="4298950"/>
          <p14:tracePt t="159340" x="4451350" y="4305300"/>
          <p14:tracePt t="159348" x="4422775" y="4305300"/>
          <p14:tracePt t="159356" x="4395788" y="4313238"/>
          <p14:tracePt t="159596" x="4402138" y="4313238"/>
          <p14:tracePt t="159644" x="4410075" y="4313238"/>
          <p14:tracePt t="159660" x="4416425" y="4313238"/>
          <p14:tracePt t="159709" x="4422775" y="4313238"/>
          <p14:tracePt t="159772" x="4430713" y="4305300"/>
          <p14:tracePt t="159796" x="4437063" y="4305300"/>
          <p14:tracePt t="159804" x="4437063" y="4298950"/>
          <p14:tracePt t="159820" x="4443413" y="4298950"/>
          <p14:tracePt t="159844" x="4451350" y="4298950"/>
          <p14:tracePt t="159860" x="4457700" y="4298950"/>
          <p14:tracePt t="159876" x="4464050" y="4298950"/>
          <p14:tracePt t="159884" x="4471988" y="4292600"/>
          <p14:tracePt t="159892" x="4478338" y="4292600"/>
          <p14:tracePt t="159900" x="4498975" y="4292600"/>
          <p14:tracePt t="159909" x="4519613" y="4292600"/>
          <p14:tracePt t="159916" x="4533900" y="4292600"/>
          <p14:tracePt t="159924" x="4548188" y="4292600"/>
          <p14:tracePt t="159932" x="4568825" y="4278313"/>
          <p14:tracePt t="159941" x="4583113" y="4271963"/>
          <p14:tracePt t="159948" x="4595813" y="4271963"/>
          <p14:tracePt t="159956" x="4610100" y="4271963"/>
          <p14:tracePt t="159964" x="4610100" y="4264025"/>
          <p14:tracePt t="159972" x="4624388" y="4264025"/>
          <p14:tracePt t="159980" x="4630738" y="4264025"/>
          <p14:tracePt t="159988" x="4637088" y="4257675"/>
          <p14:tracePt t="159996" x="4645025" y="4257675"/>
          <p14:tracePt t="160012" x="4651375" y="4257675"/>
          <p14:tracePt t="160028" x="4659313" y="4249738"/>
          <p14:tracePt t="160036" x="4665663" y="4249738"/>
          <p14:tracePt t="160044" x="4672013" y="4249738"/>
          <p14:tracePt t="160076" x="4672013" y="4243388"/>
          <p14:tracePt t="160092" x="4679950" y="4243388"/>
          <p14:tracePt t="160100" x="4686300" y="4237038"/>
          <p14:tracePt t="160116" x="4692650" y="4237038"/>
          <p14:tracePt t="160140" x="4692650" y="4229100"/>
          <p14:tracePt t="160340" x="4700588" y="4229100"/>
          <p14:tracePt t="160772" x="4706938" y="4229100"/>
          <p14:tracePt t="160812" x="4706938" y="4222750"/>
          <p14:tracePt t="161428" x="4713288" y="4216400"/>
          <p14:tracePt t="162764" x="4713288" y="4208463"/>
          <p14:tracePt t="163004" x="4721225" y="4202113"/>
          <p14:tracePt t="163020" x="4727575" y="4202113"/>
          <p14:tracePt t="163036" x="4727575" y="4195763"/>
          <p14:tracePt t="163076" x="4727575" y="4187825"/>
          <p14:tracePt t="163100" x="4727575" y="4181475"/>
          <p14:tracePt t="163108" x="4727575" y="4175125"/>
          <p14:tracePt t="163140" x="4727575" y="4160838"/>
          <p14:tracePt t="163156" x="4727575" y="4152900"/>
          <p14:tracePt t="163196" x="4727575" y="4146550"/>
          <p14:tracePt t="163220" x="4727575" y="4140200"/>
          <p14:tracePt t="163284" x="4727575" y="4132263"/>
          <p14:tracePt t="166189" x="4727575" y="4125913"/>
          <p14:tracePt t="166308" x="4741863" y="4125913"/>
          <p14:tracePt t="166316" x="4756150" y="4125913"/>
          <p14:tracePt t="166324" x="4768850" y="4125913"/>
          <p14:tracePt t="166332" x="4776788" y="4125913"/>
          <p14:tracePt t="166340" x="4797425" y="4125913"/>
          <p14:tracePt t="166348" x="4818063" y="4125913"/>
          <p14:tracePt t="166356" x="4832350" y="4125913"/>
          <p14:tracePt t="166364" x="4852988" y="4125913"/>
          <p14:tracePt t="166372" x="4865688" y="4125913"/>
          <p14:tracePt t="166380" x="4886325" y="4125913"/>
          <p14:tracePt t="166388" x="4906963" y="4132263"/>
          <p14:tracePt t="166404" x="4914900" y="4132263"/>
          <p14:tracePt t="166412" x="4929188" y="4132263"/>
          <p14:tracePt t="166428" x="4941888" y="4132263"/>
          <p14:tracePt t="166476" x="4949825" y="4132263"/>
          <p14:tracePt t="166548" x="4956175" y="4132263"/>
          <p14:tracePt t="166564" x="4956175" y="4119563"/>
          <p14:tracePt t="166580" x="4949825" y="4111625"/>
          <p14:tracePt t="166588" x="4935538" y="4111625"/>
          <p14:tracePt t="166596" x="4914900" y="4105275"/>
          <p14:tracePt t="166604" x="4900613" y="4105275"/>
          <p14:tracePt t="166612" x="4886325" y="4090988"/>
          <p14:tracePt t="166620" x="4873625" y="4090988"/>
          <p14:tracePt t="166628" x="4865688" y="4090988"/>
          <p14:tracePt t="166636" x="4845050" y="4090988"/>
          <p14:tracePt t="166644" x="4832350" y="4090988"/>
          <p14:tracePt t="166652" x="4818063" y="4090988"/>
          <p14:tracePt t="166660" x="4797425" y="4090988"/>
          <p14:tracePt t="166668" x="4776788" y="4090988"/>
          <p14:tracePt t="166676" x="4768850" y="4090988"/>
          <p14:tracePt t="166684" x="4741863" y="4090988"/>
          <p14:tracePt t="166692" x="4721225" y="4090988"/>
          <p14:tracePt t="166701" x="4713288" y="4090988"/>
          <p14:tracePt t="166708" x="4700588" y="4090988"/>
          <p14:tracePt t="166716" x="4686300" y="4090988"/>
          <p14:tracePt t="166725" x="4672013" y="4098925"/>
          <p14:tracePt t="166732" x="4659313" y="4105275"/>
          <p14:tracePt t="166740" x="4637088" y="4119563"/>
          <p14:tracePt t="166756" x="4624388" y="4146550"/>
          <p14:tracePt t="166764" x="4616450" y="4167188"/>
          <p14:tracePt t="166772" x="4610100" y="4181475"/>
          <p14:tracePt t="166780" x="4603750" y="4202113"/>
          <p14:tracePt t="166788" x="4595813" y="4222750"/>
          <p14:tracePt t="166796" x="4595813" y="4243388"/>
          <p14:tracePt t="166804" x="4595813" y="4271963"/>
          <p14:tracePt t="166812" x="4595813" y="4298950"/>
          <p14:tracePt t="166820" x="4595813" y="4333875"/>
          <p14:tracePt t="166828" x="4595813" y="4375150"/>
          <p14:tracePt t="166836" x="4595813" y="4402138"/>
          <p14:tracePt t="166844" x="4595813" y="4457700"/>
          <p14:tracePt t="166852" x="4603750" y="4498975"/>
          <p14:tracePt t="166860" x="4610100" y="4533900"/>
          <p14:tracePt t="166868" x="4616450" y="4562475"/>
          <p14:tracePt t="166877" x="4624388" y="4597400"/>
          <p14:tracePt t="166884" x="4624388" y="4610100"/>
          <p14:tracePt t="166892" x="4624388" y="4630738"/>
          <p14:tracePt t="166900" x="4630738" y="4645025"/>
          <p14:tracePt t="166916" x="4630738" y="4651375"/>
          <p14:tracePt t="166924" x="4630738" y="4659313"/>
          <p14:tracePt t="166932" x="4637088" y="4665663"/>
          <p14:tracePt t="166988" x="4645025" y="4665663"/>
          <p14:tracePt t="166996" x="4651375" y="4665663"/>
          <p14:tracePt t="167004" x="4659313" y="4665663"/>
          <p14:tracePt t="167012" x="4665663" y="4665663"/>
          <p14:tracePt t="167020" x="4672013" y="4665663"/>
          <p14:tracePt t="167028" x="4692650" y="4665663"/>
          <p14:tracePt t="167036" x="4700588" y="4651375"/>
          <p14:tracePt t="167053" x="4700588" y="4645025"/>
          <p14:tracePt t="167060" x="4700588" y="4638675"/>
          <p14:tracePt t="167076" x="4700588" y="4630738"/>
          <p14:tracePt t="167084" x="4700588" y="4624388"/>
          <p14:tracePt t="167108" x="4700588" y="4618038"/>
          <p14:tracePt t="167693" x="4700588" y="4603750"/>
          <p14:tracePt t="167700" x="4700588" y="4597400"/>
          <p14:tracePt t="167732" x="4700588" y="4589463"/>
          <p14:tracePt t="167748" x="4692650" y="4583113"/>
          <p14:tracePt t="167764" x="4686300" y="4575175"/>
          <p14:tracePt t="167780" x="4679950" y="4568825"/>
          <p14:tracePt t="167804" x="4672013" y="4568825"/>
          <p14:tracePt t="167828" x="4665663" y="4568825"/>
          <p14:tracePt t="168293" x="4659313" y="4562475"/>
          <p14:tracePt t="168324" x="4651375" y="4554538"/>
          <p14:tracePt t="168332" x="4645025" y="4554538"/>
          <p14:tracePt t="168340" x="4637088" y="4554538"/>
          <p14:tracePt t="168356" x="4630738" y="4554538"/>
          <p14:tracePt t="168364" x="4616450" y="4554538"/>
          <p14:tracePt t="168372" x="4610100" y="4554538"/>
          <p14:tracePt t="168380" x="4603750" y="4554538"/>
          <p14:tracePt t="168388" x="4589463" y="4554538"/>
          <p14:tracePt t="168396" x="4568825" y="4554538"/>
          <p14:tracePt t="168404" x="4560888" y="4554538"/>
          <p14:tracePt t="168420" x="4548188" y="4554538"/>
          <p14:tracePt t="168428" x="4540250" y="4554538"/>
          <p14:tracePt t="168436" x="4533900" y="4554538"/>
          <p14:tracePt t="168444" x="4527550" y="4554538"/>
          <p14:tracePt t="168452" x="4513263" y="4554538"/>
          <p14:tracePt t="168468" x="4498975" y="4554538"/>
          <p14:tracePt t="168476" x="4492625" y="4554538"/>
          <p14:tracePt t="168484" x="4478338" y="4554538"/>
          <p14:tracePt t="168492" x="4451350" y="4554538"/>
          <p14:tracePt t="168500" x="4437063" y="4554538"/>
          <p14:tracePt t="168509" x="4416425" y="4554538"/>
          <p14:tracePt t="168516" x="4387850" y="4554538"/>
          <p14:tracePt t="168525" x="4375150" y="4554538"/>
          <p14:tracePt t="168532" x="4346575" y="4554538"/>
          <p14:tracePt t="168540" x="4305300" y="4554538"/>
          <p14:tracePt t="168548" x="4257675" y="4554538"/>
          <p14:tracePt t="168556" x="4229100" y="4554538"/>
          <p14:tracePt t="168564" x="4208463" y="4554538"/>
          <p14:tracePt t="168572" x="4194175" y="4554538"/>
          <p14:tracePt t="168580" x="4181475" y="4554538"/>
          <p14:tracePt t="168588" x="4173538" y="4554538"/>
          <p14:tracePt t="168596" x="4160838" y="4554538"/>
          <p14:tracePt t="168604" x="4146550" y="4554538"/>
          <p14:tracePt t="168612" x="4138613" y="4554538"/>
          <p14:tracePt t="168620" x="4117975" y="4554538"/>
          <p14:tracePt t="168628" x="4111625" y="4554538"/>
          <p14:tracePt t="168636" x="4090988" y="4554538"/>
          <p14:tracePt t="168644" x="4076700" y="4554538"/>
          <p14:tracePt t="168652" x="4070350" y="4554538"/>
          <p14:tracePt t="168660" x="4056063" y="4554538"/>
          <p14:tracePt t="168668" x="4049713" y="4554538"/>
          <p14:tracePt t="168676" x="4035425" y="4554538"/>
          <p14:tracePt t="168684" x="4029075" y="4554538"/>
          <p14:tracePt t="168708" x="4021138" y="4554538"/>
          <p14:tracePt t="168764" x="4008438" y="4554538"/>
          <p14:tracePt t="168772" x="3994150" y="4562475"/>
          <p14:tracePt t="168780" x="3979863" y="4562475"/>
          <p14:tracePt t="168788" x="3959225" y="4562475"/>
          <p14:tracePt t="168796" x="3944938" y="4562475"/>
          <p14:tracePt t="168804" x="3924300" y="4562475"/>
          <p14:tracePt t="168812" x="3903663" y="4562475"/>
          <p14:tracePt t="168820" x="3897313" y="4562475"/>
          <p14:tracePt t="168836" x="3890963" y="4562475"/>
          <p14:tracePt t="168844" x="3883025" y="4568825"/>
          <p14:tracePt t="168860" x="3883025" y="4575175"/>
          <p14:tracePt t="168877" x="3883025" y="4589463"/>
          <p14:tracePt t="169164" x="3876675" y="4589463"/>
          <p14:tracePt t="169180" x="3868738" y="4575175"/>
          <p14:tracePt t="169196" x="3862388" y="4575175"/>
          <p14:tracePt t="169220" x="3856038" y="4568825"/>
          <p14:tracePt t="169300" x="3848100" y="4568825"/>
          <p14:tracePt t="169340" x="3841750" y="4568825"/>
          <p14:tracePt t="169372" x="3835400" y="4562475"/>
          <p14:tracePt t="169404" x="3827463" y="4554538"/>
          <p14:tracePt t="169484" x="3821113" y="4554538"/>
          <p14:tracePt t="170413" x="3821113" y="4548188"/>
          <p14:tracePt t="170420" x="3821113" y="4541838"/>
          <p14:tracePt t="170436" x="3821113" y="4533900"/>
          <p14:tracePt t="170460" x="3814763" y="4521200"/>
          <p14:tracePt t="170517" x="3814763" y="4513263"/>
          <p14:tracePt t="170596" x="3814763" y="4506913"/>
          <p14:tracePt t="170604" x="3806825" y="4498975"/>
          <p14:tracePt t="170644" x="3806825" y="4492625"/>
          <p14:tracePt t="170676" x="3806825" y="4486275"/>
          <p14:tracePt t="170692" x="3806825" y="4478338"/>
          <p14:tracePt t="170716" x="3806825" y="4471988"/>
          <p14:tracePt t="170724" x="3800475" y="4465638"/>
          <p14:tracePt t="170756" x="3800475" y="4457700"/>
          <p14:tracePt t="170804" x="3800475" y="4451350"/>
          <p14:tracePt t="170812" x="3800475" y="4445000"/>
          <p14:tracePt t="170828" x="3800475" y="4437063"/>
          <p14:tracePt t="170836" x="3792538" y="4437063"/>
          <p14:tracePt t="170852" x="3792538" y="4430713"/>
          <p14:tracePt t="170860" x="3792538" y="4422775"/>
          <p14:tracePt t="170868" x="3779838" y="4410075"/>
          <p14:tracePt t="170877" x="3779838" y="4395788"/>
          <p14:tracePt t="170884" x="3771900" y="4375150"/>
          <p14:tracePt t="170892" x="3771900" y="4360863"/>
          <p14:tracePt t="170900" x="3765550" y="4354513"/>
          <p14:tracePt t="170909" x="3751263" y="4340225"/>
          <p14:tracePt t="170916" x="3751263" y="4333875"/>
          <p14:tracePt t="170925" x="3751263" y="4313238"/>
          <p14:tracePt t="170932" x="3744913" y="4313238"/>
          <p14:tracePt t="170940" x="3738563" y="4298950"/>
          <p14:tracePt t="170956" x="3730625" y="4292600"/>
          <p14:tracePt t="170964" x="3730625" y="4278313"/>
          <p14:tracePt t="170972" x="3724275" y="4271963"/>
          <p14:tracePt t="170980" x="3716338" y="4257675"/>
          <p14:tracePt t="170988" x="3703638" y="4249738"/>
          <p14:tracePt t="170996" x="3703638" y="4243388"/>
          <p14:tracePt t="171004" x="3695700" y="4229100"/>
          <p14:tracePt t="171012" x="3689350" y="4222750"/>
          <p14:tracePt t="171020" x="3683000" y="4222750"/>
          <p14:tracePt t="171028" x="3668713" y="4216400"/>
          <p14:tracePt t="171036" x="3662363" y="4208463"/>
          <p14:tracePt t="171044" x="3648075" y="4202113"/>
          <p14:tracePt t="171052" x="3641725" y="4202113"/>
          <p14:tracePt t="171060" x="3633788" y="4195763"/>
          <p14:tracePt t="171068" x="3619500" y="4195763"/>
          <p14:tracePt t="171076" x="3606800" y="4187825"/>
          <p14:tracePt t="171084" x="3586163" y="4187825"/>
          <p14:tracePt t="171092" x="3571875" y="4181475"/>
          <p14:tracePt t="171100" x="3557588" y="4175125"/>
          <p14:tracePt t="171109" x="3536950" y="4175125"/>
          <p14:tracePt t="171116" x="3509963" y="4167188"/>
          <p14:tracePt t="171124" x="3481388" y="4167188"/>
          <p14:tracePt t="171132" x="3446463" y="4167188"/>
          <p14:tracePt t="171140" x="3425825" y="4167188"/>
          <p14:tracePt t="171148" x="3405188" y="4167188"/>
          <p14:tracePt t="171156" x="3398838" y="4152900"/>
          <p14:tracePt t="171164" x="3384550" y="4152900"/>
          <p14:tracePt t="171172" x="3370263" y="4146550"/>
          <p14:tracePt t="171188" x="3363913" y="4146550"/>
          <p14:tracePt t="171204" x="3357563" y="4146550"/>
          <p14:tracePt t="171220" x="3349625" y="4146550"/>
          <p14:tracePt t="171228" x="3343275" y="4146550"/>
          <p14:tracePt t="171236" x="3336925" y="4146550"/>
          <p14:tracePt t="171252" x="3328988" y="4146550"/>
          <p14:tracePt t="171260" x="3316288" y="4146550"/>
          <p14:tracePt t="171276" x="3308350" y="4146550"/>
          <p14:tracePt t="171284" x="3302000" y="4146550"/>
          <p14:tracePt t="171292" x="3295650" y="4146550"/>
          <p14:tracePt t="171300" x="3287713" y="4146550"/>
          <p14:tracePt t="171309" x="3281363" y="4146550"/>
          <p14:tracePt t="171316" x="3267075" y="4152900"/>
          <p14:tracePt t="171332" x="3252788" y="4152900"/>
          <p14:tracePt t="171340" x="3246438" y="4152900"/>
          <p14:tracePt t="171348" x="3246438" y="4160838"/>
          <p14:tracePt t="171356" x="3232150" y="4167188"/>
          <p14:tracePt t="171364" x="3219450" y="4175125"/>
          <p14:tracePt t="171372" x="3211513" y="4181475"/>
          <p14:tracePt t="171380" x="3205163" y="4181475"/>
          <p14:tracePt t="171388" x="3190875" y="4195763"/>
          <p14:tracePt t="171396" x="3184525" y="4202113"/>
          <p14:tracePt t="171404" x="3170238" y="4216400"/>
          <p14:tracePt t="171412" x="3155950" y="4222750"/>
          <p14:tracePt t="171420" x="3149600" y="4237038"/>
          <p14:tracePt t="171428" x="3143250" y="4243388"/>
          <p14:tracePt t="171436" x="3128963" y="4249738"/>
          <p14:tracePt t="171444" x="3128963" y="4271963"/>
          <p14:tracePt t="171452" x="3122613" y="4278313"/>
          <p14:tracePt t="171460" x="3108325" y="4298950"/>
          <p14:tracePt t="171468" x="3108325" y="4313238"/>
          <p14:tracePt t="171476" x="3100388" y="4333875"/>
          <p14:tracePt t="171484" x="3094038" y="4354513"/>
          <p14:tracePt t="171493" x="3094038" y="4375150"/>
          <p14:tracePt t="171500" x="3094038" y="4395788"/>
          <p14:tracePt t="171509" x="3094038" y="4402138"/>
          <p14:tracePt t="171516" x="3094038" y="4422775"/>
          <p14:tracePt t="171524" x="3094038" y="4437063"/>
          <p14:tracePt t="171532" x="3094038" y="4445000"/>
          <p14:tracePt t="171540" x="3094038" y="4457700"/>
          <p14:tracePt t="171548" x="3094038" y="4465638"/>
          <p14:tracePt t="171556" x="3094038" y="4471988"/>
          <p14:tracePt t="171564" x="3094038" y="4492625"/>
          <p14:tracePt t="171572" x="3094038" y="4498975"/>
          <p14:tracePt t="171580" x="3094038" y="4513263"/>
          <p14:tracePt t="171589" x="3094038" y="4527550"/>
          <p14:tracePt t="171596" x="3094038" y="4548188"/>
          <p14:tracePt t="171605" x="3094038" y="4568825"/>
          <p14:tracePt t="171612" x="3100388" y="4583113"/>
          <p14:tracePt t="171620" x="3100388" y="4589463"/>
          <p14:tracePt t="171628" x="3100388" y="4597400"/>
          <p14:tracePt t="171636" x="3108325" y="4610100"/>
          <p14:tracePt t="171644" x="3114675" y="4618038"/>
          <p14:tracePt t="171652" x="3122613" y="4630738"/>
          <p14:tracePt t="171660" x="3128963" y="4630738"/>
          <p14:tracePt t="171668" x="3135313" y="4638675"/>
          <p14:tracePt t="171676" x="3143250" y="4651375"/>
          <p14:tracePt t="171684" x="3149600" y="4651375"/>
          <p14:tracePt t="171692" x="3155950" y="4659313"/>
          <p14:tracePt t="171700" x="3163888" y="4665663"/>
          <p14:tracePt t="171709" x="3170238" y="4665663"/>
          <p14:tracePt t="171716" x="3176588" y="4672013"/>
          <p14:tracePt t="171724" x="3184525" y="4672013"/>
          <p14:tracePt t="171740" x="3190875" y="4679950"/>
          <p14:tracePt t="173013" x="3205163" y="4679950"/>
          <p14:tracePt t="173020" x="3211513" y="4679950"/>
          <p14:tracePt t="173028" x="3219450" y="4679950"/>
          <p14:tracePt t="173036" x="3225800" y="4679950"/>
          <p14:tracePt t="173044" x="3240088" y="4679950"/>
          <p14:tracePt t="173052" x="3252788" y="4679950"/>
          <p14:tracePt t="173060" x="3273425" y="4679950"/>
          <p14:tracePt t="173068" x="3287713" y="4686300"/>
          <p14:tracePt t="173260" x="3295650" y="4686300"/>
          <p14:tracePt t="173300" x="3295650" y="4672013"/>
          <p14:tracePt t="173308" x="3295650" y="4665663"/>
          <p14:tracePt t="173316" x="3295650" y="4659313"/>
          <p14:tracePt t="173572" x="3295650" y="4651375"/>
          <p14:tracePt t="173580" x="3295650" y="4645025"/>
          <p14:tracePt t="173596" x="3302000" y="4645025"/>
          <p14:tracePt t="173644" x="3308350" y="4645025"/>
          <p14:tracePt t="173676" x="3322638" y="4645025"/>
          <p14:tracePt t="173708" x="3328988" y="4638675"/>
          <p14:tracePt t="173725" x="3328988" y="4630738"/>
          <p14:tracePt t="173740" x="3328988" y="4624388"/>
          <p14:tracePt t="173781" x="3336925" y="4618038"/>
          <p14:tracePt t="173804" x="3336925" y="4610100"/>
          <p14:tracePt t="173812" x="3336925" y="4603750"/>
          <p14:tracePt t="173836" x="3336925" y="4597400"/>
          <p14:tracePt t="173844" x="3343275" y="4597400"/>
          <p14:tracePt t="173860" x="3343275" y="4589463"/>
          <p14:tracePt t="173908" x="3343275" y="4583113"/>
          <p14:tracePt t="173925" x="3343275" y="4575175"/>
          <p14:tracePt t="173940" x="3343275" y="4568825"/>
          <p14:tracePt t="174012" x="3343275" y="4562475"/>
          <p14:tracePt t="174044" x="3343275" y="4554538"/>
          <p14:tracePt t="174181" x="3336925" y="4554538"/>
          <p14:tracePt t="174204" x="3328988" y="4554538"/>
          <p14:tracePt t="174220" x="3322638" y="4554538"/>
          <p14:tracePt t="174228" x="3308350" y="4554538"/>
          <p14:tracePt t="174244" x="3302000" y="4554538"/>
          <p14:tracePt t="174252" x="3295650" y="4554538"/>
          <p14:tracePt t="174260" x="3295650" y="4562475"/>
          <p14:tracePt t="174268" x="3281363" y="4562475"/>
          <p14:tracePt t="174292" x="3281363" y="4568825"/>
          <p14:tracePt t="174308" x="3273425" y="4568825"/>
          <p14:tracePt t="174332" x="3267075" y="4575175"/>
          <p14:tracePt t="174388" x="3260725" y="4583113"/>
          <p14:tracePt t="174693" x="3252788" y="4589463"/>
          <p14:tracePt t="174844" x="3252788" y="4597400"/>
          <p14:tracePt t="174932" x="3252788" y="4603750"/>
          <p14:tracePt t="175188" x="3252788" y="4610100"/>
          <p14:tracePt t="175228" x="3252788" y="4618038"/>
          <p14:tracePt t="175324" x="3252788" y="4624388"/>
          <p14:tracePt t="175348" x="3252788" y="4630738"/>
          <p14:tracePt t="175372" x="3246438" y="4638675"/>
          <p14:tracePt t="175412" x="3240088" y="4645025"/>
          <p14:tracePt t="175436" x="3232150" y="4645025"/>
          <p14:tracePt t="175444" x="3225800" y="4645025"/>
          <p14:tracePt t="175468" x="3225800" y="4651375"/>
          <p14:tracePt t="175636" x="3246438" y="4659313"/>
          <p14:tracePt t="175644" x="3252788" y="4659313"/>
          <p14:tracePt t="175652" x="3260725" y="4659313"/>
          <p14:tracePt t="175660" x="3267075" y="4659313"/>
          <p14:tracePt t="175668" x="3273425" y="4659313"/>
          <p14:tracePt t="175676" x="3281363" y="4659313"/>
          <p14:tracePt t="175684" x="3287713" y="4659313"/>
          <p14:tracePt t="175740" x="3295650" y="4665663"/>
          <p14:tracePt t="175748" x="3308350" y="4665663"/>
          <p14:tracePt t="175756" x="3322638" y="4672013"/>
          <p14:tracePt t="175772" x="3336925" y="4672013"/>
          <p14:tracePt t="175780" x="3349625" y="4686300"/>
          <p14:tracePt t="175788" x="3357563" y="4686300"/>
          <p14:tracePt t="175804" x="3363913" y="4686300"/>
          <p14:tracePt t="175820" x="3370263" y="4686300"/>
          <p14:tracePt t="175852" x="3378200" y="4686300"/>
          <p14:tracePt t="175868" x="3384550" y="4686300"/>
          <p14:tracePt t="175892" x="3392488" y="4686300"/>
          <p14:tracePt t="176220" x="3392488" y="4672013"/>
          <p14:tracePt t="176260" x="3398838" y="4665663"/>
          <p14:tracePt t="176276" x="3413125" y="4665663"/>
          <p14:tracePt t="176284" x="3419475" y="4665663"/>
          <p14:tracePt t="176292" x="3440113" y="4665663"/>
          <p14:tracePt t="176300" x="3460750" y="4665663"/>
          <p14:tracePt t="176309" x="3475038" y="4665663"/>
          <p14:tracePt t="176316" x="3489325" y="4665663"/>
          <p14:tracePt t="176324" x="3502025" y="4665663"/>
          <p14:tracePt t="176332" x="3522663" y="4665663"/>
          <p14:tracePt t="176340" x="3536950" y="4665663"/>
          <p14:tracePt t="176348" x="3543300" y="4665663"/>
          <p14:tracePt t="176356" x="3557588" y="4665663"/>
          <p14:tracePt t="176364" x="3571875" y="4665663"/>
          <p14:tracePt t="176380" x="3578225" y="4665663"/>
          <p14:tracePt t="176396" x="3586163" y="4665663"/>
          <p14:tracePt t="176700" x="3592513" y="4665663"/>
          <p14:tracePt t="176964" x="3598863" y="4665663"/>
          <p14:tracePt t="177116" x="3606800" y="4665663"/>
          <p14:tracePt t="177132" x="3606800" y="4659313"/>
          <p14:tracePt t="177148" x="3619500" y="4659313"/>
          <p14:tracePt t="177156" x="3633788" y="4659313"/>
          <p14:tracePt t="177164" x="3648075" y="4659313"/>
          <p14:tracePt t="177172" x="3654425" y="4659313"/>
          <p14:tracePt t="177180" x="3668713" y="4659313"/>
          <p14:tracePt t="177188" x="3675063" y="4659313"/>
          <p14:tracePt t="177196" x="3695700" y="4659313"/>
          <p14:tracePt t="177212" x="3703638" y="4659313"/>
          <p14:tracePt t="177236" x="3709988" y="4659313"/>
          <p14:tracePt t="177676" x="3703638" y="4659313"/>
          <p14:tracePt t="177724" x="3695700" y="4659313"/>
          <p14:tracePt t="177732" x="3689350" y="4651375"/>
          <p14:tracePt t="177741" x="3675063" y="4651375"/>
          <p14:tracePt t="177748" x="3662363" y="4651375"/>
          <p14:tracePt t="177756" x="3654425" y="4651375"/>
          <p14:tracePt t="177764" x="3633788" y="4651375"/>
          <p14:tracePt t="177772" x="3613150" y="4651375"/>
          <p14:tracePt t="177780" x="3598863" y="4651375"/>
          <p14:tracePt t="177788" x="3571875" y="4651375"/>
          <p14:tracePt t="177796" x="3557588" y="4651375"/>
          <p14:tracePt t="177804" x="3536950" y="4651375"/>
          <p14:tracePt t="177812" x="3522663" y="4651375"/>
          <p14:tracePt t="177820" x="3502025" y="4651375"/>
          <p14:tracePt t="177828" x="3489325" y="4651375"/>
          <p14:tracePt t="177836" x="3481388" y="4651375"/>
          <p14:tracePt t="177844" x="3475038" y="4651375"/>
          <p14:tracePt t="177852" x="3460750" y="4659313"/>
          <p14:tracePt t="177860" x="3454400" y="4659313"/>
          <p14:tracePt t="177868" x="3440113" y="4665663"/>
          <p14:tracePt t="177876" x="3440113" y="4672013"/>
          <p14:tracePt t="177894" x="3413125" y="4672013"/>
          <p14:tracePt t="177900" x="3392488" y="4679950"/>
          <p14:tracePt t="177909" x="3384550" y="4694238"/>
          <p14:tracePt t="177916" x="3370263" y="4694238"/>
          <p14:tracePt t="177924" x="3357563" y="4694238"/>
          <p14:tracePt t="177932" x="3343275" y="4700588"/>
          <p14:tracePt t="177940" x="3336925" y="4706938"/>
          <p14:tracePt t="177948" x="3322638" y="4706938"/>
          <p14:tracePt t="177956" x="3316288" y="4714875"/>
          <p14:tracePt t="177964" x="3308350" y="4721225"/>
          <p14:tracePt t="177973" x="3302000" y="4721225"/>
          <p14:tracePt t="177980" x="3287713" y="4721225"/>
          <p14:tracePt t="177988" x="3287713" y="4727575"/>
          <p14:tracePt t="177996" x="3267075" y="4741863"/>
          <p14:tracePt t="178004" x="3252788" y="4748213"/>
          <p14:tracePt t="178012" x="3246438" y="4770438"/>
          <p14:tracePt t="178020" x="3225800" y="4791075"/>
          <p14:tracePt t="178028" x="3205163" y="4803775"/>
          <p14:tracePt t="178036" x="3190875" y="4803775"/>
          <p14:tracePt t="178044" x="3176588" y="4824413"/>
          <p14:tracePt t="178052" x="3163888" y="4832350"/>
          <p14:tracePt t="178060" x="3149600" y="4838700"/>
          <p14:tracePt t="178068" x="3143250" y="4845050"/>
          <p14:tracePt t="178076" x="3128963" y="4859338"/>
          <p14:tracePt t="178084" x="3122613" y="4867275"/>
          <p14:tracePt t="178092" x="3114675" y="4873625"/>
          <p14:tracePt t="178100" x="3114675" y="4887913"/>
          <p14:tracePt t="178109" x="3108325" y="4887913"/>
          <p14:tracePt t="178124" x="3108325" y="4894263"/>
          <p14:tracePt t="178148" x="3100388" y="4900613"/>
          <p14:tracePt t="178156" x="3094038" y="4908550"/>
          <p14:tracePt t="178172" x="3094038" y="4914900"/>
          <p14:tracePt t="178180" x="3094038" y="4929188"/>
          <p14:tracePt t="178196" x="3094038" y="4935538"/>
          <p14:tracePt t="178204" x="3094038" y="4949825"/>
          <p14:tracePt t="178212" x="3094038" y="4956175"/>
          <p14:tracePt t="178228" x="3094038" y="4964113"/>
          <p14:tracePt t="178244" x="3094038" y="4970463"/>
          <p14:tracePt t="178412" x="3094038" y="4976813"/>
          <p14:tracePt t="178444" x="3108325" y="4976813"/>
          <p14:tracePt t="178452" x="3114675" y="4976813"/>
          <p14:tracePt t="178460" x="3128963" y="4976813"/>
          <p14:tracePt t="178468" x="3135313" y="4976813"/>
          <p14:tracePt t="178476" x="3149600" y="4976813"/>
          <p14:tracePt t="178484" x="3163888" y="4976813"/>
          <p14:tracePt t="178492" x="3170238" y="4976813"/>
          <p14:tracePt t="178500" x="3176588" y="4976813"/>
          <p14:tracePt t="178516" x="3184525" y="4976813"/>
          <p14:tracePt t="178556" x="3197225" y="4976813"/>
          <p14:tracePt t="178572" x="3205163" y="4976813"/>
          <p14:tracePt t="178580" x="3219450" y="4976813"/>
          <p14:tracePt t="178588" x="3225800" y="4970463"/>
          <p14:tracePt t="178604" x="3232150" y="4970463"/>
          <p14:tracePt t="178612" x="3240088" y="4970463"/>
          <p14:tracePt t="178628" x="3246438" y="4970463"/>
          <p14:tracePt t="178636" x="3260725" y="4970463"/>
          <p14:tracePt t="178644" x="3267075" y="4970463"/>
          <p14:tracePt t="178652" x="3281363" y="4970463"/>
          <p14:tracePt t="178660" x="3295650" y="4970463"/>
          <p14:tracePt t="178668" x="3316288" y="4970463"/>
          <p14:tracePt t="178676" x="3322638" y="4970463"/>
          <p14:tracePt t="178684" x="3343275" y="4970463"/>
          <p14:tracePt t="178692" x="3357563" y="4970463"/>
          <p14:tracePt t="178700" x="3363913" y="4970463"/>
          <p14:tracePt t="178709" x="3378200" y="4970463"/>
          <p14:tracePt t="178716" x="3384550" y="4970463"/>
          <p14:tracePt t="178725" x="3392488" y="4970463"/>
          <p14:tracePt t="178740" x="3398838" y="4970463"/>
          <p14:tracePt t="178748" x="3405188" y="4970463"/>
          <p14:tracePt t="178756" x="3413125" y="4970463"/>
          <p14:tracePt t="178772" x="3419475" y="4970463"/>
          <p14:tracePt t="178804" x="3425825" y="4970463"/>
          <p14:tracePt t="179445" x="3433763" y="4970463"/>
          <p14:tracePt t="179452" x="3440113" y="4970463"/>
          <p14:tracePt t="179468" x="3446463" y="4970463"/>
          <p14:tracePt t="179476" x="3454400" y="4956175"/>
          <p14:tracePt t="179492" x="3460750" y="4956175"/>
          <p14:tracePt t="179508" x="3468688" y="4956175"/>
          <p14:tracePt t="179525" x="3475038" y="4956175"/>
          <p14:tracePt t="179548" x="3481388" y="4956175"/>
          <p14:tracePt t="179564" x="3489325" y="4956175"/>
          <p14:tracePt t="179580" x="3495675" y="4956175"/>
          <p14:tracePt t="179588" x="3502025" y="4956175"/>
          <p14:tracePt t="179644" x="3509963" y="4956175"/>
          <p14:tracePt t="179692" x="3516313" y="4956175"/>
          <p14:tracePt t="179700" x="3522663" y="4956175"/>
          <p14:tracePt t="179708" x="3530600" y="4956175"/>
          <p14:tracePt t="179732" x="3536950" y="4956175"/>
          <p14:tracePt t="179740" x="3543300" y="4956175"/>
          <p14:tracePt t="179748" x="3551238" y="4956175"/>
          <p14:tracePt t="179756" x="3557588" y="4956175"/>
          <p14:tracePt t="179764" x="3565525" y="4956175"/>
          <p14:tracePt t="179924" x="3571875" y="4956175"/>
          <p14:tracePt t="179940" x="3571875" y="4949825"/>
          <p14:tracePt t="179948" x="3571875" y="4935538"/>
          <p14:tracePt t="179964" x="3565525" y="4921250"/>
          <p14:tracePt t="179972" x="3565525" y="4914900"/>
          <p14:tracePt t="179980" x="3565525" y="4908550"/>
          <p14:tracePt t="179988" x="3565525" y="4894263"/>
          <p14:tracePt t="179996" x="3565525" y="4879975"/>
          <p14:tracePt t="180004" x="3565525" y="4867275"/>
          <p14:tracePt t="180012" x="3565525" y="4859338"/>
          <p14:tracePt t="180020" x="3565525" y="4832350"/>
          <p14:tracePt t="180028" x="3565525" y="4811713"/>
          <p14:tracePt t="180036" x="3565525" y="4776788"/>
          <p14:tracePt t="180044" x="3571875" y="4741863"/>
          <p14:tracePt t="180052" x="3592513" y="4727575"/>
          <p14:tracePt t="180060" x="3598863" y="4714875"/>
          <p14:tracePt t="180068" x="3613150" y="4714875"/>
          <p14:tracePt t="180077" x="3641725" y="4714875"/>
          <p14:tracePt t="180084" x="3662363" y="4700588"/>
          <p14:tracePt t="180092" x="3716338" y="4700588"/>
          <p14:tracePt t="180100" x="3765550" y="4700588"/>
          <p14:tracePt t="180109" x="3800475" y="4694238"/>
          <p14:tracePt t="180116" x="3856038" y="4694238"/>
          <p14:tracePt t="180124" x="3903663" y="4694238"/>
          <p14:tracePt t="180132" x="3952875" y="4694238"/>
          <p14:tracePt t="180140" x="3987800" y="4694238"/>
          <p14:tracePt t="180148" x="4021138" y="4700588"/>
          <p14:tracePt t="180156" x="4029075" y="4700588"/>
          <p14:tracePt t="180252" x="4041775" y="4706938"/>
          <p14:tracePt t="180260" x="4041775" y="4714875"/>
          <p14:tracePt t="180268" x="4041775" y="4721225"/>
          <p14:tracePt t="180557" x="4041775" y="4714875"/>
          <p14:tracePt t="180660" x="4041775" y="4706938"/>
          <p14:tracePt t="180708" x="4041775" y="4700588"/>
          <p14:tracePt t="180724" x="4049713" y="4694238"/>
          <p14:tracePt t="180740" x="4056063" y="4694238"/>
          <p14:tracePt t="180748" x="4070350" y="4679950"/>
          <p14:tracePt t="180756" x="4070350" y="4672013"/>
          <p14:tracePt t="180772" x="4076700" y="4665663"/>
          <p14:tracePt t="180780" x="4084638" y="4651375"/>
          <p14:tracePt t="180796" x="4090988" y="4645025"/>
          <p14:tracePt t="180805" x="4090988" y="4638675"/>
          <p14:tracePt t="181188" x="4076700" y="4638675"/>
          <p14:tracePt t="181196" x="4056063" y="4638675"/>
          <p14:tracePt t="181204" x="4021138" y="4638675"/>
          <p14:tracePt t="181212" x="3994150" y="4638675"/>
          <p14:tracePt t="181220" x="3952875" y="4638675"/>
          <p14:tracePt t="181228" x="3917950" y="4638675"/>
          <p14:tracePt t="181236" x="3868738" y="4645025"/>
          <p14:tracePt t="181244" x="3827463" y="4645025"/>
          <p14:tracePt t="181252" x="3800475" y="4651375"/>
          <p14:tracePt t="181260" x="3779838" y="4651375"/>
          <p14:tracePt t="181268" x="3771900" y="4651375"/>
          <p14:tracePt t="181276" x="3765550" y="4651375"/>
          <p14:tracePt t="181284" x="3751263" y="4651375"/>
          <p14:tracePt t="181300" x="3744913" y="4651375"/>
          <p14:tracePt t="181309" x="3730625" y="4651375"/>
          <p14:tracePt t="181324" x="3716338" y="4651375"/>
          <p14:tracePt t="181332" x="3703638" y="4651375"/>
          <p14:tracePt t="181340" x="3689350" y="4651375"/>
          <p14:tracePt t="181348" x="3683000" y="4651375"/>
          <p14:tracePt t="181356" x="3675063" y="4651375"/>
          <p14:tracePt t="181364" x="3668713" y="4651375"/>
          <p14:tracePt t="181412" x="3662363" y="4651375"/>
          <p14:tracePt t="181420" x="3662363" y="4659313"/>
          <p14:tracePt t="181620" x="3654425" y="4659313"/>
          <p14:tracePt t="181636" x="3654425" y="4645025"/>
          <p14:tracePt t="181652" x="3648075" y="4638675"/>
          <p14:tracePt t="181676" x="3641725" y="4630738"/>
          <p14:tracePt t="181700" x="3633788" y="4630738"/>
          <p14:tracePt t="181852" x="3633788" y="4624388"/>
          <p14:tracePt t="182124" x="3627438" y="4624388"/>
          <p14:tracePt t="182148" x="3619500" y="4618038"/>
          <p14:tracePt t="182164" x="3613150" y="4610100"/>
          <p14:tracePt t="182172" x="3606800" y="4610100"/>
          <p14:tracePt t="182196" x="3592513" y="4603750"/>
          <p14:tracePt t="182236" x="3586163" y="4597400"/>
          <p14:tracePt t="182316" x="3578225" y="4589463"/>
          <p14:tracePt t="182348" x="3578225" y="4583113"/>
          <p14:tracePt t="182412" x="3571875" y="4583113"/>
          <p14:tracePt t="182524" x="3565525" y="4575175"/>
          <p14:tracePt t="182788" x="3557588" y="4568825"/>
          <p14:tracePt t="182804" x="3551238" y="4562475"/>
          <p14:tracePt t="182812" x="3543300" y="4554538"/>
          <p14:tracePt t="182820" x="3536950" y="4548188"/>
          <p14:tracePt t="182852" x="3536950" y="4541838"/>
          <p14:tracePt t="182884" x="3530600" y="4533900"/>
          <p14:tracePt t="182956" x="3522663" y="4527550"/>
          <p14:tracePt t="182972" x="3516313" y="4527550"/>
          <p14:tracePt t="182996" x="3516313" y="4521200"/>
          <p14:tracePt t="183036" x="3509963" y="4521200"/>
          <p14:tracePt t="183052" x="3502025" y="4513263"/>
          <p14:tracePt t="183068" x="3495675" y="4506913"/>
          <p14:tracePt t="183084" x="3495675" y="4498975"/>
          <p14:tracePt t="183092" x="3489325" y="4492625"/>
          <p14:tracePt t="183116" x="3481388" y="4486275"/>
          <p14:tracePt t="183124" x="3481388" y="4478338"/>
          <p14:tracePt t="183132" x="3475038" y="4471988"/>
          <p14:tracePt t="183164" x="3468688" y="4457700"/>
          <p14:tracePt t="183180" x="3468688" y="4451350"/>
          <p14:tracePt t="183188" x="3460750" y="4445000"/>
          <p14:tracePt t="183196" x="3454400" y="4445000"/>
          <p14:tracePt t="183204" x="3454400" y="4437063"/>
          <p14:tracePt t="183212" x="3454400" y="4430713"/>
          <p14:tracePt t="183236" x="3454400" y="4422775"/>
          <p14:tracePt t="183244" x="3454400" y="4416425"/>
          <p14:tracePt t="183252" x="3446463" y="4410075"/>
          <p14:tracePt t="183308" x="3446463" y="4402138"/>
          <p14:tracePt t="183324" x="3440113" y="4389438"/>
          <p14:tracePt t="183388" x="3440113" y="4381500"/>
          <p14:tracePt t="183404" x="3433763" y="4368800"/>
          <p14:tracePt t="183428" x="3433763" y="4354513"/>
          <p14:tracePt t="183444" x="3425825" y="4348163"/>
          <p14:tracePt t="183452" x="3419475" y="4333875"/>
          <p14:tracePt t="183460" x="3413125" y="4325938"/>
          <p14:tracePt t="183468" x="3413125" y="4319588"/>
          <p14:tracePt t="183476" x="3405188" y="4305300"/>
          <p14:tracePt t="183484" x="3392488" y="4284663"/>
          <p14:tracePt t="183492" x="3384550" y="4271963"/>
          <p14:tracePt t="183500" x="3384550" y="4264025"/>
          <p14:tracePt t="183509" x="3384550" y="4257675"/>
          <p14:tracePt t="183516" x="3384550" y="4229100"/>
          <p14:tracePt t="183525" x="3378200" y="4202113"/>
          <p14:tracePt t="183532" x="3363913" y="4181475"/>
          <p14:tracePt t="183540" x="3357563" y="4146550"/>
          <p14:tracePt t="183548" x="3349625" y="4125913"/>
          <p14:tracePt t="183556" x="3349625" y="4105275"/>
          <p14:tracePt t="183564" x="3336925" y="4084638"/>
          <p14:tracePt t="183572" x="3328988" y="4056063"/>
          <p14:tracePt t="183580" x="3322638" y="4035425"/>
          <p14:tracePt t="183588" x="3322638" y="4014788"/>
          <p14:tracePt t="183596" x="3316288" y="3979863"/>
          <p14:tracePt t="183604" x="3316288" y="3946525"/>
          <p14:tracePt t="183612" x="3308350" y="3917950"/>
          <p14:tracePt t="183620" x="3302000" y="3876675"/>
          <p14:tracePt t="183628" x="3295650" y="3849688"/>
          <p14:tracePt t="183636" x="3273425" y="3794125"/>
          <p14:tracePt t="183644" x="3267075" y="3773488"/>
          <p14:tracePt t="183652" x="3260725" y="3744913"/>
          <p14:tracePt t="183660" x="3252788" y="3717925"/>
          <p14:tracePt t="183668" x="3252788" y="3689350"/>
          <p14:tracePt t="183676" x="3252788" y="3668713"/>
          <p14:tracePt t="183684" x="3246438" y="3641725"/>
          <p14:tracePt t="183692" x="3246438" y="3621088"/>
          <p14:tracePt t="183700" x="3240088" y="3592513"/>
          <p14:tracePt t="183709" x="3240088" y="3578225"/>
          <p14:tracePt t="183716" x="3240088" y="3557588"/>
          <p14:tracePt t="183725" x="3240088" y="3536950"/>
          <p14:tracePt t="183732" x="3240088" y="3530600"/>
          <p14:tracePt t="183740" x="3240088" y="3516313"/>
          <p14:tracePt t="183748" x="3240088" y="3509963"/>
          <p14:tracePt t="183764" x="3240088" y="3495675"/>
          <p14:tracePt t="183780" x="3240088" y="3489325"/>
          <p14:tracePt t="183788" x="3240088" y="3468688"/>
          <p14:tracePt t="183796" x="3240088" y="3460750"/>
          <p14:tracePt t="183804" x="3240088" y="3440113"/>
          <p14:tracePt t="183812" x="3240088" y="3413125"/>
          <p14:tracePt t="183821" x="3240088" y="3392488"/>
          <p14:tracePt t="183828" x="3240088" y="3371850"/>
          <p14:tracePt t="183836" x="3240088" y="3357563"/>
          <p14:tracePt t="183844" x="3240088" y="3343275"/>
          <p14:tracePt t="183852" x="3240088" y="3336925"/>
          <p14:tracePt t="183860" x="3240088" y="3316288"/>
          <p14:tracePt t="183868" x="3240088" y="3302000"/>
          <p14:tracePt t="183876" x="3240088" y="3295650"/>
          <p14:tracePt t="183894" x="3232150" y="3281363"/>
          <p14:tracePt t="183900" x="3225800" y="3275013"/>
          <p14:tracePt t="183909" x="3219450" y="3254375"/>
          <p14:tracePt t="183916" x="3219450" y="3246438"/>
          <p14:tracePt t="183924" x="3211513" y="3240088"/>
          <p14:tracePt t="183932" x="3205163" y="3211513"/>
          <p14:tracePt t="183940" x="3190875" y="3184525"/>
          <p14:tracePt t="183948" x="3184525" y="3178175"/>
          <p14:tracePt t="183956" x="3176588" y="3163888"/>
          <p14:tracePt t="183972" x="3176588" y="3155950"/>
          <p14:tracePt t="183980" x="3170238" y="3143250"/>
          <p14:tracePt t="183988" x="3170238" y="3135313"/>
          <p14:tracePt t="184004" x="3163888" y="3114675"/>
          <p14:tracePt t="184012" x="3155950" y="3087688"/>
          <p14:tracePt t="184020" x="3155950" y="3067050"/>
          <p14:tracePt t="184028" x="3149600" y="3046413"/>
          <p14:tracePt t="184036" x="3149600" y="3032125"/>
          <p14:tracePt t="184044" x="3143250" y="2997200"/>
          <p14:tracePt t="184052" x="3143250" y="2982913"/>
          <p14:tracePt t="184060" x="3143250" y="2976563"/>
          <p14:tracePt t="184068" x="3135313" y="2962275"/>
          <p14:tracePt t="184076" x="3135313" y="2949575"/>
          <p14:tracePt t="184084" x="3135313" y="2935288"/>
          <p14:tracePt t="184092" x="3128963" y="2921000"/>
          <p14:tracePt t="184100" x="3128963" y="2914650"/>
          <p14:tracePt t="184109" x="3128963" y="2906713"/>
          <p14:tracePt t="184116" x="3128963" y="2886075"/>
          <p14:tracePt t="184124" x="3128963" y="2865438"/>
          <p14:tracePt t="184132" x="3128963" y="2859088"/>
          <p14:tracePt t="184140" x="3128963" y="2844800"/>
          <p14:tracePt t="184148" x="3114675" y="2838450"/>
          <p14:tracePt t="184164" x="3114675" y="2832100"/>
          <p14:tracePt t="184204" x="3114675" y="2824163"/>
          <p14:tracePt t="184220" x="3108325" y="2824163"/>
          <p14:tracePt t="184236" x="3094038" y="2824163"/>
          <p14:tracePt t="184244" x="3087688" y="2824163"/>
          <p14:tracePt t="184252" x="3073400" y="2824163"/>
          <p14:tracePt t="184260" x="3059113" y="2838450"/>
          <p14:tracePt t="184268" x="3038475" y="2844800"/>
          <p14:tracePt t="184276" x="3024188" y="2852738"/>
          <p14:tracePt t="184284" x="3011488" y="2859088"/>
          <p14:tracePt t="184292" x="2990850" y="2865438"/>
          <p14:tracePt t="184300" x="2982913" y="2865438"/>
          <p14:tracePt t="184309" x="2970213" y="2873375"/>
          <p14:tracePt t="184316" x="2949575" y="2879725"/>
          <p14:tracePt t="184324" x="2941638" y="2879725"/>
          <p14:tracePt t="184332" x="2935288" y="2886075"/>
          <p14:tracePt t="184340" x="2927350" y="2886075"/>
          <p14:tracePt t="184348" x="2921000" y="2894013"/>
          <p14:tracePt t="184356" x="2914650" y="2906713"/>
          <p14:tracePt t="184364" x="2906713" y="2914650"/>
          <p14:tracePt t="184372" x="2900363" y="2921000"/>
          <p14:tracePt t="184380" x="2879725" y="2935288"/>
          <p14:tracePt t="184388" x="2873375" y="2941638"/>
          <p14:tracePt t="184396" x="2851150" y="2970213"/>
          <p14:tracePt t="184404" x="2838450" y="2976563"/>
          <p14:tracePt t="184412" x="2830513" y="2990850"/>
          <p14:tracePt t="184420" x="2809875" y="3017838"/>
          <p14:tracePt t="184428" x="2803525" y="3032125"/>
          <p14:tracePt t="184436" x="2803525" y="3052763"/>
          <p14:tracePt t="184444" x="2789238" y="3081338"/>
          <p14:tracePt t="184452" x="2782888" y="3114675"/>
          <p14:tracePt t="184460" x="2774950" y="3128963"/>
          <p14:tracePt t="184468" x="2774950" y="3163888"/>
          <p14:tracePt t="184476" x="2774950" y="3190875"/>
          <p14:tracePt t="184484" x="2774950" y="3219450"/>
          <p14:tracePt t="184492" x="2774950" y="3260725"/>
          <p14:tracePt t="184500" x="2774950" y="3316288"/>
          <p14:tracePt t="184509" x="2774950" y="3351213"/>
          <p14:tracePt t="184516" x="2774950" y="3392488"/>
          <p14:tracePt t="184524" x="2782888" y="3440113"/>
          <p14:tracePt t="184532" x="2789238" y="3468688"/>
          <p14:tracePt t="184540" x="2803525" y="3495675"/>
          <p14:tracePt t="184548" x="2824163" y="3530600"/>
          <p14:tracePt t="184556" x="2851150" y="3565525"/>
          <p14:tracePt t="184564" x="2879725" y="3600450"/>
          <p14:tracePt t="184572" x="2900363" y="3613150"/>
          <p14:tracePt t="184580" x="2927350" y="3654425"/>
          <p14:tracePt t="184588" x="2949575" y="3683000"/>
          <p14:tracePt t="184596" x="2976563" y="3703638"/>
          <p14:tracePt t="184604" x="3003550" y="3730625"/>
          <p14:tracePt t="184612" x="3024188" y="3751263"/>
          <p14:tracePt t="184620" x="3038475" y="3759200"/>
          <p14:tracePt t="184628" x="3052763" y="3773488"/>
          <p14:tracePt t="184636" x="3073400" y="3786188"/>
          <p14:tracePt t="184644" x="3087688" y="3794125"/>
          <p14:tracePt t="184652" x="3100388" y="3794125"/>
          <p14:tracePt t="184660" x="3114675" y="3794125"/>
          <p14:tracePt t="184668" x="3122613" y="3800475"/>
          <p14:tracePt t="184676" x="3128963" y="3800475"/>
          <p14:tracePt t="184684" x="3143250" y="3800475"/>
          <p14:tracePt t="184692" x="3155950" y="3800475"/>
          <p14:tracePt t="184700" x="3163888" y="3800475"/>
          <p14:tracePt t="184709" x="3170238" y="3800475"/>
          <p14:tracePt t="184716" x="3176588" y="3800475"/>
          <p14:tracePt t="184732" x="3190875" y="3800475"/>
          <p14:tracePt t="184740" x="3205163" y="3800475"/>
          <p14:tracePt t="184748" x="3219450" y="3794125"/>
          <p14:tracePt t="184756" x="3232150" y="3779838"/>
          <p14:tracePt t="184764" x="3260725" y="3759200"/>
          <p14:tracePt t="184772" x="3267075" y="3738563"/>
          <p14:tracePt t="184780" x="3273425" y="3717925"/>
          <p14:tracePt t="184788" x="3287713" y="3689350"/>
          <p14:tracePt t="184796" x="3295650" y="3668713"/>
          <p14:tracePt t="184804" x="3302000" y="3641725"/>
          <p14:tracePt t="184812" x="3302000" y="3627438"/>
          <p14:tracePt t="184820" x="3302000" y="3606800"/>
          <p14:tracePt t="184828" x="3316288" y="3592513"/>
          <p14:tracePt t="184836" x="3322638" y="3578225"/>
          <p14:tracePt t="184844" x="3322638" y="3571875"/>
          <p14:tracePt t="184852" x="3322638" y="3565525"/>
          <p14:tracePt t="184860" x="3322638" y="3551238"/>
          <p14:tracePt t="184877" x="3322638" y="3530600"/>
          <p14:tracePt t="184884" x="3322638" y="3503613"/>
          <p14:tracePt t="184892" x="3322638" y="3475038"/>
          <p14:tracePt t="184900" x="3322638" y="3440113"/>
          <p14:tracePt t="184909" x="3322638" y="3413125"/>
          <p14:tracePt t="184916" x="3322638" y="3378200"/>
          <p14:tracePt t="184924" x="3316288" y="3336925"/>
          <p14:tracePt t="184932" x="3308350" y="3308350"/>
          <p14:tracePt t="184941" x="3302000" y="3267075"/>
          <p14:tracePt t="184948" x="3281363" y="3240088"/>
          <p14:tracePt t="184957" x="3273425" y="3198813"/>
          <p14:tracePt t="184964" x="3252788" y="3163888"/>
          <p14:tracePt t="184972" x="3252788" y="3149600"/>
          <p14:tracePt t="184980" x="3240088" y="3114675"/>
          <p14:tracePt t="184988" x="3225800" y="3101975"/>
          <p14:tracePt t="184996" x="3219450" y="3067050"/>
          <p14:tracePt t="185004" x="3211513" y="3067050"/>
          <p14:tracePt t="185012" x="3211513" y="3059113"/>
          <p14:tracePt t="185020" x="3205163" y="3046413"/>
          <p14:tracePt t="185036" x="3197225" y="3032125"/>
          <p14:tracePt t="185044" x="3190875" y="3025775"/>
          <p14:tracePt t="185060" x="3184525" y="3025775"/>
          <p14:tracePt t="185092" x="3176588" y="3032125"/>
          <p14:tracePt t="185364" x="3170238" y="3017838"/>
          <p14:tracePt t="185372" x="3170238" y="2997200"/>
          <p14:tracePt t="185380" x="3170238" y="2982913"/>
          <p14:tracePt t="185388" x="3143250" y="2955925"/>
          <p14:tracePt t="185396" x="3122613" y="2928938"/>
          <p14:tracePt t="185404" x="3114675" y="2914650"/>
          <p14:tracePt t="185412" x="3087688" y="2886075"/>
          <p14:tracePt t="185420" x="3087688" y="2879725"/>
          <p14:tracePt t="185428" x="3073400" y="2859088"/>
          <p14:tracePt t="185436" x="3059113" y="2852738"/>
          <p14:tracePt t="185444" x="3046413" y="2838450"/>
          <p14:tracePt t="185452" x="3038475" y="2824163"/>
          <p14:tracePt t="185460" x="3011488" y="2809875"/>
          <p14:tracePt t="185468" x="2997200" y="2803525"/>
          <p14:tracePt t="185476" x="2982913" y="2797175"/>
          <p14:tracePt t="185484" x="2970213" y="2789238"/>
          <p14:tracePt t="185492" x="2949575" y="2789238"/>
          <p14:tracePt t="185500" x="2927350" y="2782888"/>
          <p14:tracePt t="185509" x="2906713" y="2782888"/>
          <p14:tracePt t="185516" x="2894013" y="2782888"/>
          <p14:tracePt t="185532" x="2886075" y="2782888"/>
          <p14:tracePt t="185540" x="2873375" y="2782888"/>
          <p14:tracePt t="185548" x="2865438" y="2782888"/>
          <p14:tracePt t="185556" x="2851150" y="2782888"/>
          <p14:tracePt t="185564" x="2844800" y="2782888"/>
          <p14:tracePt t="185580" x="2838450" y="2782888"/>
          <p14:tracePt t="185588" x="2824163" y="2782888"/>
          <p14:tracePt t="185596" x="2817813" y="2797175"/>
          <p14:tracePt t="185604" x="2803525" y="2797175"/>
          <p14:tracePt t="185612" x="2789238" y="2809875"/>
          <p14:tracePt t="185628" x="2774950" y="2817813"/>
          <p14:tracePt t="185636" x="2768600" y="2824163"/>
          <p14:tracePt t="185644" x="2754313" y="2838450"/>
          <p14:tracePt t="185652" x="2747963" y="2844800"/>
          <p14:tracePt t="185660" x="2747963" y="2852738"/>
          <p14:tracePt t="185668" x="2741613" y="2859088"/>
          <p14:tracePt t="185676" x="2741613" y="2873375"/>
          <p14:tracePt t="185684" x="2727325" y="2886075"/>
          <p14:tracePt t="185692" x="2727325" y="2894013"/>
          <p14:tracePt t="185700" x="2727325" y="2900363"/>
          <p14:tracePt t="185709" x="2727325" y="2906713"/>
          <p14:tracePt t="185716" x="2727325" y="2921000"/>
          <p14:tracePt t="185724" x="2727325" y="2928938"/>
          <p14:tracePt t="185732" x="2727325" y="2935288"/>
          <p14:tracePt t="185740" x="2727325" y="2955925"/>
          <p14:tracePt t="185748" x="2727325" y="2970213"/>
          <p14:tracePt t="185764" x="2727325" y="2982913"/>
          <p14:tracePt t="185772" x="2727325" y="2990850"/>
          <p14:tracePt t="185780" x="2727325" y="3011488"/>
          <p14:tracePt t="185788" x="2727325" y="3017838"/>
          <p14:tracePt t="185804" x="2727325" y="3032125"/>
          <p14:tracePt t="185812" x="2727325" y="3038475"/>
          <p14:tracePt t="185820" x="2727325" y="3046413"/>
          <p14:tracePt t="185828" x="2733675" y="3059113"/>
          <p14:tracePt t="185836" x="2733675" y="3073400"/>
          <p14:tracePt t="185844" x="2733675" y="3081338"/>
          <p14:tracePt t="185852" x="2741613" y="3094038"/>
          <p14:tracePt t="185860" x="2747963" y="3108325"/>
          <p14:tracePt t="185868" x="2754313" y="3114675"/>
          <p14:tracePt t="185878" x="2762250" y="3128963"/>
          <p14:tracePt t="185884" x="2768600" y="3143250"/>
          <p14:tracePt t="185892" x="2774950" y="3155950"/>
          <p14:tracePt t="185900" x="2789238" y="3163888"/>
          <p14:tracePt t="185909" x="2797175" y="3178175"/>
          <p14:tracePt t="185916" x="2803525" y="3178175"/>
          <p14:tracePt t="185924" x="2803525" y="3184525"/>
          <p14:tracePt t="185932" x="2809875" y="3184525"/>
          <p14:tracePt t="185940" x="2817813" y="3198813"/>
          <p14:tracePt t="185956" x="2817813" y="3205163"/>
          <p14:tracePt t="185964" x="2830513" y="3211513"/>
          <p14:tracePt t="185972" x="2830513" y="3219450"/>
          <p14:tracePt t="185980" x="2844800" y="3225800"/>
          <p14:tracePt t="185988" x="2865438" y="3240088"/>
          <p14:tracePt t="185996" x="2873375" y="3246438"/>
          <p14:tracePt t="186004" x="2894013" y="3260725"/>
          <p14:tracePt t="186020" x="2900363" y="3260725"/>
          <p14:tracePt t="186028" x="2921000" y="3275013"/>
          <p14:tracePt t="186052" x="2935288" y="3275013"/>
          <p14:tracePt t="186060" x="2941638" y="3275013"/>
          <p14:tracePt t="186068" x="2962275" y="3281363"/>
          <p14:tracePt t="186084" x="2976563" y="3281363"/>
          <p14:tracePt t="186092" x="2982913" y="3281363"/>
          <p14:tracePt t="186100" x="3003550" y="3281363"/>
          <p14:tracePt t="186109" x="3011488" y="3281363"/>
          <p14:tracePt t="186116" x="3024188" y="3281363"/>
          <p14:tracePt t="186124" x="3038475" y="3281363"/>
          <p14:tracePt t="186132" x="3052763" y="3281363"/>
          <p14:tracePt t="186140" x="3059113" y="3281363"/>
          <p14:tracePt t="186148" x="3079750" y="3281363"/>
          <p14:tracePt t="186164" x="3094038" y="3281363"/>
          <p14:tracePt t="186172" x="3100388" y="3281363"/>
          <p14:tracePt t="186180" x="3122613" y="3275013"/>
          <p14:tracePt t="186196" x="3128963" y="3275013"/>
          <p14:tracePt t="186204" x="3128963" y="3267075"/>
          <p14:tracePt t="186212" x="3143250" y="3267075"/>
          <p14:tracePt t="186220" x="3149600" y="3254375"/>
          <p14:tracePt t="186228" x="3155950" y="3254375"/>
          <p14:tracePt t="186236" x="3155950" y="3240088"/>
          <p14:tracePt t="186244" x="3170238" y="3225800"/>
          <p14:tracePt t="186260" x="3170238" y="3205163"/>
          <p14:tracePt t="186276" x="3170238" y="3184525"/>
          <p14:tracePt t="186284" x="3176588" y="3178175"/>
          <p14:tracePt t="186292" x="3184525" y="3163888"/>
          <p14:tracePt t="186300" x="3190875" y="3143250"/>
          <p14:tracePt t="186309" x="3197225" y="3135313"/>
          <p14:tracePt t="186316" x="3205163" y="3128963"/>
          <p14:tracePt t="186324" x="3205163" y="3108325"/>
          <p14:tracePt t="186348" x="3205163" y="3094038"/>
          <p14:tracePt t="186356" x="3205163" y="3081338"/>
          <p14:tracePt t="186364" x="3219450" y="3059113"/>
          <p14:tracePt t="186372" x="3219450" y="3038475"/>
          <p14:tracePt t="186380" x="3219450" y="3025775"/>
          <p14:tracePt t="186388" x="3219450" y="3011488"/>
          <p14:tracePt t="186396" x="3219450" y="2990850"/>
          <p14:tracePt t="186404" x="3219450" y="2982913"/>
          <p14:tracePt t="186412" x="3225800" y="2962275"/>
          <p14:tracePt t="186420" x="3225800" y="2955925"/>
          <p14:tracePt t="186428" x="3225800" y="2935288"/>
          <p14:tracePt t="186436" x="3225800" y="2914650"/>
          <p14:tracePt t="186444" x="3225800" y="2900363"/>
          <p14:tracePt t="186452" x="3232150" y="2886075"/>
          <p14:tracePt t="186460" x="3232150" y="2879725"/>
          <p14:tracePt t="186468" x="3232150" y="2865438"/>
          <p14:tracePt t="186476" x="3232150" y="2852738"/>
          <p14:tracePt t="186484" x="3232150" y="2838450"/>
          <p14:tracePt t="186492" x="3232150" y="2832100"/>
          <p14:tracePt t="186500" x="3232150" y="2817813"/>
          <p14:tracePt t="186509" x="3232150" y="2809875"/>
          <p14:tracePt t="186516" x="3232150" y="2797175"/>
          <p14:tracePt t="186524" x="3232150" y="2789238"/>
          <p14:tracePt t="186532" x="3232150" y="2782888"/>
          <p14:tracePt t="186540" x="3232150" y="2776538"/>
          <p14:tracePt t="186548" x="3232150" y="2762250"/>
          <p14:tracePt t="186556" x="3232150" y="2755900"/>
          <p14:tracePt t="186564" x="3232150" y="2747963"/>
          <p14:tracePt t="186572" x="3232150" y="2741613"/>
          <p14:tracePt t="186580" x="3225800" y="2733675"/>
          <p14:tracePt t="186588" x="3225800" y="2727325"/>
          <p14:tracePt t="186596" x="3225800" y="2713038"/>
          <p14:tracePt t="186612" x="3219450" y="2706688"/>
          <p14:tracePt t="186620" x="3211513" y="2692400"/>
          <p14:tracePt t="186628" x="3211513" y="2686050"/>
          <p14:tracePt t="186636" x="3197225" y="2671763"/>
          <p14:tracePt t="186652" x="3190875" y="2665413"/>
          <p14:tracePt t="186660" x="3184525" y="2659063"/>
          <p14:tracePt t="186668" x="3184525" y="2651125"/>
          <p14:tracePt t="186676" x="3176588" y="2644775"/>
          <p14:tracePt t="186692" x="3176588" y="2636838"/>
          <p14:tracePt t="186700" x="3170238" y="2630488"/>
          <p14:tracePt t="186709" x="3163888" y="2630488"/>
          <p14:tracePt t="186716" x="3155950" y="2616200"/>
          <p14:tracePt t="186748" x="3149600" y="2609850"/>
          <p14:tracePt t="186756" x="3135313" y="2595563"/>
          <p14:tracePt t="186788" x="3128963" y="2589213"/>
          <p14:tracePt t="186804" x="3122613" y="2582863"/>
          <p14:tracePt t="186820" x="3114675" y="2582863"/>
          <p14:tracePt t="186828" x="3108325" y="2574925"/>
          <p14:tracePt t="186836" x="3100388" y="2574925"/>
          <p14:tracePt t="186852" x="3094038" y="2568575"/>
          <p14:tracePt t="186860" x="3087688" y="2560638"/>
          <p14:tracePt t="186868" x="3073400" y="2560638"/>
          <p14:tracePt t="186876" x="3073400" y="2554288"/>
          <p14:tracePt t="186894" x="3052763" y="2547938"/>
          <p14:tracePt t="186909" x="3052763" y="2540000"/>
          <p14:tracePt t="186932" x="3038475" y="2533650"/>
          <p14:tracePt t="186948" x="3032125" y="2527300"/>
          <p14:tracePt t="186956" x="3024188" y="2527300"/>
          <p14:tracePt t="186972" x="3011488" y="2519363"/>
          <p14:tracePt t="186980" x="3003550" y="2519363"/>
          <p14:tracePt t="186996" x="2997200" y="2513013"/>
          <p14:tracePt t="187020" x="2997200" y="2506663"/>
          <p14:tracePt t="187036" x="2990850" y="2506663"/>
          <p14:tracePt t="187044" x="2982913" y="2506663"/>
          <p14:tracePt t="187060" x="2976563" y="2506663"/>
          <p14:tracePt t="187068" x="2962275" y="2506663"/>
          <p14:tracePt t="187085" x="2949575" y="2506663"/>
          <p14:tracePt t="187092" x="2941638" y="2506663"/>
          <p14:tracePt t="187100" x="2921000" y="2506663"/>
          <p14:tracePt t="187116" x="2906713" y="2506663"/>
          <p14:tracePt t="187124" x="2900363" y="2506663"/>
          <p14:tracePt t="187132" x="2894013" y="2506663"/>
          <p14:tracePt t="187140" x="2879725" y="2506663"/>
          <p14:tracePt t="187148" x="2873375" y="2506663"/>
          <p14:tracePt t="187164" x="2859088" y="2506663"/>
          <p14:tracePt t="187172" x="2851150" y="2506663"/>
          <p14:tracePt t="187188" x="2844800" y="2506663"/>
          <p14:tracePt t="187196" x="2838450" y="2506663"/>
          <p14:tracePt t="187212" x="2830513" y="2506663"/>
          <p14:tracePt t="187244" x="2824163" y="2506663"/>
          <p14:tracePt t="187260" x="2817813" y="2506663"/>
          <p14:tracePt t="187276" x="2809875" y="2506663"/>
          <p14:tracePt t="187292" x="2803525" y="2513013"/>
          <p14:tracePt t="187317" x="2797175" y="2513013"/>
          <p14:tracePt t="187397" x="2789238" y="2519363"/>
          <p14:tracePt t="187412" x="2789238" y="2527300"/>
          <p14:tracePt t="187428" x="2789238" y="2533650"/>
          <p14:tracePt t="187436" x="2789238" y="2547938"/>
          <p14:tracePt t="187444" x="2789238" y="2554288"/>
          <p14:tracePt t="187452" x="2797175" y="2568575"/>
          <p14:tracePt t="187460" x="2803525" y="2582863"/>
          <p14:tracePt t="187468" x="2824163" y="2595563"/>
          <p14:tracePt t="187476" x="2844800" y="2616200"/>
          <p14:tracePt t="187484" x="2859088" y="2624138"/>
          <p14:tracePt t="187492" x="2865438" y="2636838"/>
          <p14:tracePt t="187500" x="2873375" y="2659063"/>
          <p14:tracePt t="187509" x="2886075" y="2671763"/>
          <p14:tracePt t="187516" x="2900363" y="2692400"/>
          <p14:tracePt t="187525" x="2906713" y="2706688"/>
          <p14:tracePt t="187532" x="2914650" y="2727325"/>
          <p14:tracePt t="187540" x="2927350" y="2747963"/>
          <p14:tracePt t="187548" x="2935288" y="2762250"/>
          <p14:tracePt t="187556" x="2949575" y="2789238"/>
          <p14:tracePt t="187564" x="2962275" y="2809875"/>
          <p14:tracePt t="187572" x="2970213" y="2824163"/>
          <p14:tracePt t="187580" x="2982913" y="2859088"/>
          <p14:tracePt t="187588" x="2990850" y="2873375"/>
          <p14:tracePt t="187596" x="3003550" y="2894013"/>
          <p14:tracePt t="187604" x="3017838" y="2906713"/>
          <p14:tracePt t="187612" x="3024188" y="2921000"/>
          <p14:tracePt t="187620" x="3038475" y="2941638"/>
          <p14:tracePt t="187628" x="3052763" y="2949575"/>
          <p14:tracePt t="187636" x="3052763" y="2955925"/>
          <p14:tracePt t="187644" x="3059113" y="2955925"/>
          <p14:tracePt t="187652" x="3059113" y="2962275"/>
          <p14:tracePt t="187660" x="3067050" y="2970213"/>
          <p14:tracePt t="187668" x="3073400" y="2970213"/>
          <p14:tracePt t="187684" x="3073400" y="2976563"/>
          <p14:tracePt t="187772" x="3073400" y="2990850"/>
          <p14:tracePt t="187780" x="3087688" y="2997200"/>
          <p14:tracePt t="188060" x="3087688" y="2990850"/>
          <p14:tracePt t="188068" x="3087688" y="2982913"/>
          <p14:tracePt t="188084" x="3087688" y="2970213"/>
          <p14:tracePt t="188092" x="3087688" y="2962275"/>
          <p14:tracePt t="188116" x="3087688" y="2955925"/>
          <p14:tracePt t="188124" x="3087688" y="2949575"/>
          <p14:tracePt t="188132" x="3087688" y="2935288"/>
          <p14:tracePt t="188140" x="3087688" y="2921000"/>
          <p14:tracePt t="188148" x="3087688" y="2906713"/>
          <p14:tracePt t="188156" x="3087688" y="2894013"/>
          <p14:tracePt t="188164" x="3087688" y="2886075"/>
          <p14:tracePt t="188172" x="3087688" y="2873375"/>
          <p14:tracePt t="188180" x="3087688" y="2865438"/>
          <p14:tracePt t="188196" x="3087688" y="2859088"/>
          <p14:tracePt t="188204" x="3087688" y="2852738"/>
          <p14:tracePt t="188276" x="3094038" y="2844800"/>
          <p14:tracePt t="188284" x="3100388" y="2844800"/>
          <p14:tracePt t="188292" x="3122613" y="2873375"/>
          <p14:tracePt t="188300" x="3155950" y="2921000"/>
          <p14:tracePt t="188309" x="3190875" y="2970213"/>
          <p14:tracePt t="188316" x="3232150" y="3025775"/>
          <p14:tracePt t="188324" x="3267075" y="3059113"/>
          <p14:tracePt t="188332" x="3308350" y="3094038"/>
          <p14:tracePt t="188340" x="3357563" y="3122613"/>
          <p14:tracePt t="188348" x="3398838" y="3135313"/>
          <p14:tracePt t="188356" x="3460750" y="3163888"/>
          <p14:tracePt t="188364" x="3522663" y="3178175"/>
          <p14:tracePt t="188372" x="3592513" y="3205163"/>
          <p14:tracePt t="188380" x="3648075" y="3232150"/>
          <p14:tracePt t="188388" x="3716338" y="3240088"/>
          <p14:tracePt t="188396" x="3765550" y="3246438"/>
          <p14:tracePt t="188404" x="3827463" y="3254375"/>
          <p14:tracePt t="188412" x="3903663" y="3267075"/>
          <p14:tracePt t="188420" x="3987800" y="3275013"/>
          <p14:tracePt t="188428" x="4070350" y="3281363"/>
          <p14:tracePt t="188436" x="4173538" y="3281363"/>
          <p14:tracePt t="188444" x="4284663" y="3281363"/>
          <p14:tracePt t="188452" x="4451350" y="3281363"/>
          <p14:tracePt t="188460" x="4756150" y="3281363"/>
          <p14:tracePt t="188468" x="5073650" y="3281363"/>
          <p14:tracePt t="188476" x="5481638" y="3281363"/>
          <p14:tracePt t="188484" x="5876925" y="3281363"/>
          <p14:tracePt t="188492" x="6264275" y="3219450"/>
          <p14:tracePt t="188500" x="6721475" y="3163888"/>
          <p14:tracePt t="188509" x="7108825" y="3081338"/>
          <p14:tracePt t="188516" x="7524750" y="2962275"/>
          <p14:tracePt t="188524" x="7947025" y="2865438"/>
          <p14:tracePt t="188532" x="8348663" y="2809875"/>
          <p14:tracePt t="188540" x="8756650" y="2755900"/>
          <p14:tracePt t="188549" x="9137650" y="2700338"/>
          <p14:tracePt t="189988" x="8742363" y="1716088"/>
          <p14:tracePt t="189996" x="8382000" y="1543050"/>
          <p14:tracePt t="190004" x="8120063" y="1377950"/>
          <p14:tracePt t="190012" x="7891463" y="1225550"/>
          <p14:tracePt t="190020" x="7704138" y="1079500"/>
          <p14:tracePt t="190028" x="7586663" y="996950"/>
          <p14:tracePt t="190036" x="7504113" y="927100"/>
          <p14:tracePt t="190044" x="7440613" y="865188"/>
          <p14:tracePt t="190052" x="7399338" y="817563"/>
          <p14:tracePt t="190060" x="7372350" y="768350"/>
          <p14:tracePt t="190068" x="7323138" y="698500"/>
          <p14:tracePt t="190076" x="7261225" y="630238"/>
          <p14:tracePt t="190084" x="7178675" y="546100"/>
          <p14:tracePt t="190092" x="7108825" y="477838"/>
          <p14:tracePt t="190100" x="6977063" y="381000"/>
          <p14:tracePt t="190108" x="6789738" y="276225"/>
          <p14:tracePt t="190116" x="6527800" y="187325"/>
          <p14:tracePt t="190124" x="6223000" y="8255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GUESSING</a:t>
            </a:r>
            <a:endParaRPr/>
          </a:p>
        </p:txBody>
      </p:sp>
      <p:sp>
        <p:nvSpPr>
          <p:cNvPr id="393" name="Google Shape;393;p22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 solution to get started</a:t>
            </a:r>
            <a:endParaRPr/>
          </a:p>
        </p:txBody>
      </p:sp>
      <p:sp>
        <p:nvSpPr>
          <p:cNvPr id="394" name="Google Shape;394;p2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95" name="Google Shape;395;p22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3A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"/>
          <p:cNvSpPr/>
          <p:nvPr/>
        </p:nvSpPr>
        <p:spPr>
          <a:xfrm>
            <a:off x="24025" y="2033675"/>
            <a:ext cx="1261800" cy="1718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1" name="Google Shape;401;p23"/>
          <p:cNvPicPr preferRelativeResize="0"/>
          <p:nvPr/>
        </p:nvPicPr>
        <p:blipFill rotWithShape="1">
          <a:blip r:embed="rId3">
            <a:alphaModFix/>
          </a:blip>
          <a:srcRect t="3665" b="4464"/>
          <a:stretch/>
        </p:blipFill>
        <p:spPr>
          <a:xfrm>
            <a:off x="5984225" y="1858512"/>
            <a:ext cx="2918326" cy="20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PARAMETER</a:t>
            </a:r>
            <a:endParaRPr/>
          </a:p>
        </p:txBody>
      </p:sp>
      <p:sp>
        <p:nvSpPr>
          <p:cNvPr id="403" name="Google Shape;403;p2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404" name="Google Shape;404;p23"/>
          <p:cNvGrpSpPr/>
          <p:nvPr/>
        </p:nvGrpSpPr>
        <p:grpSpPr>
          <a:xfrm>
            <a:off x="143150" y="2068450"/>
            <a:ext cx="1481625" cy="1609350"/>
            <a:chOff x="1752500" y="3034025"/>
            <a:chExt cx="1481625" cy="1609350"/>
          </a:xfrm>
        </p:grpSpPr>
        <p:pic>
          <p:nvPicPr>
            <p:cNvPr id="405" name="Google Shape;405;p23"/>
            <p:cNvPicPr preferRelativeResize="0"/>
            <p:nvPr/>
          </p:nvPicPr>
          <p:blipFill rotWithShape="1">
            <a:blip r:embed="rId4">
              <a:alphaModFix/>
            </a:blip>
            <a:srcRect r="77447"/>
            <a:stretch/>
          </p:blipFill>
          <p:spPr>
            <a:xfrm>
              <a:off x="1752500" y="3034025"/>
              <a:ext cx="447525" cy="16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" name="Google Shape;406;p23"/>
            <p:cNvSpPr txBox="1"/>
            <p:nvPr/>
          </p:nvSpPr>
          <p:spPr>
            <a:xfrm>
              <a:off x="2200025" y="3098450"/>
              <a:ext cx="10341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Calibri"/>
                  <a:ea typeface="Calibri"/>
                  <a:cs typeface="Calibri"/>
                  <a:sym typeface="Calibri"/>
                </a:rPr>
                <a:t>0.6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3"/>
            <p:cNvSpPr txBox="1"/>
            <p:nvPr/>
          </p:nvSpPr>
          <p:spPr>
            <a:xfrm>
              <a:off x="2200025" y="4005425"/>
              <a:ext cx="8907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Calibri"/>
                  <a:ea typeface="Calibri"/>
                  <a:cs typeface="Calibri"/>
                  <a:sym typeface="Calibri"/>
                </a:rPr>
                <a:t>0.5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23"/>
          <p:cNvSpPr/>
          <p:nvPr/>
        </p:nvSpPr>
        <p:spPr>
          <a:xfrm>
            <a:off x="309085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9" name="Google Shape;409;p23"/>
          <p:cNvGrpSpPr/>
          <p:nvPr/>
        </p:nvGrpSpPr>
        <p:grpSpPr>
          <a:xfrm>
            <a:off x="2218375" y="2075325"/>
            <a:ext cx="1481625" cy="1609350"/>
            <a:chOff x="1752500" y="3034025"/>
            <a:chExt cx="1481625" cy="1609350"/>
          </a:xfrm>
        </p:grpSpPr>
        <p:pic>
          <p:nvPicPr>
            <p:cNvPr id="410" name="Google Shape;410;p23"/>
            <p:cNvPicPr preferRelativeResize="0"/>
            <p:nvPr/>
          </p:nvPicPr>
          <p:blipFill rotWithShape="1">
            <a:blip r:embed="rId4">
              <a:alphaModFix/>
            </a:blip>
            <a:srcRect r="77447"/>
            <a:stretch/>
          </p:blipFill>
          <p:spPr>
            <a:xfrm>
              <a:off x="1752500" y="3034025"/>
              <a:ext cx="447525" cy="16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23"/>
            <p:cNvSpPr txBox="1"/>
            <p:nvPr/>
          </p:nvSpPr>
          <p:spPr>
            <a:xfrm>
              <a:off x="2200025" y="3098450"/>
              <a:ext cx="10341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Calibri"/>
                  <a:ea typeface="Calibri"/>
                  <a:cs typeface="Calibri"/>
                  <a:sym typeface="Calibri"/>
                </a:rPr>
                <a:t>0.7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3"/>
            <p:cNvSpPr txBox="1"/>
            <p:nvPr/>
          </p:nvSpPr>
          <p:spPr>
            <a:xfrm>
              <a:off x="2200025" y="4005425"/>
              <a:ext cx="8907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Calibri"/>
                  <a:ea typeface="Calibri"/>
                  <a:cs typeface="Calibri"/>
                  <a:sym typeface="Calibri"/>
                </a:rPr>
                <a:t>0.5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23"/>
          <p:cNvGrpSpPr/>
          <p:nvPr/>
        </p:nvGrpSpPr>
        <p:grpSpPr>
          <a:xfrm>
            <a:off x="4101300" y="2075325"/>
            <a:ext cx="1481625" cy="1609350"/>
            <a:chOff x="1752500" y="3034025"/>
            <a:chExt cx="1481625" cy="1609350"/>
          </a:xfrm>
        </p:grpSpPr>
        <p:pic>
          <p:nvPicPr>
            <p:cNvPr id="414" name="Google Shape;414;p23"/>
            <p:cNvPicPr preferRelativeResize="0"/>
            <p:nvPr/>
          </p:nvPicPr>
          <p:blipFill rotWithShape="1">
            <a:blip r:embed="rId4">
              <a:alphaModFix/>
            </a:blip>
            <a:srcRect r="77447"/>
            <a:stretch/>
          </p:blipFill>
          <p:spPr>
            <a:xfrm>
              <a:off x="1752500" y="3034025"/>
              <a:ext cx="447525" cy="16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" name="Google Shape;415;p23"/>
            <p:cNvSpPr txBox="1"/>
            <p:nvPr/>
          </p:nvSpPr>
          <p:spPr>
            <a:xfrm>
              <a:off x="2200025" y="3098450"/>
              <a:ext cx="10341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Calibri"/>
                  <a:ea typeface="Calibri"/>
                  <a:cs typeface="Calibri"/>
                  <a:sym typeface="Calibri"/>
                </a:rPr>
                <a:t>0.6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 txBox="1"/>
            <p:nvPr/>
          </p:nvSpPr>
          <p:spPr>
            <a:xfrm>
              <a:off x="2200025" y="4005425"/>
              <a:ext cx="8907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Calibri"/>
                  <a:ea typeface="Calibri"/>
                  <a:cs typeface="Calibri"/>
                  <a:sym typeface="Calibri"/>
                </a:rPr>
                <a:t>0.4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7" name="Google Shape;417;p23"/>
          <p:cNvSpPr txBox="1"/>
          <p:nvPr/>
        </p:nvSpPr>
        <p:spPr>
          <a:xfrm>
            <a:off x="1294075" y="2490025"/>
            <a:ext cx="30000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OR                         OR</a:t>
            </a:r>
            <a:endParaRPr sz="240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275" y="3675875"/>
            <a:ext cx="30000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We will choose this as our initial parameter</a:t>
            </a:r>
            <a:endParaRPr sz="1200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grpSp>
        <p:nvGrpSpPr>
          <p:cNvPr id="419" name="Google Shape;419;p23"/>
          <p:cNvGrpSpPr/>
          <p:nvPr/>
        </p:nvGrpSpPr>
        <p:grpSpPr>
          <a:xfrm>
            <a:off x="76475" y="76200"/>
            <a:ext cx="1521500" cy="225900"/>
            <a:chOff x="76475" y="76200"/>
            <a:chExt cx="1521500" cy="225900"/>
          </a:xfrm>
        </p:grpSpPr>
        <p:sp>
          <p:nvSpPr>
            <p:cNvPr id="420" name="Google Shape;420;p23">
              <a:hlinkClick r:id="rId5" action="ppaction://hlinksldjump"/>
            </p:cNvPr>
            <p:cNvSpPr/>
            <p:nvPr/>
          </p:nvSpPr>
          <p:spPr>
            <a:xfrm>
              <a:off x="764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Dosis"/>
                  <a:ea typeface="Dosis"/>
                  <a:cs typeface="Dosis"/>
                  <a:sym typeface="Dosis"/>
                </a:rPr>
                <a:t>Overview</a:t>
              </a:r>
              <a:endParaRPr sz="1200"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421" name="Google Shape;421;p23"/>
            <p:cNvSpPr/>
            <p:nvPr/>
          </p:nvSpPr>
          <p:spPr>
            <a:xfrm>
              <a:off x="8515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Dosis"/>
                  <a:ea typeface="Dosis"/>
                  <a:cs typeface="Dosis"/>
                  <a:sym typeface="Dosis"/>
                </a:rPr>
                <a:t>STEP 1</a:t>
              </a:r>
              <a:endParaRPr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47423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79" x="3959225" y="1730375"/>
          <p14:tracePt t="118" x="3965575" y="1730375"/>
          <p14:tracePt t="238" x="3973513" y="1724025"/>
          <p14:tracePt t="2534" x="3979863" y="1724025"/>
          <p14:tracePt t="2550" x="3979863" y="1716088"/>
          <p14:tracePt t="2558" x="3987800" y="1716088"/>
          <p14:tracePt t="2574" x="3987800" y="1709738"/>
          <p14:tracePt t="2918" x="3987800" y="1689100"/>
          <p14:tracePt t="2934" x="3979863" y="1674813"/>
          <p14:tracePt t="2942" x="3938588" y="1647825"/>
          <p14:tracePt t="2950" x="3868738" y="1598613"/>
          <p14:tracePt t="2958" x="3792538" y="1536700"/>
          <p14:tracePt t="2966" x="3703638" y="1489075"/>
          <p14:tracePt t="2974" x="3578225" y="1419225"/>
          <p14:tracePt t="2982" x="3495675" y="1363663"/>
          <p14:tracePt t="2990" x="3419475" y="1316038"/>
          <p14:tracePt t="2998" x="3316288" y="1260475"/>
          <p14:tracePt t="3006" x="3225800" y="1211263"/>
          <p14:tracePt t="3014" x="3149600" y="1163638"/>
          <p14:tracePt t="3023" x="3079750" y="1128713"/>
          <p14:tracePt t="3030" x="2990850" y="1058863"/>
          <p14:tracePt t="3038" x="2927350" y="1011238"/>
          <p14:tracePt t="3047" x="2851150" y="955675"/>
          <p14:tracePt t="3054" x="2762250" y="893763"/>
          <p14:tracePt t="3062" x="2686050" y="838200"/>
          <p14:tracePt t="3070" x="2560638" y="754063"/>
          <p14:tracePt t="3079" x="2428875" y="665163"/>
          <p14:tracePt t="3086" x="2305050" y="595313"/>
          <p14:tracePt t="3094" x="2159000" y="512763"/>
          <p14:tracePt t="3102" x="2082800" y="463550"/>
          <p14:tracePt t="3110" x="2028825" y="436563"/>
          <p14:tracePt t="3118" x="2000250" y="422275"/>
          <p14:tracePt t="3126" x="1993900" y="422275"/>
          <p14:tracePt t="3134" x="1979613" y="415925"/>
          <p14:tracePt t="3206" x="1979613" y="422275"/>
          <p14:tracePt t="3214" x="1979613" y="428625"/>
          <p14:tracePt t="3222" x="1979613" y="442913"/>
          <p14:tracePt t="3575" x="1985963" y="442913"/>
          <p14:tracePt t="3582" x="1993900" y="442913"/>
          <p14:tracePt t="3598" x="2000250" y="442913"/>
          <p14:tracePt t="3646" x="2006600" y="442913"/>
          <p14:tracePt t="3878" x="2006600" y="449263"/>
          <p14:tracePt t="4038" x="2020888" y="449263"/>
          <p14:tracePt t="4054" x="2035175" y="449263"/>
          <p14:tracePt t="4062" x="2041525" y="449263"/>
          <p14:tracePt t="4070" x="2049463" y="457200"/>
          <p14:tracePt t="4087" x="2055813" y="457200"/>
          <p14:tracePt t="4094" x="2062163" y="457200"/>
          <p14:tracePt t="4182" x="2070100" y="457200"/>
          <p14:tracePt t="4198" x="2070100" y="463550"/>
          <p14:tracePt t="4246" x="2076450" y="463550"/>
          <p14:tracePt t="4254" x="2082800" y="463550"/>
          <p14:tracePt t="4342" x="2082800" y="471488"/>
          <p14:tracePt t="4726" x="2090738" y="471488"/>
          <p14:tracePt t="4734" x="2105025" y="484188"/>
          <p14:tracePt t="4742" x="2117725" y="492125"/>
          <p14:tracePt t="4750" x="2138363" y="504825"/>
          <p14:tracePt t="4758" x="2166938" y="512763"/>
          <p14:tracePt t="4766" x="2166938" y="525463"/>
          <p14:tracePt t="4774" x="2181225" y="525463"/>
          <p14:tracePt t="4782" x="2187575" y="546100"/>
          <p14:tracePt t="4790" x="2193925" y="546100"/>
          <p14:tracePt t="4798" x="2193925" y="554038"/>
          <p14:tracePt t="4806" x="2201863" y="568325"/>
          <p14:tracePt t="4814" x="2208213" y="568325"/>
          <p14:tracePt t="4830" x="2208213" y="574675"/>
          <p14:tracePt t="5102" x="2214563" y="574675"/>
          <p14:tracePt t="5118" x="2214563" y="581025"/>
          <p14:tracePt t="5126" x="2214563" y="588963"/>
          <p14:tracePt t="5142" x="2222500" y="588963"/>
          <p14:tracePt t="5150" x="2222500" y="595313"/>
          <p14:tracePt t="5174" x="2228850" y="601663"/>
          <p14:tracePt t="5182" x="2235200" y="609600"/>
          <p14:tracePt t="5190" x="2243138" y="615950"/>
          <p14:tracePt t="5198" x="2249488" y="615950"/>
          <p14:tracePt t="5206" x="2255838" y="630238"/>
          <p14:tracePt t="5446" x="2255838" y="609600"/>
          <p14:tracePt t="5454" x="2243138" y="595313"/>
          <p14:tracePt t="5462" x="2214563" y="574675"/>
          <p14:tracePt t="5470" x="2187575" y="560388"/>
          <p14:tracePt t="5478" x="2125663" y="533400"/>
          <p14:tracePt t="5486" x="2070100" y="512763"/>
          <p14:tracePt t="5494" x="2041525" y="504825"/>
          <p14:tracePt t="5502" x="2006600" y="498475"/>
          <p14:tracePt t="5510" x="1979613" y="498475"/>
          <p14:tracePt t="5518" x="1944688" y="492125"/>
          <p14:tracePt t="5526" x="1897063" y="492125"/>
          <p14:tracePt t="5534" x="1847850" y="492125"/>
          <p14:tracePt t="5542" x="1758950" y="492125"/>
          <p14:tracePt t="5550" x="1674813" y="492125"/>
          <p14:tracePt t="5558" x="1571625" y="492125"/>
          <p14:tracePt t="5566" x="1460500" y="492125"/>
          <p14:tracePt t="5574" x="1363663" y="492125"/>
          <p14:tracePt t="5582" x="1281113" y="492125"/>
          <p14:tracePt t="5590" x="1196975" y="492125"/>
          <p14:tracePt t="5598" x="1135063" y="492125"/>
          <p14:tracePt t="5606" x="1065213" y="492125"/>
          <p14:tracePt t="5614" x="1003300" y="492125"/>
          <p14:tracePt t="5622" x="962025" y="492125"/>
          <p14:tracePt t="5630" x="906463" y="492125"/>
          <p14:tracePt t="5638" x="858838" y="512763"/>
          <p14:tracePt t="5646" x="809625" y="533400"/>
          <p14:tracePt t="5655" x="774700" y="560388"/>
          <p14:tracePt t="5662" x="741363" y="588963"/>
          <p14:tracePt t="5670" x="727075" y="615950"/>
          <p14:tracePt t="5679" x="712788" y="644525"/>
          <p14:tracePt t="5686" x="706438" y="671513"/>
          <p14:tracePt t="5694" x="692150" y="706438"/>
          <p14:tracePt t="5702" x="692150" y="762000"/>
          <p14:tracePt t="5710" x="692150" y="795338"/>
          <p14:tracePt t="5718" x="692150" y="844550"/>
          <p14:tracePt t="5726" x="698500" y="893763"/>
          <p14:tracePt t="5734" x="712788" y="941388"/>
          <p14:tracePt t="5742" x="741363" y="982663"/>
          <p14:tracePt t="5750" x="768350" y="1023938"/>
          <p14:tracePt t="5758" x="803275" y="1066800"/>
          <p14:tracePt t="5766" x="850900" y="1108075"/>
          <p14:tracePt t="5774" x="906463" y="1163638"/>
          <p14:tracePt t="5782" x="996950" y="1211263"/>
          <p14:tracePt t="5790" x="1073150" y="1239838"/>
          <p14:tracePt t="5798" x="1149350" y="1266825"/>
          <p14:tracePt t="5806" x="1246188" y="1301750"/>
          <p14:tracePt t="5814" x="1336675" y="1316038"/>
          <p14:tracePt t="5822" x="1419225" y="1322388"/>
          <p14:tracePt t="5830" x="1516063" y="1343025"/>
          <p14:tracePt t="5838" x="1606550" y="1349375"/>
          <p14:tracePt t="5846" x="1716088" y="1349375"/>
          <p14:tracePt t="5854" x="1812925" y="1349375"/>
          <p14:tracePt t="5862" x="1924050" y="1349375"/>
          <p14:tracePt t="5870" x="2020888" y="1349375"/>
          <p14:tracePt t="5879" x="2125663" y="1349375"/>
          <p14:tracePt t="5895" x="2290763" y="1349375"/>
          <p14:tracePt t="5902" x="2346325" y="1349375"/>
          <p14:tracePt t="5910" x="2401888" y="1343025"/>
          <p14:tracePt t="5918" x="2443163" y="1336675"/>
          <p14:tracePt t="5926" x="2478088" y="1322388"/>
          <p14:tracePt t="5934" x="2498725" y="1308100"/>
          <p14:tracePt t="5942" x="2513013" y="1308100"/>
          <p14:tracePt t="5950" x="2519363" y="1301750"/>
          <p14:tracePt t="5959" x="2527300" y="1301750"/>
          <p14:tracePt t="5966" x="2527300" y="1293813"/>
          <p14:tracePt t="5974" x="2533650" y="1293813"/>
          <p14:tracePt t="6030" x="2540000" y="1287463"/>
          <p14:tracePt t="6038" x="2547938" y="1287463"/>
          <p14:tracePt t="6046" x="2568575" y="1287463"/>
          <p14:tracePt t="6382" x="2574925" y="1287463"/>
          <p14:tracePt t="6638" x="2574925" y="1293813"/>
          <p14:tracePt t="6662" x="2574925" y="1301750"/>
          <p14:tracePt t="6670" x="2574925" y="1308100"/>
          <p14:tracePt t="6679" x="2581275" y="1316038"/>
          <p14:tracePt t="6686" x="2589213" y="1322388"/>
          <p14:tracePt t="6694" x="2589213" y="1328738"/>
          <p14:tracePt t="6702" x="2589213" y="1336675"/>
          <p14:tracePt t="6710" x="2589213" y="1349375"/>
          <p14:tracePt t="6718" x="2595563" y="1370013"/>
          <p14:tracePt t="6726" x="2595563" y="1384300"/>
          <p14:tracePt t="6734" x="2595563" y="1404938"/>
          <p14:tracePt t="6742" x="2595563" y="1419225"/>
          <p14:tracePt t="6750" x="2595563" y="1433513"/>
          <p14:tracePt t="6758" x="2595563" y="1454150"/>
          <p14:tracePt t="6766" x="2595563" y="1460500"/>
          <p14:tracePt t="6774" x="2595563" y="1474788"/>
          <p14:tracePt t="6782" x="2595563" y="1495425"/>
          <p14:tracePt t="6790" x="2595563" y="1501775"/>
          <p14:tracePt t="6798" x="2595563" y="1522413"/>
          <p14:tracePt t="6806" x="2595563" y="1530350"/>
          <p14:tracePt t="6822" x="2595563" y="1543050"/>
          <p14:tracePt t="6830" x="2595563" y="1550988"/>
          <p14:tracePt t="6838" x="2589213" y="1557338"/>
          <p14:tracePt t="6862" x="2589213" y="1565275"/>
          <p14:tracePt t="6878" x="2589213" y="1577975"/>
          <p14:tracePt t="6886" x="2589213" y="1585913"/>
          <p14:tracePt t="6897" x="2589213" y="1592263"/>
          <p14:tracePt t="7118" x="2581275" y="1592263"/>
          <p14:tracePt t="7134" x="2568575" y="1598613"/>
          <p14:tracePt t="7142" x="2540000" y="1606550"/>
          <p14:tracePt t="7151" x="2498725" y="1633538"/>
          <p14:tracePt t="7158" x="2457450" y="1654175"/>
          <p14:tracePt t="7166" x="2428875" y="1668463"/>
          <p14:tracePt t="7174" x="2387600" y="1682750"/>
          <p14:tracePt t="7182" x="2339975" y="1695450"/>
          <p14:tracePt t="7190" x="2284413" y="1724025"/>
          <p14:tracePt t="7198" x="2263775" y="1724025"/>
          <p14:tracePt t="7206" x="2222500" y="1730375"/>
          <p14:tracePt t="7214" x="2181225" y="1738313"/>
          <p14:tracePt t="7222" x="2146300" y="1758950"/>
          <p14:tracePt t="7230" x="2111375" y="1765300"/>
          <p14:tracePt t="7238" x="2070100" y="1792288"/>
          <p14:tracePt t="7247" x="2049463" y="1800225"/>
          <p14:tracePt t="7254" x="2020888" y="1806575"/>
          <p14:tracePt t="7262" x="2014538" y="1814513"/>
          <p14:tracePt t="7270" x="2006600" y="1814513"/>
          <p14:tracePt t="7279" x="2000250" y="1820863"/>
          <p14:tracePt t="7310" x="2000250" y="1827213"/>
          <p14:tracePt t="7318" x="2006600" y="1841500"/>
          <p14:tracePt t="7326" x="2041525" y="1855788"/>
          <p14:tracePt t="7558" x="2035175" y="1847850"/>
          <p14:tracePt t="7663" x="2035175" y="1841500"/>
          <p14:tracePt t="7694" x="2041525" y="1841500"/>
          <p14:tracePt t="7734" x="2049463" y="1841500"/>
          <p14:tracePt t="12743" x="2035175" y="1841500"/>
          <p14:tracePt t="12750" x="2028825" y="1835150"/>
          <p14:tracePt t="12758" x="2014538" y="1835150"/>
          <p14:tracePt t="12766" x="2000250" y="1835150"/>
          <p14:tracePt t="12774" x="1985963" y="1835150"/>
          <p14:tracePt t="12966" x="1979613" y="1835150"/>
          <p14:tracePt t="12982" x="1965325" y="1827213"/>
          <p14:tracePt t="12998" x="1952625" y="1827213"/>
          <p14:tracePt t="13006" x="1938338" y="1820863"/>
          <p14:tracePt t="13014" x="1924050" y="1820863"/>
          <p14:tracePt t="13022" x="1917700" y="1820863"/>
          <p14:tracePt t="13030" x="1897063" y="1814513"/>
          <p14:tracePt t="13038" x="1876425" y="1814513"/>
          <p14:tracePt t="13046" x="1862138" y="1814513"/>
          <p14:tracePt t="13054" x="1847850" y="1814513"/>
          <p14:tracePt t="13062" x="1833563" y="1814513"/>
          <p14:tracePt t="13070" x="1820863" y="1814513"/>
          <p14:tracePt t="13086" x="1800225" y="1814513"/>
          <p14:tracePt t="13094" x="1779588" y="1814513"/>
          <p14:tracePt t="13102" x="1765300" y="1814513"/>
          <p14:tracePt t="13110" x="1751013" y="1814513"/>
          <p14:tracePt t="13118" x="1736725" y="1814513"/>
          <p14:tracePt t="13126" x="1730375" y="1814513"/>
          <p14:tracePt t="13158" x="1730375" y="1835150"/>
          <p14:tracePt t="13166" x="1730375" y="1841500"/>
          <p14:tracePt t="16094" x="1724025" y="1841500"/>
          <p14:tracePt t="16102" x="1703388" y="1847850"/>
          <p14:tracePt t="16110" x="1695450" y="1847850"/>
          <p14:tracePt t="16118" x="1682750" y="1847850"/>
          <p14:tracePt t="16126" x="1674813" y="1847850"/>
          <p14:tracePt t="16134" x="1654175" y="1855788"/>
          <p14:tracePt t="16142" x="1639888" y="1868488"/>
          <p14:tracePt t="16150" x="1633538" y="1868488"/>
          <p14:tracePt t="16158" x="1627188" y="1868488"/>
          <p14:tracePt t="16174" x="1606550" y="1868488"/>
          <p14:tracePt t="16182" x="1606550" y="1876425"/>
          <p14:tracePt t="16190" x="1598613" y="1876425"/>
          <p14:tracePt t="16198" x="1585913" y="1876425"/>
          <p14:tracePt t="16206" x="1563688" y="1889125"/>
          <p14:tracePt t="16214" x="1557338" y="1897063"/>
          <p14:tracePt t="16222" x="1530350" y="1903413"/>
          <p14:tracePt t="16230" x="1509713" y="1917700"/>
          <p14:tracePt t="16238" x="1501775" y="1924050"/>
          <p14:tracePt t="16246" x="1481138" y="1924050"/>
          <p14:tracePt t="16254" x="1474788" y="1931988"/>
          <p14:tracePt t="16262" x="1460500" y="1938338"/>
          <p14:tracePt t="16270" x="1439863" y="1958975"/>
          <p14:tracePt t="16278" x="1419225" y="1979613"/>
          <p14:tracePt t="16286" x="1398588" y="2008188"/>
          <p14:tracePt t="16294" x="1384300" y="2014538"/>
          <p14:tracePt t="16302" x="1377950" y="2035175"/>
          <p14:tracePt t="16310" x="1357313" y="2055813"/>
          <p14:tracePt t="16318" x="1357313" y="2062163"/>
          <p14:tracePt t="16326" x="1336675" y="2084388"/>
          <p14:tracePt t="16334" x="1336675" y="2090738"/>
          <p14:tracePt t="16342" x="1322388" y="2111375"/>
          <p14:tracePt t="16358" x="1314450" y="2117725"/>
          <p14:tracePt t="16382" x="1314450" y="2125663"/>
          <p14:tracePt t="16398" x="1314450" y="2132013"/>
          <p14:tracePt t="17023" x="1314450" y="2138363"/>
          <p14:tracePt t="17030" x="1314450" y="2152650"/>
          <p14:tracePt t="17198" x="1314450" y="2146300"/>
          <p14:tracePt t="17206" x="1314450" y="2138363"/>
          <p14:tracePt t="17214" x="1314450" y="2132013"/>
          <p14:tracePt t="17334" x="1322388" y="2125663"/>
          <p14:tracePt t="18319" x="1328738" y="2125663"/>
          <p14:tracePt t="18382" x="1336675" y="2125663"/>
          <p14:tracePt t="18430" x="1343025" y="2132013"/>
          <p14:tracePt t="18454" x="1349375" y="2132013"/>
          <p14:tracePt t="19446" x="1349375" y="2138363"/>
          <p14:tracePt t="19454" x="1363663" y="2146300"/>
          <p14:tracePt t="19470" x="1377950" y="2152650"/>
          <p14:tracePt t="19478" x="1377950" y="2160588"/>
          <p14:tracePt t="19494" x="1377950" y="2166938"/>
          <p14:tracePt t="19518" x="1377950" y="2173288"/>
          <p14:tracePt t="19862" x="1377950" y="2166938"/>
          <p14:tracePt t="23238" x="1370013" y="2166938"/>
          <p14:tracePt t="23246" x="1357313" y="2166938"/>
          <p14:tracePt t="23254" x="1336675" y="2166938"/>
          <p14:tracePt t="23262" x="1314450" y="2166938"/>
          <p14:tracePt t="23270" x="1301750" y="2166938"/>
          <p14:tracePt t="23279" x="1273175" y="2181225"/>
          <p14:tracePt t="23286" x="1260475" y="2187575"/>
          <p14:tracePt t="23294" x="1238250" y="2187575"/>
          <p14:tracePt t="23302" x="1231900" y="2187575"/>
          <p14:tracePt t="23310" x="1225550" y="2201863"/>
          <p14:tracePt t="23318" x="1211263" y="2201863"/>
          <p14:tracePt t="24590" x="1204913" y="2208213"/>
          <p14:tracePt t="24614" x="1204913" y="2214563"/>
          <p14:tracePt t="24638" x="1204913" y="2222500"/>
          <p14:tracePt t="24654" x="1204913" y="2228850"/>
          <p14:tracePt t="24662" x="1211263" y="2249488"/>
          <p14:tracePt t="24670" x="1211263" y="2257425"/>
          <p14:tracePt t="24678" x="1217613" y="2270125"/>
          <p14:tracePt t="24686" x="1231900" y="2290763"/>
          <p14:tracePt t="24694" x="1231900" y="2298700"/>
          <p14:tracePt t="24702" x="1252538" y="2339975"/>
          <p14:tracePt t="24710" x="1266825" y="2366963"/>
          <p14:tracePt t="24718" x="1293813" y="2416175"/>
          <p14:tracePt t="24727" x="1301750" y="2463800"/>
          <p14:tracePt t="24734" x="1314450" y="2533650"/>
          <p14:tracePt t="24742" x="1336675" y="2595563"/>
          <p14:tracePt t="24750" x="1349375" y="2659063"/>
          <p14:tracePt t="24758" x="1363663" y="2686050"/>
          <p14:tracePt t="24766" x="1370013" y="2741613"/>
          <p14:tracePt t="24774" x="1384300" y="2789238"/>
          <p14:tracePt t="24782" x="1398588" y="2832100"/>
          <p14:tracePt t="24790" x="1404938" y="2852738"/>
          <p14:tracePt t="24798" x="1412875" y="2873375"/>
          <p14:tracePt t="24806" x="1412875" y="2900363"/>
          <p14:tracePt t="24830" x="1412875" y="2914650"/>
          <p14:tracePt t="24846" x="1412875" y="2921000"/>
          <p14:tracePt t="25038" x="1412875" y="2914650"/>
          <p14:tracePt t="25423" x="1404938" y="2921000"/>
          <p14:tracePt t="25430" x="1398588" y="2928938"/>
          <p14:tracePt t="25438" x="1384300" y="2955925"/>
          <p14:tracePt t="25446" x="1377950" y="2970213"/>
          <p14:tracePt t="25454" x="1370013" y="2976563"/>
          <p14:tracePt t="25462" x="1370013" y="2990850"/>
          <p14:tracePt t="25470" x="1357313" y="3005138"/>
          <p14:tracePt t="25486" x="1349375" y="3017838"/>
          <p14:tracePt t="25502" x="1343025" y="3025775"/>
          <p14:tracePt t="25510" x="1343025" y="3032125"/>
          <p14:tracePt t="25518" x="1336675" y="3038475"/>
          <p14:tracePt t="25526" x="1328738" y="3046413"/>
          <p14:tracePt t="25542" x="1328738" y="3052763"/>
          <p14:tracePt t="25566" x="1322388" y="3067050"/>
          <p14:tracePt t="25590" x="1314450" y="3073400"/>
          <p14:tracePt t="25598" x="1308100" y="3073400"/>
          <p14:tracePt t="25606" x="1308100" y="3087688"/>
          <p14:tracePt t="25614" x="1301750" y="3094038"/>
          <p14:tracePt t="25622" x="1293813" y="3101975"/>
          <p14:tracePt t="25630" x="1287463" y="3108325"/>
          <p14:tracePt t="25638" x="1287463" y="3114675"/>
          <p14:tracePt t="25647" x="1281113" y="3122613"/>
          <p14:tracePt t="25654" x="1273175" y="3135313"/>
          <p14:tracePt t="25662" x="1266825" y="3135313"/>
          <p14:tracePt t="25670" x="1260475" y="3149600"/>
          <p14:tracePt t="25679" x="1246188" y="3155950"/>
          <p14:tracePt t="25686" x="1246188" y="3163888"/>
          <p14:tracePt t="25694" x="1238250" y="3163888"/>
          <p14:tracePt t="25710" x="1231900" y="3178175"/>
          <p14:tracePt t="25726" x="1225550" y="3184525"/>
          <p14:tracePt t="25758" x="1225550" y="3190875"/>
          <p14:tracePt t="25878" x="1217613" y="3198813"/>
          <p14:tracePt t="27231" x="1217613" y="3190875"/>
          <p14:tracePt t="27246" x="1211263" y="3184525"/>
          <p14:tracePt t="27254" x="1211263" y="3178175"/>
          <p14:tracePt t="27286" x="1204913" y="3178175"/>
          <p14:tracePt t="27502" x="1196975" y="3170238"/>
          <p14:tracePt t="27511" x="1204913" y="3143250"/>
          <p14:tracePt t="27518" x="1204913" y="3122613"/>
          <p14:tracePt t="27526" x="1196975" y="3101975"/>
          <p14:tracePt t="27534" x="1190625" y="3094038"/>
          <p14:tracePt t="27542" x="1184275" y="3081338"/>
          <p14:tracePt t="27550" x="1169988" y="3067050"/>
          <p14:tracePt t="27558" x="1155700" y="3046413"/>
          <p14:tracePt t="27566" x="1141413" y="3025775"/>
          <p14:tracePt t="27574" x="1128713" y="3011488"/>
          <p14:tracePt t="27582" x="1114425" y="2997200"/>
          <p14:tracePt t="27590" x="1093788" y="2982913"/>
          <p14:tracePt t="27598" x="1073150" y="2955925"/>
          <p14:tracePt t="27606" x="1058863" y="2949575"/>
          <p14:tracePt t="27614" x="1044575" y="2928938"/>
          <p14:tracePt t="27630" x="1023938" y="2914650"/>
          <p14:tracePt t="27638" x="1017588" y="2906713"/>
          <p14:tracePt t="27646" x="1017588" y="2900363"/>
          <p14:tracePt t="27654" x="1011238" y="2900363"/>
          <p14:tracePt t="27662" x="1003300" y="2894013"/>
          <p14:tracePt t="27670" x="990600" y="2879725"/>
          <p14:tracePt t="27679" x="976313" y="2865438"/>
          <p14:tracePt t="27686" x="968375" y="2859088"/>
          <p14:tracePt t="27694" x="968375" y="2852738"/>
          <p14:tracePt t="27702" x="968375" y="2844800"/>
          <p14:tracePt t="27711" x="962025" y="2838450"/>
          <p14:tracePt t="27727" x="955675" y="2824163"/>
          <p14:tracePt t="27734" x="955675" y="2817813"/>
          <p14:tracePt t="27759" x="955675" y="2809875"/>
          <p14:tracePt t="27766" x="955675" y="2797175"/>
          <p14:tracePt t="27775" x="947738" y="2797175"/>
          <p14:tracePt t="27782" x="947738" y="2789238"/>
          <p14:tracePt t="27790" x="947738" y="2776538"/>
          <p14:tracePt t="27806" x="947738" y="2768600"/>
          <p14:tracePt t="27814" x="947738" y="2762250"/>
          <p14:tracePt t="27846" x="947738" y="2755900"/>
          <p14:tracePt t="27870" x="947738" y="2747963"/>
          <p14:tracePt t="27878" x="947738" y="2741613"/>
          <p14:tracePt t="27895" x="941388" y="2720975"/>
          <p14:tracePt t="27902" x="935038" y="2713038"/>
          <p14:tracePt t="27910" x="927100" y="2706688"/>
          <p14:tracePt t="27919" x="927100" y="2692400"/>
          <p14:tracePt t="27926" x="920750" y="2686050"/>
          <p14:tracePt t="27934" x="914400" y="2679700"/>
          <p14:tracePt t="27942" x="906463" y="2671763"/>
          <p14:tracePt t="27950" x="900113" y="2671763"/>
          <p14:tracePt t="27958" x="885825" y="2665413"/>
          <p14:tracePt t="27966" x="885825" y="2659063"/>
          <p14:tracePt t="27974" x="879475" y="2659063"/>
          <p14:tracePt t="27982" x="865188" y="2659063"/>
          <p14:tracePt t="27990" x="865188" y="2651125"/>
          <p14:tracePt t="28014" x="858838" y="2651125"/>
          <p14:tracePt t="28023" x="850900" y="2651125"/>
          <p14:tracePt t="28030" x="844550" y="2651125"/>
          <p14:tracePt t="28046" x="838200" y="2651125"/>
          <p14:tracePt t="28071" x="830263" y="2651125"/>
          <p14:tracePt t="28094" x="823913" y="2651125"/>
          <p14:tracePt t="28142" x="823913" y="2659063"/>
          <p14:tracePt t="28166" x="823913" y="2665413"/>
          <p14:tracePt t="28174" x="823913" y="2671763"/>
          <p14:tracePt t="28190" x="838200" y="2679700"/>
          <p14:tracePt t="28198" x="850900" y="2679700"/>
          <p14:tracePt t="28206" x="879475" y="2679700"/>
          <p14:tracePt t="28214" x="906463" y="2692400"/>
          <p14:tracePt t="28222" x="927100" y="2692400"/>
          <p14:tracePt t="28230" x="955675" y="2692400"/>
          <p14:tracePt t="28238" x="976313" y="2692400"/>
          <p14:tracePt t="28246" x="1003300" y="2692400"/>
          <p14:tracePt t="28254" x="1017588" y="2692400"/>
          <p14:tracePt t="28262" x="1038225" y="2692400"/>
          <p14:tracePt t="28270" x="1058863" y="2692400"/>
          <p14:tracePt t="28286" x="1065213" y="2692400"/>
          <p14:tracePt t="28310" x="1073150" y="2692400"/>
          <p14:tracePt t="28318" x="1073150" y="2686050"/>
          <p14:tracePt t="28326" x="1087438" y="2671763"/>
          <p14:tracePt t="28334" x="1087438" y="2659063"/>
          <p14:tracePt t="28342" x="1093788" y="2644775"/>
          <p14:tracePt t="28350" x="1108075" y="2624138"/>
          <p14:tracePt t="28358" x="1108075" y="2603500"/>
          <p14:tracePt t="28366" x="1114425" y="2582863"/>
          <p14:tracePt t="28382" x="1114425" y="2574925"/>
          <p14:tracePt t="28390" x="1128713" y="2554288"/>
          <p14:tracePt t="28398" x="1128713" y="2547938"/>
          <p14:tracePt t="28406" x="1128713" y="2533650"/>
          <p14:tracePt t="28414" x="1128713" y="2527300"/>
          <p14:tracePt t="28422" x="1135063" y="2506663"/>
          <p14:tracePt t="28430" x="1135063" y="2498725"/>
          <p14:tracePt t="28438" x="1135063" y="2484438"/>
          <p14:tracePt t="28446" x="1141413" y="2471738"/>
          <p14:tracePt t="28454" x="1141413" y="2457450"/>
          <p14:tracePt t="28462" x="1141413" y="2451100"/>
          <p14:tracePt t="28470" x="1141413" y="2436813"/>
          <p14:tracePt t="28486" x="1149350" y="2422525"/>
          <p14:tracePt t="28494" x="1149350" y="2409825"/>
          <p14:tracePt t="28510" x="1149350" y="2395538"/>
          <p14:tracePt t="28518" x="1149350" y="2387600"/>
          <p14:tracePt t="28526" x="1149350" y="2381250"/>
          <p14:tracePt t="28534" x="1149350" y="2374900"/>
          <p14:tracePt t="28542" x="1149350" y="2366963"/>
          <p14:tracePt t="28550" x="1149350" y="2360613"/>
          <p14:tracePt t="28558" x="1149350" y="2346325"/>
          <p14:tracePt t="28574" x="1149350" y="2339975"/>
          <p14:tracePt t="28582" x="1149350" y="2325688"/>
          <p14:tracePt t="28590" x="1149350" y="2319338"/>
          <p14:tracePt t="28598" x="1141413" y="2305050"/>
          <p14:tracePt t="28606" x="1135063" y="2290763"/>
          <p14:tracePt t="28614" x="1128713" y="2270125"/>
          <p14:tracePt t="28622" x="1114425" y="2257425"/>
          <p14:tracePt t="28630" x="1100138" y="2243138"/>
          <p14:tracePt t="28638" x="1093788" y="2228850"/>
          <p14:tracePt t="28647" x="1073150" y="2214563"/>
          <p14:tracePt t="28654" x="1031875" y="2187575"/>
          <p14:tracePt t="28662" x="1011238" y="2173288"/>
          <p14:tracePt t="28670" x="976313" y="2160588"/>
          <p14:tracePt t="28678" x="962025" y="2152650"/>
          <p14:tracePt t="28686" x="941388" y="2138363"/>
          <p14:tracePt t="28694" x="927100" y="2132013"/>
          <p14:tracePt t="28702" x="920750" y="2125663"/>
          <p14:tracePt t="28710" x="914400" y="2125663"/>
          <p14:tracePt t="28718" x="906463" y="2117725"/>
          <p14:tracePt t="28734" x="900113" y="2117725"/>
          <p14:tracePt t="28742" x="885825" y="2111375"/>
          <p14:tracePt t="28750" x="879475" y="2111375"/>
          <p14:tracePt t="28758" x="865188" y="2105025"/>
          <p14:tracePt t="28766" x="823913" y="2090738"/>
          <p14:tracePt t="28774" x="795338" y="2090738"/>
          <p14:tracePt t="28782" x="754063" y="2076450"/>
          <p14:tracePt t="28790" x="712788" y="2070100"/>
          <p14:tracePt t="28798" x="692150" y="2070100"/>
          <p14:tracePt t="28806" x="665163" y="2062163"/>
          <p14:tracePt t="28814" x="644525" y="2062163"/>
          <p14:tracePt t="28822" x="622300" y="2062163"/>
          <p14:tracePt t="28830" x="601663" y="2049463"/>
          <p14:tracePt t="28838" x="588963" y="2049463"/>
          <p14:tracePt t="28846" x="568325" y="2049463"/>
          <p14:tracePt t="28854" x="546100" y="2049463"/>
          <p14:tracePt t="28862" x="519113" y="2049463"/>
          <p14:tracePt t="28870" x="477838" y="2041525"/>
          <p14:tracePt t="28879" x="436563" y="2035175"/>
          <p14:tracePt t="28886" x="387350" y="2035175"/>
          <p14:tracePt t="28894" x="319088" y="2028825"/>
          <p14:tracePt t="28902" x="263525" y="2028825"/>
          <p14:tracePt t="28910" x="207963" y="2028825"/>
          <p14:tracePt t="28918" x="146050" y="2028825"/>
          <p14:tracePt t="28926" x="90488" y="2028825"/>
          <p14:tracePt t="28934" x="26988" y="2028825"/>
          <p14:tracePt t="29150" x="61913" y="2527300"/>
          <p14:tracePt t="29158" x="111125" y="2540000"/>
          <p14:tracePt t="29166" x="158750" y="2560638"/>
          <p14:tracePt t="29174" x="214313" y="2582863"/>
          <p14:tracePt t="29182" x="249238" y="2603500"/>
          <p14:tracePt t="29190" x="276225" y="2609850"/>
          <p14:tracePt t="29198" x="304800" y="2616200"/>
          <p14:tracePt t="29206" x="325438" y="2624138"/>
          <p14:tracePt t="29671" x="331788" y="2624138"/>
          <p14:tracePt t="29710" x="339725" y="2624138"/>
          <p14:tracePt t="29751" x="346075" y="2624138"/>
          <p14:tracePt t="29774" x="352425" y="2624138"/>
          <p14:tracePt t="30006" x="360363" y="2624138"/>
          <p14:tracePt t="30014" x="366713" y="2624138"/>
          <p14:tracePt t="30038" x="373063" y="2624138"/>
          <p14:tracePt t="30054" x="381000" y="2624138"/>
          <p14:tracePt t="30062" x="387350" y="2624138"/>
          <p14:tracePt t="30086" x="395288" y="2624138"/>
          <p14:tracePt t="30094" x="401638" y="2624138"/>
          <p14:tracePt t="30110" x="407988" y="2624138"/>
          <p14:tracePt t="30126" x="415925" y="2624138"/>
          <p14:tracePt t="30134" x="422275" y="2624138"/>
          <p14:tracePt t="30150" x="428625" y="2630488"/>
          <p14:tracePt t="30158" x="436563" y="2630488"/>
          <p14:tracePt t="30166" x="436563" y="2636838"/>
          <p14:tracePt t="30174" x="442913" y="2644775"/>
          <p14:tracePt t="30182" x="449263" y="2659063"/>
          <p14:tracePt t="30190" x="457200" y="2671763"/>
          <p14:tracePt t="30198" x="463550" y="2686050"/>
          <p14:tracePt t="30206" x="477838" y="2700338"/>
          <p14:tracePt t="30214" x="484188" y="2706688"/>
          <p14:tracePt t="30222" x="484188" y="2727325"/>
          <p14:tracePt t="30230" x="504825" y="2747963"/>
          <p14:tracePt t="30238" x="519113" y="2776538"/>
          <p14:tracePt t="30247" x="525463" y="2809875"/>
          <p14:tracePt t="30254" x="539750" y="2832100"/>
          <p14:tracePt t="30262" x="546100" y="2852738"/>
          <p14:tracePt t="30270" x="560388" y="2873375"/>
          <p14:tracePt t="30279" x="568325" y="2894013"/>
          <p14:tracePt t="30286" x="574675" y="2906713"/>
          <p14:tracePt t="30294" x="581025" y="2921000"/>
          <p14:tracePt t="30302" x="588963" y="2935288"/>
          <p14:tracePt t="30310" x="588963" y="2941638"/>
          <p14:tracePt t="30318" x="588963" y="2955925"/>
          <p14:tracePt t="30326" x="588963" y="2962275"/>
          <p14:tracePt t="30334" x="588963" y="2970213"/>
          <p14:tracePt t="30342" x="588963" y="2982913"/>
          <p14:tracePt t="30350" x="588963" y="2990850"/>
          <p14:tracePt t="30358" x="588963" y="3011488"/>
          <p14:tracePt t="30366" x="588963" y="3025775"/>
          <p14:tracePt t="30374" x="588963" y="3038475"/>
          <p14:tracePt t="30382" x="588963" y="3052763"/>
          <p14:tracePt t="30390" x="588963" y="3059113"/>
          <p14:tracePt t="30398" x="588963" y="3073400"/>
          <p14:tracePt t="30407" x="588963" y="3081338"/>
          <p14:tracePt t="30414" x="588963" y="3101975"/>
          <p14:tracePt t="30422" x="588963" y="3108325"/>
          <p14:tracePt t="30430" x="581025" y="3122613"/>
          <p14:tracePt t="30438" x="581025" y="3135313"/>
          <p14:tracePt t="30446" x="581025" y="3149600"/>
          <p14:tracePt t="30454" x="581025" y="3170238"/>
          <p14:tracePt t="30462" x="574675" y="3178175"/>
          <p14:tracePt t="30470" x="574675" y="3184525"/>
          <p14:tracePt t="30479" x="574675" y="3198813"/>
          <p14:tracePt t="30486" x="574675" y="3205163"/>
          <p14:tracePt t="30591" x="581025" y="3211513"/>
          <p14:tracePt t="30638" x="588963" y="3211513"/>
          <p14:tracePt t="30670" x="588963" y="3205163"/>
          <p14:tracePt t="31686" x="601663" y="3198813"/>
          <p14:tracePt t="31695" x="601663" y="3190875"/>
          <p14:tracePt t="31702" x="615950" y="3184525"/>
          <p14:tracePt t="31726" x="622300" y="3178175"/>
          <p14:tracePt t="31742" x="630238" y="3178175"/>
          <p14:tracePt t="31758" x="636588" y="3170238"/>
          <p14:tracePt t="31766" x="644525" y="3170238"/>
          <p14:tracePt t="31782" x="650875" y="3170238"/>
          <p14:tracePt t="31798" x="657225" y="3170238"/>
          <p14:tracePt t="31814" x="665163" y="3170238"/>
          <p14:tracePt t="32023" x="671513" y="3170238"/>
          <p14:tracePt t="32046" x="677863" y="3170238"/>
          <p14:tracePt t="32054" x="685800" y="3170238"/>
          <p14:tracePt t="32070" x="692150" y="3170238"/>
          <p14:tracePt t="32086" x="698500" y="3178175"/>
          <p14:tracePt t="32110" x="698500" y="3184525"/>
          <p14:tracePt t="32302" x="698500" y="3178175"/>
          <p14:tracePt t="32310" x="698500" y="3170238"/>
          <p14:tracePt t="32318" x="698500" y="3163888"/>
          <p14:tracePt t="33183" x="698500" y="3149600"/>
          <p14:tracePt t="33310" x="698500" y="3143250"/>
          <p14:tracePt t="33406" x="698500" y="3135313"/>
          <p14:tracePt t="33414" x="698500" y="3128963"/>
          <p14:tracePt t="33422" x="698500" y="3122613"/>
          <p14:tracePt t="33438" x="698500" y="3108325"/>
          <p14:tracePt t="33446" x="698500" y="3101975"/>
          <p14:tracePt t="33454" x="698500" y="3081338"/>
          <p14:tracePt t="33462" x="685800" y="3052763"/>
          <p14:tracePt t="33470" x="665163" y="3017838"/>
          <p14:tracePt t="33478" x="636588" y="2970213"/>
          <p14:tracePt t="33486" x="601663" y="2906713"/>
          <p14:tracePt t="33494" x="560388" y="2844800"/>
          <p14:tracePt t="33502" x="525463" y="2776538"/>
          <p14:tracePt t="33510" x="498475" y="2720975"/>
          <p14:tracePt t="33518" x="477838" y="2671763"/>
          <p14:tracePt t="33526" x="463550" y="2636838"/>
          <p14:tracePt t="33534" x="457200" y="2624138"/>
          <p14:tracePt t="33542" x="457200" y="2616200"/>
          <p14:tracePt t="33550" x="457200" y="2595563"/>
          <p14:tracePt t="33566" x="449263" y="2589213"/>
          <p14:tracePt t="33582" x="449263" y="2582863"/>
          <p14:tracePt t="33607" x="449263" y="2574925"/>
          <p14:tracePt t="33622" x="449263" y="2568575"/>
          <p14:tracePt t="33630" x="449263" y="2560638"/>
          <p14:tracePt t="33894" x="436563" y="2560638"/>
          <p14:tracePt t="33902" x="428625" y="2554288"/>
          <p14:tracePt t="33910" x="428625" y="2547938"/>
          <p14:tracePt t="33918" x="428625" y="2540000"/>
          <p14:tracePt t="33934" x="428625" y="2533650"/>
          <p14:tracePt t="34198" x="436563" y="2527300"/>
          <p14:tracePt t="34535" x="442913" y="2527300"/>
          <p14:tracePt t="34590" x="449263" y="2527300"/>
          <p14:tracePt t="34630" x="457200" y="2527300"/>
          <p14:tracePt t="34662" x="463550" y="2519363"/>
          <p14:tracePt t="34694" x="463550" y="2513013"/>
          <p14:tracePt t="34734" x="463550" y="2498725"/>
          <p14:tracePt t="34750" x="477838" y="2492375"/>
          <p14:tracePt t="34790" x="477838" y="2484438"/>
          <p14:tracePt t="34879" x="484188" y="2484438"/>
          <p14:tracePt t="34886" x="492125" y="2484438"/>
          <p14:tracePt t="34895" x="492125" y="2498725"/>
          <p14:tracePt t="35247" x="498475" y="2498725"/>
          <p14:tracePt t="35262" x="504825" y="2498725"/>
          <p14:tracePt t="35270" x="512763" y="2498725"/>
          <p14:tracePt t="35278" x="519113" y="2498725"/>
          <p14:tracePt t="35302" x="525463" y="2498725"/>
          <p14:tracePt t="35318" x="533400" y="2498725"/>
          <p14:tracePt t="35334" x="539750" y="2498725"/>
          <p14:tracePt t="35342" x="546100" y="2498725"/>
          <p14:tracePt t="35350" x="560388" y="2498725"/>
          <p14:tracePt t="35366" x="568325" y="2498725"/>
          <p14:tracePt t="35374" x="574675" y="2498725"/>
          <p14:tracePt t="35382" x="581025" y="2498725"/>
          <p14:tracePt t="35534" x="588963" y="2498725"/>
          <p14:tracePt t="35558" x="595313" y="2498725"/>
          <p14:tracePt t="35566" x="601663" y="2498725"/>
          <p14:tracePt t="35606" x="609600" y="2498725"/>
          <p14:tracePt t="35910" x="615950" y="2498725"/>
          <p14:tracePt t="35918" x="622300" y="2513013"/>
          <p14:tracePt t="35974" x="630238" y="2519363"/>
          <p14:tracePt t="35982" x="630238" y="2527300"/>
          <p14:tracePt t="36014" x="630238" y="2533650"/>
          <p14:tracePt t="36022" x="630238" y="2540000"/>
          <p14:tracePt t="36030" x="636588" y="2540000"/>
          <p14:tracePt t="36046" x="644525" y="2547938"/>
          <p14:tracePt t="36062" x="650875" y="2554288"/>
          <p14:tracePt t="36070" x="650875" y="2560638"/>
          <p14:tracePt t="36079" x="657225" y="2560638"/>
          <p14:tracePt t="36086" x="665163" y="2560638"/>
          <p14:tracePt t="36094" x="671513" y="2568575"/>
          <p14:tracePt t="36102" x="671513" y="2574925"/>
          <p14:tracePt t="36110" x="685800" y="2582863"/>
          <p14:tracePt t="36126" x="706438" y="2595563"/>
          <p14:tracePt t="36134" x="712788" y="2595563"/>
          <p14:tracePt t="36142" x="712788" y="2603500"/>
          <p14:tracePt t="36150" x="727075" y="2609850"/>
          <p14:tracePt t="36158" x="733425" y="2609850"/>
          <p14:tracePt t="36166" x="747713" y="2609850"/>
          <p14:tracePt t="36174" x="754063" y="2609850"/>
          <p14:tracePt t="36182" x="762000" y="2616200"/>
          <p14:tracePt t="36198" x="774700" y="2616200"/>
          <p14:tracePt t="36206" x="782638" y="2616200"/>
          <p14:tracePt t="36214" x="788988" y="2616200"/>
          <p14:tracePt t="36222" x="795338" y="2616200"/>
          <p14:tracePt t="36238" x="803275" y="2616200"/>
          <p14:tracePt t="36254" x="809625" y="2616200"/>
          <p14:tracePt t="40862" x="809625" y="2636838"/>
          <p14:tracePt t="40870" x="809625" y="2665413"/>
          <p14:tracePt t="40878" x="803275" y="2665413"/>
          <p14:tracePt t="40895" x="788988" y="2692400"/>
          <p14:tracePt t="40910" x="788988" y="2706688"/>
          <p14:tracePt t="40918" x="788988" y="2713038"/>
          <p14:tracePt t="40934" x="782638" y="2727325"/>
          <p14:tracePt t="40942" x="782638" y="2741613"/>
          <p14:tracePt t="40950" x="774700" y="2747963"/>
          <p14:tracePt t="40958" x="774700" y="2755900"/>
          <p14:tracePt t="40966" x="768350" y="2768600"/>
          <p14:tracePt t="40974" x="762000" y="2797175"/>
          <p14:tracePt t="40982" x="762000" y="2809875"/>
          <p14:tracePt t="40991" x="762000" y="2817813"/>
          <p14:tracePt t="40998" x="747713" y="2838450"/>
          <p14:tracePt t="41006" x="741363" y="2859088"/>
          <p14:tracePt t="41014" x="733425" y="2886075"/>
          <p14:tracePt t="41023" x="733425" y="2900363"/>
          <p14:tracePt t="41030" x="733425" y="2921000"/>
          <p14:tracePt t="41038" x="733425" y="2935288"/>
          <p14:tracePt t="41046" x="733425" y="2949575"/>
          <p14:tracePt t="41054" x="733425" y="2962275"/>
          <p14:tracePt t="41062" x="733425" y="2970213"/>
          <p14:tracePt t="41070" x="733425" y="2997200"/>
          <p14:tracePt t="41079" x="733425" y="3017838"/>
          <p14:tracePt t="41086" x="733425" y="3038475"/>
          <p14:tracePt t="41094" x="733425" y="3046413"/>
          <p14:tracePt t="41102" x="733425" y="3067050"/>
          <p14:tracePt t="41110" x="733425" y="3087688"/>
          <p14:tracePt t="41118" x="741363" y="3108325"/>
          <p14:tracePt t="41126" x="741363" y="3114675"/>
          <p14:tracePt t="41134" x="741363" y="3122613"/>
          <p14:tracePt t="41142" x="741363" y="3135313"/>
          <p14:tracePt t="41150" x="747713" y="3135313"/>
          <p14:tracePt t="41158" x="747713" y="3143250"/>
          <p14:tracePt t="41174" x="747713" y="3149600"/>
          <p14:tracePt t="41255" x="747713" y="3155950"/>
          <p14:tracePt t="41262" x="754063" y="3155950"/>
          <p14:tracePt t="41286" x="762000" y="3155950"/>
          <p14:tracePt t="41294" x="768350" y="3155950"/>
          <p14:tracePt t="41310" x="768350" y="3149600"/>
          <p14:tracePt t="41318" x="774700" y="3143250"/>
          <p14:tracePt t="41334" x="782638" y="3128963"/>
          <p14:tracePt t="41366" x="788988" y="3128963"/>
          <p14:tracePt t="41510" x="788988" y="3122613"/>
          <p14:tracePt t="41630" x="795338" y="3114675"/>
          <p14:tracePt t="41662" x="803275" y="3114675"/>
          <p14:tracePt t="41846" x="803275" y="3108325"/>
          <p14:tracePt t="41999" x="809625" y="3101975"/>
          <p14:tracePt t="44390" x="809625" y="3122613"/>
          <p14:tracePt t="44398" x="809625" y="3163888"/>
          <p14:tracePt t="44406" x="809625" y="3205163"/>
          <p14:tracePt t="44414" x="809625" y="3240088"/>
          <p14:tracePt t="44422" x="809625" y="3254375"/>
          <p14:tracePt t="44430" x="809625" y="3275013"/>
          <p14:tracePt t="44446" x="809625" y="3281363"/>
          <p14:tracePt t="45535" x="809625" y="3287713"/>
          <p14:tracePt t="45566" x="817563" y="3287713"/>
          <p14:tracePt t="45582" x="817563" y="3281363"/>
          <p14:tracePt t="45598" x="823913" y="3281363"/>
          <p14:tracePt t="45606" x="823913" y="3267075"/>
          <p14:tracePt t="45622" x="823913" y="3254375"/>
          <p14:tracePt t="45638" x="823913" y="3246438"/>
          <p14:tracePt t="45647" x="823913" y="3225800"/>
          <p14:tracePt t="45654" x="823913" y="3219450"/>
          <p14:tracePt t="45662" x="823913" y="3198813"/>
          <p14:tracePt t="45670" x="823913" y="3184525"/>
          <p14:tracePt t="45679" x="823913" y="3155950"/>
          <p14:tracePt t="45686" x="823913" y="3143250"/>
          <p14:tracePt t="45694" x="823913" y="3122613"/>
          <p14:tracePt t="45702" x="823913" y="3108325"/>
          <p14:tracePt t="45710" x="823913" y="3101975"/>
          <p14:tracePt t="45926" x="830263" y="3094038"/>
          <p14:tracePt t="45942" x="850900" y="3094038"/>
          <p14:tracePt t="45950" x="858838" y="3108325"/>
          <p14:tracePt t="45958" x="879475" y="3122613"/>
          <p14:tracePt t="45966" x="879475" y="3128963"/>
          <p14:tracePt t="46142" x="879475" y="3122613"/>
          <p14:tracePt t="46150" x="871538" y="3108325"/>
          <p14:tracePt t="46158" x="858838" y="3073400"/>
          <p14:tracePt t="46166" x="850900" y="3052763"/>
          <p14:tracePt t="46174" x="844550" y="3017838"/>
          <p14:tracePt t="46182" x="823913" y="2955925"/>
          <p14:tracePt t="46190" x="795338" y="2914650"/>
          <p14:tracePt t="46198" x="754063" y="2832100"/>
          <p14:tracePt t="46206" x="685800" y="2727325"/>
          <p14:tracePt t="46214" x="630238" y="2616200"/>
          <p14:tracePt t="46222" x="581025" y="2513013"/>
          <p14:tracePt t="46230" x="492125" y="2346325"/>
          <p14:tracePt t="46238" x="387350" y="2146300"/>
          <p14:tracePt t="46246" x="284163" y="1979613"/>
          <p14:tracePt t="46254" x="179388" y="1779588"/>
          <p14:tracePt t="46262" x="76200" y="1598613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427" name="Google Shape;427;p24"/>
          <p:cNvGrpSpPr/>
          <p:nvPr/>
        </p:nvGrpSpPr>
        <p:grpSpPr>
          <a:xfrm>
            <a:off x="849752" y="1935722"/>
            <a:ext cx="5171373" cy="2700778"/>
            <a:chOff x="552752" y="2407997"/>
            <a:chExt cx="5171373" cy="2700778"/>
          </a:xfrm>
        </p:grpSpPr>
        <p:pic>
          <p:nvPicPr>
            <p:cNvPr id="428" name="Google Shape;428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2752" y="2407997"/>
              <a:ext cx="2880917" cy="22810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24"/>
            <p:cNvSpPr txBox="1"/>
            <p:nvPr/>
          </p:nvSpPr>
          <p:spPr>
            <a:xfrm>
              <a:off x="1060401" y="4708575"/>
              <a:ext cx="1966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5 sets, 10 tosses per set</a:t>
              </a:r>
              <a:endParaRPr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430" name="Google Shape;430;p24"/>
            <p:cNvCxnSpPr>
              <a:stCxn id="429" idx="0"/>
            </p:cNvCxnSpPr>
            <p:nvPr/>
          </p:nvCxnSpPr>
          <p:spPr>
            <a:xfrm rot="10800000" flipH="1">
              <a:off x="2043801" y="4443075"/>
              <a:ext cx="205800" cy="265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31" name="Google Shape;431;p24"/>
            <p:cNvPicPr preferRelativeResize="0"/>
            <p:nvPr/>
          </p:nvPicPr>
          <p:blipFill rotWithShape="1">
            <a:blip r:embed="rId4">
              <a:alphaModFix/>
            </a:blip>
            <a:srcRect r="77447"/>
            <a:stretch/>
          </p:blipFill>
          <p:spPr>
            <a:xfrm>
              <a:off x="4398888" y="2764855"/>
              <a:ext cx="392838" cy="14429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24"/>
            <p:cNvSpPr txBox="1"/>
            <p:nvPr/>
          </p:nvSpPr>
          <p:spPr>
            <a:xfrm>
              <a:off x="4791725" y="2822625"/>
              <a:ext cx="783900" cy="41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0.6</a:t>
              </a:r>
              <a:endParaRPr sz="2400"/>
            </a:p>
          </p:txBody>
        </p:sp>
        <p:sp>
          <p:nvSpPr>
            <p:cNvPr id="433" name="Google Shape;433;p24"/>
            <p:cNvSpPr txBox="1"/>
            <p:nvPr/>
          </p:nvSpPr>
          <p:spPr>
            <a:xfrm>
              <a:off x="4791725" y="3635825"/>
              <a:ext cx="932400" cy="41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0.5</a:t>
              </a:r>
              <a:endParaRPr sz="2400"/>
            </a:p>
          </p:txBody>
        </p:sp>
        <p:pic>
          <p:nvPicPr>
            <p:cNvPr id="434" name="Google Shape;434;p24"/>
            <p:cNvPicPr preferRelativeResize="0"/>
            <p:nvPr/>
          </p:nvPicPr>
          <p:blipFill rotWithShape="1">
            <a:blip r:embed="rId5">
              <a:alphaModFix/>
            </a:blip>
            <a:srcRect t="43065" r="89689" b="42527"/>
            <a:stretch/>
          </p:blipFill>
          <p:spPr>
            <a:xfrm>
              <a:off x="3878945" y="2865095"/>
              <a:ext cx="522468" cy="407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24"/>
            <p:cNvPicPr preferRelativeResize="0"/>
            <p:nvPr/>
          </p:nvPicPr>
          <p:blipFill rotWithShape="1">
            <a:blip r:embed="rId5">
              <a:alphaModFix/>
            </a:blip>
            <a:srcRect l="742" t="57618" r="89464" b="28037"/>
            <a:stretch/>
          </p:blipFill>
          <p:spPr>
            <a:xfrm>
              <a:off x="3892068" y="3684543"/>
              <a:ext cx="496222" cy="405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6" name="Google Shape;436;p24"/>
          <p:cNvSpPr txBox="1"/>
          <p:nvPr/>
        </p:nvSpPr>
        <p:spPr>
          <a:xfrm>
            <a:off x="516597" y="1991075"/>
            <a:ext cx="478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1</a:t>
            </a:r>
            <a:endParaRPr sz="1800" baseline="-250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2</a:t>
            </a:r>
            <a:endParaRPr sz="1800" baseline="-25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3</a:t>
            </a:r>
            <a:endParaRPr sz="1800" baseline="-25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4</a:t>
            </a:r>
            <a:endParaRPr sz="1800" baseline="-25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</a:t>
            </a:r>
            <a:r>
              <a:rPr lang="en" sz="1800" baseline="-25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5</a:t>
            </a:r>
            <a:endParaRPr sz="1800" baseline="-25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37" name="Google Shape;437;p2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ITERATION</a:t>
            </a:r>
            <a:endParaRPr/>
          </a:p>
        </p:txBody>
      </p:sp>
      <p:sp>
        <p:nvSpPr>
          <p:cNvPr id="438" name="Google Shape;438;p24"/>
          <p:cNvSpPr/>
          <p:nvPr/>
        </p:nvSpPr>
        <p:spPr>
          <a:xfrm>
            <a:off x="309085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4"/>
          <p:cNvSpPr txBox="1"/>
          <p:nvPr/>
        </p:nvSpPr>
        <p:spPr>
          <a:xfrm>
            <a:off x="6563550" y="2852963"/>
            <a:ext cx="140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Initial value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440" name="Google Shape;440;p24"/>
          <p:cNvCxnSpPr>
            <a:stCxn id="439" idx="1"/>
          </p:cNvCxnSpPr>
          <p:nvPr/>
        </p:nvCxnSpPr>
        <p:spPr>
          <a:xfrm rot="10800000">
            <a:off x="5777850" y="2672963"/>
            <a:ext cx="785700" cy="38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1" name="Google Shape;441;p24"/>
          <p:cNvCxnSpPr>
            <a:stCxn id="439" idx="1"/>
          </p:cNvCxnSpPr>
          <p:nvPr/>
        </p:nvCxnSpPr>
        <p:spPr>
          <a:xfrm flipH="1">
            <a:off x="5818650" y="3053063"/>
            <a:ext cx="744900" cy="34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42" name="Google Shape;442;p24"/>
          <p:cNvGrpSpPr/>
          <p:nvPr/>
        </p:nvGrpSpPr>
        <p:grpSpPr>
          <a:xfrm>
            <a:off x="76475" y="76200"/>
            <a:ext cx="1521500" cy="225900"/>
            <a:chOff x="76475" y="76200"/>
            <a:chExt cx="1521500" cy="225900"/>
          </a:xfrm>
        </p:grpSpPr>
        <p:sp>
          <p:nvSpPr>
            <p:cNvPr id="443" name="Google Shape;443;p24">
              <a:hlinkClick r:id="rId6" action="ppaction://hlinksldjump"/>
            </p:cNvPr>
            <p:cNvSpPr/>
            <p:nvPr/>
          </p:nvSpPr>
          <p:spPr>
            <a:xfrm>
              <a:off x="764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Dosis"/>
                  <a:ea typeface="Dosis"/>
                  <a:cs typeface="Dosis"/>
                  <a:sym typeface="Dosis"/>
                </a:rPr>
                <a:t>Overview</a:t>
              </a:r>
              <a:endParaRPr sz="1200"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8515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rgbClr val="CC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Dosis"/>
                  <a:ea typeface="Dosis"/>
                  <a:cs typeface="Dosis"/>
                  <a:sym typeface="Dosis"/>
                </a:rPr>
                <a:t>STEP 2</a:t>
              </a:r>
              <a:endParaRPr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16605"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5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E-STEP</a:t>
            </a:r>
            <a:endParaRPr/>
          </a:p>
        </p:txBody>
      </p:sp>
      <p:sp>
        <p:nvSpPr>
          <p:cNvPr id="450" name="Google Shape;450;p25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Hidden parameter calculation</a:t>
            </a:r>
            <a:endParaRPr/>
          </a:p>
        </p:txBody>
      </p:sp>
      <p:sp>
        <p:nvSpPr>
          <p:cNvPr id="451" name="Google Shape;451;p2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3B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CONCEPT OF E-STEP</a:t>
            </a:r>
            <a:endParaRPr/>
          </a:p>
        </p:txBody>
      </p:sp>
      <p:pic>
        <p:nvPicPr>
          <p:cNvPr id="458" name="Google Shape;458;p26"/>
          <p:cNvPicPr preferRelativeResize="0"/>
          <p:nvPr/>
        </p:nvPicPr>
        <p:blipFill rotWithShape="1">
          <a:blip r:embed="rId3">
            <a:alphaModFix/>
          </a:blip>
          <a:srcRect t="39907" b="40968"/>
          <a:stretch/>
        </p:blipFill>
        <p:spPr>
          <a:xfrm>
            <a:off x="648925" y="1385875"/>
            <a:ext cx="2918326" cy="43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6"/>
          <p:cNvSpPr/>
          <p:nvPr/>
        </p:nvSpPr>
        <p:spPr>
          <a:xfrm>
            <a:off x="309718" y="618387"/>
            <a:ext cx="316408" cy="314571"/>
          </a:xfrm>
          <a:custGeom>
            <a:avLst/>
            <a:gdLst/>
            <a:ahLst/>
            <a:cxnLst/>
            <a:rect l="l" t="t" r="r" b="b"/>
            <a:pathLst>
              <a:path w="16708" h="16611" fill="none" extrusionOk="0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461" name="Google Shape;461;p26"/>
          <p:cNvSpPr txBox="1"/>
          <p:nvPr/>
        </p:nvSpPr>
        <p:spPr>
          <a:xfrm>
            <a:off x="3640725" y="1385888"/>
            <a:ext cx="736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8H  2T</a:t>
            </a:r>
            <a:endParaRPr/>
          </a:p>
        </p:txBody>
      </p:sp>
      <p:sp>
        <p:nvSpPr>
          <p:cNvPr id="462" name="Google Shape;462;p26"/>
          <p:cNvSpPr txBox="1"/>
          <p:nvPr/>
        </p:nvSpPr>
        <p:spPr>
          <a:xfrm>
            <a:off x="1373600" y="3244125"/>
            <a:ext cx="3486900" cy="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8H 2T </a:t>
            </a:r>
            <a:r>
              <a:rPr lang="en" sz="2400" b="1">
                <a:solidFill>
                  <a:schemeClr val="dk1"/>
                </a:solidFill>
              </a:rPr>
              <a:t>→  </a:t>
            </a:r>
            <a:r>
              <a:rPr lang="en" sz="2400">
                <a:solidFill>
                  <a:srgbClr val="0000FF"/>
                </a:solidFill>
              </a:rPr>
              <a:t>HHHHHH </a:t>
            </a:r>
            <a:r>
              <a:rPr lang="en" sz="2400">
                <a:solidFill>
                  <a:srgbClr val="D26F00"/>
                </a:solidFill>
              </a:rPr>
              <a:t>HH</a:t>
            </a:r>
            <a:endParaRPr sz="2400">
              <a:solidFill>
                <a:srgbClr val="D26F00"/>
              </a:solidFill>
            </a:endParaRPr>
          </a:p>
        </p:txBody>
      </p:sp>
      <p:grpSp>
        <p:nvGrpSpPr>
          <p:cNvPr id="463" name="Google Shape;463;p26"/>
          <p:cNvGrpSpPr/>
          <p:nvPr/>
        </p:nvGrpSpPr>
        <p:grpSpPr>
          <a:xfrm>
            <a:off x="6844625" y="1730575"/>
            <a:ext cx="1481625" cy="1609350"/>
            <a:chOff x="1752500" y="3034025"/>
            <a:chExt cx="1481625" cy="1609350"/>
          </a:xfrm>
        </p:grpSpPr>
        <p:pic>
          <p:nvPicPr>
            <p:cNvPr id="464" name="Google Shape;464;p26"/>
            <p:cNvPicPr preferRelativeResize="0"/>
            <p:nvPr/>
          </p:nvPicPr>
          <p:blipFill rotWithShape="1">
            <a:blip r:embed="rId4">
              <a:alphaModFix/>
            </a:blip>
            <a:srcRect r="77447"/>
            <a:stretch/>
          </p:blipFill>
          <p:spPr>
            <a:xfrm>
              <a:off x="1752500" y="3034025"/>
              <a:ext cx="447525" cy="16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26"/>
            <p:cNvSpPr txBox="1"/>
            <p:nvPr/>
          </p:nvSpPr>
          <p:spPr>
            <a:xfrm>
              <a:off x="2200025" y="3098450"/>
              <a:ext cx="10341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Calibri"/>
                  <a:ea typeface="Calibri"/>
                  <a:cs typeface="Calibri"/>
                  <a:sym typeface="Calibri"/>
                </a:rPr>
                <a:t>0.6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6"/>
            <p:cNvSpPr txBox="1"/>
            <p:nvPr/>
          </p:nvSpPr>
          <p:spPr>
            <a:xfrm>
              <a:off x="2200025" y="4005425"/>
              <a:ext cx="8907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Calibri"/>
                  <a:ea typeface="Calibri"/>
                  <a:cs typeface="Calibri"/>
                  <a:sym typeface="Calibri"/>
                </a:rPr>
                <a:t>0.5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67" name="Google Shape;467;p26"/>
          <p:cNvCxnSpPr/>
          <p:nvPr/>
        </p:nvCxnSpPr>
        <p:spPr>
          <a:xfrm flipH="1">
            <a:off x="2397900" y="3711350"/>
            <a:ext cx="1165800" cy="52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8" name="Google Shape;468;p26"/>
          <p:cNvCxnSpPr/>
          <p:nvPr/>
        </p:nvCxnSpPr>
        <p:spPr>
          <a:xfrm>
            <a:off x="4537125" y="3687325"/>
            <a:ext cx="396600" cy="54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9" name="Google Shape;469;p26"/>
          <p:cNvSpPr txBox="1">
            <a:spLocks noGrp="1"/>
          </p:cNvSpPr>
          <p:nvPr>
            <p:ph type="body" idx="1"/>
          </p:nvPr>
        </p:nvSpPr>
        <p:spPr>
          <a:xfrm>
            <a:off x="854875" y="4244025"/>
            <a:ext cx="2068500" cy="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/>
              <a:t>73% Head to A</a:t>
            </a:r>
            <a:endParaRPr/>
          </a:p>
        </p:txBody>
      </p:sp>
      <p:sp>
        <p:nvSpPr>
          <p:cNvPr id="470" name="Google Shape;470;p26"/>
          <p:cNvSpPr txBox="1">
            <a:spLocks noGrp="1"/>
          </p:cNvSpPr>
          <p:nvPr>
            <p:ph type="body" idx="1"/>
          </p:nvPr>
        </p:nvSpPr>
        <p:spPr>
          <a:xfrm>
            <a:off x="4197575" y="4244025"/>
            <a:ext cx="2068500" cy="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/>
              <a:t>27% Head to B</a:t>
            </a:r>
            <a:endParaRPr/>
          </a:p>
        </p:txBody>
      </p:sp>
      <p:sp>
        <p:nvSpPr>
          <p:cNvPr id="471" name="Google Shape;471;p26"/>
          <p:cNvSpPr txBox="1"/>
          <p:nvPr/>
        </p:nvSpPr>
        <p:spPr>
          <a:xfrm>
            <a:off x="3080475" y="1797225"/>
            <a:ext cx="2571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Coin A Likelihood: 0.1209</a:t>
            </a:r>
            <a:endParaRPr sz="18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72" name="Google Shape;472;p26"/>
          <p:cNvSpPr txBox="1"/>
          <p:nvPr/>
        </p:nvSpPr>
        <p:spPr>
          <a:xfrm>
            <a:off x="3080475" y="2264325"/>
            <a:ext cx="2571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Coin B </a:t>
            </a: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Likelihood</a:t>
            </a:r>
            <a:r>
              <a:rPr lang="en" sz="18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0.0439</a:t>
            </a:r>
            <a:endParaRPr sz="18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cxnSp>
        <p:nvCxnSpPr>
          <p:cNvPr id="473" name="Google Shape;473;p26"/>
          <p:cNvCxnSpPr>
            <a:endCxn id="471" idx="3"/>
          </p:cNvCxnSpPr>
          <p:nvPr/>
        </p:nvCxnSpPr>
        <p:spPr>
          <a:xfrm rot="10800000">
            <a:off x="5651775" y="2030775"/>
            <a:ext cx="1161600" cy="9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4" name="Google Shape;474;p26"/>
          <p:cNvCxnSpPr>
            <a:endCxn id="472" idx="3"/>
          </p:cNvCxnSpPr>
          <p:nvPr/>
        </p:nvCxnSpPr>
        <p:spPr>
          <a:xfrm rot="10800000">
            <a:off x="5651775" y="2497875"/>
            <a:ext cx="1137000" cy="51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5" name="Google Shape;475;p26"/>
          <p:cNvSpPr txBox="1"/>
          <p:nvPr/>
        </p:nvSpPr>
        <p:spPr>
          <a:xfrm>
            <a:off x="1231050" y="2064288"/>
            <a:ext cx="140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Showing 8H  2T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476" name="Google Shape;476;p26"/>
          <p:cNvCxnSpPr>
            <a:stCxn id="475" idx="3"/>
            <a:endCxn id="471" idx="1"/>
          </p:cNvCxnSpPr>
          <p:nvPr/>
        </p:nvCxnSpPr>
        <p:spPr>
          <a:xfrm rot="10800000" flipH="1">
            <a:off x="2632650" y="2030688"/>
            <a:ext cx="447900" cy="23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7" name="Google Shape;477;p26"/>
          <p:cNvCxnSpPr>
            <a:stCxn id="475" idx="3"/>
            <a:endCxn id="472" idx="1"/>
          </p:cNvCxnSpPr>
          <p:nvPr/>
        </p:nvCxnSpPr>
        <p:spPr>
          <a:xfrm>
            <a:off x="2632650" y="2264388"/>
            <a:ext cx="447900" cy="23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8" name="Google Shape;478;p26"/>
          <p:cNvSpPr txBox="1"/>
          <p:nvPr/>
        </p:nvSpPr>
        <p:spPr>
          <a:xfrm>
            <a:off x="2119725" y="3021275"/>
            <a:ext cx="225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Comparing coin A and B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79" name="Google Shape;479;p26">
            <a:hlinkClick r:id="rId5" action="ppaction://hlinksldjump"/>
          </p:cNvPr>
          <p:cNvSpPr/>
          <p:nvPr/>
        </p:nvSpPr>
        <p:spPr>
          <a:xfrm>
            <a:off x="76475" y="76200"/>
            <a:ext cx="746400" cy="22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FE8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osis"/>
                <a:ea typeface="Dosis"/>
                <a:cs typeface="Dosis"/>
                <a:sym typeface="Dosis"/>
              </a:rPr>
              <a:t>Overview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p:transition advTm="75098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7" x="3689350" y="1135063"/>
          <p14:tracePt t="55" x="3378200" y="1135063"/>
          <p14:tracePt t="57" x="3328988" y="1135063"/>
          <p14:tracePt t="65" x="3281363" y="1135063"/>
          <p14:tracePt t="73" x="3252788" y="1135063"/>
          <p14:tracePt t="81" x="3219450" y="1135063"/>
          <p14:tracePt t="89" x="3190875" y="1135063"/>
          <p14:tracePt t="98" x="3155950" y="1135063"/>
          <p14:tracePt t="105" x="3128963" y="1135063"/>
          <p14:tracePt t="114" x="3100388" y="1135063"/>
          <p14:tracePt t="121" x="3067050" y="1135063"/>
          <p14:tracePt t="129" x="3024188" y="1135063"/>
          <p14:tracePt t="137" x="2982913" y="1135063"/>
          <p14:tracePt t="145" x="2935288" y="1135063"/>
          <p14:tracePt t="153" x="2879725" y="1135063"/>
          <p14:tracePt t="161" x="2830513" y="1135063"/>
          <p14:tracePt t="169" x="2768600" y="1135063"/>
          <p14:tracePt t="177" x="2727325" y="1135063"/>
          <p14:tracePt t="185" x="2700338" y="1135063"/>
          <p14:tracePt t="193" x="2686050" y="1135063"/>
          <p14:tracePt t="209" x="2678113" y="1135063"/>
          <p14:tracePt t="681" x="2686050" y="1135063"/>
          <p14:tracePt t="689" x="2692400" y="1135063"/>
          <p14:tracePt t="905" x="2700338" y="1135063"/>
          <p14:tracePt t="993" x="2706688" y="1135063"/>
          <p14:tracePt t="1017" x="2713038" y="1135063"/>
          <p14:tracePt t="1033" x="2727325" y="1135063"/>
          <p14:tracePt t="1041" x="2747963" y="1143000"/>
          <p14:tracePt t="1049" x="2768600" y="1149350"/>
          <p14:tracePt t="1057" x="2789238" y="1149350"/>
          <p14:tracePt t="1066" x="2830513" y="1169988"/>
          <p14:tracePt t="1073" x="2865438" y="1184275"/>
          <p14:tracePt t="1081" x="2906713" y="1196975"/>
          <p14:tracePt t="1089" x="2955925" y="1211263"/>
          <p14:tracePt t="1097" x="2997200" y="1217613"/>
          <p14:tracePt t="1105" x="3032125" y="1217613"/>
          <p14:tracePt t="1113" x="3094038" y="1231900"/>
          <p14:tracePt t="1121" x="3122613" y="1239838"/>
          <p14:tracePt t="1130" x="3163888" y="1246188"/>
          <p14:tracePt t="1137" x="3205163" y="1246188"/>
          <p14:tracePt t="1145" x="3240088" y="1252538"/>
          <p14:tracePt t="1153" x="3281363" y="1252538"/>
          <p14:tracePt t="1161" x="3302000" y="1260475"/>
          <p14:tracePt t="1169" x="3316288" y="1260475"/>
          <p14:tracePt t="1181" x="3322638" y="1260475"/>
          <p14:tracePt t="1185" x="3328988" y="1266825"/>
          <p14:tracePt t="1193" x="3343275" y="1266825"/>
          <p14:tracePt t="1201" x="3357563" y="1266825"/>
          <p14:tracePt t="1209" x="3370263" y="1273175"/>
          <p14:tracePt t="1218" x="3384550" y="1273175"/>
          <p14:tracePt t="1225" x="3405188" y="1281113"/>
          <p14:tracePt t="1233" x="3419475" y="1281113"/>
          <p14:tracePt t="1241" x="3440113" y="1281113"/>
          <p14:tracePt t="1249" x="3460750" y="1287463"/>
          <p14:tracePt t="1265" x="3468688" y="1287463"/>
          <p14:tracePt t="1273" x="3481388" y="1287463"/>
          <p14:tracePt t="1361" x="3489325" y="1287463"/>
          <p14:tracePt t="1778" x="3495675" y="1287463"/>
          <p14:tracePt t="4849" x="3502025" y="1281113"/>
          <p14:tracePt t="4865" x="3509963" y="1281113"/>
          <p14:tracePt t="4913" x="3516313" y="1281113"/>
          <p14:tracePt t="4930" x="3522663" y="1281113"/>
          <p14:tracePt t="4953" x="3530600" y="1273175"/>
          <p14:tracePt t="5033" x="3536950" y="1273175"/>
          <p14:tracePt t="5049" x="3551238" y="1273175"/>
          <p14:tracePt t="5241" x="3557588" y="1273175"/>
          <p14:tracePt t="8169" x="3571875" y="1273175"/>
          <p14:tracePt t="8433" x="3571875" y="1260475"/>
          <p14:tracePt t="8449" x="3557588" y="1246188"/>
          <p14:tracePt t="8457" x="3543300" y="1239838"/>
          <p14:tracePt t="8465" x="3516313" y="1231900"/>
          <p14:tracePt t="8473" x="3495675" y="1217613"/>
          <p14:tracePt t="8482" x="3446463" y="1204913"/>
          <p14:tracePt t="8489" x="3405188" y="1184275"/>
          <p14:tracePt t="8497" x="3378200" y="1169988"/>
          <p14:tracePt t="8505" x="3363913" y="1169988"/>
          <p14:tracePt t="8514" x="3349625" y="1163638"/>
          <p14:tracePt t="8521" x="3343275" y="1163638"/>
          <p14:tracePt t="8530" x="3328988" y="1163638"/>
          <p14:tracePt t="8537" x="3316288" y="1155700"/>
          <p14:tracePt t="8553" x="3308350" y="1155700"/>
          <p14:tracePt t="8569" x="3295650" y="1155700"/>
          <p14:tracePt t="8585" x="3287713" y="1155700"/>
          <p14:tracePt t="8617" x="3273425" y="1155700"/>
          <p14:tracePt t="11737" x="3267075" y="1155700"/>
          <p14:tracePt t="11745" x="3260725" y="1155700"/>
          <p14:tracePt t="11753" x="3246438" y="1163638"/>
          <p14:tracePt t="11761" x="3240088" y="1169988"/>
          <p14:tracePt t="11769" x="3211513" y="1184275"/>
          <p14:tracePt t="11777" x="3190875" y="1204913"/>
          <p14:tracePt t="11785" x="3163888" y="1225550"/>
          <p14:tracePt t="11793" x="3114675" y="1260475"/>
          <p14:tracePt t="11801" x="3052763" y="1301750"/>
          <p14:tracePt t="11809" x="2976563" y="1357313"/>
          <p14:tracePt t="11817" x="2886075" y="1404938"/>
          <p14:tracePt t="11825" x="2762250" y="1466850"/>
          <p14:tracePt t="11833" x="2616200" y="1557338"/>
          <p14:tracePt t="11841" x="2492375" y="1619250"/>
          <p14:tracePt t="11850" x="2374900" y="1709738"/>
          <p14:tracePt t="11857" x="2249488" y="1765300"/>
          <p14:tracePt t="11865" x="2166938" y="1835150"/>
          <p14:tracePt t="11873" x="2097088" y="1876425"/>
          <p14:tracePt t="11882" x="2020888" y="1931988"/>
          <p14:tracePt t="11889" x="1952625" y="1987550"/>
          <p14:tracePt t="11897" x="1882775" y="2041525"/>
          <p14:tracePt t="11905" x="1800225" y="2105025"/>
          <p14:tracePt t="11913" x="1751013" y="2146300"/>
          <p14:tracePt t="11921" x="1668463" y="2222500"/>
          <p14:tracePt t="11930" x="1619250" y="2263775"/>
          <p14:tracePt t="11937" x="1557338" y="2305050"/>
          <p14:tracePt t="11945" x="1509713" y="2346325"/>
          <p14:tracePt t="11953" x="1481138" y="2374900"/>
          <p14:tracePt t="11961" x="1460500" y="2387600"/>
          <p14:tracePt t="11969" x="1446213" y="2401888"/>
          <p14:tracePt t="12169" x="1454150" y="2409825"/>
          <p14:tracePt t="12177" x="1474788" y="2409825"/>
          <p14:tracePt t="12185" x="1501775" y="2416175"/>
          <p14:tracePt t="12193" x="1522413" y="2430463"/>
          <p14:tracePt t="12353" x="1522413" y="2422525"/>
          <p14:tracePt t="12361" x="1522413" y="2409825"/>
          <p14:tracePt t="12377" x="1522413" y="2401888"/>
          <p14:tracePt t="12385" x="1522413" y="2395538"/>
          <p14:tracePt t="12529" x="1516063" y="2387600"/>
          <p14:tracePt t="12553" x="1509713" y="2381250"/>
          <p14:tracePt t="12617" x="1501775" y="2381250"/>
          <p14:tracePt t="12625" x="1495425" y="2381250"/>
          <p14:tracePt t="12633" x="1487488" y="2381250"/>
          <p14:tracePt t="12657" x="1481138" y="2381250"/>
          <p14:tracePt t="12962" x="1474788" y="2381250"/>
          <p14:tracePt t="13009" x="1474788" y="2374900"/>
          <p14:tracePt t="13017" x="1474788" y="2366963"/>
          <p14:tracePt t="13033" x="1481138" y="2360613"/>
          <p14:tracePt t="13049" x="1487488" y="2354263"/>
          <p14:tracePt t="13073" x="1495425" y="2354263"/>
          <p14:tracePt t="13081" x="1501775" y="2354263"/>
          <p14:tracePt t="13097" x="1509713" y="2346325"/>
          <p14:tracePt t="13113" x="1509713" y="2339975"/>
          <p14:tracePt t="13193" x="1516063" y="2333625"/>
          <p14:tracePt t="13225" x="1516063" y="2325688"/>
          <p14:tracePt t="13250" x="1516063" y="2319338"/>
          <p14:tracePt t="13282" x="1516063" y="2311400"/>
          <p14:tracePt t="13322" x="1516063" y="2305050"/>
          <p14:tracePt t="13338" x="1522413" y="2305050"/>
          <p14:tracePt t="13345" x="1530350" y="2298700"/>
          <p14:tracePt t="13362" x="1530350" y="2290763"/>
          <p14:tracePt t="13370" x="1530350" y="2278063"/>
          <p14:tracePt t="13385" x="1530350" y="2270125"/>
          <p14:tracePt t="13394" x="1536700" y="2263775"/>
          <p14:tracePt t="13402" x="1536700" y="2257425"/>
          <p14:tracePt t="13410" x="1543050" y="2236788"/>
          <p14:tracePt t="13417" x="1543050" y="2228850"/>
          <p14:tracePt t="13425" x="1550988" y="2214563"/>
          <p14:tracePt t="13434" x="1550988" y="2208213"/>
          <p14:tracePt t="13442" x="1557338" y="2181225"/>
          <p14:tracePt t="13449" x="1557338" y="2173288"/>
          <p14:tracePt t="13458" x="1557338" y="2152650"/>
          <p14:tracePt t="13465" x="1563688" y="2132013"/>
          <p14:tracePt t="13474" x="1563688" y="2105025"/>
          <p14:tracePt t="13481" x="1563688" y="2097088"/>
          <p14:tracePt t="13490" x="1563688" y="2076450"/>
          <p14:tracePt t="13498" x="1571625" y="2049463"/>
          <p14:tracePt t="13505" x="1577975" y="2020888"/>
          <p14:tracePt t="13514" x="1577975" y="1993900"/>
          <p14:tracePt t="13522" x="1577975" y="1965325"/>
          <p14:tracePt t="13530" x="1577975" y="1958975"/>
          <p14:tracePt t="13538" x="1577975" y="1944688"/>
          <p14:tracePt t="13546" x="1577975" y="1938338"/>
          <p14:tracePt t="13554" x="1577975" y="1924050"/>
          <p14:tracePt t="13586" x="1585913" y="1924050"/>
          <p14:tracePt t="13602" x="1612900" y="1938338"/>
          <p14:tracePt t="13610" x="1639888" y="1973263"/>
          <p14:tracePt t="13618" x="1639888" y="1979613"/>
          <p14:tracePt t="13809" x="1639888" y="1973263"/>
          <p14:tracePt t="13818" x="1627188" y="1965325"/>
          <p14:tracePt t="13825" x="1627188" y="1958975"/>
          <p14:tracePt t="13834" x="1619250" y="1952625"/>
          <p14:tracePt t="14218" x="1619250" y="1938338"/>
          <p14:tracePt t="14242" x="1619250" y="1931988"/>
          <p14:tracePt t="14298" x="1633538" y="1931988"/>
          <p14:tracePt t="14305" x="1654175" y="1931988"/>
          <p14:tracePt t="14314" x="1682750" y="1944688"/>
          <p14:tracePt t="14322" x="1730375" y="1965325"/>
          <p14:tracePt t="14330" x="1771650" y="1979613"/>
          <p14:tracePt t="14338" x="1841500" y="2008188"/>
          <p14:tracePt t="14345" x="1903413" y="2014538"/>
          <p14:tracePt t="14354" x="1985963" y="2028825"/>
          <p14:tracePt t="14361" x="2097088" y="2049463"/>
          <p14:tracePt t="14370" x="2255838" y="2070100"/>
          <p14:tracePt t="14378" x="2436813" y="2090738"/>
          <p14:tracePt t="14385" x="2727325" y="2125663"/>
          <p14:tracePt t="14394" x="2997200" y="2166938"/>
          <p14:tracePt t="14401" x="3281363" y="2181225"/>
          <p14:tracePt t="14410" x="3565525" y="2181225"/>
          <p14:tracePt t="14417" x="3841750" y="2181225"/>
          <p14:tracePt t="14426" x="4160838" y="2181225"/>
          <p14:tracePt t="14433" x="4527550" y="2146300"/>
          <p14:tracePt t="14442" x="4921250" y="2132013"/>
          <p14:tracePt t="14449" x="5316538" y="2117725"/>
          <p14:tracePt t="14458" x="5621338" y="2117725"/>
          <p14:tracePt t="14465" x="5883275" y="2117725"/>
          <p14:tracePt t="14474" x="6076950" y="2097088"/>
          <p14:tracePt t="14481" x="6202363" y="2076450"/>
          <p14:tracePt t="14490" x="6305550" y="2070100"/>
          <p14:tracePt t="14498" x="6369050" y="2055813"/>
          <p14:tracePt t="14505" x="6389688" y="2049463"/>
          <p14:tracePt t="14513" x="6402388" y="2041525"/>
          <p14:tracePt t="14522" x="6423025" y="2041525"/>
          <p14:tracePt t="14538" x="6430963" y="2028825"/>
          <p14:tracePt t="14546" x="6437313" y="2028825"/>
          <p14:tracePt t="14578" x="6443663" y="2028825"/>
          <p14:tracePt t="14787" x="6437313" y="2020888"/>
          <p14:tracePt t="14825" x="6437313" y="2014538"/>
          <p14:tracePt t="14842" x="6472238" y="2020888"/>
          <p14:tracePt t="14850" x="6499225" y="2028825"/>
          <p14:tracePt t="14858" x="6569075" y="2049463"/>
          <p14:tracePt t="14865" x="6651625" y="2062163"/>
          <p14:tracePt t="14874" x="6756400" y="2084388"/>
          <p14:tracePt t="14881" x="6853238" y="2105025"/>
          <p14:tracePt t="14889" x="6935788" y="2125663"/>
          <p14:tracePt t="14898" x="7026275" y="2146300"/>
          <p14:tracePt t="14915" x="7185025" y="2181225"/>
          <p14:tracePt t="14921" x="7267575" y="2187575"/>
          <p14:tracePt t="14931" x="7343775" y="2193925"/>
          <p14:tracePt t="14937" x="7407275" y="2201863"/>
          <p14:tracePt t="14945" x="7475538" y="2214563"/>
          <p14:tracePt t="14954" x="7516813" y="2222500"/>
          <p14:tracePt t="14961" x="7545388" y="2222500"/>
          <p14:tracePt t="14970" x="7572375" y="2222500"/>
          <p14:tracePt t="14978" x="7580313" y="2222500"/>
          <p14:tracePt t="14986" x="7593013" y="2222500"/>
          <p14:tracePt t="15002" x="7600950" y="2222500"/>
          <p14:tracePt t="15402" x="7613650" y="2222500"/>
          <p14:tracePt t="15417" x="7621588" y="2222500"/>
          <p14:tracePt t="15434" x="7634288" y="2222500"/>
          <p14:tracePt t="15498" x="7642225" y="2222500"/>
          <p14:tracePt t="15505" x="7642225" y="2214563"/>
          <p14:tracePt t="15522" x="7648575" y="2201863"/>
          <p14:tracePt t="15530" x="7648575" y="2193925"/>
          <p14:tracePt t="15538" x="7648575" y="2187575"/>
          <p14:tracePt t="15546" x="7656513" y="2173288"/>
          <p14:tracePt t="15570" x="7656513" y="2166938"/>
          <p14:tracePt t="15578" x="7656513" y="2160588"/>
          <p14:tracePt t="15585" x="7656513" y="2152650"/>
          <p14:tracePt t="15594" x="7656513" y="2138363"/>
          <p14:tracePt t="15601" x="7656513" y="2125663"/>
          <p14:tracePt t="15610" x="7656513" y="2117725"/>
          <p14:tracePt t="15618" x="7656513" y="2105025"/>
          <p14:tracePt t="15633" x="7648575" y="2084388"/>
          <p14:tracePt t="15649" x="7642225" y="2070100"/>
          <p14:tracePt t="15658" x="7634288" y="2062163"/>
          <p14:tracePt t="15673" x="7627938" y="2055813"/>
          <p14:tracePt t="15681" x="7627938" y="2041525"/>
          <p14:tracePt t="15698" x="7607300" y="2028825"/>
          <p14:tracePt t="15714" x="7607300" y="2020888"/>
          <p14:tracePt t="15722" x="7600950" y="2020888"/>
          <p14:tracePt t="15730" x="7593013" y="2014538"/>
          <p14:tracePt t="15770" x="7586663" y="2008188"/>
          <p14:tracePt t="15801" x="7572375" y="2000250"/>
          <p14:tracePt t="15809" x="7566025" y="2000250"/>
          <p14:tracePt t="15818" x="7551738" y="2000250"/>
          <p14:tracePt t="15826" x="7537450" y="2000250"/>
          <p14:tracePt t="15833" x="7516813" y="1993900"/>
          <p14:tracePt t="15842" x="7504113" y="1993900"/>
          <p14:tracePt t="15849" x="7496175" y="1993900"/>
          <p14:tracePt t="15858" x="7489825" y="1993900"/>
          <p14:tracePt t="15865" x="7483475" y="1993900"/>
          <p14:tracePt t="15881" x="7475538" y="1993900"/>
          <p14:tracePt t="15906" x="7469188" y="1993900"/>
          <p14:tracePt t="15914" x="7461250" y="1993900"/>
          <p14:tracePt t="15922" x="7454900" y="1993900"/>
          <p14:tracePt t="15937" x="7440613" y="1993900"/>
          <p14:tracePt t="15946" x="7434263" y="1993900"/>
          <p14:tracePt t="15962" x="7427913" y="1993900"/>
          <p14:tracePt t="15970" x="7419975" y="1993900"/>
          <p14:tracePt t="15978" x="7407275" y="1993900"/>
          <p14:tracePt t="15994" x="7399338" y="1993900"/>
          <p14:tracePt t="16010" x="7392988" y="1993900"/>
          <p14:tracePt t="16017" x="7385050" y="1993900"/>
          <p14:tracePt t="16026" x="7378700" y="2000250"/>
          <p14:tracePt t="16042" x="7372350" y="2008188"/>
          <p14:tracePt t="16058" x="7358063" y="2020888"/>
          <p14:tracePt t="16074" x="7358063" y="2035175"/>
          <p14:tracePt t="16081" x="7358063" y="2041525"/>
          <p14:tracePt t="16089" x="7358063" y="2049463"/>
          <p14:tracePt t="16098" x="7358063" y="2055813"/>
          <p14:tracePt t="16106" x="7358063" y="2076450"/>
          <p14:tracePt t="16114" x="7358063" y="2084388"/>
          <p14:tracePt t="16121" x="7358063" y="2090738"/>
          <p14:tracePt t="16130" x="7358063" y="2097088"/>
          <p14:tracePt t="16138" x="7364413" y="2117725"/>
          <p14:tracePt t="16146" x="7364413" y="2125663"/>
          <p14:tracePt t="16154" x="7372350" y="2146300"/>
          <p14:tracePt t="16162" x="7372350" y="2152650"/>
          <p14:tracePt t="16169" x="7378700" y="2166938"/>
          <p14:tracePt t="16178" x="7385050" y="2173288"/>
          <p14:tracePt t="16186" x="7399338" y="2181225"/>
          <p14:tracePt t="16194" x="7399338" y="2193925"/>
          <p14:tracePt t="16202" x="7407275" y="2201863"/>
          <p14:tracePt t="16217" x="7413625" y="2208213"/>
          <p14:tracePt t="16226" x="7419975" y="2214563"/>
          <p14:tracePt t="16242" x="7427913" y="2222500"/>
          <p14:tracePt t="16249" x="7434263" y="2228850"/>
          <p14:tracePt t="16290" x="7440613" y="2236788"/>
          <p14:tracePt t="16297" x="7448550" y="2243138"/>
          <p14:tracePt t="16314" x="7454900" y="2249488"/>
          <p14:tracePt t="16337" x="7461250" y="2257425"/>
          <p14:tracePt t="16354" x="7469188" y="2257425"/>
          <p14:tracePt t="16362" x="7475538" y="2263775"/>
          <p14:tracePt t="16378" x="7483475" y="2270125"/>
          <p14:tracePt t="16385" x="7489825" y="2270125"/>
          <p14:tracePt t="16394" x="7496175" y="2270125"/>
          <p14:tracePt t="16401" x="7504113" y="2270125"/>
          <p14:tracePt t="16410" x="7510463" y="2278063"/>
          <p14:tracePt t="16417" x="7516813" y="2278063"/>
          <p14:tracePt t="16433" x="7531100" y="2284413"/>
          <p14:tracePt t="16442" x="7537450" y="2284413"/>
          <p14:tracePt t="16449" x="7545388" y="2284413"/>
          <p14:tracePt t="16458" x="7558088" y="2284413"/>
          <p14:tracePt t="16474" x="7566025" y="2284413"/>
          <p14:tracePt t="16489" x="7586663" y="2290763"/>
          <p14:tracePt t="16505" x="7600950" y="2290763"/>
          <p14:tracePt t="16514" x="7607300" y="2290763"/>
          <p14:tracePt t="16522" x="7613650" y="2290763"/>
          <p14:tracePt t="16530" x="7621588" y="2290763"/>
          <p14:tracePt t="16546" x="7627938" y="2290763"/>
          <p14:tracePt t="16554" x="7642225" y="2298700"/>
          <p14:tracePt t="16562" x="7648575" y="2298700"/>
          <p14:tracePt t="16570" x="7656513" y="2298700"/>
          <p14:tracePt t="16578" x="7669213" y="2298700"/>
          <p14:tracePt t="16586" x="7677150" y="2298700"/>
          <p14:tracePt t="16594" x="7697788" y="2298700"/>
          <p14:tracePt t="16602" x="7710488" y="2298700"/>
          <p14:tracePt t="16610" x="7724775" y="2298700"/>
          <p14:tracePt t="16617" x="7731125" y="2298700"/>
          <p14:tracePt t="16625" x="7745413" y="2298700"/>
          <p14:tracePt t="16642" x="7753350" y="2298700"/>
          <p14:tracePt t="16649" x="7759700" y="2298700"/>
          <p14:tracePt t="16658" x="7773988" y="2298700"/>
          <p14:tracePt t="16665" x="7786688" y="2290763"/>
          <p14:tracePt t="16674" x="7800975" y="2278063"/>
          <p14:tracePt t="16681" x="7815263" y="2263775"/>
          <p14:tracePt t="16690" x="7829550" y="2257425"/>
          <p14:tracePt t="16697" x="7842250" y="2243138"/>
          <p14:tracePt t="16705" x="7856538" y="2236788"/>
          <p14:tracePt t="16714" x="7870825" y="2222500"/>
          <p14:tracePt t="16722" x="7870825" y="2214563"/>
          <p14:tracePt t="16730" x="7877175" y="2208213"/>
          <p14:tracePt t="16738" x="7883525" y="2201863"/>
          <p14:tracePt t="16746" x="7891463" y="2187575"/>
          <p14:tracePt t="16754" x="7897813" y="2173288"/>
          <p14:tracePt t="16762" x="7905750" y="2160588"/>
          <p14:tracePt t="16770" x="7905750" y="2152650"/>
          <p14:tracePt t="16777" x="7912100" y="2132013"/>
          <p14:tracePt t="16785" x="7912100" y="2111375"/>
          <p14:tracePt t="16794" x="7912100" y="2097088"/>
          <p14:tracePt t="16802" x="7912100" y="2076450"/>
          <p14:tracePt t="16810" x="7912100" y="2062163"/>
          <p14:tracePt t="16826" x="7912100" y="2055813"/>
          <p14:tracePt t="16841" x="7912100" y="2049463"/>
          <p14:tracePt t="16857" x="7912100" y="2041525"/>
          <p14:tracePt t="16905" x="7912100" y="2035175"/>
          <p14:tracePt t="17106" x="7905750" y="2055813"/>
          <p14:tracePt t="17114" x="7891463" y="2090738"/>
          <p14:tracePt t="17122" x="7883525" y="2111375"/>
          <p14:tracePt t="17130" x="7883525" y="2138363"/>
          <p14:tracePt t="17138" x="7870825" y="2181225"/>
          <p14:tracePt t="17146" x="7856538" y="2214563"/>
          <p14:tracePt t="17154" x="7850188" y="2249488"/>
          <p14:tracePt t="17162" x="7829550" y="2311400"/>
          <p14:tracePt t="17170" x="7815263" y="2346325"/>
          <p14:tracePt t="17178" x="7794625" y="2387600"/>
          <p14:tracePt t="17186" x="7773988" y="2430463"/>
          <p14:tracePt t="17194" x="7753350" y="2478088"/>
          <p14:tracePt t="17202" x="7731125" y="2519363"/>
          <p14:tracePt t="17209" x="7710488" y="2554288"/>
          <p14:tracePt t="17217" x="7683500" y="2595563"/>
          <p14:tracePt t="17226" x="7669213" y="2624138"/>
          <p14:tracePt t="17233" x="7648575" y="2665413"/>
          <p14:tracePt t="17242" x="7648575" y="2686050"/>
          <p14:tracePt t="17249" x="7634288" y="2727325"/>
          <p14:tracePt t="17258" x="7613650" y="2762250"/>
          <p14:tracePt t="17265" x="7607300" y="2776538"/>
          <p14:tracePt t="17274" x="7600950" y="2789238"/>
          <p14:tracePt t="17281" x="7593013" y="2803525"/>
          <p14:tracePt t="17290" x="7593013" y="2809875"/>
          <p14:tracePt t="17298" x="7586663" y="2832100"/>
          <p14:tracePt t="17305" x="7586663" y="2852738"/>
          <p14:tracePt t="17314" x="7586663" y="2859088"/>
          <p14:tracePt t="17322" x="7586663" y="2873375"/>
          <p14:tracePt t="17330" x="7572375" y="2894013"/>
          <p14:tracePt t="17338" x="7572375" y="2928938"/>
          <p14:tracePt t="17346" x="7572375" y="2962275"/>
          <p14:tracePt t="17354" x="7572375" y="2982913"/>
          <p14:tracePt t="17362" x="7572375" y="3017838"/>
          <p14:tracePt t="17370" x="7572375" y="3038475"/>
          <p14:tracePt t="17378" x="7572375" y="3052763"/>
          <p14:tracePt t="17385" x="7572375" y="3073400"/>
          <p14:tracePt t="17394" x="7572375" y="3087688"/>
          <p14:tracePt t="17402" x="7572375" y="3101975"/>
          <p14:tracePt t="17410" x="7580313" y="3101975"/>
          <p14:tracePt t="17417" x="7586663" y="3108325"/>
          <p14:tracePt t="17425" x="7593013" y="3108325"/>
          <p14:tracePt t="17442" x="7607300" y="3108325"/>
          <p14:tracePt t="17449" x="7613650" y="3108325"/>
          <p14:tracePt t="17458" x="7634288" y="3108325"/>
          <p14:tracePt t="17474" x="7648575" y="3108325"/>
          <p14:tracePt t="17481" x="7656513" y="3108325"/>
          <p14:tracePt t="17490" x="7662863" y="3108325"/>
          <p14:tracePt t="17497" x="7669213" y="3101975"/>
          <p14:tracePt t="17505" x="7677150" y="3094038"/>
          <p14:tracePt t="17514" x="7677150" y="3087688"/>
          <p14:tracePt t="17522" x="7677150" y="3081338"/>
          <p14:tracePt t="17530" x="7677150" y="3073400"/>
          <p14:tracePt t="17538" x="7683500" y="3059113"/>
          <p14:tracePt t="17554" x="7683500" y="3052763"/>
          <p14:tracePt t="17562" x="7683500" y="3038475"/>
          <p14:tracePt t="17570" x="7683500" y="3025775"/>
          <p14:tracePt t="17578" x="7683500" y="3011488"/>
          <p14:tracePt t="17586" x="7683500" y="2990850"/>
          <p14:tracePt t="17594" x="7683500" y="2982913"/>
          <p14:tracePt t="17602" x="7683500" y="2962275"/>
          <p14:tracePt t="17609" x="7683500" y="2955925"/>
          <p14:tracePt t="17617" x="7683500" y="2941638"/>
          <p14:tracePt t="17634" x="7683500" y="2928938"/>
          <p14:tracePt t="17649" x="7683500" y="2921000"/>
          <p14:tracePt t="17658" x="7677150" y="2914650"/>
          <p14:tracePt t="17690" x="7677150" y="2900363"/>
          <p14:tracePt t="17705" x="7669213" y="2894013"/>
          <p14:tracePt t="17714" x="7662863" y="2886075"/>
          <p14:tracePt t="17722" x="7648575" y="2873375"/>
          <p14:tracePt t="17738" x="7634288" y="2859088"/>
          <p14:tracePt t="17746" x="7634288" y="2852738"/>
          <p14:tracePt t="17754" x="7627938" y="2852738"/>
          <p14:tracePt t="17762" x="7621588" y="2844800"/>
          <p14:tracePt t="17770" x="7613650" y="2844800"/>
          <p14:tracePt t="17777" x="7607300" y="2844800"/>
          <p14:tracePt t="17785" x="7593013" y="2844800"/>
          <p14:tracePt t="17794" x="7586663" y="2838450"/>
          <p14:tracePt t="17809" x="7572375" y="2838450"/>
          <p14:tracePt t="17817" x="7558088" y="2838450"/>
          <p14:tracePt t="17826" x="7551738" y="2832100"/>
          <p14:tracePt t="17834" x="7545388" y="2832100"/>
          <p14:tracePt t="17841" x="7531100" y="2832100"/>
          <p14:tracePt t="17849" x="7516813" y="2832100"/>
          <p14:tracePt t="17858" x="7504113" y="2832100"/>
          <p14:tracePt t="17873" x="7489825" y="2832100"/>
          <p14:tracePt t="17881" x="7475538" y="2832100"/>
          <p14:tracePt t="17899" x="7461250" y="2832100"/>
          <p14:tracePt t="17905" x="7448550" y="2832100"/>
          <p14:tracePt t="17922" x="7434263" y="2832100"/>
          <p14:tracePt t="17930" x="7427913" y="2832100"/>
          <p14:tracePt t="17946" x="7419975" y="2844800"/>
          <p14:tracePt t="17954" x="7407275" y="2852738"/>
          <p14:tracePt t="17962" x="7407275" y="2859088"/>
          <p14:tracePt t="17978" x="7399338" y="2859088"/>
          <p14:tracePt t="17986" x="7399338" y="2865438"/>
          <p14:tracePt t="17994" x="7392988" y="2873375"/>
          <p14:tracePt t="18010" x="7392988" y="2886075"/>
          <p14:tracePt t="18017" x="7392988" y="2894013"/>
          <p14:tracePt t="18026" x="7385050" y="2906713"/>
          <p14:tracePt t="18042" x="7385050" y="2914650"/>
          <p14:tracePt t="18058" x="7385050" y="2928938"/>
          <p14:tracePt t="18075" x="7385050" y="2935288"/>
          <p14:tracePt t="18098" x="7385050" y="2949575"/>
          <p14:tracePt t="18146" x="7385050" y="2955925"/>
          <p14:tracePt t="18202" x="7385050" y="2970213"/>
          <p14:tracePt t="18233" x="7385050" y="2976563"/>
          <p14:tracePt t="18257" x="7385050" y="2982913"/>
          <p14:tracePt t="18274" x="7385050" y="2990850"/>
          <p14:tracePt t="18281" x="7385050" y="2997200"/>
          <p14:tracePt t="18298" x="7385050" y="3011488"/>
          <p14:tracePt t="18313" x="7385050" y="3017838"/>
          <p14:tracePt t="18322" x="7392988" y="3032125"/>
          <p14:tracePt t="18330" x="7399338" y="3038475"/>
          <p14:tracePt t="18338" x="7399338" y="3046413"/>
          <p14:tracePt t="18346" x="7407275" y="3052763"/>
          <p14:tracePt t="18362" x="7407275" y="3067050"/>
          <p14:tracePt t="18378" x="7407275" y="3073400"/>
          <p14:tracePt t="18386" x="7413625" y="3081338"/>
          <p14:tracePt t="18394" x="7419975" y="3081338"/>
          <p14:tracePt t="18402" x="7419975" y="3087688"/>
          <p14:tracePt t="18410" x="7434263" y="3101975"/>
          <p14:tracePt t="18425" x="7440613" y="3108325"/>
          <p14:tracePt t="18434" x="7448550" y="3114675"/>
          <p14:tracePt t="18442" x="7454900" y="3122613"/>
          <p14:tracePt t="18458" x="7454900" y="3135313"/>
          <p14:tracePt t="18465" x="7461250" y="3135313"/>
          <p14:tracePt t="18481" x="7469188" y="3143250"/>
          <p14:tracePt t="18490" x="7475538" y="3149600"/>
          <p14:tracePt t="18506" x="7475538" y="3155950"/>
          <p14:tracePt t="18514" x="7496175" y="3170238"/>
          <p14:tracePt t="18530" x="7510463" y="3178175"/>
          <p14:tracePt t="18538" x="7516813" y="3178175"/>
          <p14:tracePt t="18546" x="7524750" y="3184525"/>
          <p14:tracePt t="18554" x="7545388" y="3198813"/>
          <p14:tracePt t="18562" x="7545388" y="3205163"/>
          <p14:tracePt t="18570" x="7551738" y="3205163"/>
          <p14:tracePt t="18578" x="7558088" y="3211513"/>
          <p14:tracePt t="18586" x="7572375" y="3219450"/>
          <p14:tracePt t="18594" x="7586663" y="3219450"/>
          <p14:tracePt t="18602" x="7593013" y="3219450"/>
          <p14:tracePt t="18610" x="7613650" y="3232150"/>
          <p14:tracePt t="18617" x="7621588" y="3240088"/>
          <p14:tracePt t="18634" x="7634288" y="3240088"/>
          <p14:tracePt t="18642" x="7642225" y="3240088"/>
          <p14:tracePt t="18649" x="7656513" y="3246438"/>
          <p14:tracePt t="18665" x="7662863" y="3246438"/>
          <p14:tracePt t="18681" x="7683500" y="3254375"/>
          <p14:tracePt t="18690" x="7689850" y="3254375"/>
          <p14:tracePt t="18697" x="7697788" y="3254375"/>
          <p14:tracePt t="18714" x="7704138" y="3254375"/>
          <p14:tracePt t="18722" x="7710488" y="3254375"/>
          <p14:tracePt t="18730" x="7724775" y="3254375"/>
          <p14:tracePt t="18746" x="7731125" y="3254375"/>
          <p14:tracePt t="18754" x="7739063" y="3254375"/>
          <p14:tracePt t="18770" x="7745413" y="3254375"/>
          <p14:tracePt t="18778" x="7753350" y="3254375"/>
          <p14:tracePt t="18785" x="7759700" y="3254375"/>
          <p14:tracePt t="18794" x="7766050" y="3254375"/>
          <p14:tracePt t="18802" x="7773988" y="3254375"/>
          <p14:tracePt t="18810" x="7780338" y="3254375"/>
          <p14:tracePt t="18817" x="7786688" y="3246438"/>
          <p14:tracePt t="18826" x="7794625" y="3246438"/>
          <p14:tracePt t="18834" x="7794625" y="3240088"/>
          <p14:tracePt t="18842" x="7807325" y="3240088"/>
          <p14:tracePt t="18858" x="7807325" y="3232150"/>
          <p14:tracePt t="18865" x="7815263" y="3225800"/>
          <p14:tracePt t="18889" x="7815263" y="3219450"/>
          <p14:tracePt t="18913" x="7821613" y="3219450"/>
          <p14:tracePt t="18922" x="7821613" y="3211513"/>
          <p14:tracePt t="19178" x="7829550" y="3198813"/>
          <p14:tracePt t="19506" x="7829550" y="3190875"/>
          <p14:tracePt t="19530" x="7829550" y="3184525"/>
          <p14:tracePt t="19553" x="7829550" y="3178175"/>
          <p14:tracePt t="19570" x="7829550" y="3170238"/>
          <p14:tracePt t="19578" x="7829550" y="3163888"/>
          <p14:tracePt t="19586" x="7829550" y="3155950"/>
          <p14:tracePt t="19601" x="7829550" y="3143250"/>
          <p14:tracePt t="19609" x="7829550" y="3135313"/>
          <p14:tracePt t="19617" x="7829550" y="3128963"/>
          <p14:tracePt t="19626" x="7829550" y="3122613"/>
          <p14:tracePt t="19634" x="7821613" y="3114675"/>
          <p14:tracePt t="19649" x="7821613" y="3108325"/>
          <p14:tracePt t="19658" x="7821613" y="3101975"/>
          <p14:tracePt t="19665" x="7815263" y="3094038"/>
          <p14:tracePt t="19674" x="7815263" y="3087688"/>
          <p14:tracePt t="19681" x="7807325" y="3067050"/>
          <p14:tracePt t="19698" x="7800975" y="3052763"/>
          <p14:tracePt t="19705" x="7800975" y="3046413"/>
          <p14:tracePt t="19714" x="7800975" y="3038475"/>
          <p14:tracePt t="19722" x="7800975" y="3025775"/>
          <p14:tracePt t="19738" x="7794625" y="3011488"/>
          <p14:tracePt t="19746" x="7794625" y="2997200"/>
          <p14:tracePt t="19762" x="7786688" y="2982913"/>
          <p14:tracePt t="19770" x="7786688" y="2976563"/>
          <p14:tracePt t="19778" x="7786688" y="2962275"/>
          <p14:tracePt t="19802" x="7786688" y="2955925"/>
          <p14:tracePt t="19817" x="7786688" y="2941638"/>
          <p14:tracePt t="19834" x="7786688" y="2935288"/>
          <p14:tracePt t="19849" x="7786688" y="2928938"/>
          <p14:tracePt t="19865" x="7780338" y="2921000"/>
          <p14:tracePt t="19874" x="7780338" y="2914650"/>
          <p14:tracePt t="19897" x="7780338" y="2906713"/>
          <p14:tracePt t="19905" x="7780338" y="2900363"/>
          <p14:tracePt t="19914" x="7780338" y="2894013"/>
          <p14:tracePt t="19930" x="7780338" y="2879725"/>
          <p14:tracePt t="19938" x="7780338" y="2873375"/>
          <p14:tracePt t="19946" x="7780338" y="2859088"/>
          <p14:tracePt t="19954" x="7780338" y="2852738"/>
          <p14:tracePt t="19970" x="7780338" y="2838450"/>
          <p14:tracePt t="19978" x="7780338" y="2832100"/>
          <p14:tracePt t="20001" x="7780338" y="2817813"/>
          <p14:tracePt t="20122" x="7780338" y="2809875"/>
          <p14:tracePt t="20170" x="7780338" y="2797175"/>
          <p14:tracePt t="20202" x="7780338" y="2789238"/>
          <p14:tracePt t="20217" x="7780338" y="2782888"/>
          <p14:tracePt t="20242" x="7780338" y="2776538"/>
          <p14:tracePt t="20258" x="7780338" y="2768600"/>
          <p14:tracePt t="20282" x="7780338" y="2762250"/>
          <p14:tracePt t="20297" x="7780338" y="2747963"/>
          <p14:tracePt t="20305" x="7786688" y="2747963"/>
          <p14:tracePt t="20322" x="7786688" y="2741613"/>
          <p14:tracePt t="20330" x="7786688" y="2733675"/>
          <p14:tracePt t="20346" x="7786688" y="2727325"/>
          <p14:tracePt t="20362" x="7786688" y="2720975"/>
          <p14:tracePt t="20370" x="7786688" y="2713038"/>
          <p14:tracePt t="20378" x="7786688" y="2706688"/>
          <p14:tracePt t="20385" x="7786688" y="2700338"/>
          <p14:tracePt t="20394" x="7786688" y="2692400"/>
          <p14:tracePt t="20402" x="7786688" y="2686050"/>
          <p14:tracePt t="20417" x="7800975" y="2679700"/>
          <p14:tracePt t="20425" x="7800975" y="2671763"/>
          <p14:tracePt t="20434" x="7800975" y="2665413"/>
          <p14:tracePt t="20449" x="7800975" y="2651125"/>
          <p14:tracePt t="20458" x="7800975" y="2644775"/>
          <p14:tracePt t="20465" x="7800975" y="2630488"/>
          <p14:tracePt t="20474" x="7800975" y="2624138"/>
          <p14:tracePt t="20481" x="7786688" y="2603500"/>
          <p14:tracePt t="20489" x="7786688" y="2595563"/>
          <p14:tracePt t="20497" x="7786688" y="2589213"/>
          <p14:tracePt t="20505" x="7773988" y="2582863"/>
          <p14:tracePt t="20522" x="7773988" y="2574925"/>
          <p14:tracePt t="20530" x="7773988" y="2568575"/>
          <p14:tracePt t="20545" x="7773988" y="2560638"/>
          <p14:tracePt t="20562" x="7766050" y="2560638"/>
          <p14:tracePt t="20578" x="7766050" y="2554288"/>
          <p14:tracePt t="20658" x="7759700" y="2554288"/>
          <p14:tracePt t="20722" x="7753350" y="2554288"/>
          <p14:tracePt t="20905" x="7753350" y="2533650"/>
          <p14:tracePt t="20914" x="7753350" y="2513013"/>
          <p14:tracePt t="21026" x="7745413" y="2506663"/>
          <p14:tracePt t="21049" x="7739063" y="2506663"/>
          <p14:tracePt t="21065" x="7724775" y="2498725"/>
          <p14:tracePt t="21089" x="7718425" y="2498725"/>
          <p14:tracePt t="21138" x="7710488" y="2498725"/>
          <p14:tracePt t="21194" x="7704138" y="2498725"/>
          <p14:tracePt t="21202" x="7697788" y="2498725"/>
          <p14:tracePt t="21225" x="7689850" y="2498725"/>
          <p14:tracePt t="21234" x="7683500" y="2498725"/>
          <p14:tracePt t="21249" x="7677150" y="2498725"/>
          <p14:tracePt t="21554" x="7669213" y="2498725"/>
          <p14:tracePt t="21570" x="7669213" y="2506663"/>
          <p14:tracePt t="21690" x="7656513" y="2506663"/>
          <p14:tracePt t="21697" x="7621588" y="2506663"/>
          <p14:tracePt t="21705" x="7580313" y="2506663"/>
          <p14:tracePt t="21714" x="7524750" y="2506663"/>
          <p14:tracePt t="21722" x="7440613" y="2506663"/>
          <p14:tracePt t="21730" x="7316788" y="2506663"/>
          <p14:tracePt t="21738" x="7240588" y="2506663"/>
          <p14:tracePt t="21746" x="7046913" y="2506663"/>
          <p14:tracePt t="21754" x="6818313" y="2506663"/>
          <p14:tracePt t="21761" x="6616700" y="2484438"/>
          <p14:tracePt t="21769" x="6381750" y="2443163"/>
          <p14:tracePt t="21778" x="6132513" y="2409825"/>
          <p14:tracePt t="21786" x="5891213" y="2374900"/>
          <p14:tracePt t="21793" x="5662613" y="2354263"/>
          <p14:tracePt t="21802" x="5448300" y="2325688"/>
          <p14:tracePt t="21810" x="5316538" y="2325688"/>
          <p14:tracePt t="21818" x="5143500" y="2325688"/>
          <p14:tracePt t="21826" x="4970463" y="2319338"/>
          <p14:tracePt t="21834" x="4797425" y="2319338"/>
          <p14:tracePt t="21842" x="4630738" y="2319338"/>
          <p14:tracePt t="21850" x="4422775" y="2319338"/>
          <p14:tracePt t="21858" x="4214813" y="2319338"/>
          <p14:tracePt t="21866" x="4064000" y="2319338"/>
          <p14:tracePt t="21874" x="3932238" y="2319338"/>
          <p14:tracePt t="21881" x="3800475" y="2319338"/>
          <p14:tracePt t="21890" x="3683000" y="2319338"/>
          <p14:tracePt t="21898" x="3592513" y="2311400"/>
          <p14:tracePt t="21905" x="3495675" y="2305050"/>
          <p14:tracePt t="21914" x="3413125" y="2290763"/>
          <p14:tracePt t="21922" x="3343275" y="2270125"/>
          <p14:tracePt t="21930" x="3267075" y="2263775"/>
          <p14:tracePt t="21937" x="3190875" y="2249488"/>
          <p14:tracePt t="21946" x="3108325" y="2243138"/>
          <p14:tracePt t="21954" x="3024188" y="2236788"/>
          <p14:tracePt t="21962" x="2941638" y="2214563"/>
          <p14:tracePt t="21970" x="2873375" y="2208213"/>
          <p14:tracePt t="21978" x="2789238" y="2193925"/>
          <p14:tracePt t="21986" x="2727325" y="2187575"/>
          <p14:tracePt t="21994" x="2644775" y="2173288"/>
          <p14:tracePt t="22002" x="2560638" y="2166938"/>
          <p14:tracePt t="22010" x="2478088" y="2166938"/>
          <p14:tracePt t="22018" x="2360613" y="2160588"/>
          <p14:tracePt t="22026" x="2278063" y="2152650"/>
          <p14:tracePt t="22034" x="2201863" y="2138363"/>
          <p14:tracePt t="22041" x="2117725" y="2117725"/>
          <p14:tracePt t="22049" x="2041525" y="2111375"/>
          <p14:tracePt t="22058" x="1958975" y="2097088"/>
          <p14:tracePt t="22065" x="1876425" y="2090738"/>
          <p14:tracePt t="22074" x="1841500" y="2084388"/>
          <p14:tracePt t="22081" x="1792288" y="2076450"/>
          <p14:tracePt t="22090" x="1744663" y="2062163"/>
          <p14:tracePt t="22098" x="1724025" y="2055813"/>
          <p14:tracePt t="22105" x="1709738" y="2055813"/>
          <p14:tracePt t="22154" x="1703388" y="2055813"/>
          <p14:tracePt t="22177" x="1689100" y="2055813"/>
          <p14:tracePt t="22193" x="1689100" y="2062163"/>
          <p14:tracePt t="22402" x="1682750" y="2055813"/>
          <p14:tracePt t="22409" x="1674813" y="2055813"/>
          <p14:tracePt t="22450" x="1674813" y="2049463"/>
          <p14:tracePt t="22457" x="1660525" y="2035175"/>
          <p14:tracePt t="22465" x="1654175" y="2028825"/>
          <p14:tracePt t="22474" x="1639888" y="2014538"/>
          <p14:tracePt t="22481" x="1627188" y="2008188"/>
          <p14:tracePt t="22489" x="1619250" y="2000250"/>
          <p14:tracePt t="22498" x="1606550" y="1993900"/>
          <p14:tracePt t="22514" x="1598613" y="1979613"/>
          <p14:tracePt t="22521" x="1592263" y="1979613"/>
          <p14:tracePt t="22538" x="1577975" y="1965325"/>
          <p14:tracePt t="22546" x="1563688" y="1958975"/>
          <p14:tracePt t="22562" x="1550988" y="1952625"/>
          <p14:tracePt t="22570" x="1543050" y="1944688"/>
          <p14:tracePt t="22578" x="1530350" y="1938338"/>
          <p14:tracePt t="22586" x="1516063" y="1931988"/>
          <p14:tracePt t="22602" x="1495425" y="1917700"/>
          <p14:tracePt t="22618" x="1481138" y="1917700"/>
          <p14:tracePt t="22626" x="1474788" y="1911350"/>
          <p14:tracePt t="22634" x="1466850" y="1911350"/>
          <p14:tracePt t="22649" x="1460500" y="1897063"/>
          <p14:tracePt t="22674" x="1454150" y="1897063"/>
          <p14:tracePt t="22705" x="1446213" y="1889125"/>
          <p14:tracePt t="22730" x="1433513" y="1882775"/>
          <p14:tracePt t="22746" x="1425575" y="1882775"/>
          <p14:tracePt t="22762" x="1419225" y="1876425"/>
          <p14:tracePt t="22778" x="1412875" y="1868488"/>
          <p14:tracePt t="22785" x="1404938" y="1862138"/>
          <p14:tracePt t="22810" x="1390650" y="1855788"/>
          <p14:tracePt t="22817" x="1390650" y="1847850"/>
          <p14:tracePt t="22834" x="1377950" y="1847850"/>
          <p14:tracePt t="22849" x="1377950" y="1841500"/>
          <p14:tracePt t="23890" x="1384300" y="1841500"/>
          <p14:tracePt t="24002" x="1390650" y="1841500"/>
          <p14:tracePt t="24026" x="1398588" y="1841500"/>
          <p14:tracePt t="24050" x="1404938" y="1841500"/>
          <p14:tracePt t="24089" x="1412875" y="1835150"/>
          <p14:tracePt t="24122" x="1419225" y="1835150"/>
          <p14:tracePt t="24194" x="1425575" y="1835150"/>
          <p14:tracePt t="24201" x="1433513" y="1835150"/>
          <p14:tracePt t="24209" x="1439863" y="1835150"/>
          <p14:tracePt t="24226" x="1446213" y="1835150"/>
          <p14:tracePt t="24233" x="1454150" y="1835150"/>
          <p14:tracePt t="24242" x="1460500" y="1835150"/>
          <p14:tracePt t="24258" x="1474788" y="1835150"/>
          <p14:tracePt t="24265" x="1481138" y="1835150"/>
          <p14:tracePt t="24274" x="1495425" y="1835150"/>
          <p14:tracePt t="24281" x="1509713" y="1835150"/>
          <p14:tracePt t="24289" x="1530350" y="1835150"/>
          <p14:tracePt t="24297" x="1536700" y="1835150"/>
          <p14:tracePt t="24305" x="1557338" y="1835150"/>
          <p14:tracePt t="24314" x="1585913" y="1835150"/>
          <p14:tracePt t="24322" x="1606550" y="1835150"/>
          <p14:tracePt t="24330" x="1639888" y="1835150"/>
          <p14:tracePt t="24338" x="1695450" y="1835150"/>
          <p14:tracePt t="24346" x="1744663" y="1835150"/>
          <p14:tracePt t="24354" x="1806575" y="1835150"/>
          <p14:tracePt t="24362" x="1876425" y="1835150"/>
          <p14:tracePt t="24370" x="1931988" y="1835150"/>
          <p14:tracePt t="24378" x="1993900" y="1835150"/>
          <p14:tracePt t="24386" x="2062163" y="1835150"/>
          <p14:tracePt t="24394" x="2125663" y="1835150"/>
          <p14:tracePt t="24402" x="2181225" y="1835150"/>
          <p14:tracePt t="24409" x="2235200" y="1835150"/>
          <p14:tracePt t="24417" x="2278063" y="1835150"/>
          <p14:tracePt t="24426" x="2332038" y="1835150"/>
          <p14:tracePt t="24434" x="2381250" y="1835150"/>
          <p14:tracePt t="24442" x="2443163" y="1835150"/>
          <p14:tracePt t="24449" x="2513013" y="1835150"/>
          <p14:tracePt t="24458" x="2554288" y="1835150"/>
          <p14:tracePt t="24465" x="2609850" y="1835150"/>
          <p14:tracePt t="24474" x="2678113" y="1835150"/>
          <p14:tracePt t="24481" x="2733675" y="1835150"/>
          <p14:tracePt t="24490" x="2789238" y="1835150"/>
          <p14:tracePt t="24497" x="2851150" y="1835150"/>
          <p14:tracePt t="24506" x="2900363" y="1835150"/>
          <p14:tracePt t="24514" x="2955925" y="1835150"/>
          <p14:tracePt t="24522" x="3003550" y="1835150"/>
          <p14:tracePt t="24530" x="3046413" y="1835150"/>
          <p14:tracePt t="24538" x="3087688" y="1835150"/>
          <p14:tracePt t="24546" x="3128963" y="1835150"/>
          <p14:tracePt t="24554" x="3184525" y="1835150"/>
          <p14:tracePt t="24562" x="3232150" y="1835150"/>
          <p14:tracePt t="24569" x="3260725" y="1835150"/>
          <p14:tracePt t="24578" x="3302000" y="1835150"/>
          <p14:tracePt t="24586" x="3343275" y="1835150"/>
          <p14:tracePt t="24594" x="3378200" y="1835150"/>
          <p14:tracePt t="24602" x="3413125" y="1835150"/>
          <p14:tracePt t="24610" x="3446463" y="1835150"/>
          <p14:tracePt t="24617" x="3481388" y="1835150"/>
          <p14:tracePt t="24625" x="3509963" y="1835150"/>
          <p14:tracePt t="24634" x="3530600" y="1835150"/>
          <p14:tracePt t="24642" x="3557588" y="1835150"/>
          <p14:tracePt t="24649" x="3565525" y="1835150"/>
          <p14:tracePt t="24658" x="3586163" y="1835150"/>
          <p14:tracePt t="24665" x="3606800" y="1827213"/>
          <p14:tracePt t="24674" x="3627438" y="1827213"/>
          <p14:tracePt t="24681" x="3648075" y="1820863"/>
          <p14:tracePt t="24690" x="3662363" y="1820863"/>
          <p14:tracePt t="24698" x="3683000" y="1820863"/>
          <p14:tracePt t="24705" x="3689350" y="1820863"/>
          <p14:tracePt t="24714" x="3709988" y="1820863"/>
          <p14:tracePt t="24721" x="3716338" y="1820863"/>
          <p14:tracePt t="24731" x="3730625" y="1820863"/>
          <p14:tracePt t="24738" x="3738563" y="1820863"/>
          <p14:tracePt t="24745" x="3759200" y="1820863"/>
          <p14:tracePt t="24754" x="3779838" y="1820863"/>
          <p14:tracePt t="24762" x="3800475" y="1820863"/>
          <p14:tracePt t="24770" x="3821113" y="1820863"/>
          <p14:tracePt t="24777" x="3835400" y="1820863"/>
          <p14:tracePt t="24787" x="3856038" y="1820863"/>
          <p14:tracePt t="24794" x="3868738" y="1820863"/>
          <p14:tracePt t="24802" x="3890963" y="1820863"/>
          <p14:tracePt t="24817" x="3903663" y="1820863"/>
          <p14:tracePt t="24858" x="3911600" y="1814513"/>
          <p14:tracePt t="24865" x="3911600" y="1806575"/>
          <p14:tracePt t="24922" x="3917950" y="1806575"/>
          <p14:tracePt t="25002" x="3924300" y="1806575"/>
          <p14:tracePt t="25882" x="3932238" y="1800225"/>
          <p14:tracePt t="25906" x="3932238" y="1792288"/>
          <p14:tracePt t="25913" x="3924300" y="1785938"/>
          <p14:tracePt t="25922" x="3917950" y="1785938"/>
          <p14:tracePt t="25938" x="3911600" y="1785938"/>
          <p14:tracePt t="25970" x="3903663" y="1785938"/>
          <p14:tracePt t="26386" x="3897313" y="1779588"/>
          <p14:tracePt t="26945" x="3903663" y="1779588"/>
          <p14:tracePt t="27026" x="3911600" y="1779588"/>
          <p14:tracePt t="27042" x="3917950" y="1779588"/>
          <p14:tracePt t="27050" x="3924300" y="1779588"/>
          <p14:tracePt t="27082" x="3932238" y="1779588"/>
          <p14:tracePt t="27098" x="3938588" y="1779588"/>
          <p14:tracePt t="27114" x="3944938" y="1779588"/>
          <p14:tracePt t="27146" x="3952875" y="1779588"/>
          <p14:tracePt t="27162" x="3959225" y="1779588"/>
          <p14:tracePt t="27226" x="3965575" y="1779588"/>
          <p14:tracePt t="27265" x="3973513" y="1771650"/>
          <p14:tracePt t="27298" x="3973513" y="1765300"/>
          <p14:tracePt t="27314" x="3979863" y="1765300"/>
          <p14:tracePt t="27330" x="3987800" y="1765300"/>
          <p14:tracePt t="27338" x="4000500" y="1758950"/>
          <p14:tracePt t="27345" x="4008438" y="1758950"/>
          <p14:tracePt t="27354" x="4014788" y="1758950"/>
          <p14:tracePt t="27361" x="4029075" y="1751013"/>
          <p14:tracePt t="27370" x="4035425" y="1751013"/>
          <p14:tracePt t="27378" x="4049713" y="1744663"/>
          <p14:tracePt t="27385" x="4056063" y="1744663"/>
          <p14:tracePt t="27402" x="4064000" y="1744663"/>
          <p14:tracePt t="27417" x="4070350" y="1744663"/>
          <p14:tracePt t="27442" x="4076700" y="1744663"/>
          <p14:tracePt t="27465" x="4084638" y="1744663"/>
          <p14:tracePt t="27474" x="4090988" y="1744663"/>
          <p14:tracePt t="27489" x="4105275" y="1744663"/>
          <p14:tracePt t="27497" x="4117975" y="1744663"/>
          <p14:tracePt t="27514" x="4132263" y="1744663"/>
          <p14:tracePt t="27522" x="4138613" y="1744663"/>
          <p14:tracePt t="27530" x="4146550" y="1744663"/>
          <p14:tracePt t="27538" x="4152900" y="1744663"/>
          <p14:tracePt t="27546" x="4167188" y="1744663"/>
          <p14:tracePt t="27554" x="4173538" y="1744663"/>
          <p14:tracePt t="27569" x="4181475" y="1744663"/>
          <p14:tracePt t="27602" x="4187825" y="1744663"/>
          <p14:tracePt t="27625" x="4194175" y="1744663"/>
          <p14:tracePt t="27722" x="4194175" y="1738313"/>
          <p14:tracePt t="27730" x="4181475" y="1716088"/>
          <p14:tracePt t="27738" x="4173538" y="1716088"/>
          <p14:tracePt t="27745" x="4167188" y="1703388"/>
          <p14:tracePt t="27753" x="4152900" y="1689100"/>
          <p14:tracePt t="27762" x="4146550" y="1682750"/>
          <p14:tracePt t="27777" x="4132263" y="1674813"/>
          <p14:tracePt t="27785" x="4125913" y="1662113"/>
          <p14:tracePt t="27794" x="4111625" y="1647825"/>
          <p14:tracePt t="27802" x="4105275" y="1639888"/>
          <p14:tracePt t="27818" x="4090988" y="1639888"/>
          <p14:tracePt t="27826" x="4070350" y="1627188"/>
          <p14:tracePt t="27834" x="4064000" y="1627188"/>
          <p14:tracePt t="27842" x="4056063" y="1627188"/>
          <p14:tracePt t="27849" x="4029075" y="1619250"/>
          <p14:tracePt t="27857" x="4014788" y="1619250"/>
          <p14:tracePt t="27866" x="3987800" y="1619250"/>
          <p14:tracePt t="27873" x="3973513" y="1612900"/>
          <p14:tracePt t="27881" x="3944938" y="1598613"/>
          <p14:tracePt t="27889" x="3932238" y="1598613"/>
          <p14:tracePt t="27898" x="3903663" y="1598613"/>
          <p14:tracePt t="27915" x="3868738" y="1598613"/>
          <p14:tracePt t="27921" x="3841750" y="1592263"/>
          <p14:tracePt t="27930" x="3821113" y="1592263"/>
          <p14:tracePt t="27938" x="3786188" y="1585913"/>
          <p14:tracePt t="27946" x="3751263" y="1585913"/>
          <p14:tracePt t="27954" x="3703638" y="1571625"/>
          <p14:tracePt t="27962" x="3641725" y="1565275"/>
          <p14:tracePt t="27969" x="3565525" y="1557338"/>
          <p14:tracePt t="27978" x="3454400" y="1530350"/>
          <p14:tracePt t="27985" x="3370263" y="1522413"/>
          <p14:tracePt t="27994" x="3287713" y="1516063"/>
          <p14:tracePt t="28002" x="3197225" y="1495425"/>
          <p14:tracePt t="28010" x="3114675" y="1489075"/>
          <p14:tracePt t="28017" x="3032125" y="1481138"/>
          <p14:tracePt t="28025" x="2962275" y="1454150"/>
          <p14:tracePt t="28034" x="2900363" y="1439863"/>
          <p14:tracePt t="28042" x="2859088" y="1433513"/>
          <p14:tracePt t="28049" x="2789238" y="1419225"/>
          <p14:tracePt t="28058" x="2747963" y="1412875"/>
          <p14:tracePt t="28065" x="2686050" y="1404938"/>
          <p14:tracePt t="28074" x="2616200" y="1398588"/>
          <p14:tracePt t="28081" x="2540000" y="1384300"/>
          <p14:tracePt t="28090" x="2451100" y="1384300"/>
          <p14:tracePt t="28098" x="2346325" y="1377950"/>
          <p14:tracePt t="28105" x="2243138" y="1370013"/>
          <p14:tracePt t="28114" x="2132013" y="1357313"/>
          <p14:tracePt t="28122" x="2000250" y="1357313"/>
          <p14:tracePt t="28130" x="1882775" y="1357313"/>
          <p14:tracePt t="28138" x="1751013" y="1357313"/>
          <p14:tracePt t="28146" x="1647825" y="1357313"/>
          <p14:tracePt t="28154" x="1550988" y="1357313"/>
          <p14:tracePt t="28162" x="1466850" y="1357313"/>
          <p14:tracePt t="28170" x="1377950" y="1357313"/>
          <p14:tracePt t="28178" x="1301750" y="1377950"/>
          <p14:tracePt t="28186" x="1231900" y="1398588"/>
          <p14:tracePt t="28194" x="1184275" y="1419225"/>
          <p14:tracePt t="28202" x="1163638" y="1433513"/>
          <p14:tracePt t="28210" x="1135063" y="1454150"/>
          <p14:tracePt t="28218" x="1128713" y="1466850"/>
          <p14:tracePt t="28225" x="1114425" y="1481138"/>
          <p14:tracePt t="28234" x="1114425" y="1501775"/>
          <p14:tracePt t="28242" x="1114425" y="1530350"/>
          <p14:tracePt t="28249" x="1114425" y="1557338"/>
          <p14:tracePt t="28258" x="1114425" y="1571625"/>
          <p14:tracePt t="28265" x="1114425" y="1585913"/>
          <p14:tracePt t="28274" x="1120775" y="1612900"/>
          <p14:tracePt t="28281" x="1135063" y="1627188"/>
          <p14:tracePt t="28289" x="1155700" y="1639888"/>
          <p14:tracePt t="28298" x="1196975" y="1662113"/>
          <p14:tracePt t="28306" x="1217613" y="1674813"/>
          <p14:tracePt t="28314" x="1266825" y="1689100"/>
          <p14:tracePt t="28321" x="1328738" y="1703388"/>
          <p14:tracePt t="28330" x="1404938" y="1716088"/>
          <p14:tracePt t="28337" x="1481138" y="1751013"/>
          <p14:tracePt t="28346" x="1571625" y="1758950"/>
          <p14:tracePt t="28354" x="1660525" y="1779588"/>
          <p14:tracePt t="28362" x="1736725" y="1785938"/>
          <p14:tracePt t="28369" x="1841500" y="1792288"/>
          <p14:tracePt t="28378" x="1931988" y="1792288"/>
          <p14:tracePt t="28386" x="2014538" y="1792288"/>
          <p14:tracePt t="28394" x="2090738" y="1792288"/>
          <p14:tracePt t="28402" x="2159000" y="1792288"/>
          <p14:tracePt t="28410" x="2222500" y="1792288"/>
          <p14:tracePt t="28417" x="2290763" y="1792288"/>
          <p14:tracePt t="28426" x="2354263" y="1792288"/>
          <p14:tracePt t="28433" x="2428875" y="1792288"/>
          <p14:tracePt t="28442" x="2492375" y="1792288"/>
          <p14:tracePt t="28449" x="2568575" y="1792288"/>
          <p14:tracePt t="28458" x="2630488" y="1792288"/>
          <p14:tracePt t="28465" x="2692400" y="1792288"/>
          <p14:tracePt t="28474" x="2741613" y="1792288"/>
          <p14:tracePt t="28481" x="2797175" y="1792288"/>
          <p14:tracePt t="28489" x="2817813" y="1792288"/>
          <p14:tracePt t="28497" x="2844800" y="1806575"/>
          <p14:tracePt t="28505" x="2859088" y="1806575"/>
          <p14:tracePt t="28514" x="2873375" y="1806575"/>
          <p14:tracePt t="28930" x="2886075" y="1814513"/>
          <p14:tracePt t="28945" x="2894013" y="1814513"/>
          <p14:tracePt t="28954" x="2894013" y="1820863"/>
          <p14:tracePt t="29361" x="2894013" y="1835150"/>
          <p14:tracePt t="29386" x="2894013" y="1847850"/>
          <p14:tracePt t="29482" x="2894013" y="1855788"/>
          <p14:tracePt t="29522" x="2894013" y="1862138"/>
          <p14:tracePt t="29586" x="2894013" y="1868488"/>
          <p14:tracePt t="29601" x="2894013" y="1876425"/>
          <p14:tracePt t="29729" x="2894013" y="1882775"/>
          <p14:tracePt t="29738" x="2894013" y="1897063"/>
          <p14:tracePt t="29745" x="2894013" y="1911350"/>
          <p14:tracePt t="29753" x="2894013" y="1938338"/>
          <p14:tracePt t="29762" x="2865438" y="1979613"/>
          <p14:tracePt t="29770" x="2851150" y="2000250"/>
          <p14:tracePt t="29777" x="2830513" y="2049463"/>
          <p14:tracePt t="29786" x="2824163" y="2084388"/>
          <p14:tracePt t="29794" x="2803525" y="2125663"/>
          <p14:tracePt t="29802" x="2789238" y="2173288"/>
          <p14:tracePt t="29810" x="2768600" y="2214563"/>
          <p14:tracePt t="29818" x="2754313" y="2243138"/>
          <p14:tracePt t="29826" x="2733675" y="2278063"/>
          <p14:tracePt t="29833" x="2727325" y="2284413"/>
          <p14:tracePt t="29842" x="2713038" y="2305050"/>
          <p14:tracePt t="29849" x="2706688" y="2319338"/>
          <p14:tracePt t="29858" x="2700338" y="2325688"/>
          <p14:tracePt t="29865" x="2692400" y="2333625"/>
          <p14:tracePt t="29874" x="2686050" y="2333625"/>
          <p14:tracePt t="29881" x="2686050" y="2339975"/>
          <p14:tracePt t="29898" x="2678113" y="2339975"/>
          <p14:tracePt t="29945" x="2678113" y="2346325"/>
          <p14:tracePt t="29954" x="2678113" y="2354263"/>
          <p14:tracePt t="29962" x="2678113" y="2366963"/>
          <p14:tracePt t="30154" x="2678113" y="2360613"/>
          <p14:tracePt t="30162" x="2692400" y="2339975"/>
          <p14:tracePt t="30169" x="2700338" y="2325688"/>
          <p14:tracePt t="30178" x="2700338" y="2319338"/>
          <p14:tracePt t="30186" x="2713038" y="2305050"/>
          <p14:tracePt t="30194" x="2733675" y="2298700"/>
          <p14:tracePt t="30202" x="2747963" y="2284413"/>
          <p14:tracePt t="30210" x="2774950" y="2270125"/>
          <p14:tracePt t="30217" x="2789238" y="2270125"/>
          <p14:tracePt t="30225" x="2809875" y="2257425"/>
          <p14:tracePt t="30234" x="2830513" y="2249488"/>
          <p14:tracePt t="30242" x="2851150" y="2243138"/>
          <p14:tracePt t="30249" x="2873375" y="2236788"/>
          <p14:tracePt t="30257" x="2900363" y="2236788"/>
          <p14:tracePt t="30265" x="2921000" y="2228850"/>
          <p14:tracePt t="30274" x="2955925" y="2214563"/>
          <p14:tracePt t="30281" x="2970213" y="2214563"/>
          <p14:tracePt t="30290" x="2982913" y="2214563"/>
          <p14:tracePt t="30298" x="3003550" y="2214563"/>
          <p14:tracePt t="30305" x="3017838" y="2214563"/>
          <p14:tracePt t="30314" x="3032125" y="2214563"/>
          <p14:tracePt t="30322" x="3052763" y="2208213"/>
          <p14:tracePt t="30330" x="3059113" y="2208213"/>
          <p14:tracePt t="30338" x="3067050" y="2208213"/>
          <p14:tracePt t="30346" x="3079750" y="2201863"/>
          <p14:tracePt t="30354" x="3087688" y="2201863"/>
          <p14:tracePt t="30362" x="3100388" y="2201863"/>
          <p14:tracePt t="30370" x="3108325" y="2201863"/>
          <p14:tracePt t="30377" x="3122613" y="2201863"/>
          <p14:tracePt t="30385" x="3135313" y="2201863"/>
          <p14:tracePt t="30393" x="3149600" y="2193925"/>
          <p14:tracePt t="30409" x="3163888" y="2193925"/>
          <p14:tracePt t="30417" x="3170238" y="2187575"/>
          <p14:tracePt t="30426" x="3176588" y="2187575"/>
          <p14:tracePt t="30465" x="3184525" y="2187575"/>
          <p14:tracePt t="30482" x="3190875" y="2187575"/>
          <p14:tracePt t="30529" x="3197225" y="2181225"/>
          <p14:tracePt t="30594" x="3205163" y="2181225"/>
          <p14:tracePt t="30650" x="3211513" y="2181225"/>
          <p14:tracePt t="30994" x="3219450" y="2173288"/>
          <p14:tracePt t="31089" x="3232150" y="2173288"/>
          <p14:tracePt t="31138" x="3240088" y="2173288"/>
          <p14:tracePt t="31570" x="3246438" y="2166938"/>
          <p14:tracePt t="31586" x="3252788" y="2160588"/>
          <p14:tracePt t="31962" x="3260725" y="2160588"/>
          <p14:tracePt t="32954" x="3281363" y="2160588"/>
          <p14:tracePt t="32970" x="3295650" y="2160588"/>
          <p14:tracePt t="32978" x="3302000" y="2160588"/>
          <p14:tracePt t="32986" x="3322638" y="2160588"/>
          <p14:tracePt t="32994" x="3328988" y="2160588"/>
          <p14:tracePt t="33002" x="3343275" y="2160588"/>
          <p14:tracePt t="33010" x="3349625" y="2160588"/>
          <p14:tracePt t="33017" x="3357563" y="2160588"/>
          <p14:tracePt t="33025" x="3370263" y="2146300"/>
          <p14:tracePt t="33034" x="3378200" y="2146300"/>
          <p14:tracePt t="33042" x="3398838" y="2146300"/>
          <p14:tracePt t="33058" x="3413125" y="2146300"/>
          <p14:tracePt t="33065" x="3419475" y="2138363"/>
          <p14:tracePt t="33074" x="3425825" y="2138363"/>
          <p14:tracePt t="33081" x="3440113" y="2132013"/>
          <p14:tracePt t="33090" x="3454400" y="2132013"/>
          <p14:tracePt t="33098" x="3475038" y="2132013"/>
          <p14:tracePt t="33105" x="3495675" y="2132013"/>
          <p14:tracePt t="33114" x="3516313" y="2132013"/>
          <p14:tracePt t="33122" x="3543300" y="2132013"/>
          <p14:tracePt t="33130" x="3565525" y="2132013"/>
          <p14:tracePt t="33138" x="3578225" y="2132013"/>
          <p14:tracePt t="33146" x="3606800" y="2132013"/>
          <p14:tracePt t="33154" x="3641725" y="2132013"/>
          <p14:tracePt t="33162" x="3695700" y="2132013"/>
          <p14:tracePt t="33170" x="3730625" y="2132013"/>
          <p14:tracePt t="33178" x="3786188" y="2132013"/>
          <p14:tracePt t="33185" x="3841750" y="2132013"/>
          <p14:tracePt t="33194" x="3897313" y="2132013"/>
          <p14:tracePt t="33201" x="3973513" y="2132013"/>
          <p14:tracePt t="33210" x="4035425" y="2132013"/>
          <p14:tracePt t="33217" x="4111625" y="2132013"/>
          <p14:tracePt t="33226" x="4167188" y="2132013"/>
          <p14:tracePt t="33233" x="4229100" y="2132013"/>
          <p14:tracePt t="33242" x="4284663" y="2132013"/>
          <p14:tracePt t="33250" x="4340225" y="2132013"/>
          <p14:tracePt t="33258" x="4387850" y="2132013"/>
          <p14:tracePt t="33265" x="4437063" y="2132013"/>
          <p14:tracePt t="33274" x="4471988" y="2132013"/>
          <p14:tracePt t="33281" x="4527550" y="2132013"/>
          <p14:tracePt t="33289" x="4554538" y="2132013"/>
          <p14:tracePt t="33297" x="4603750" y="2132013"/>
          <p14:tracePt t="33306" x="4651375" y="2132013"/>
          <p14:tracePt t="33314" x="4686300" y="2132013"/>
          <p14:tracePt t="33322" x="4713288" y="2132013"/>
          <p14:tracePt t="33330" x="4733925" y="2132013"/>
          <p14:tracePt t="33338" x="4762500" y="2132013"/>
          <p14:tracePt t="33345" x="4789488" y="2132013"/>
          <p14:tracePt t="33354" x="4803775" y="2132013"/>
          <p14:tracePt t="33362" x="4832350" y="2132013"/>
          <p14:tracePt t="33370" x="4852988" y="2132013"/>
          <p14:tracePt t="33378" x="4873625" y="2132013"/>
          <p14:tracePt t="33385" x="4894263" y="2132013"/>
          <p14:tracePt t="33394" x="4906963" y="2132013"/>
          <p14:tracePt t="33402" x="4921250" y="2132013"/>
          <p14:tracePt t="33410" x="4929188" y="2132013"/>
          <p14:tracePt t="33417" x="4941888" y="2132013"/>
          <p14:tracePt t="33426" x="4956175" y="2125663"/>
          <p14:tracePt t="33433" x="4970463" y="2117725"/>
          <p14:tracePt t="33442" x="4983163" y="2117725"/>
          <p14:tracePt t="33449" x="4991100" y="2117725"/>
          <p14:tracePt t="33458" x="4997450" y="2117725"/>
          <p14:tracePt t="33465" x="5011738" y="2117725"/>
          <p14:tracePt t="33481" x="5018088" y="2117725"/>
          <p14:tracePt t="33698" x="5005388" y="2125663"/>
          <p14:tracePt t="33729" x="5005388" y="2132013"/>
          <p14:tracePt t="33738" x="4997450" y="2138363"/>
          <p14:tracePt t="33778" x="4997450" y="2146300"/>
          <p14:tracePt t="33794" x="4997450" y="2152650"/>
          <p14:tracePt t="33849" x="4997450" y="2160588"/>
          <p14:tracePt t="33874" x="4991100" y="2160588"/>
          <p14:tracePt t="34514" x="4991100" y="2166938"/>
          <p14:tracePt t="34546" x="4997450" y="2173288"/>
          <p14:tracePt t="34594" x="5005388" y="2181225"/>
          <p14:tracePt t="34649" x="5011738" y="2181225"/>
          <p14:tracePt t="34722" x="5018088" y="2181225"/>
          <p14:tracePt t="34745" x="5026025" y="2181225"/>
          <p14:tracePt t="34762" x="5032375" y="2181225"/>
          <p14:tracePt t="34777" x="5038725" y="2181225"/>
          <p14:tracePt t="34994" x="5046663" y="2181225"/>
          <p14:tracePt t="35018" x="5053013" y="2181225"/>
          <p14:tracePt t="35033" x="5059363" y="2181225"/>
          <p14:tracePt t="35066" x="5067300" y="2181225"/>
          <p14:tracePt t="35074" x="5073650" y="2181225"/>
          <p14:tracePt t="35090" x="5080000" y="2187575"/>
          <p14:tracePt t="35170" x="5087938" y="2187575"/>
          <p14:tracePt t="37569" x="5073650" y="2181225"/>
          <p14:tracePt t="37578" x="5059363" y="2181225"/>
          <p14:tracePt t="37585" x="5038725" y="2181225"/>
          <p14:tracePt t="37594" x="5032375" y="2173288"/>
          <p14:tracePt t="37601" x="5011738" y="2173288"/>
          <p14:tracePt t="37609" x="4983163" y="2166938"/>
          <p14:tracePt t="37617" x="4949825" y="2166938"/>
          <p14:tracePt t="37626" x="4929188" y="2160588"/>
          <p14:tracePt t="37634" x="4900613" y="2160588"/>
          <p14:tracePt t="37642" x="4879975" y="2152650"/>
          <p14:tracePt t="37649" x="4838700" y="2146300"/>
          <p14:tracePt t="37658" x="4810125" y="2146300"/>
          <p14:tracePt t="37666" x="4783138" y="2146300"/>
          <p14:tracePt t="37674" x="4727575" y="2132013"/>
          <p14:tracePt t="37681" x="4679950" y="2117725"/>
          <p14:tracePt t="37689" x="4630738" y="2117725"/>
          <p14:tracePt t="37698" x="4568825" y="2111375"/>
          <p14:tracePt t="37705" x="4492625" y="2105025"/>
          <p14:tracePt t="37714" x="4416425" y="2076450"/>
          <p14:tracePt t="37722" x="4333875" y="2070100"/>
          <p14:tracePt t="37730" x="4208463" y="2070100"/>
          <p14:tracePt t="37738" x="3987800" y="2035175"/>
          <p14:tracePt t="37746" x="3716338" y="2000250"/>
          <p14:tracePt t="37754" x="3516313" y="1965325"/>
          <p14:tracePt t="37762" x="3322638" y="1944688"/>
          <p14:tracePt t="37770" x="3155950" y="1917700"/>
          <p14:tracePt t="37778" x="2997200" y="1897063"/>
          <p14:tracePt t="37785" x="2851150" y="1862138"/>
          <p14:tracePt t="37794" x="2754313" y="1855788"/>
          <p14:tracePt t="37802" x="2624138" y="1827213"/>
          <p14:tracePt t="37810" x="2527300" y="1820863"/>
          <p14:tracePt t="37818" x="2436813" y="1806575"/>
          <p14:tracePt t="37826" x="2346325" y="1792288"/>
          <p14:tracePt t="37833" x="2263775" y="1785938"/>
          <p14:tracePt t="37842" x="2208213" y="1779588"/>
          <p14:tracePt t="37849" x="2132013" y="1771650"/>
          <p14:tracePt t="37858" x="2055813" y="1758950"/>
          <p14:tracePt t="37865" x="1985963" y="1744663"/>
          <p14:tracePt t="37874" x="1917700" y="1730375"/>
          <p14:tracePt t="37881" x="1868488" y="1724025"/>
          <p14:tracePt t="37890" x="1820863" y="1716088"/>
          <p14:tracePt t="37899" x="1785938" y="1709738"/>
          <p14:tracePt t="37905" x="1744663" y="1703388"/>
          <p14:tracePt t="37914" x="1709738" y="1703388"/>
          <p14:tracePt t="37922" x="1668463" y="1703388"/>
          <p14:tracePt t="37930" x="1627188" y="1689100"/>
          <p14:tracePt t="37938" x="1577975" y="1674813"/>
          <p14:tracePt t="37946" x="1522413" y="1668463"/>
          <p14:tracePt t="37954" x="1474788" y="1647825"/>
          <p14:tracePt t="37962" x="1433513" y="1633538"/>
          <p14:tracePt t="37969" x="1390650" y="1619250"/>
          <p14:tracePt t="37977" x="1363663" y="1612900"/>
          <p14:tracePt t="37985" x="1336675" y="1606550"/>
          <p14:tracePt t="37994" x="1301750" y="1598613"/>
          <p14:tracePt t="38002" x="1266825" y="1585913"/>
          <p14:tracePt t="38009" x="1225550" y="1585913"/>
          <p14:tracePt t="38017" x="1196975" y="1585913"/>
          <p14:tracePt t="38026" x="1169988" y="1585913"/>
          <p14:tracePt t="38034" x="1128713" y="1585913"/>
          <p14:tracePt t="38042" x="1100138" y="1585913"/>
          <p14:tracePt t="38049" x="1079500" y="1585913"/>
          <p14:tracePt t="38058" x="1058863" y="1585913"/>
          <p14:tracePt t="38065" x="1052513" y="1585913"/>
          <p14:tracePt t="38074" x="1038225" y="1585913"/>
          <p14:tracePt t="38081" x="1031875" y="1585913"/>
          <p14:tracePt t="38153" x="1031875" y="1598613"/>
          <p14:tracePt t="38169" x="1031875" y="1606550"/>
          <p14:tracePt t="38178" x="1031875" y="1612900"/>
          <p14:tracePt t="38185" x="1058863" y="1627188"/>
          <p14:tracePt t="38193" x="1093788" y="1627188"/>
          <p14:tracePt t="38202" x="1128713" y="1633538"/>
          <p14:tracePt t="38209" x="1163638" y="1639888"/>
          <p14:tracePt t="38217" x="1190625" y="1662113"/>
          <p14:tracePt t="38226" x="1211263" y="1662113"/>
          <p14:tracePt t="38233" x="1225550" y="1662113"/>
          <p14:tracePt t="38242" x="1231900" y="1668463"/>
          <p14:tracePt t="38258" x="1238250" y="1668463"/>
          <p14:tracePt t="38265" x="1246188" y="1668463"/>
          <p14:tracePt t="38274" x="1252538" y="1668463"/>
          <p14:tracePt t="38289" x="1260475" y="1668463"/>
          <p14:tracePt t="38297" x="1273175" y="1668463"/>
          <p14:tracePt t="38305" x="1281113" y="1668463"/>
          <p14:tracePt t="38314" x="1314450" y="1682750"/>
          <p14:tracePt t="38322" x="1336675" y="1682750"/>
          <p14:tracePt t="38330" x="1377950" y="1689100"/>
          <p14:tracePt t="38338" x="1433513" y="1695450"/>
          <p14:tracePt t="38346" x="1495425" y="1703388"/>
          <p14:tracePt t="38354" x="1563688" y="1716088"/>
          <p14:tracePt t="38362" x="1647825" y="1724025"/>
          <p14:tracePt t="38370" x="1724025" y="1730375"/>
          <p14:tracePt t="38378" x="1800225" y="1744663"/>
          <p14:tracePt t="38385" x="1862138" y="1758950"/>
          <p14:tracePt t="38394" x="1938338" y="1771650"/>
          <p14:tracePt t="38402" x="2020888" y="1771650"/>
          <p14:tracePt t="38410" x="2097088" y="1779588"/>
          <p14:tracePt t="38417" x="2187575" y="1800225"/>
          <p14:tracePt t="38425" x="2290763" y="1806575"/>
          <p14:tracePt t="38434" x="2374900" y="1814513"/>
          <p14:tracePt t="38442" x="2463800" y="1841500"/>
          <p14:tracePt t="38449" x="2547938" y="1841500"/>
          <p14:tracePt t="38458" x="2636838" y="1847850"/>
          <p14:tracePt t="38465" x="2733675" y="1868488"/>
          <p14:tracePt t="38474" x="2809875" y="1868488"/>
          <p14:tracePt t="38481" x="2886075" y="1868488"/>
          <p14:tracePt t="38489" x="2962275" y="1868488"/>
          <p14:tracePt t="38498" x="3046413" y="1876425"/>
          <p14:tracePt t="38506" x="3122613" y="1876425"/>
          <p14:tracePt t="38514" x="3176588" y="1876425"/>
          <p14:tracePt t="38522" x="3240088" y="1876425"/>
          <p14:tracePt t="38530" x="3302000" y="1876425"/>
          <p14:tracePt t="38537" x="3343275" y="1876425"/>
          <p14:tracePt t="38546" x="3378200" y="1876425"/>
          <p14:tracePt t="38554" x="3425825" y="1876425"/>
          <p14:tracePt t="38562" x="3460750" y="1876425"/>
          <p14:tracePt t="38570" x="3502025" y="1876425"/>
          <p14:tracePt t="38578" x="3536950" y="1876425"/>
          <p14:tracePt t="38586" x="3565525" y="1876425"/>
          <p14:tracePt t="38594" x="3606800" y="1876425"/>
          <p14:tracePt t="38602" x="3633788" y="1876425"/>
          <p14:tracePt t="38609" x="3668713" y="1876425"/>
          <p14:tracePt t="38617" x="3703638" y="1876425"/>
          <p14:tracePt t="38626" x="3738563" y="1876425"/>
          <p14:tracePt t="38633" x="3771900" y="1876425"/>
          <p14:tracePt t="38642" x="3814763" y="1876425"/>
          <p14:tracePt t="38649" x="3841750" y="1876425"/>
          <p14:tracePt t="38657" x="3890963" y="1876425"/>
          <p14:tracePt t="38665" x="3932238" y="1876425"/>
          <p14:tracePt t="38674" x="3987800" y="1876425"/>
          <p14:tracePt t="38681" x="4035425" y="1876425"/>
          <p14:tracePt t="38690" x="4076700" y="1876425"/>
          <p14:tracePt t="38697" x="4105275" y="1876425"/>
          <p14:tracePt t="38705" x="4138613" y="1876425"/>
          <p14:tracePt t="38714" x="4152900" y="1876425"/>
          <p14:tracePt t="38721" x="4173538" y="1876425"/>
          <p14:tracePt t="38730" x="4181475" y="1876425"/>
          <p14:tracePt t="38738" x="4202113" y="1876425"/>
          <p14:tracePt t="38754" x="4214813" y="1876425"/>
          <p14:tracePt t="38762" x="4222750" y="1876425"/>
          <p14:tracePt t="38770" x="4229100" y="1876425"/>
          <p14:tracePt t="38777" x="4243388" y="1876425"/>
          <p14:tracePt t="38785" x="4249738" y="1876425"/>
          <p14:tracePt t="38794" x="4264025" y="1876425"/>
          <p14:tracePt t="38817" x="4270375" y="1868488"/>
          <p14:tracePt t="38834" x="4278313" y="1868488"/>
          <p14:tracePt t="38842" x="4284663" y="1868488"/>
          <p14:tracePt t="38849" x="4291013" y="1862138"/>
          <p14:tracePt t="38858" x="4298950" y="1855788"/>
          <p14:tracePt t="38865" x="4319588" y="1835150"/>
          <p14:tracePt t="38874" x="4319588" y="1827213"/>
          <p14:tracePt t="38881" x="4325938" y="1820863"/>
          <p14:tracePt t="38890" x="4333875" y="1800225"/>
          <p14:tracePt t="38897" x="4340225" y="1785938"/>
          <p14:tracePt t="38915" x="4346575" y="1765300"/>
          <p14:tracePt t="38921" x="4354513" y="1751013"/>
          <p14:tracePt t="38938" x="4354513" y="1744663"/>
          <p14:tracePt t="38946" x="4360863" y="1730375"/>
          <p14:tracePt t="38969" x="4360863" y="1716088"/>
          <p14:tracePt t="38985" x="4360863" y="1709738"/>
          <p14:tracePt t="39002" x="4360863" y="1689100"/>
          <p14:tracePt t="39010" x="4360863" y="1674813"/>
          <p14:tracePt t="39018" x="4360863" y="1668463"/>
          <p14:tracePt t="39026" x="4360863" y="1647825"/>
          <p14:tracePt t="39034" x="4360863" y="1633538"/>
          <p14:tracePt t="39042" x="4360863" y="1619250"/>
          <p14:tracePt t="39058" x="4360863" y="1606550"/>
          <p14:tracePt t="39065" x="4360863" y="1592263"/>
          <p14:tracePt t="39081" x="4346575" y="1571625"/>
          <p14:tracePt t="39090" x="4340225" y="1565275"/>
          <p14:tracePt t="39098" x="4333875" y="1543050"/>
          <p14:tracePt t="39105" x="4325938" y="1530350"/>
          <p14:tracePt t="39114" x="4319588" y="1522413"/>
          <p14:tracePt t="39121" x="4311650" y="1516063"/>
          <p14:tracePt t="39137" x="4305300" y="1501775"/>
          <p14:tracePt t="39146" x="4298950" y="1501775"/>
          <p14:tracePt t="39154" x="4291013" y="1495425"/>
          <p14:tracePt t="39178" x="4284663" y="1481138"/>
          <p14:tracePt t="39185" x="4278313" y="1481138"/>
          <p14:tracePt t="39194" x="4270375" y="1481138"/>
          <p14:tracePt t="39209" x="4257675" y="1474788"/>
          <p14:tracePt t="39217" x="4249738" y="1474788"/>
          <p14:tracePt t="39226" x="4237038" y="1474788"/>
          <p14:tracePt t="39234" x="4229100" y="1460500"/>
          <p14:tracePt t="39242" x="4208463" y="1454150"/>
          <p14:tracePt t="39250" x="4187825" y="1454150"/>
          <p14:tracePt t="39258" x="4173538" y="1454150"/>
          <p14:tracePt t="39265" x="4152900" y="1446213"/>
          <p14:tracePt t="39281" x="4138613" y="1446213"/>
          <p14:tracePt t="39290" x="4132263" y="1433513"/>
          <p14:tracePt t="39306" x="4111625" y="1433513"/>
          <p14:tracePt t="39322" x="4105275" y="1433513"/>
          <p14:tracePt t="39330" x="4090988" y="1433513"/>
          <p14:tracePt t="39338" x="4084638" y="1433513"/>
          <p14:tracePt t="39346" x="4070350" y="1433513"/>
          <p14:tracePt t="39354" x="4064000" y="1433513"/>
          <p14:tracePt t="39362" x="4056063" y="1433513"/>
          <p14:tracePt t="39369" x="4041775" y="1433513"/>
          <p14:tracePt t="39378" x="4035425" y="1433513"/>
          <p14:tracePt t="39385" x="4014788" y="1433513"/>
          <p14:tracePt t="39394" x="4000500" y="1433513"/>
          <p14:tracePt t="39401" x="3979863" y="1433513"/>
          <p14:tracePt t="39410" x="3959225" y="1433513"/>
          <p14:tracePt t="39417" x="3938588" y="1433513"/>
          <p14:tracePt t="39426" x="3917950" y="1433513"/>
          <p14:tracePt t="39434" x="3911600" y="1433513"/>
          <p14:tracePt t="39442" x="3897313" y="1433513"/>
          <p14:tracePt t="39449" x="3890963" y="1433513"/>
          <p14:tracePt t="39465" x="3876675" y="1433513"/>
          <p14:tracePt t="39481" x="3868738" y="1433513"/>
          <p14:tracePt t="40218" x="3862388" y="1433513"/>
          <p14:tracePt t="40226" x="3848100" y="1433513"/>
          <p14:tracePt t="40233" x="3841750" y="1433513"/>
          <p14:tracePt t="40242" x="3821113" y="1433513"/>
          <p14:tracePt t="40250" x="3800475" y="1433513"/>
          <p14:tracePt t="40258" x="3779838" y="1433513"/>
          <p14:tracePt t="40266" x="3765550" y="1433513"/>
          <p14:tracePt t="40274" x="3738563" y="1433513"/>
          <p14:tracePt t="40282" x="3716338" y="1433513"/>
          <p14:tracePt t="40289" x="3683000" y="1433513"/>
          <p14:tracePt t="40297" x="3627438" y="1433513"/>
          <p14:tracePt t="40306" x="3586163" y="1433513"/>
          <p14:tracePt t="40314" x="3551238" y="1439863"/>
          <p14:tracePt t="40322" x="3509963" y="1446213"/>
          <p14:tracePt t="40330" x="3481388" y="1454150"/>
          <p14:tracePt t="40337" x="3433763" y="1460500"/>
          <p14:tracePt t="40345" x="3384550" y="1466850"/>
          <p14:tracePt t="40354" x="3316288" y="1474788"/>
          <p14:tracePt t="40362" x="3252788" y="1481138"/>
          <p14:tracePt t="40369" x="3205163" y="1481138"/>
          <p14:tracePt t="40378" x="3155950" y="1481138"/>
          <p14:tracePt t="40385" x="3122613" y="1481138"/>
          <p14:tracePt t="40393" x="3094038" y="1481138"/>
          <p14:tracePt t="40402" x="3073400" y="1481138"/>
          <p14:tracePt t="40410" x="3067050" y="1495425"/>
          <p14:tracePt t="40417" x="3046413" y="1495425"/>
          <p14:tracePt t="40426" x="3038475" y="1495425"/>
          <p14:tracePt t="40434" x="3032125" y="1501775"/>
          <p14:tracePt t="40442" x="3024188" y="1501775"/>
          <p14:tracePt t="40449" x="3017838" y="1509713"/>
          <p14:tracePt t="40458" x="3011488" y="1509713"/>
          <p14:tracePt t="40465" x="2997200" y="1522413"/>
          <p14:tracePt t="40490" x="2990850" y="1530350"/>
          <p14:tracePt t="40986" x="2997200" y="1536700"/>
          <p14:tracePt t="41002" x="3011488" y="1536700"/>
          <p14:tracePt t="41010" x="3024188" y="1543050"/>
          <p14:tracePt t="41017" x="3046413" y="1550988"/>
          <p14:tracePt t="41026" x="3059113" y="1550988"/>
          <p14:tracePt t="41033" x="3079750" y="1565275"/>
          <p14:tracePt t="41041" x="3094038" y="1571625"/>
          <p14:tracePt t="41049" x="3128963" y="1577975"/>
          <p14:tracePt t="41057" x="3170238" y="1598613"/>
          <p14:tracePt t="41066" x="3190875" y="1606550"/>
          <p14:tracePt t="41074" x="3232150" y="1633538"/>
          <p14:tracePt t="41081" x="3273425" y="1662113"/>
          <p14:tracePt t="41089" x="3308350" y="1674813"/>
          <p14:tracePt t="41098" x="3363913" y="1709738"/>
          <p14:tracePt t="41105" x="3419475" y="1744663"/>
          <p14:tracePt t="41114" x="3460750" y="1758950"/>
          <p14:tracePt t="41122" x="3509963" y="1792288"/>
          <p14:tracePt t="41130" x="3592513" y="1827213"/>
          <p14:tracePt t="41138" x="3683000" y="1889125"/>
          <p14:tracePt t="41146" x="3759200" y="1931988"/>
          <p14:tracePt t="41154" x="3862388" y="1993900"/>
          <p14:tracePt t="41181" x="4138613" y="2160588"/>
          <p14:tracePt t="41186" x="4222750" y="2201863"/>
          <p14:tracePt t="41194" x="4284663" y="2236788"/>
          <p14:tracePt t="41202" x="4346575" y="2278063"/>
          <p14:tracePt t="41210" x="4410075" y="2311400"/>
          <p14:tracePt t="41217" x="4457700" y="2339975"/>
          <p14:tracePt t="41225" x="4498975" y="2366963"/>
          <p14:tracePt t="41233" x="4533900" y="2381250"/>
          <p14:tracePt t="41241" x="4560888" y="2395538"/>
          <p14:tracePt t="41249" x="4589463" y="2409825"/>
          <p14:tracePt t="41258" x="4603750" y="2409825"/>
          <p14:tracePt t="41265" x="4624388" y="2422525"/>
          <p14:tracePt t="41274" x="4659313" y="2443163"/>
          <p14:tracePt t="41281" x="4665663" y="2451100"/>
          <p14:tracePt t="41289" x="4672013" y="2463800"/>
          <p14:tracePt t="41297" x="4686300" y="2463800"/>
          <p14:tracePt t="41314" x="4700588" y="2463800"/>
          <p14:tracePt t="41330" x="4700588" y="2471738"/>
          <p14:tracePt t="41338" x="4706938" y="2471738"/>
          <p14:tracePt t="41346" x="4721225" y="2478088"/>
          <p14:tracePt t="41649" x="4727575" y="2478088"/>
          <p14:tracePt t="41705" x="4733925" y="2478088"/>
          <p14:tracePt t="41722" x="4741863" y="2478088"/>
          <p14:tracePt t="41754" x="4748213" y="2478088"/>
          <p14:tracePt t="43090" x="4748213" y="2471738"/>
          <p14:tracePt t="44050" x="4748213" y="2484438"/>
          <p14:tracePt t="44058" x="4756150" y="2498725"/>
          <p14:tracePt t="44066" x="4762500" y="2506663"/>
          <p14:tracePt t="44082" x="4776788" y="2519363"/>
          <p14:tracePt t="44106" x="4783138" y="2527300"/>
          <p14:tracePt t="44154" x="4783138" y="2533650"/>
          <p14:tracePt t="44162" x="4783138" y="2540000"/>
          <p14:tracePt t="44178" x="4783138" y="2547938"/>
          <p14:tracePt t="44186" x="4783138" y="2554288"/>
          <p14:tracePt t="44194" x="4789488" y="2568575"/>
          <p14:tracePt t="44201" x="4797425" y="2568575"/>
          <p14:tracePt t="44226" x="4797425" y="2574925"/>
          <p14:tracePt t="44234" x="4797425" y="2582863"/>
          <p14:tracePt t="44249" x="4803775" y="2589213"/>
          <p14:tracePt t="44258" x="4803775" y="2603500"/>
          <p14:tracePt t="44265" x="4818063" y="2616200"/>
          <p14:tracePt t="44274" x="4832350" y="2630488"/>
          <p14:tracePt t="44281" x="4845050" y="2644775"/>
          <p14:tracePt t="44289" x="4852988" y="2659063"/>
          <p14:tracePt t="44297" x="4865688" y="2671763"/>
          <p14:tracePt t="44306" x="4873625" y="2679700"/>
          <p14:tracePt t="44314" x="4879975" y="2686050"/>
          <p14:tracePt t="44322" x="4879975" y="2692400"/>
          <p14:tracePt t="44330" x="4886325" y="2692400"/>
          <p14:tracePt t="44346" x="4894263" y="2692400"/>
          <p14:tracePt t="44370" x="4906963" y="2692400"/>
          <p14:tracePt t="44409" x="4914900" y="2700338"/>
          <p14:tracePt t="44418" x="4921250" y="2700338"/>
          <p14:tracePt t="44434" x="4935538" y="2700338"/>
          <p14:tracePt t="44442" x="4941888" y="2700338"/>
          <p14:tracePt t="44449" x="4949825" y="2700338"/>
          <p14:tracePt t="44458" x="4956175" y="2700338"/>
          <p14:tracePt t="44474" x="4962525" y="2700338"/>
          <p14:tracePt t="44498" x="4970463" y="2700338"/>
          <p14:tracePt t="44522" x="4976813" y="2700338"/>
          <p14:tracePt t="44546" x="4983163" y="2700338"/>
          <p14:tracePt t="44562" x="4991100" y="2686050"/>
          <p14:tracePt t="44618" x="4997450" y="2686050"/>
          <p14:tracePt t="44642" x="5005388" y="2686050"/>
          <p14:tracePt t="44649" x="5011738" y="2686050"/>
          <p14:tracePt t="44658" x="5018088" y="2686050"/>
          <p14:tracePt t="44730" x="5026025" y="2686050"/>
          <p14:tracePt t="44754" x="5032375" y="2686050"/>
          <p14:tracePt t="44762" x="5038725" y="2686050"/>
          <p14:tracePt t="44786" x="5046663" y="2686050"/>
          <p14:tracePt t="44794" x="5053013" y="2686050"/>
          <p14:tracePt t="44810" x="5067300" y="2686050"/>
          <p14:tracePt t="44825" x="5080000" y="2686050"/>
          <p14:tracePt t="44850" x="5087938" y="2686050"/>
          <p14:tracePt t="44858" x="5102225" y="2686050"/>
          <p14:tracePt t="44873" x="5108575" y="2686050"/>
          <p14:tracePt t="44881" x="5114925" y="2686050"/>
          <p14:tracePt t="44922" x="5122863" y="2692400"/>
          <p14:tracePt t="45818" x="5122863" y="2686050"/>
          <p14:tracePt t="45833" x="5108575" y="2686050"/>
          <p14:tracePt t="45842" x="5102225" y="2679700"/>
          <p14:tracePt t="45858" x="5094288" y="2679700"/>
          <p14:tracePt t="45866" x="5094288" y="2671763"/>
          <p14:tracePt t="45874" x="5087938" y="2671763"/>
          <p14:tracePt t="45889" x="5080000" y="2665413"/>
          <p14:tracePt t="45913" x="5073650" y="2659063"/>
          <p14:tracePt t="45945" x="5067300" y="2659063"/>
          <p14:tracePt t="45969" x="5067300" y="2651125"/>
          <p14:tracePt t="45985" x="5059363" y="2651125"/>
          <p14:tracePt t="45994" x="5053013" y="2651125"/>
          <p14:tracePt t="46001" x="5053013" y="2644775"/>
          <p14:tracePt t="46009" x="5046663" y="2644775"/>
          <p14:tracePt t="46017" x="5038725" y="2644775"/>
          <p14:tracePt t="46026" x="5032375" y="2644775"/>
          <p14:tracePt t="46034" x="5018088" y="2644775"/>
          <p14:tracePt t="46042" x="5011738" y="2636838"/>
          <p14:tracePt t="46049" x="4991100" y="2636838"/>
          <p14:tracePt t="46058" x="4970463" y="2636838"/>
          <p14:tracePt t="46065" x="4949825" y="2630488"/>
          <p14:tracePt t="46074" x="4921250" y="2630488"/>
          <p14:tracePt t="46081" x="4906963" y="2624138"/>
          <p14:tracePt t="46089" x="4859338" y="2616200"/>
          <p14:tracePt t="46098" x="4832350" y="2616200"/>
          <p14:tracePt t="46106" x="4776788" y="2609850"/>
          <p14:tracePt t="46113" x="4727575" y="2609850"/>
          <p14:tracePt t="46122" x="4686300" y="2609850"/>
          <p14:tracePt t="46130" x="4610100" y="2609850"/>
          <p14:tracePt t="46138" x="4533900" y="2609850"/>
          <p14:tracePt t="46146" x="4457700" y="2609850"/>
          <p14:tracePt t="46154" x="4360863" y="2609850"/>
          <p14:tracePt t="46162" x="4278313" y="2582863"/>
          <p14:tracePt t="46170" x="4187825" y="2574925"/>
          <p14:tracePt t="46178" x="4084638" y="2560638"/>
          <p14:tracePt t="46185" x="4000500" y="2547938"/>
          <p14:tracePt t="46194" x="3917950" y="2540000"/>
          <p14:tracePt t="46202" x="3814763" y="2519363"/>
          <p14:tracePt t="46209" x="3703638" y="2506663"/>
          <p14:tracePt t="46217" x="3592513" y="2506663"/>
          <p14:tracePt t="46225" x="3460750" y="2506663"/>
          <p14:tracePt t="46234" x="3252788" y="2506663"/>
          <p14:tracePt t="46242" x="3100388" y="2506663"/>
          <p14:tracePt t="46249" x="2927350" y="2506663"/>
          <p14:tracePt t="46258" x="2762250" y="2506663"/>
          <p14:tracePt t="46265" x="2644775" y="2506663"/>
          <p14:tracePt t="46274" x="2560638" y="2498725"/>
          <p14:tracePt t="46281" x="2498725" y="2492375"/>
          <p14:tracePt t="46290" x="2478088" y="2484438"/>
          <p14:tracePt t="46298" x="2463800" y="2484438"/>
          <p14:tracePt t="46562" x="2463800" y="2478088"/>
          <p14:tracePt t="46578" x="2457450" y="2463800"/>
          <p14:tracePt t="46602" x="2457450" y="2457450"/>
          <p14:tracePt t="46617" x="2457450" y="2451100"/>
          <p14:tracePt t="46633" x="2463800" y="2443163"/>
          <p14:tracePt t="46649" x="2471738" y="2436813"/>
          <p14:tracePt t="46657" x="2478088" y="2422525"/>
          <p14:tracePt t="46665" x="2484438" y="2416175"/>
          <p14:tracePt t="46674" x="2492375" y="2409825"/>
          <p14:tracePt t="46681" x="2492375" y="2401888"/>
          <p14:tracePt t="46689" x="2498725" y="2381250"/>
          <p14:tracePt t="46705" x="2505075" y="2360613"/>
          <p14:tracePt t="46714" x="2513013" y="2354263"/>
          <p14:tracePt t="46730" x="2513013" y="2339975"/>
          <p14:tracePt t="46738" x="2513013" y="2319338"/>
          <p14:tracePt t="46746" x="2513013" y="2311400"/>
          <p14:tracePt t="46754" x="2513013" y="2298700"/>
          <p14:tracePt t="46762" x="2513013" y="2278063"/>
          <p14:tracePt t="46770" x="2513013" y="2263775"/>
          <p14:tracePt t="46777" x="2513013" y="2243138"/>
          <p14:tracePt t="46786" x="2513013" y="2228850"/>
          <p14:tracePt t="46794" x="2505075" y="2201863"/>
          <p14:tracePt t="46802" x="2505075" y="2193925"/>
          <p14:tracePt t="46810" x="2484438" y="2173288"/>
          <p14:tracePt t="46817" x="2471738" y="2160588"/>
          <p14:tracePt t="46825" x="2463800" y="2152650"/>
          <p14:tracePt t="46834" x="2436813" y="2146300"/>
          <p14:tracePt t="46842" x="2416175" y="2132013"/>
          <p14:tracePt t="46849" x="2381250" y="2117725"/>
          <p14:tracePt t="46858" x="2339975" y="2105025"/>
          <p14:tracePt t="46865" x="2298700" y="2084388"/>
          <p14:tracePt t="46873" x="2243138" y="2076450"/>
          <p14:tracePt t="46881" x="2193925" y="2055813"/>
          <p14:tracePt t="46889" x="2138363" y="2041525"/>
          <p14:tracePt t="46898" x="2090738" y="2028825"/>
          <p14:tracePt t="46915" x="2000250" y="2008188"/>
          <p14:tracePt t="46921" x="1973263" y="2000250"/>
          <p14:tracePt t="46930" x="1938338" y="1993900"/>
          <p14:tracePt t="46938" x="1909763" y="1987550"/>
          <p14:tracePt t="46946" x="1897063" y="1979613"/>
          <p14:tracePt t="46954" x="1862138" y="1965325"/>
          <p14:tracePt t="46962" x="1820863" y="1958975"/>
          <p14:tracePt t="46970" x="1771650" y="1952625"/>
          <p14:tracePt t="46978" x="1703388" y="1952625"/>
          <p14:tracePt t="46985" x="1639888" y="1952625"/>
          <p14:tracePt t="46994" x="1577975" y="1952625"/>
          <p14:tracePt t="47002" x="1509713" y="1952625"/>
          <p14:tracePt t="47010" x="1425575" y="1952625"/>
          <p14:tracePt t="47018" x="1357313" y="1952625"/>
          <p14:tracePt t="47025" x="1293813" y="1952625"/>
          <p14:tracePt t="47034" x="1217613" y="1952625"/>
          <p14:tracePt t="47042" x="1163638" y="1952625"/>
          <p14:tracePt t="47049" x="1114425" y="1952625"/>
          <p14:tracePt t="47058" x="1058863" y="1965325"/>
          <p14:tracePt t="47065" x="1023938" y="1973263"/>
          <p14:tracePt t="47073" x="990600" y="1979613"/>
          <p14:tracePt t="47081" x="962025" y="2000250"/>
          <p14:tracePt t="47090" x="941388" y="2008188"/>
          <p14:tracePt t="47098" x="927100" y="2020888"/>
          <p14:tracePt t="47105" x="914400" y="2035175"/>
          <p14:tracePt t="47114" x="906463" y="2055813"/>
          <p14:tracePt t="47121" x="892175" y="2084388"/>
          <p14:tracePt t="47130" x="885825" y="2111375"/>
          <p14:tracePt t="47138" x="885825" y="2125663"/>
          <p14:tracePt t="47146" x="879475" y="2152650"/>
          <p14:tracePt t="47153" x="879475" y="2173288"/>
          <p14:tracePt t="47162" x="879475" y="2193925"/>
          <p14:tracePt t="47169" x="879475" y="2214563"/>
          <p14:tracePt t="47178" x="879475" y="2243138"/>
          <p14:tracePt t="47186" x="879475" y="2278063"/>
          <p14:tracePt t="47194" x="892175" y="2298700"/>
          <p14:tracePt t="47201" x="914400" y="2333625"/>
          <p14:tracePt t="47209" x="920750" y="2346325"/>
          <p14:tracePt t="47217" x="941388" y="2374900"/>
          <p14:tracePt t="47226" x="947738" y="2387600"/>
          <p14:tracePt t="47234" x="976313" y="2416175"/>
          <p14:tracePt t="47242" x="982663" y="2430463"/>
          <p14:tracePt t="47249" x="1011238" y="2451100"/>
          <p14:tracePt t="47258" x="1023938" y="2457450"/>
          <p14:tracePt t="47265" x="1038225" y="2471738"/>
          <p14:tracePt t="47274" x="1058863" y="2478088"/>
          <p14:tracePt t="47281" x="1093788" y="2498725"/>
          <p14:tracePt t="47290" x="1135063" y="2513013"/>
          <p14:tracePt t="47298" x="1176338" y="2533650"/>
          <p14:tracePt t="47306" x="1225550" y="2547938"/>
          <p14:tracePt t="47314" x="1287463" y="2554288"/>
          <p14:tracePt t="47322" x="1343025" y="2574925"/>
          <p14:tracePt t="47330" x="1404938" y="2582863"/>
          <p14:tracePt t="47337" x="1466850" y="2589213"/>
          <p14:tracePt t="47346" x="1536700" y="2603500"/>
          <p14:tracePt t="47354" x="1585913" y="2616200"/>
          <p14:tracePt t="47362" x="1639888" y="2616200"/>
          <p14:tracePt t="47370" x="1689100" y="2624138"/>
          <p14:tracePt t="47378" x="1744663" y="2636838"/>
          <p14:tracePt t="47385" x="1779588" y="2644775"/>
          <p14:tracePt t="47394" x="1827213" y="2644775"/>
          <p14:tracePt t="47402" x="1876425" y="2644775"/>
          <p14:tracePt t="47410" x="1924050" y="2644775"/>
          <p14:tracePt t="47417" x="1979613" y="2644775"/>
          <p14:tracePt t="47426" x="2020888" y="2644775"/>
          <p14:tracePt t="47434" x="2070100" y="2644775"/>
          <p14:tracePt t="47442" x="2117725" y="2644775"/>
          <p14:tracePt t="47449" x="2146300" y="2644775"/>
          <p14:tracePt t="47458" x="2181225" y="2644775"/>
          <p14:tracePt t="47465" x="2214563" y="2644775"/>
          <p14:tracePt t="47474" x="2249488" y="2644775"/>
          <p14:tracePt t="47481" x="2284413" y="2636838"/>
          <p14:tracePt t="47490" x="2319338" y="2630488"/>
          <p14:tracePt t="47498" x="2346325" y="2630488"/>
          <p14:tracePt t="47506" x="2381250" y="2609850"/>
          <p14:tracePt t="47514" x="2408238" y="2603500"/>
          <p14:tracePt t="47522" x="2443163" y="2582863"/>
          <p14:tracePt t="47530" x="2478088" y="2568575"/>
          <p14:tracePt t="47538" x="2498725" y="2540000"/>
          <p14:tracePt t="47546" x="2527300" y="2519363"/>
          <p14:tracePt t="47554" x="2554288" y="2492375"/>
          <p14:tracePt t="47562" x="2560638" y="2471738"/>
          <p14:tracePt t="47570" x="2574925" y="2436813"/>
          <p14:tracePt t="47578" x="2589213" y="2395538"/>
          <p14:tracePt t="47586" x="2609850" y="2346325"/>
          <p14:tracePt t="47594" x="2616200" y="2298700"/>
          <p14:tracePt t="47602" x="2616200" y="2249488"/>
          <p14:tracePt t="47610" x="2616200" y="2222500"/>
          <p14:tracePt t="47617" x="2616200" y="2193925"/>
          <p14:tracePt t="47625" x="2616200" y="2166938"/>
          <p14:tracePt t="47634" x="2616200" y="2146300"/>
          <p14:tracePt t="47642" x="2616200" y="2125663"/>
          <p14:tracePt t="47649" x="2616200" y="2117725"/>
          <p14:tracePt t="47658" x="2616200" y="2105025"/>
          <p14:tracePt t="47665" x="2616200" y="2090738"/>
          <p14:tracePt t="47674" x="2609850" y="2070100"/>
          <p14:tracePt t="47681" x="2595563" y="2028825"/>
          <p14:tracePt t="47689" x="2574925" y="2008188"/>
          <p14:tracePt t="47698" x="2554288" y="1965325"/>
          <p14:tracePt t="47706" x="2533650" y="1952625"/>
          <p14:tracePt t="47714" x="2519363" y="1924050"/>
          <p14:tracePt t="47722" x="2505075" y="1911350"/>
          <p14:tracePt t="47730" x="2484438" y="1903413"/>
          <p14:tracePt t="47738" x="2457450" y="1889125"/>
          <p14:tracePt t="47746" x="2428875" y="1889125"/>
          <p14:tracePt t="47754" x="2387600" y="1876425"/>
          <p14:tracePt t="47762" x="2332038" y="1868488"/>
          <p14:tracePt t="47770" x="2263775" y="1847850"/>
          <p14:tracePt t="47777" x="2181225" y="1841500"/>
          <p14:tracePt t="47786" x="2082800" y="1835150"/>
          <p14:tracePt t="47794" x="1993900" y="1835150"/>
          <p14:tracePt t="47802" x="1876425" y="1835150"/>
          <p14:tracePt t="47809" x="1785938" y="1827213"/>
          <p14:tracePt t="47817" x="1689100" y="1827213"/>
          <p14:tracePt t="47826" x="1592263" y="1827213"/>
          <p14:tracePt t="47833" x="1501775" y="1827213"/>
          <p14:tracePt t="47842" x="1446213" y="1827213"/>
          <p14:tracePt t="47849" x="1384300" y="1827213"/>
          <p14:tracePt t="47857" x="1343025" y="1827213"/>
          <p14:tracePt t="47865" x="1314450" y="1827213"/>
          <p14:tracePt t="47874" x="1266825" y="1841500"/>
          <p14:tracePt t="47881" x="1238250" y="1855788"/>
          <p14:tracePt t="47890" x="1196975" y="1882775"/>
          <p14:tracePt t="47915" x="1087438" y="1952625"/>
          <p14:tracePt t="47922" x="1044575" y="1987550"/>
          <p14:tracePt t="47930" x="1017588" y="2008188"/>
          <p14:tracePt t="47938" x="996950" y="2028825"/>
          <p14:tracePt t="47945" x="976313" y="2049463"/>
          <p14:tracePt t="47954" x="962025" y="2084388"/>
          <p14:tracePt t="47962" x="955675" y="2111375"/>
          <p14:tracePt t="47970" x="947738" y="2152650"/>
          <p14:tracePt t="47978" x="947738" y="2187575"/>
          <p14:tracePt t="47986" x="947738" y="2222500"/>
          <p14:tracePt t="47993" x="947738" y="2257425"/>
          <p14:tracePt t="48002" x="947738" y="2284413"/>
          <p14:tracePt t="48010" x="947738" y="2305050"/>
          <p14:tracePt t="48017" x="962025" y="2333625"/>
          <p14:tracePt t="48025" x="996950" y="2366963"/>
          <p14:tracePt t="48034" x="1031875" y="2381250"/>
          <p14:tracePt t="48042" x="1058863" y="2401888"/>
          <p14:tracePt t="48049" x="1100138" y="2422525"/>
          <p14:tracePt t="48058" x="1149350" y="2443163"/>
          <p14:tracePt t="48065" x="1217613" y="2463800"/>
          <p14:tracePt t="48074" x="1273175" y="2478088"/>
          <p14:tracePt t="48081" x="1336675" y="2498725"/>
          <p14:tracePt t="48089" x="1384300" y="2506663"/>
          <p14:tracePt t="48098" x="1439863" y="2519363"/>
          <p14:tracePt t="48105" x="1495425" y="2519363"/>
          <p14:tracePt t="48114" x="1550988" y="2519363"/>
          <p14:tracePt t="48122" x="1606550" y="2519363"/>
          <p14:tracePt t="48130" x="1654175" y="2519363"/>
          <p14:tracePt t="48137" x="1682750" y="2519363"/>
          <p14:tracePt t="48145" x="1709738" y="2519363"/>
          <p14:tracePt t="48153" x="1736725" y="2519363"/>
          <p14:tracePt t="48161" x="1758950" y="2519363"/>
          <p14:tracePt t="48170" x="1771650" y="2519363"/>
          <p14:tracePt t="48177" x="1792288" y="2519363"/>
          <p14:tracePt t="48186" x="1806575" y="2519363"/>
          <p14:tracePt t="48193" x="1812925" y="2519363"/>
          <p14:tracePt t="48209" x="1820863" y="2519363"/>
          <p14:tracePt t="49490" x="1827213" y="2519363"/>
          <p14:tracePt t="49497" x="1833563" y="2519363"/>
          <p14:tracePt t="49506" x="1833563" y="2513013"/>
          <p14:tracePt t="50314" x="1841500" y="2513013"/>
          <p14:tracePt t="51249" x="1841500" y="2506663"/>
          <p14:tracePt t="52018" x="1841500" y="2513013"/>
          <p14:tracePt t="52026" x="1841500" y="2527300"/>
          <p14:tracePt t="52033" x="1841500" y="2540000"/>
          <p14:tracePt t="52042" x="1841500" y="2554288"/>
          <p14:tracePt t="52050" x="1841500" y="2574925"/>
          <p14:tracePt t="52057" x="1841500" y="2595563"/>
          <p14:tracePt t="52066" x="1841500" y="2630488"/>
          <p14:tracePt t="52073" x="1841500" y="2659063"/>
          <p14:tracePt t="52081" x="1841500" y="2692400"/>
          <p14:tracePt t="52090" x="1841500" y="2733675"/>
          <p14:tracePt t="52097" x="1841500" y="2776538"/>
          <p14:tracePt t="52106" x="1841500" y="2809875"/>
          <p14:tracePt t="52113" x="1841500" y="2844800"/>
          <p14:tracePt t="52122" x="1855788" y="2886075"/>
          <p14:tracePt t="52130" x="1855788" y="2906713"/>
          <p14:tracePt t="52138" x="1862138" y="2935288"/>
          <p14:tracePt t="52146" x="1862138" y="2949575"/>
          <p14:tracePt t="52154" x="1862138" y="2955925"/>
          <p14:tracePt t="52162" x="1862138" y="2970213"/>
          <p14:tracePt t="52170" x="1862138" y="2976563"/>
          <p14:tracePt t="52178" x="1862138" y="2982913"/>
          <p14:tracePt t="52185" x="1862138" y="2990850"/>
          <p14:tracePt t="52193" x="1862138" y="2997200"/>
          <p14:tracePt t="52201" x="1862138" y="3005138"/>
          <p14:tracePt t="52209" x="1862138" y="3017838"/>
          <p14:tracePt t="52226" x="1862138" y="3025775"/>
          <p14:tracePt t="52233" x="1862138" y="3038475"/>
          <p14:tracePt t="52242" x="1862138" y="3052763"/>
          <p14:tracePt t="52249" x="1862138" y="3067050"/>
          <p14:tracePt t="52258" x="1868488" y="3073400"/>
          <p14:tracePt t="52265" x="1868488" y="3081338"/>
          <p14:tracePt t="52273" x="1876425" y="3101975"/>
          <p14:tracePt t="52281" x="1889125" y="3114675"/>
          <p14:tracePt t="52290" x="1897063" y="3122613"/>
          <p14:tracePt t="52482" x="1903413" y="3128963"/>
          <p14:tracePt t="52498" x="1909763" y="3135313"/>
          <p14:tracePt t="52506" x="1924050" y="3143250"/>
          <p14:tracePt t="52513" x="1931988" y="3149600"/>
          <p14:tracePt t="52522" x="1938338" y="3149600"/>
          <p14:tracePt t="52530" x="1944688" y="3149600"/>
          <p14:tracePt t="52538" x="1958975" y="3149600"/>
          <p14:tracePt t="52546" x="1979613" y="3163888"/>
          <p14:tracePt t="52553" x="1993900" y="3163888"/>
          <p14:tracePt t="52562" x="2000250" y="3163888"/>
          <p14:tracePt t="52578" x="2006600" y="3163888"/>
          <p14:tracePt t="52594" x="2006600" y="3170238"/>
          <p14:tracePt t="53474" x="2006600" y="3163888"/>
          <p14:tracePt t="53482" x="2000250" y="3163888"/>
          <p14:tracePt t="53490" x="1993900" y="3163888"/>
          <p14:tracePt t="53497" x="1979613" y="3163888"/>
          <p14:tracePt t="53505" x="1973263" y="3155950"/>
          <p14:tracePt t="53514" x="1965325" y="3155950"/>
          <p14:tracePt t="53522" x="1965325" y="3149600"/>
          <p14:tracePt t="53849" x="1958975" y="3149600"/>
          <p14:tracePt t="53874" x="1938338" y="3155950"/>
          <p14:tracePt t="53882" x="1924050" y="3155950"/>
          <p14:tracePt t="53889" x="1909763" y="3163888"/>
          <p14:tracePt t="53905" x="1909763" y="3170238"/>
          <p14:tracePt t="53922" x="1897063" y="3170238"/>
          <p14:tracePt t="53930" x="1889125" y="3170238"/>
          <p14:tracePt t="53938" x="1876425" y="3178175"/>
          <p14:tracePt t="53954" x="1868488" y="3178175"/>
          <p14:tracePt t="53970" x="1855788" y="3178175"/>
          <p14:tracePt t="53985" x="1847850" y="3178175"/>
          <p14:tracePt t="54001" x="1847850" y="3184525"/>
          <p14:tracePt t="54009" x="1841500" y="3184525"/>
          <p14:tracePt t="54065" x="1833563" y="3190875"/>
          <p14:tracePt t="54090" x="1833563" y="3198813"/>
          <p14:tracePt t="54098" x="1833563" y="3205163"/>
          <p14:tracePt t="54105" x="1833563" y="3225800"/>
          <p14:tracePt t="54114" x="1841500" y="3240088"/>
          <p14:tracePt t="54121" x="1868488" y="3275013"/>
          <p14:tracePt t="54130" x="1903413" y="3308350"/>
          <p14:tracePt t="54138" x="1944688" y="3336925"/>
          <p14:tracePt t="54146" x="1993900" y="3371850"/>
          <p14:tracePt t="54154" x="2041525" y="3413125"/>
          <p14:tracePt t="54162" x="2082800" y="3440113"/>
          <p14:tracePt t="54170" x="2111375" y="3448050"/>
          <p14:tracePt t="54182" x="2152650" y="3475038"/>
          <p14:tracePt t="54185" x="2173288" y="3489325"/>
          <p14:tracePt t="54194" x="2208213" y="3509963"/>
          <p14:tracePt t="54202" x="2263775" y="3536950"/>
          <p14:tracePt t="54210" x="2311400" y="3557588"/>
          <p14:tracePt t="54217" x="2381250" y="3578225"/>
          <p14:tracePt t="54225" x="2457450" y="3621088"/>
          <p14:tracePt t="54234" x="2533650" y="3633788"/>
          <p14:tracePt t="54242" x="2609850" y="3662363"/>
          <p14:tracePt t="54249" x="2671763" y="3668713"/>
          <p14:tracePt t="54258" x="2733675" y="3683000"/>
          <p14:tracePt t="54265" x="2789238" y="3697288"/>
          <p14:tracePt t="54274" x="2838450" y="3697288"/>
          <p14:tracePt t="54281" x="2873375" y="3697288"/>
          <p14:tracePt t="54290" x="2894013" y="3697288"/>
          <p14:tracePt t="54298" x="2914650" y="3703638"/>
          <p14:tracePt t="54305" x="2927350" y="3703638"/>
          <p14:tracePt t="54314" x="2941638" y="3703638"/>
          <p14:tracePt t="54322" x="2970213" y="3717925"/>
          <p14:tracePt t="54338" x="2982913" y="3717925"/>
          <p14:tracePt t="54345" x="3003550" y="3717925"/>
          <p14:tracePt t="54354" x="3017838" y="3717925"/>
          <p14:tracePt t="54362" x="3038475" y="3717925"/>
          <p14:tracePt t="54369" x="3059113" y="3717925"/>
          <p14:tracePt t="54378" x="3073400" y="3717925"/>
          <p14:tracePt t="54386" x="3079750" y="3717925"/>
          <p14:tracePt t="54402" x="3087688" y="3717925"/>
          <p14:tracePt t="55090" x="3094038" y="3717925"/>
          <p14:tracePt t="55234" x="3100388" y="3717925"/>
          <p14:tracePt t="55258" x="3114675" y="3724275"/>
          <p14:tracePt t="55281" x="3122613" y="3724275"/>
          <p14:tracePt t="55289" x="3128963" y="3724275"/>
          <p14:tracePt t="55322" x="3135313" y="3724275"/>
          <p14:tracePt t="55330" x="3143250" y="3724275"/>
          <p14:tracePt t="55346" x="3149600" y="3730625"/>
          <p14:tracePt t="55354" x="3155950" y="3730625"/>
          <p14:tracePt t="55362" x="3176588" y="3738563"/>
          <p14:tracePt t="55370" x="3197225" y="3738563"/>
          <p14:tracePt t="55378" x="3205163" y="3744913"/>
          <p14:tracePt t="55385" x="3225800" y="3751263"/>
          <p14:tracePt t="55394" x="3252788" y="3751263"/>
          <p14:tracePt t="55401" x="3273425" y="3759200"/>
          <p14:tracePt t="55410" x="3287713" y="3759200"/>
          <p14:tracePt t="55417" x="3308350" y="3759200"/>
          <p14:tracePt t="55425" x="3328988" y="3759200"/>
          <p14:tracePt t="55434" x="3349625" y="3759200"/>
          <p14:tracePt t="55442" x="3363913" y="3759200"/>
          <p14:tracePt t="55449" x="3378200" y="3759200"/>
          <p14:tracePt t="55458" x="3405188" y="3759200"/>
          <p14:tracePt t="55465" x="3440113" y="3759200"/>
          <p14:tracePt t="55474" x="3481388" y="3759200"/>
          <p14:tracePt t="55481" x="3509963" y="3759200"/>
          <p14:tracePt t="55762" x="3509963" y="3751263"/>
          <p14:tracePt t="55777" x="3509963" y="3744913"/>
          <p14:tracePt t="55793" x="3516313" y="3744913"/>
          <p14:tracePt t="55809" x="3530600" y="3744913"/>
          <p14:tracePt t="55818" x="3543300" y="3738563"/>
          <p14:tracePt t="55834" x="3557588" y="3738563"/>
          <p14:tracePt t="55842" x="3578225" y="3738563"/>
          <p14:tracePt t="55849" x="3586163" y="3738563"/>
          <p14:tracePt t="55858" x="3592513" y="3738563"/>
          <p14:tracePt t="55865" x="3606800" y="3738563"/>
          <p14:tracePt t="55874" x="3619500" y="3730625"/>
          <p14:tracePt t="55881" x="3619500" y="3724275"/>
          <p14:tracePt t="55889" x="3627438" y="3724275"/>
          <p14:tracePt t="55898" x="3641725" y="3724275"/>
          <p14:tracePt t="55915" x="3654425" y="3717925"/>
          <p14:tracePt t="55930" x="3662363" y="3717925"/>
          <p14:tracePt t="56010" x="3675063" y="3717925"/>
          <p14:tracePt t="56018" x="3683000" y="3717925"/>
          <p14:tracePt t="56033" x="3695700" y="3717925"/>
          <p14:tracePt t="56049" x="3703638" y="3717925"/>
          <p14:tracePt t="56057" x="3716338" y="3717925"/>
          <p14:tracePt t="56065" x="3724275" y="3717925"/>
          <p14:tracePt t="56081" x="3738563" y="3717925"/>
          <p14:tracePt t="56089" x="3744913" y="3717925"/>
          <p14:tracePt t="56106" x="3759200" y="3717925"/>
          <p14:tracePt t="56114" x="3765550" y="3717925"/>
          <p14:tracePt t="56122" x="3779838" y="3717925"/>
          <p14:tracePt t="56130" x="3786188" y="3724275"/>
          <p14:tracePt t="56138" x="3800475" y="3724275"/>
          <p14:tracePt t="56145" x="3814763" y="3730625"/>
          <p14:tracePt t="56154" x="3827463" y="3730625"/>
          <p14:tracePt t="56162" x="3835400" y="3738563"/>
          <p14:tracePt t="56169" x="3848100" y="3738563"/>
          <p14:tracePt t="56178" x="3862388" y="3738563"/>
          <p14:tracePt t="56185" x="3876675" y="3738563"/>
          <p14:tracePt t="56202" x="3883025" y="3738563"/>
          <p14:tracePt t="56210" x="3890963" y="3738563"/>
          <p14:tracePt t="56217" x="3903663" y="3744913"/>
          <p14:tracePt t="56234" x="3917950" y="3744913"/>
          <p14:tracePt t="56242" x="3924300" y="3744913"/>
          <p14:tracePt t="56258" x="3932238" y="3744913"/>
          <p14:tracePt t="56265" x="3944938" y="3744913"/>
          <p14:tracePt t="56274" x="3952875" y="3744913"/>
          <p14:tracePt t="56290" x="3959225" y="3744913"/>
          <p14:tracePt t="56297" x="3965575" y="3744913"/>
          <p14:tracePt t="56330" x="3973513" y="3744913"/>
          <p14:tracePt t="56345" x="3979863" y="3744913"/>
          <p14:tracePt t="56858" x="3987800" y="3744913"/>
          <p14:tracePt t="56866" x="3994150" y="3744913"/>
          <p14:tracePt t="56874" x="4000500" y="3744913"/>
          <p14:tracePt t="56882" x="4014788" y="3744913"/>
          <p14:tracePt t="56890" x="4035425" y="3744913"/>
          <p14:tracePt t="56899" x="4041775" y="3744913"/>
          <p14:tracePt t="56906" x="4070350" y="3744913"/>
          <p14:tracePt t="56914" x="4084638" y="3744913"/>
          <p14:tracePt t="56922" x="4090988" y="3744913"/>
          <p14:tracePt t="56930" x="4105275" y="3744913"/>
          <p14:tracePt t="56938" x="4117975" y="3744913"/>
          <p14:tracePt t="56946" x="4132263" y="3744913"/>
          <p14:tracePt t="56954" x="4138613" y="3744913"/>
          <p14:tracePt t="56961" x="4152900" y="3744913"/>
          <p14:tracePt t="56970" x="4160838" y="3744913"/>
          <p14:tracePt t="56978" x="4181475" y="3744913"/>
          <p14:tracePt t="56986" x="4202113" y="3744913"/>
          <p14:tracePt t="56994" x="4208463" y="3744913"/>
          <p14:tracePt t="57002" x="4222750" y="3744913"/>
          <p14:tracePt t="57010" x="4229100" y="3744913"/>
          <p14:tracePt t="57017" x="4243388" y="3744913"/>
          <p14:tracePt t="57026" x="4249738" y="3744913"/>
          <p14:tracePt t="57033" x="4257675" y="3744913"/>
          <p14:tracePt t="57041" x="4264025" y="3744913"/>
          <p14:tracePt t="57049" x="4278313" y="3744913"/>
          <p14:tracePt t="57058" x="4291013" y="3744913"/>
          <p14:tracePt t="57065" x="4298950" y="3744913"/>
          <p14:tracePt t="57074" x="4319588" y="3744913"/>
          <p14:tracePt t="57081" x="4340225" y="3744913"/>
          <p14:tracePt t="57090" x="4354513" y="3744913"/>
          <p14:tracePt t="57098" x="4367213" y="3744913"/>
          <p14:tracePt t="57105" x="4381500" y="3744913"/>
          <p14:tracePt t="57114" x="4395788" y="3744913"/>
          <p14:tracePt t="57121" x="4402138" y="3744913"/>
          <p14:tracePt t="57130" x="4416425" y="3744913"/>
          <p14:tracePt t="57138" x="4422775" y="3744913"/>
          <p14:tracePt t="57146" x="4437063" y="3738563"/>
          <p14:tracePt t="57154" x="4464050" y="3738563"/>
          <p14:tracePt t="57162" x="4478338" y="3724275"/>
          <p14:tracePt t="57170" x="4513263" y="3724275"/>
          <p14:tracePt t="57178" x="4554538" y="3724275"/>
          <p14:tracePt t="57186" x="4568825" y="3724275"/>
          <p14:tracePt t="57194" x="4595813" y="3724275"/>
          <p14:tracePt t="57202" x="4624388" y="3724275"/>
          <p14:tracePt t="57210" x="4637088" y="3724275"/>
          <p14:tracePt t="57217" x="4659313" y="3724275"/>
          <p14:tracePt t="57225" x="4665663" y="3724275"/>
          <p14:tracePt t="57234" x="4686300" y="3724275"/>
          <p14:tracePt t="57241" x="4700588" y="3724275"/>
          <p14:tracePt t="57249" x="4706938" y="3724275"/>
          <p14:tracePt t="57257" x="4713288" y="3724275"/>
          <p14:tracePt t="57265" x="4713288" y="3717925"/>
          <p14:tracePt t="57281" x="4721225" y="3717925"/>
          <p14:tracePt t="57289" x="4727575" y="3709988"/>
          <p14:tracePt t="57298" x="4733925" y="3709988"/>
          <p14:tracePt t="57314" x="4741863" y="3709988"/>
          <p14:tracePt t="57330" x="4741863" y="3703638"/>
          <p14:tracePt t="57338" x="4748213" y="3703638"/>
          <p14:tracePt t="57346" x="4756150" y="3703638"/>
          <p14:tracePt t="57370" x="4762500" y="3703638"/>
          <p14:tracePt t="57385" x="4762500" y="3697288"/>
          <p14:tracePt t="57393" x="4768850" y="3697288"/>
          <p14:tracePt t="57409" x="4776788" y="3683000"/>
          <p14:tracePt t="57417" x="4783138" y="3683000"/>
          <p14:tracePt t="57425" x="4783138" y="3668713"/>
          <p14:tracePt t="57434" x="4783138" y="3662363"/>
          <p14:tracePt t="57442" x="4783138" y="3654425"/>
          <p14:tracePt t="57449" x="4797425" y="3648075"/>
          <p14:tracePt t="57458" x="4797425" y="3641725"/>
          <p14:tracePt t="57465" x="4797425" y="3633788"/>
          <p14:tracePt t="57473" x="4797425" y="3627438"/>
          <p14:tracePt t="57481" x="4797425" y="3613150"/>
          <p14:tracePt t="57497" x="4797425" y="3600450"/>
          <p14:tracePt t="57505" x="4797425" y="3592513"/>
          <p14:tracePt t="57522" x="4797425" y="3578225"/>
          <p14:tracePt t="57538" x="4797425" y="3571875"/>
          <p14:tracePt t="57562" x="4797425" y="3557588"/>
          <p14:tracePt t="57873" x="4803775" y="3578225"/>
          <p14:tracePt t="58026" x="4818063" y="3578225"/>
          <p14:tracePt t="58226" x="4810125" y="3578225"/>
          <p14:tracePt t="58233" x="4797425" y="3578225"/>
          <p14:tracePt t="58242" x="4776788" y="3592513"/>
          <p14:tracePt t="58250" x="4762500" y="3600450"/>
          <p14:tracePt t="58258" x="4748213" y="3606800"/>
          <p14:tracePt t="58265" x="4733925" y="3613150"/>
          <p14:tracePt t="58274" x="4727575" y="3613150"/>
          <p14:tracePt t="58282" x="4706938" y="3627438"/>
          <p14:tracePt t="58290" x="4692650" y="3627438"/>
          <p14:tracePt t="58298" x="4692650" y="3633788"/>
          <p14:tracePt t="58306" x="4686300" y="3641725"/>
          <p14:tracePt t="58322" x="4686300" y="3648075"/>
          <p14:tracePt t="58330" x="4686300" y="3654425"/>
          <p14:tracePt t="58338" x="4686300" y="3668713"/>
          <p14:tracePt t="58346" x="4686300" y="3676650"/>
          <p14:tracePt t="58529" x="4686300" y="3668713"/>
          <p14:tracePt t="58562" x="4686300" y="3662363"/>
          <p14:tracePt t="58570" x="4672013" y="3662363"/>
          <p14:tracePt t="58578" x="4637088" y="3662363"/>
          <p14:tracePt t="58586" x="4568825" y="3689350"/>
          <p14:tracePt t="58594" x="4484688" y="3703638"/>
          <p14:tracePt t="58602" x="4387850" y="3744913"/>
          <p14:tracePt t="58610" x="4284663" y="3773488"/>
          <p14:tracePt t="58618" x="4202113" y="3814763"/>
          <p14:tracePt t="58625" x="4117975" y="3856038"/>
          <p14:tracePt t="58634" x="4056063" y="3883025"/>
          <p14:tracePt t="58642" x="3979863" y="3903663"/>
          <p14:tracePt t="58649" x="3938588" y="3925888"/>
          <p14:tracePt t="58658" x="3890963" y="3946525"/>
          <p14:tracePt t="58665" x="3841750" y="3967163"/>
          <p14:tracePt t="58674" x="3821113" y="3979863"/>
          <p14:tracePt t="58681" x="3779838" y="3994150"/>
          <p14:tracePt t="58689" x="3759200" y="4000500"/>
          <p14:tracePt t="58698" x="3738563" y="4008438"/>
          <p14:tracePt t="58714" x="3730625" y="4014788"/>
          <p14:tracePt t="58731" x="3730625" y="4022725"/>
          <p14:tracePt t="58906" x="3724275" y="4022725"/>
          <p14:tracePt t="58922" x="3716338" y="4014788"/>
          <p14:tracePt t="58930" x="3709988" y="4008438"/>
          <p14:tracePt t="58938" x="3703638" y="4008438"/>
          <p14:tracePt t="59018" x="3695700" y="4008438"/>
          <p14:tracePt t="59050" x="3683000" y="4008438"/>
          <p14:tracePt t="59057" x="3668713" y="4008438"/>
          <p14:tracePt t="59075" x="3654425" y="4008438"/>
          <p14:tracePt t="59081" x="3633788" y="4008438"/>
          <p14:tracePt t="59097" x="3606800" y="4022725"/>
          <p14:tracePt t="59106" x="3598863" y="4022725"/>
          <p14:tracePt t="59114" x="3586163" y="4029075"/>
          <p14:tracePt t="59130" x="3571875" y="4029075"/>
          <p14:tracePt t="59138" x="3565525" y="4035425"/>
          <p14:tracePt t="59169" x="3557588" y="4035425"/>
          <p14:tracePt t="59185" x="3551238" y="4043363"/>
          <p14:tracePt t="59194" x="3543300" y="4043363"/>
          <p14:tracePt t="59201" x="3530600" y="4049713"/>
          <p14:tracePt t="59217" x="3522663" y="4056063"/>
          <p14:tracePt t="59225" x="3516313" y="4056063"/>
          <p14:tracePt t="59242" x="3502025" y="4056063"/>
          <p14:tracePt t="59249" x="3502025" y="4064000"/>
          <p14:tracePt t="59258" x="3489325" y="4070350"/>
          <p14:tracePt t="59274" x="3481388" y="4070350"/>
          <p14:tracePt t="59281" x="3475038" y="4076700"/>
          <p14:tracePt t="59298" x="3460750" y="4076700"/>
          <p14:tracePt t="59321" x="3446463" y="4084638"/>
          <p14:tracePt t="59330" x="3440113" y="4090988"/>
          <p14:tracePt t="59346" x="3433763" y="4098925"/>
          <p14:tracePt t="59354" x="3425825" y="4098925"/>
          <p14:tracePt t="59362" x="3425825" y="4105275"/>
          <p14:tracePt t="59369" x="3419475" y="4111625"/>
          <p14:tracePt t="59378" x="3413125" y="4111625"/>
          <p14:tracePt t="59386" x="3413125" y="4119563"/>
          <p14:tracePt t="59394" x="3405188" y="4119563"/>
          <p14:tracePt t="59402" x="3405188" y="4125913"/>
          <p14:tracePt t="59410" x="3398838" y="4132263"/>
          <p14:tracePt t="59417" x="3392488" y="4140200"/>
          <p14:tracePt t="59425" x="3384550" y="4140200"/>
          <p14:tracePt t="59433" x="3378200" y="4140200"/>
          <p14:tracePt t="59442" x="3370263" y="4140200"/>
          <p14:tracePt t="59458" x="3357563" y="4146550"/>
          <p14:tracePt t="59481" x="3357563" y="4152900"/>
          <p14:tracePt t="59497" x="3349625" y="4152900"/>
          <p14:tracePt t="59522" x="3349625" y="4160838"/>
          <p14:tracePt t="60530" x="3343275" y="4160838"/>
          <p14:tracePt t="60554" x="3336925" y="4160838"/>
          <p14:tracePt t="60601" x="3322638" y="4160838"/>
          <p14:tracePt t="60618" x="3316288" y="4160838"/>
          <p14:tracePt t="60626" x="3302000" y="4160838"/>
          <p14:tracePt t="60633" x="3295650" y="4167188"/>
          <p14:tracePt t="60650" x="3287713" y="4181475"/>
          <p14:tracePt t="60674" x="3287713" y="4187825"/>
          <p14:tracePt t="60849" x="3281363" y="4181475"/>
          <p14:tracePt t="60865" x="3273425" y="4175125"/>
          <p14:tracePt t="60898" x="3267075" y="4175125"/>
          <p14:tracePt t="60913" x="3260725" y="4175125"/>
          <p14:tracePt t="60922" x="3246438" y="4175125"/>
          <p14:tracePt t="60930" x="3219450" y="4181475"/>
          <p14:tracePt t="60938" x="3190875" y="4187825"/>
          <p14:tracePt t="60946" x="3155950" y="4202113"/>
          <p14:tracePt t="60954" x="3128963" y="4202113"/>
          <p14:tracePt t="60962" x="3100388" y="4216400"/>
          <p14:tracePt t="60969" x="3052763" y="4222750"/>
          <p14:tracePt t="60977" x="3024188" y="4222750"/>
          <p14:tracePt t="60986" x="2976563" y="4229100"/>
          <p14:tracePt t="60994" x="2935288" y="4237038"/>
          <p14:tracePt t="61002" x="2879725" y="4237038"/>
          <p14:tracePt t="61010" x="2830513" y="4249738"/>
          <p14:tracePt t="61017" x="2774950" y="4257675"/>
          <p14:tracePt t="61025" x="2741613" y="4264025"/>
          <p14:tracePt t="61034" x="2692400" y="4271963"/>
          <p14:tracePt t="61042" x="2624138" y="4284663"/>
          <p14:tracePt t="61049" x="2568575" y="4292600"/>
          <p14:tracePt t="61058" x="2513013" y="4298950"/>
          <p14:tracePt t="61065" x="2443163" y="4305300"/>
          <p14:tracePt t="61074" x="2366963" y="4319588"/>
          <p14:tracePt t="61082" x="2305050" y="4325938"/>
          <p14:tracePt t="61090" x="2249488" y="4333875"/>
          <p14:tracePt t="61097" x="2201863" y="4333875"/>
          <p14:tracePt t="61105" x="2166938" y="4340225"/>
          <p14:tracePt t="61114" x="2125663" y="4354513"/>
          <p14:tracePt t="61122" x="2076450" y="4360863"/>
          <p14:tracePt t="61130" x="2035175" y="4368800"/>
          <p14:tracePt t="61138" x="1985963" y="4375150"/>
          <p14:tracePt t="61145" x="1938338" y="4395788"/>
          <p14:tracePt t="61153" x="1889125" y="4410075"/>
          <p14:tracePt t="61161" x="1833563" y="4430713"/>
          <p14:tracePt t="61169" x="1765300" y="4457700"/>
          <p14:tracePt t="61178" x="1724025" y="4471988"/>
          <p14:tracePt t="61185" x="1674813" y="4492625"/>
          <p14:tracePt t="61194" x="1660525" y="4513263"/>
          <p14:tracePt t="61202" x="1619250" y="4541838"/>
          <p14:tracePt t="61209" x="1585913" y="4568825"/>
          <p14:tracePt t="61217" x="1571625" y="4583113"/>
          <p14:tracePt t="61226" x="1543050" y="4603750"/>
          <p14:tracePt t="61234" x="1522413" y="4638675"/>
          <p14:tracePt t="61242" x="1509713" y="4679950"/>
          <p14:tracePt t="61249" x="1501775" y="4721225"/>
          <p14:tracePt t="61258" x="1501775" y="4756150"/>
          <p14:tracePt t="61265" x="1487488" y="4803775"/>
          <p14:tracePt t="61274" x="1487488" y="4818063"/>
          <p14:tracePt t="61281" x="1487488" y="4838700"/>
          <p14:tracePt t="61290" x="1487488" y="4845050"/>
          <p14:tracePt t="61298" x="1487488" y="4867275"/>
          <p14:tracePt t="62066" x="1487488" y="4873625"/>
          <p14:tracePt t="62322" x="1487488" y="4867275"/>
          <p14:tracePt t="62354" x="1501775" y="4859338"/>
          <p14:tracePt t="62370" x="1509713" y="4859338"/>
          <p14:tracePt t="62378" x="1516063" y="4845050"/>
          <p14:tracePt t="62394" x="1522413" y="4845050"/>
          <p14:tracePt t="62482" x="1530350" y="4845050"/>
          <p14:tracePt t="62505" x="1543050" y="4845050"/>
          <p14:tracePt t="62649" x="1550988" y="4845050"/>
          <p14:tracePt t="62658" x="1550988" y="4838700"/>
          <p14:tracePt t="62689" x="1563688" y="4838700"/>
          <p14:tracePt t="62738" x="1571625" y="4838700"/>
          <p14:tracePt t="62754" x="1571625" y="4832350"/>
          <p14:tracePt t="62761" x="1577975" y="4824413"/>
          <p14:tracePt t="62770" x="1585913" y="4824413"/>
          <p14:tracePt t="62793" x="1592263" y="4824413"/>
          <p14:tracePt t="62874" x="1606550" y="4824413"/>
          <p14:tracePt t="62897" x="1612900" y="4824413"/>
          <p14:tracePt t="62905" x="1619250" y="4824413"/>
          <p14:tracePt t="62914" x="1627188" y="4824413"/>
          <p14:tracePt t="62922" x="1633538" y="4824413"/>
          <p14:tracePt t="62938" x="1647825" y="4818063"/>
          <p14:tracePt t="62946" x="1660525" y="4818063"/>
          <p14:tracePt t="62954" x="1668463" y="4818063"/>
          <p14:tracePt t="62970" x="1682750" y="4818063"/>
          <p14:tracePt t="62978" x="1689100" y="4818063"/>
          <p14:tracePt t="62986" x="1695450" y="4818063"/>
          <p14:tracePt t="62994" x="1709738" y="4818063"/>
          <p14:tracePt t="63002" x="1724025" y="4803775"/>
          <p14:tracePt t="63018" x="1744663" y="4803775"/>
          <p14:tracePt t="63026" x="1758950" y="4803775"/>
          <p14:tracePt t="63034" x="1765300" y="4797425"/>
          <p14:tracePt t="63041" x="1792288" y="4797425"/>
          <p14:tracePt t="63049" x="1812925" y="4797425"/>
          <p14:tracePt t="63058" x="1833563" y="4797425"/>
          <p14:tracePt t="63065" x="1855788" y="4797425"/>
          <p14:tracePt t="63073" x="1882775" y="4797425"/>
          <p14:tracePt t="63081" x="1903413" y="4797425"/>
          <p14:tracePt t="63089" x="1924050" y="4797425"/>
          <p14:tracePt t="63097" x="1944688" y="4797425"/>
          <p14:tracePt t="63105" x="1952625" y="4797425"/>
          <p14:tracePt t="63114" x="1973263" y="4797425"/>
          <p14:tracePt t="63121" x="1993900" y="4791075"/>
          <p14:tracePt t="63130" x="2000250" y="4791075"/>
          <p14:tracePt t="63138" x="2014538" y="4791075"/>
          <p14:tracePt t="63146" x="2020888" y="4791075"/>
          <p14:tracePt t="63154" x="2035175" y="4783138"/>
          <p14:tracePt t="63162" x="2041525" y="4776788"/>
          <p14:tracePt t="63169" x="2055813" y="4776788"/>
          <p14:tracePt t="63178" x="2062163" y="4770438"/>
          <p14:tracePt t="63186" x="2070100" y="4770438"/>
          <p14:tracePt t="63194" x="2082800" y="4770438"/>
          <p14:tracePt t="63201" x="2097088" y="4770438"/>
          <p14:tracePt t="63218" x="2105025" y="4770438"/>
          <p14:tracePt t="63225" x="2111375" y="4770438"/>
          <p14:tracePt t="63249" x="2125663" y="4762500"/>
          <p14:tracePt t="63258" x="2125663" y="4756150"/>
          <p14:tracePt t="63265" x="2132013" y="4756150"/>
          <p14:tracePt t="63274" x="2138363" y="4756150"/>
          <p14:tracePt t="63281" x="2146300" y="4756150"/>
          <p14:tracePt t="63289" x="2166938" y="4756150"/>
          <p14:tracePt t="63297" x="2181225" y="4748213"/>
          <p14:tracePt t="63314" x="2201863" y="4748213"/>
          <p14:tracePt t="63322" x="2208213" y="4748213"/>
          <p14:tracePt t="63330" x="2222500" y="4748213"/>
          <p14:tracePt t="63338" x="2228850" y="4748213"/>
          <p14:tracePt t="63346" x="2243138" y="4741863"/>
          <p14:tracePt t="63362" x="2249488" y="4741863"/>
          <p14:tracePt t="63370" x="2255838" y="4741863"/>
          <p14:tracePt t="63378" x="2263775" y="4735513"/>
          <p14:tracePt t="63394" x="2270125" y="4735513"/>
          <p14:tracePt t="63401" x="2278063" y="4735513"/>
          <p14:tracePt t="63410" x="2284413" y="4735513"/>
          <p14:tracePt t="63418" x="2290763" y="4727575"/>
          <p14:tracePt t="64082" x="2298700" y="4721225"/>
          <p14:tracePt t="64241" x="2319338" y="4727575"/>
          <p14:tracePt t="64618" x="2325688" y="4727575"/>
          <p14:tracePt t="64818" x="2339975" y="4727575"/>
          <p14:tracePt t="64834" x="2346325" y="4714875"/>
          <p14:tracePt t="64858" x="2354263" y="4714875"/>
          <p14:tracePt t="64898" x="2360613" y="4714875"/>
          <p14:tracePt t="64930" x="2366963" y="4714875"/>
          <p14:tracePt t="64946" x="2374900" y="4714875"/>
          <p14:tracePt t="64970" x="2381250" y="4714875"/>
          <p14:tracePt t="65034" x="2387600" y="4714875"/>
          <p14:tracePt t="65049" x="2395538" y="4714875"/>
          <p14:tracePt t="65081" x="2401888" y="4714875"/>
          <p14:tracePt t="65105" x="2408238" y="4714875"/>
          <p14:tracePt t="65122" x="2416175" y="4714875"/>
          <p14:tracePt t="65154" x="2422525" y="4714875"/>
          <p14:tracePt t="65162" x="2428875" y="4714875"/>
          <p14:tracePt t="65177" x="2436813" y="4714875"/>
          <p14:tracePt t="65266" x="2443163" y="4714875"/>
          <p14:tracePt t="65281" x="2451100" y="4714875"/>
          <p14:tracePt t="65313" x="2457450" y="4714875"/>
          <p14:tracePt t="65346" x="2463800" y="4714875"/>
          <p14:tracePt t="65369" x="2471738" y="4714875"/>
          <p14:tracePt t="65618" x="2478088" y="4714875"/>
          <p14:tracePt t="65658" x="2484438" y="4714875"/>
          <p14:tracePt t="65746" x="2492375" y="4714875"/>
          <p14:tracePt t="65809" x="2498725" y="4714875"/>
          <p14:tracePt t="65898" x="2505075" y="4714875"/>
          <p14:tracePt t="65914" x="2513013" y="4714875"/>
          <p14:tracePt t="65962" x="2519363" y="4714875"/>
          <p14:tracePt t="65978" x="2527300" y="4714875"/>
          <p14:tracePt t="65986" x="2533650" y="4714875"/>
          <p14:tracePt t="66009" x="2540000" y="4714875"/>
          <p14:tracePt t="66034" x="2554288" y="4714875"/>
          <p14:tracePt t="66049" x="2560638" y="4714875"/>
          <p14:tracePt t="66058" x="2581275" y="4714875"/>
          <p14:tracePt t="66065" x="2601913" y="4714875"/>
          <p14:tracePt t="66074" x="2609850" y="4714875"/>
          <p14:tracePt t="66081" x="2630488" y="4714875"/>
          <p14:tracePt t="66090" x="2651125" y="4714875"/>
          <p14:tracePt t="66097" x="2665413" y="4714875"/>
          <p14:tracePt t="66105" x="2678113" y="4714875"/>
          <p14:tracePt t="66114" x="2700338" y="4714875"/>
          <p14:tracePt t="66122" x="2733675" y="4721225"/>
          <p14:tracePt t="66130" x="2747963" y="4721225"/>
          <p14:tracePt t="66138" x="2774950" y="4721225"/>
          <p14:tracePt t="66146" x="2797175" y="4727575"/>
          <p14:tracePt t="66153" x="2824163" y="4727575"/>
          <p14:tracePt t="66162" x="2859088" y="4741863"/>
          <p14:tracePt t="66169" x="2900363" y="4748213"/>
          <p14:tracePt t="66178" x="2955925" y="4748213"/>
          <p14:tracePt t="66186" x="2997200" y="4756150"/>
          <p14:tracePt t="66194" x="3052763" y="4762500"/>
          <p14:tracePt t="66202" x="3100388" y="4762500"/>
          <p14:tracePt t="66210" x="3128963" y="4776788"/>
          <p14:tracePt t="66217" x="3176588" y="4776788"/>
          <p14:tracePt t="66225" x="3219450" y="4776788"/>
          <p14:tracePt t="66234" x="3246438" y="4776788"/>
          <p14:tracePt t="66242" x="3273425" y="4783138"/>
          <p14:tracePt t="66249" x="3302000" y="4783138"/>
          <p14:tracePt t="66258" x="3328988" y="4783138"/>
          <p14:tracePt t="66265" x="3370263" y="4783138"/>
          <p14:tracePt t="66274" x="3398838" y="4783138"/>
          <p14:tracePt t="66281" x="3433763" y="4783138"/>
          <p14:tracePt t="66290" x="3481388" y="4783138"/>
          <p14:tracePt t="66297" x="3516313" y="4783138"/>
          <p14:tracePt t="66306" x="3551238" y="4783138"/>
          <p14:tracePt t="66314" x="3586163" y="4783138"/>
          <p14:tracePt t="66322" x="3613150" y="4783138"/>
          <p14:tracePt t="66330" x="3633788" y="4783138"/>
          <p14:tracePt t="66337" x="3641725" y="4783138"/>
          <p14:tracePt t="66346" x="3662363" y="4783138"/>
          <p14:tracePt t="66354" x="3683000" y="4783138"/>
          <p14:tracePt t="66362" x="3695700" y="4783138"/>
          <p14:tracePt t="66370" x="3709988" y="4783138"/>
          <p14:tracePt t="66378" x="3716338" y="4783138"/>
          <p14:tracePt t="66385" x="3730625" y="4783138"/>
          <p14:tracePt t="66394" x="3738563" y="4783138"/>
          <p14:tracePt t="66402" x="3751263" y="4783138"/>
          <p14:tracePt t="66410" x="3765550" y="4776788"/>
          <p14:tracePt t="66417" x="3786188" y="4776788"/>
          <p14:tracePt t="66426" x="3800475" y="4776788"/>
          <p14:tracePt t="66434" x="3806825" y="4776788"/>
          <p14:tracePt t="66442" x="3827463" y="4776788"/>
          <p14:tracePt t="66450" x="3841750" y="4776788"/>
          <p14:tracePt t="66458" x="3856038" y="4776788"/>
          <p14:tracePt t="66474" x="3868738" y="4776788"/>
          <p14:tracePt t="66481" x="3883025" y="4776788"/>
          <p14:tracePt t="66490" x="3897313" y="4776788"/>
          <p14:tracePt t="66497" x="3911600" y="4776788"/>
          <p14:tracePt t="66506" x="3917950" y="4776788"/>
          <p14:tracePt t="66514" x="3932238" y="4776788"/>
          <p14:tracePt t="66522" x="3952875" y="4776788"/>
          <p14:tracePt t="66785" x="3952875" y="4762500"/>
          <p14:tracePt t="66954" x="3952875" y="4756150"/>
          <p14:tracePt t="66985" x="3959225" y="4756150"/>
          <p14:tracePt t="67034" x="3965575" y="4756150"/>
          <p14:tracePt t="67106" x="3973513" y="4748213"/>
          <p14:tracePt t="67298" x="3979863" y="4748213"/>
          <p14:tracePt t="67313" x="3987800" y="4748213"/>
          <p14:tracePt t="67346" x="3994150" y="4748213"/>
          <p14:tracePt t="67394" x="4008438" y="4748213"/>
          <p14:tracePt t="67410" x="4014788" y="4748213"/>
          <p14:tracePt t="67434" x="4029075" y="4748213"/>
          <p14:tracePt t="67450" x="4035425" y="4748213"/>
          <p14:tracePt t="67473" x="4049713" y="4748213"/>
          <p14:tracePt t="67489" x="4056063" y="4748213"/>
          <p14:tracePt t="67506" x="4070350" y="4748213"/>
          <p14:tracePt t="67513" x="4076700" y="4748213"/>
          <p14:tracePt t="67530" x="4090988" y="4748213"/>
          <p14:tracePt t="67569" x="4097338" y="4748213"/>
          <p14:tracePt t="67618" x="4111625" y="4748213"/>
          <p14:tracePt t="67633" x="4117975" y="4748213"/>
          <p14:tracePt t="67642" x="4125913" y="4748213"/>
          <p14:tracePt t="67649" x="4132263" y="4748213"/>
          <p14:tracePt t="67658" x="4138613" y="4748213"/>
          <p14:tracePt t="67665" x="4160838" y="4748213"/>
          <p14:tracePt t="67674" x="4173538" y="4741863"/>
          <p14:tracePt t="67690" x="4181475" y="4741863"/>
          <p14:tracePt t="67698" x="4187825" y="4741863"/>
          <p14:tracePt t="67705" x="4202113" y="4741863"/>
          <p14:tracePt t="67714" x="4208463" y="4741863"/>
          <p14:tracePt t="67722" x="4222750" y="4741863"/>
          <p14:tracePt t="67738" x="4237038" y="4741863"/>
          <p14:tracePt t="67746" x="4249738" y="4741863"/>
          <p14:tracePt t="67762" x="4264025" y="4741863"/>
          <p14:tracePt t="67770" x="4278313" y="4741863"/>
          <p14:tracePt t="67785" x="4284663" y="4741863"/>
          <p14:tracePt t="67794" x="4291013" y="4741863"/>
          <p14:tracePt t="67802" x="4298950" y="4741863"/>
          <p14:tracePt t="67809" x="4305300" y="4741863"/>
          <p14:tracePt t="67817" x="4311650" y="4741863"/>
          <p14:tracePt t="67826" x="4319588" y="4741863"/>
          <p14:tracePt t="67842" x="4325938" y="4741863"/>
          <p14:tracePt t="67849" x="4333875" y="4741863"/>
          <p14:tracePt t="67858" x="4340225" y="4741863"/>
          <p14:tracePt t="67865" x="4346575" y="4741863"/>
          <p14:tracePt t="67874" x="4360863" y="4741863"/>
          <p14:tracePt t="67881" x="4375150" y="4741863"/>
          <p14:tracePt t="67890" x="4381500" y="4741863"/>
          <p14:tracePt t="67897" x="4387850" y="4741863"/>
          <p14:tracePt t="67906" x="4395788" y="4741863"/>
          <p14:tracePt t="68410" x="4402138" y="4741863"/>
          <p14:tracePt t="68417" x="4410075" y="4741863"/>
          <p14:tracePt t="68426" x="4416425" y="4735513"/>
          <p14:tracePt t="68466" x="4422775" y="4735513"/>
          <p14:tracePt t="68481" x="4430713" y="4735513"/>
          <p14:tracePt t="68497" x="4437063" y="4735513"/>
          <p14:tracePt t="68505" x="4443413" y="4727575"/>
          <p14:tracePt t="68522" x="4451350" y="4727575"/>
          <p14:tracePt t="68530" x="4457700" y="4727575"/>
          <p14:tracePt t="68537" x="4464050" y="4727575"/>
          <p14:tracePt t="68545" x="4471988" y="4727575"/>
          <p14:tracePt t="68553" x="4478338" y="4727575"/>
          <p14:tracePt t="68561" x="4484688" y="4727575"/>
          <p14:tracePt t="68570" x="4492625" y="4727575"/>
          <p14:tracePt t="68577" x="4498975" y="4727575"/>
          <p14:tracePt t="68586" x="4506913" y="4727575"/>
          <p14:tracePt t="68594" x="4513263" y="4727575"/>
          <p14:tracePt t="68602" x="4533900" y="4727575"/>
          <p14:tracePt t="68610" x="4548188" y="4727575"/>
          <p14:tracePt t="68617" x="4554538" y="4727575"/>
          <p14:tracePt t="68625" x="4575175" y="4727575"/>
          <p14:tracePt t="68634" x="4583113" y="4727575"/>
          <p14:tracePt t="68842" x="4583113" y="4721225"/>
          <p14:tracePt t="68874" x="4583113" y="4714875"/>
          <p14:tracePt t="68969" x="4583113" y="4700588"/>
          <p14:tracePt t="68986" x="4583113" y="4694238"/>
          <p14:tracePt t="69225" x="4583113" y="4686300"/>
          <p14:tracePt t="69242" x="4589463" y="4686300"/>
          <p14:tracePt t="69250" x="4595813" y="4686300"/>
          <p14:tracePt t="69258" x="4603750" y="4686300"/>
          <p14:tracePt t="69274" x="4616450" y="4686300"/>
          <p14:tracePt t="69513" x="4616450" y="4672013"/>
          <p14:tracePt t="69522" x="4595813" y="4651375"/>
          <p14:tracePt t="69530" x="4595813" y="4645025"/>
          <p14:tracePt t="69594" x="4589463" y="4638675"/>
          <p14:tracePt t="69610" x="4583113" y="4624388"/>
          <p14:tracePt t="69617" x="4560888" y="4624388"/>
          <p14:tracePt t="69625" x="4540250" y="4618038"/>
          <p14:tracePt t="69633" x="4506913" y="4610100"/>
          <p14:tracePt t="69642" x="4457700" y="4597400"/>
          <p14:tracePt t="69649" x="4410075" y="4589463"/>
          <p14:tracePt t="69658" x="4333875" y="4583113"/>
          <p14:tracePt t="69665" x="4249738" y="4575175"/>
          <p14:tracePt t="69674" x="4146550" y="4548188"/>
          <p14:tracePt t="69681" x="4070350" y="4541838"/>
          <p14:tracePt t="69690" x="3994150" y="4533900"/>
          <p14:tracePt t="69697" x="3944938" y="4521200"/>
          <p14:tracePt t="69705" x="3924300" y="4521200"/>
          <p14:tracePt t="69714" x="3911600" y="4513263"/>
          <p14:tracePt t="69722" x="3903663" y="4513263"/>
          <p14:tracePt t="69738" x="3903663" y="4521200"/>
          <p14:tracePt t="69754" x="3903663" y="4533900"/>
          <p14:tracePt t="69906" x="3897313" y="4533900"/>
          <p14:tracePt t="69921" x="3890963" y="4527550"/>
          <p14:tracePt t="69954" x="3883025" y="4521200"/>
          <p14:tracePt t="70329" x="3883025" y="4513263"/>
          <p14:tracePt t="71018" x="3883025" y="4498975"/>
          <p14:tracePt t="71090" x="3883025" y="4492625"/>
          <p14:tracePt t="71129" x="3883025" y="4478338"/>
          <p14:tracePt t="71146" x="3883025" y="4471988"/>
          <p14:tracePt t="71154" x="3876675" y="4457700"/>
          <p14:tracePt t="71162" x="3862388" y="4451350"/>
          <p14:tracePt t="71170" x="3862388" y="4445000"/>
          <p14:tracePt t="71178" x="3856038" y="4437063"/>
          <p14:tracePt t="71186" x="3848100" y="4430713"/>
          <p14:tracePt t="71194" x="3841750" y="4422775"/>
          <p14:tracePt t="71202" x="3835400" y="4410075"/>
          <p14:tracePt t="71210" x="3821113" y="4402138"/>
          <p14:tracePt t="71217" x="3806825" y="4381500"/>
          <p14:tracePt t="71225" x="3792538" y="4368800"/>
          <p14:tracePt t="71234" x="3779838" y="4360863"/>
          <p14:tracePt t="71241" x="3759200" y="4325938"/>
          <p14:tracePt t="71249" x="3744913" y="4313238"/>
          <p14:tracePt t="71258" x="3744913" y="4298950"/>
          <p14:tracePt t="71265" x="3738563" y="4278313"/>
          <p14:tracePt t="71274" x="3730625" y="4264025"/>
          <p14:tracePt t="71281" x="3730625" y="4249738"/>
          <p14:tracePt t="71290" x="3724275" y="4229100"/>
          <p14:tracePt t="71298" x="3724275" y="4222750"/>
          <p14:tracePt t="71305" x="3716338" y="4202113"/>
          <p14:tracePt t="71314" x="3716338" y="4187825"/>
          <p14:tracePt t="71322" x="3716338" y="4181475"/>
          <p14:tracePt t="71330" x="3716338" y="4175125"/>
          <p14:tracePt t="71346" x="3716338" y="4160838"/>
          <p14:tracePt t="71354" x="3716338" y="4152900"/>
          <p14:tracePt t="71402" x="3716338" y="4146550"/>
          <p14:tracePt t="71522" x="3730625" y="4152900"/>
          <p14:tracePt t="71530" x="3744913" y="4152900"/>
          <p14:tracePt t="71538" x="3751263" y="4152900"/>
          <p14:tracePt t="71674" x="3751263" y="4146550"/>
          <p14:tracePt t="71681" x="3751263" y="4140200"/>
          <p14:tracePt t="71690" x="3744913" y="4140200"/>
          <p14:tracePt t="71697" x="3744913" y="4132263"/>
          <p14:tracePt t="71754" x="3744913" y="4125913"/>
          <p14:tracePt t="71826" x="3744913" y="4119563"/>
          <p14:tracePt t="71858" x="3751263" y="4111625"/>
          <p14:tracePt t="71891" x="3759200" y="4105275"/>
          <p14:tracePt t="71906" x="3759200" y="4098925"/>
          <p14:tracePt t="71922" x="3759200" y="4090988"/>
          <p14:tracePt t="71938" x="3759200" y="4076700"/>
          <p14:tracePt t="71945" x="3759200" y="4070350"/>
          <p14:tracePt t="71962" x="3759200" y="4056063"/>
          <p14:tracePt t="71969" x="3759200" y="4043363"/>
          <p14:tracePt t="71978" x="3759200" y="4035425"/>
          <p14:tracePt t="71994" x="3759200" y="4029075"/>
          <p14:tracePt t="72002" x="3759200" y="4014788"/>
          <p14:tracePt t="72017" x="3759200" y="4008438"/>
          <p14:tracePt t="72025" x="3759200" y="4000500"/>
          <p14:tracePt t="72034" x="3759200" y="3987800"/>
          <p14:tracePt t="72049" x="3759200" y="3967163"/>
          <p14:tracePt t="72065" x="3751263" y="3952875"/>
          <p14:tracePt t="72074" x="3751263" y="3946525"/>
          <p14:tracePt t="72081" x="3751263" y="3938588"/>
          <p14:tracePt t="72090" x="3751263" y="3925888"/>
          <p14:tracePt t="72097" x="3744913" y="3917950"/>
          <p14:tracePt t="72105" x="3744913" y="3897313"/>
          <p14:tracePt t="72114" x="3744913" y="3890963"/>
          <p14:tracePt t="72121" x="3744913" y="3876675"/>
          <p14:tracePt t="72138" x="3744913" y="3870325"/>
          <p14:tracePt t="72146" x="3744913" y="3862388"/>
          <p14:tracePt t="72153" x="3744913" y="3856038"/>
          <p14:tracePt t="72186" x="3744913" y="3849688"/>
          <p14:tracePt t="72202" x="3744913" y="3835400"/>
          <p14:tracePt t="72217" x="3744913" y="3827463"/>
          <p14:tracePt t="72226" x="3744913" y="3814763"/>
          <p14:tracePt t="72241" x="3744913" y="3800475"/>
          <p14:tracePt t="72249" x="3744913" y="3794125"/>
          <p14:tracePt t="72258" x="3744913" y="3786188"/>
          <p14:tracePt t="72265" x="3744913" y="3779838"/>
          <p14:tracePt t="72274" x="3744913" y="3765550"/>
          <p14:tracePt t="72298" x="3744913" y="3759200"/>
          <p14:tracePt t="72330" x="3744913" y="3751263"/>
          <p14:tracePt t="72594" x="3751263" y="3744913"/>
          <p14:tracePt t="72610" x="3765550" y="3744913"/>
          <p14:tracePt t="72626" x="3771900" y="3744913"/>
          <p14:tracePt t="72642" x="3786188" y="3744913"/>
          <p14:tracePt t="72649" x="3792538" y="3744913"/>
          <p14:tracePt t="72665" x="3806825" y="3744913"/>
          <p14:tracePt t="72673" x="3821113" y="3744913"/>
          <p14:tracePt t="72681" x="3835400" y="3751263"/>
          <p14:tracePt t="72689" x="3856038" y="3751263"/>
          <p14:tracePt t="72698" x="3876675" y="3759200"/>
          <p14:tracePt t="72706" x="3890963" y="3759200"/>
          <p14:tracePt t="72714" x="3917950" y="3773488"/>
          <p14:tracePt t="72722" x="3938588" y="3773488"/>
          <p14:tracePt t="72730" x="3965575" y="3773488"/>
          <p14:tracePt t="72738" x="3979863" y="3779838"/>
          <p14:tracePt t="72746" x="4008438" y="3779838"/>
          <p14:tracePt t="72754" x="4029075" y="3786188"/>
          <p14:tracePt t="72762" x="4049713" y="3786188"/>
          <p14:tracePt t="72770" x="4070350" y="3786188"/>
          <p14:tracePt t="72777" x="4097338" y="3800475"/>
          <p14:tracePt t="72786" x="4111625" y="3800475"/>
          <p14:tracePt t="72794" x="4132263" y="3800475"/>
          <p14:tracePt t="72802" x="4160838" y="3800475"/>
          <p14:tracePt t="72810" x="4181475" y="3806825"/>
          <p14:tracePt t="72817" x="4194175" y="3806825"/>
          <p14:tracePt t="72826" x="4214813" y="3814763"/>
          <p14:tracePt t="72833" x="4237038" y="3814763"/>
          <p14:tracePt t="72842" x="4257675" y="3814763"/>
          <p14:tracePt t="72849" x="4270375" y="3821113"/>
          <p14:tracePt t="72858" x="4291013" y="3821113"/>
          <p14:tracePt t="72865" x="4319588" y="3827463"/>
          <p14:tracePt t="72873" x="4346575" y="3827463"/>
          <p14:tracePt t="72881" x="4375150" y="3835400"/>
          <p14:tracePt t="72890" x="4402138" y="3841750"/>
          <p14:tracePt t="72898" x="4443413" y="3841750"/>
          <p14:tracePt t="72915" x="4492625" y="3856038"/>
          <p14:tracePt t="72921" x="4527550" y="3856038"/>
          <p14:tracePt t="72931" x="4554538" y="3856038"/>
          <p14:tracePt t="72938" x="4575175" y="3862388"/>
          <p14:tracePt t="72946" x="4595813" y="3870325"/>
          <p14:tracePt t="72953" x="4610100" y="3870325"/>
          <p14:tracePt t="72961" x="4630738" y="3870325"/>
          <p14:tracePt t="72970" x="4637088" y="3870325"/>
          <p14:tracePt t="72978" x="4645025" y="3870325"/>
          <p14:tracePt t="72986" x="4651375" y="3870325"/>
          <p14:tracePt t="72994" x="4659313" y="3870325"/>
          <p14:tracePt t="73009" x="4665663" y="3870325"/>
          <p14:tracePt t="73034" x="4672013" y="3870325"/>
          <p14:tracePt t="73049" x="4679950" y="3870325"/>
          <p14:tracePt t="73074" x="4686300" y="3870325"/>
          <p14:tracePt t="73130" x="4692650" y="3870325"/>
          <p14:tracePt t="73226" x="4700588" y="3862388"/>
          <p14:tracePt t="73242" x="4706938" y="3862388"/>
          <p14:tracePt t="73249" x="4706938" y="3856038"/>
          <p14:tracePt t="73265" x="4713288" y="3849688"/>
          <p14:tracePt t="73281" x="4713288" y="3841750"/>
          <p14:tracePt t="73322" x="4713288" y="3835400"/>
          <p14:tracePt t="73345" x="4721225" y="3827463"/>
          <p14:tracePt t="73370" x="4721225" y="3821113"/>
          <p14:tracePt t="73418" x="4727575" y="3814763"/>
          <p14:tracePt t="73442" x="4733925" y="3814763"/>
          <p14:tracePt t="73458" x="4748213" y="3814763"/>
          <p14:tracePt t="73465" x="4756150" y="3814763"/>
          <p14:tracePt t="73473" x="4762500" y="3814763"/>
          <p14:tracePt t="73490" x="4768850" y="3814763"/>
          <p14:tracePt t="73497" x="4776788" y="3814763"/>
          <p14:tracePt t="73530" x="4783138" y="3814763"/>
          <p14:tracePt t="73538" x="4789488" y="3814763"/>
          <p14:tracePt t="73553" x="4797425" y="3814763"/>
          <p14:tracePt t="73570" x="4803775" y="3814763"/>
          <p14:tracePt t="73578" x="4810125" y="3814763"/>
          <p14:tracePt t="73586" x="4818063" y="3814763"/>
          <p14:tracePt t="73778" x="4824413" y="3814763"/>
          <p14:tracePt t="73794" x="4824413" y="3806825"/>
          <p14:tracePt t="73817" x="4818063" y="3794125"/>
          <p14:tracePt t="73826" x="4810125" y="3779838"/>
          <p14:tracePt t="73833" x="4810125" y="3773488"/>
          <p14:tracePt t="73842" x="4797425" y="3751263"/>
          <p14:tracePt t="73849" x="4797425" y="3730625"/>
          <p14:tracePt t="73858" x="4789488" y="3717925"/>
          <p14:tracePt t="73865" x="4783138" y="3697288"/>
          <p14:tracePt t="73874" x="4783138" y="3683000"/>
          <p14:tracePt t="73881" x="4783138" y="3676650"/>
          <p14:tracePt t="73889" x="4783138" y="3654425"/>
          <p14:tracePt t="73916" x="4783138" y="3606800"/>
          <p14:tracePt t="73921" x="4783138" y="3592513"/>
          <p14:tracePt t="73930" x="4783138" y="3578225"/>
          <p14:tracePt t="73938" x="4783138" y="3571875"/>
          <p14:tracePt t="73954" x="4783138" y="3565525"/>
          <p14:tracePt t="73962" x="4789488" y="3557588"/>
          <p14:tracePt t="73970" x="4818063" y="3551238"/>
          <p14:tracePt t="73978" x="4838700" y="3551238"/>
          <p14:tracePt t="73985" x="4873625" y="3551238"/>
          <p14:tracePt t="73994" x="4921250" y="3551238"/>
          <p14:tracePt t="74001" x="4976813" y="3551238"/>
          <p14:tracePt t="74010" x="5026025" y="3565525"/>
          <p14:tracePt t="74017" x="5046663" y="3571875"/>
          <p14:tracePt t="74026" x="5080000" y="3592513"/>
          <p14:tracePt t="74034" x="5094288" y="3592513"/>
          <p14:tracePt t="74042" x="5102225" y="3600450"/>
          <p14:tracePt t="74114" x="5094288" y="3600450"/>
          <p14:tracePt t="74121" x="5059363" y="3592513"/>
          <p14:tracePt t="74129" x="5018088" y="3571875"/>
          <p14:tracePt t="74137" x="4970463" y="3551238"/>
          <p14:tracePt t="74145" x="4914900" y="3530600"/>
          <p14:tracePt t="74153" x="4832350" y="3475038"/>
          <p14:tracePt t="74161" x="4733925" y="3419475"/>
          <p14:tracePt t="74169" x="4595813" y="3322638"/>
          <p14:tracePt t="74178" x="4457700" y="3205163"/>
          <p14:tracePt t="74186" x="4305300" y="3101975"/>
          <p14:tracePt t="74194" x="4132263" y="2970213"/>
          <p14:tracePt t="74201" x="3944938" y="2859088"/>
          <p14:tracePt t="74210" x="3724275" y="2692400"/>
          <p14:tracePt t="74217" x="3425825" y="2498725"/>
          <p14:tracePt t="74226" x="3197225" y="2339975"/>
          <p14:tracePt t="74234" x="2976563" y="2117725"/>
          <p14:tracePt t="74242" x="2706688" y="1876425"/>
          <p14:tracePt t="74249" x="2443163" y="1689100"/>
          <p14:tracePt t="74258" x="2193925" y="1481138"/>
          <p14:tracePt t="74265" x="1979613" y="1316038"/>
          <p14:tracePt t="74274" x="1812925" y="1204913"/>
          <p14:tracePt t="74281" x="1674813" y="1100138"/>
          <p14:tracePt t="74290" x="1509713" y="990600"/>
          <p14:tracePt t="74298" x="1370013" y="885825"/>
          <p14:tracePt t="74306" x="1217613" y="774700"/>
          <p14:tracePt t="74314" x="1100138" y="671513"/>
          <p14:tracePt t="74321" x="982663" y="588963"/>
          <p14:tracePt t="74330" x="879475" y="492125"/>
          <p14:tracePt t="74338" x="809625" y="442913"/>
          <p14:tracePt t="74345" x="712788" y="366713"/>
          <p14:tracePt t="74353" x="644525" y="325438"/>
          <p14:tracePt t="74361" x="574675" y="269875"/>
          <p14:tracePt t="74369" x="504825" y="207963"/>
          <p14:tracePt t="74378" x="436563" y="158750"/>
          <p14:tracePt t="74386" x="366713" y="117475"/>
          <p14:tracePt t="74394" x="290513" y="61913"/>
          <p14:tracePt t="74402" x="222250" y="635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THE MAXIMUM </a:t>
            </a:r>
            <a:r>
              <a:rPr lang="en">
                <a:solidFill>
                  <a:schemeClr val="lt1"/>
                </a:solidFill>
              </a:rPr>
              <a:t>LIKELIHOOD </a:t>
            </a:r>
            <a:r>
              <a:rPr lang="en" sz="1200">
                <a:solidFill>
                  <a:schemeClr val="lt1"/>
                </a:solidFill>
              </a:rPr>
              <a:t>(Page 1) </a:t>
            </a:r>
            <a:endParaRPr sz="1200"/>
          </a:p>
        </p:txBody>
      </p:sp>
      <p:sp>
        <p:nvSpPr>
          <p:cNvPr id="485" name="Google Shape;485;p2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486" name="Google Shape;486;p27"/>
          <p:cNvSpPr txBox="1">
            <a:spLocks noGrp="1"/>
          </p:cNvSpPr>
          <p:nvPr>
            <p:ph type="body" idx="1"/>
          </p:nvPr>
        </p:nvSpPr>
        <p:spPr>
          <a:xfrm>
            <a:off x="158150" y="1349600"/>
            <a:ext cx="8869200" cy="34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the </a:t>
            </a: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probability that these flips came from</a:t>
            </a:r>
            <a:r>
              <a:rPr lang="en"/>
              <a:t> coin A and coin B?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Let's call this set as “E”, and the coin A will be “Z</a:t>
            </a:r>
            <a:r>
              <a:rPr lang="en" baseline="-25000"/>
              <a:t>A</a:t>
            </a:r>
            <a:r>
              <a:rPr lang="en"/>
              <a:t>” and B will be “Z</a:t>
            </a:r>
            <a:r>
              <a:rPr lang="en" baseline="-25000"/>
              <a:t>B</a:t>
            </a:r>
            <a:r>
              <a:rPr lang="en"/>
              <a:t>”.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i="1"/>
              <a:t>L(p </a:t>
            </a:r>
            <a:r>
              <a:rPr lang="en"/>
              <a:t>|</a:t>
            </a:r>
            <a:r>
              <a:rPr lang="en" i="1"/>
              <a:t> x) =                     p</a:t>
            </a:r>
            <a:r>
              <a:rPr lang="en" i="1" baseline="30000"/>
              <a:t>x</a:t>
            </a:r>
            <a:r>
              <a:rPr lang="en" i="1"/>
              <a:t>(1−p)</a:t>
            </a:r>
            <a:r>
              <a:rPr lang="en" i="1" baseline="30000"/>
              <a:t>n−x</a:t>
            </a:r>
            <a:endParaRPr i="1" baseline="30000"/>
          </a:p>
        </p:txBody>
      </p:sp>
      <p:sp>
        <p:nvSpPr>
          <p:cNvPr id="487" name="Google Shape;487;p27"/>
          <p:cNvSpPr txBox="1"/>
          <p:nvPr/>
        </p:nvSpPr>
        <p:spPr>
          <a:xfrm>
            <a:off x="4529775" y="3370850"/>
            <a:ext cx="3978300" cy="1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Where:</a:t>
            </a:r>
            <a:endParaRPr i="1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" i="1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is full trial (total coin tosses)</a:t>
            </a:r>
            <a:endParaRPr i="1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Roboto Condensed"/>
                <a:ea typeface="Roboto Condensed"/>
                <a:cs typeface="Roboto Condensed"/>
                <a:sym typeface="Roboto Condensed"/>
              </a:rPr>
              <a:t>p</a:t>
            </a:r>
            <a:r>
              <a:rPr lang="en" i="1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is to be estimated (head probability)</a:t>
            </a:r>
            <a:endParaRPr i="1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Roboto Condensed"/>
                <a:ea typeface="Roboto Condensed"/>
                <a:cs typeface="Roboto Condensed"/>
                <a:sym typeface="Roboto Condensed"/>
              </a:rPr>
              <a:t>x</a:t>
            </a:r>
            <a:r>
              <a:rPr lang="en" i="1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is the successed trial (head occured)</a:t>
            </a:r>
            <a:endParaRPr i="1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grpSp>
        <p:nvGrpSpPr>
          <p:cNvPr id="488" name="Google Shape;488;p27"/>
          <p:cNvGrpSpPr/>
          <p:nvPr/>
        </p:nvGrpSpPr>
        <p:grpSpPr>
          <a:xfrm>
            <a:off x="1387100" y="3211700"/>
            <a:ext cx="1169700" cy="942250"/>
            <a:chOff x="1387100" y="3592700"/>
            <a:chExt cx="1169700" cy="942250"/>
          </a:xfrm>
        </p:grpSpPr>
        <p:sp>
          <p:nvSpPr>
            <p:cNvPr id="489" name="Google Shape;489;p27"/>
            <p:cNvSpPr txBox="1"/>
            <p:nvPr/>
          </p:nvSpPr>
          <p:spPr>
            <a:xfrm>
              <a:off x="1562925" y="3592700"/>
              <a:ext cx="8940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n!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490" name="Google Shape;490;p27"/>
            <p:cNvSpPr txBox="1"/>
            <p:nvPr/>
          </p:nvSpPr>
          <p:spPr>
            <a:xfrm>
              <a:off x="1387100" y="4024950"/>
              <a:ext cx="11697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x!(n−x)!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491" name="Google Shape;491;p27"/>
            <p:cNvCxnSpPr/>
            <p:nvPr/>
          </p:nvCxnSpPr>
          <p:spPr>
            <a:xfrm>
              <a:off x="1387100" y="4063825"/>
              <a:ext cx="1169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2" name="Google Shape;492;p27"/>
          <p:cNvSpPr/>
          <p:nvPr/>
        </p:nvSpPr>
        <p:spPr>
          <a:xfrm>
            <a:off x="309085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27"/>
          <p:cNvGrpSpPr/>
          <p:nvPr/>
        </p:nvGrpSpPr>
        <p:grpSpPr>
          <a:xfrm>
            <a:off x="76475" y="76200"/>
            <a:ext cx="1521500" cy="225900"/>
            <a:chOff x="76475" y="76200"/>
            <a:chExt cx="1521500" cy="225900"/>
          </a:xfrm>
        </p:grpSpPr>
        <p:sp>
          <p:nvSpPr>
            <p:cNvPr id="494" name="Google Shape;494;p27">
              <a:hlinkClick r:id="rId3" action="ppaction://hlinksldjump"/>
            </p:cNvPr>
            <p:cNvSpPr/>
            <p:nvPr/>
          </p:nvSpPr>
          <p:spPr>
            <a:xfrm>
              <a:off x="764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Dosis"/>
                  <a:ea typeface="Dosis"/>
                  <a:cs typeface="Dosis"/>
                  <a:sym typeface="Dosis"/>
                </a:rPr>
                <a:t>Overview</a:t>
              </a:r>
              <a:endParaRPr sz="1200"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8515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rgbClr val="0097A7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Dosis"/>
                  <a:ea typeface="Dosis"/>
                  <a:cs typeface="Dosis"/>
                  <a:sym typeface="Dosis"/>
                </a:rPr>
                <a:t>STEP 3</a:t>
              </a:r>
              <a:endParaRPr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27793"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THE MAXIMUM </a:t>
            </a:r>
            <a:r>
              <a:rPr lang="en">
                <a:solidFill>
                  <a:schemeClr val="lt1"/>
                </a:solidFill>
              </a:rPr>
              <a:t>LIKELIHOOD </a:t>
            </a:r>
            <a:r>
              <a:rPr lang="en" sz="1200">
                <a:solidFill>
                  <a:schemeClr val="lt1"/>
                </a:solidFill>
              </a:rPr>
              <a:t>(Page 2)</a:t>
            </a:r>
            <a:endParaRPr/>
          </a:p>
        </p:txBody>
      </p:sp>
      <p:sp>
        <p:nvSpPr>
          <p:cNvPr id="501" name="Google Shape;501;p2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502" name="Google Shape;502;p28"/>
          <p:cNvSpPr txBox="1">
            <a:spLocks noGrp="1"/>
          </p:cNvSpPr>
          <p:nvPr>
            <p:ph type="body" idx="1"/>
          </p:nvPr>
        </p:nvSpPr>
        <p:spPr>
          <a:xfrm>
            <a:off x="47425" y="1936525"/>
            <a:ext cx="8869200" cy="28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equation of probability of seeing these flips would be: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i="1"/>
              <a:t>P(E</a:t>
            </a:r>
            <a:r>
              <a:rPr lang="en"/>
              <a:t>|</a:t>
            </a:r>
            <a:r>
              <a:rPr lang="en" i="1"/>
              <a:t>Z</a:t>
            </a:r>
            <a:r>
              <a:rPr lang="en" i="1" baseline="-25000"/>
              <a:t>A</a:t>
            </a:r>
            <a:r>
              <a:rPr lang="en" i="1"/>
              <a:t>) = P(HTHHHHHTHH </a:t>
            </a:r>
            <a:r>
              <a:rPr lang="en"/>
              <a:t>|</a:t>
            </a:r>
            <a:r>
              <a:rPr lang="en" i="1"/>
              <a:t> Coin A chosen) =</a:t>
            </a:r>
            <a:r>
              <a:rPr lang="en"/>
              <a:t>             </a:t>
            </a:r>
            <a:r>
              <a:rPr lang="en" i="1"/>
              <a:t>0.6</a:t>
            </a:r>
            <a:r>
              <a:rPr lang="en" i="1" baseline="30000"/>
              <a:t>8 </a:t>
            </a:r>
            <a:r>
              <a:rPr lang="en" i="1"/>
              <a:t>0.4</a:t>
            </a:r>
            <a:r>
              <a:rPr lang="en" i="1" baseline="30000"/>
              <a:t>2</a:t>
            </a:r>
            <a:r>
              <a:rPr lang="en" i="1"/>
              <a:t> = 0.1209</a:t>
            </a:r>
            <a:endParaRPr i="1" baseline="30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aseline="30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/>
              <a:t>P(E</a:t>
            </a:r>
            <a:r>
              <a:rPr lang="en"/>
              <a:t>|</a:t>
            </a:r>
            <a:r>
              <a:rPr lang="en" i="1"/>
              <a:t>Z</a:t>
            </a:r>
            <a:r>
              <a:rPr lang="en" i="1" baseline="-25000"/>
              <a:t>B</a:t>
            </a:r>
            <a:r>
              <a:rPr lang="en" i="1"/>
              <a:t>) = P(HTHHHHHTHH </a:t>
            </a:r>
            <a:r>
              <a:rPr lang="en"/>
              <a:t>|</a:t>
            </a:r>
            <a:r>
              <a:rPr lang="en" i="1"/>
              <a:t> Coin B chosen) =             0.5</a:t>
            </a:r>
            <a:r>
              <a:rPr lang="en" i="1" baseline="30000"/>
              <a:t>8 </a:t>
            </a:r>
            <a:r>
              <a:rPr lang="en" i="1"/>
              <a:t>0.5</a:t>
            </a:r>
            <a:r>
              <a:rPr lang="en" i="1" baseline="30000"/>
              <a:t>2</a:t>
            </a:r>
            <a:r>
              <a:rPr lang="en" i="1"/>
              <a:t> = 0.0439</a:t>
            </a:r>
            <a:endParaRPr i="1" baseline="30000"/>
          </a:p>
        </p:txBody>
      </p:sp>
      <p:pic>
        <p:nvPicPr>
          <p:cNvPr id="503" name="Google Shape;503;p28"/>
          <p:cNvPicPr preferRelativeResize="0"/>
          <p:nvPr/>
        </p:nvPicPr>
        <p:blipFill rotWithShape="1">
          <a:blip r:embed="rId3">
            <a:alphaModFix/>
          </a:blip>
          <a:srcRect t="40991" b="41802"/>
          <a:stretch/>
        </p:blipFill>
        <p:spPr>
          <a:xfrm>
            <a:off x="2319125" y="1437075"/>
            <a:ext cx="2918326" cy="38922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8"/>
          <p:cNvSpPr txBox="1"/>
          <p:nvPr/>
        </p:nvSpPr>
        <p:spPr>
          <a:xfrm>
            <a:off x="5327125" y="1398188"/>
            <a:ext cx="7368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8H  2T</a:t>
            </a:r>
            <a:endParaRPr/>
          </a:p>
        </p:txBody>
      </p:sp>
      <p:grpSp>
        <p:nvGrpSpPr>
          <p:cNvPr id="505" name="Google Shape;505;p28"/>
          <p:cNvGrpSpPr/>
          <p:nvPr/>
        </p:nvGrpSpPr>
        <p:grpSpPr>
          <a:xfrm>
            <a:off x="5472075" y="2882850"/>
            <a:ext cx="921300" cy="942250"/>
            <a:chOff x="1387100" y="3592700"/>
            <a:chExt cx="921300" cy="942250"/>
          </a:xfrm>
        </p:grpSpPr>
        <p:sp>
          <p:nvSpPr>
            <p:cNvPr id="506" name="Google Shape;506;p28"/>
            <p:cNvSpPr txBox="1"/>
            <p:nvPr/>
          </p:nvSpPr>
          <p:spPr>
            <a:xfrm>
              <a:off x="1439600" y="3592700"/>
              <a:ext cx="8688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10!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507" name="Google Shape;507;p28"/>
            <p:cNvSpPr txBox="1"/>
            <p:nvPr/>
          </p:nvSpPr>
          <p:spPr>
            <a:xfrm>
              <a:off x="1387100" y="4024950"/>
              <a:ext cx="9213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8! 2!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508" name="Google Shape;508;p28"/>
            <p:cNvCxnSpPr/>
            <p:nvPr/>
          </p:nvCxnSpPr>
          <p:spPr>
            <a:xfrm>
              <a:off x="1387100" y="4063825"/>
              <a:ext cx="682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9" name="Google Shape;509;p28"/>
          <p:cNvGrpSpPr/>
          <p:nvPr/>
        </p:nvGrpSpPr>
        <p:grpSpPr>
          <a:xfrm>
            <a:off x="5472075" y="3876950"/>
            <a:ext cx="921300" cy="942250"/>
            <a:chOff x="1387100" y="3592700"/>
            <a:chExt cx="921300" cy="942250"/>
          </a:xfrm>
        </p:grpSpPr>
        <p:sp>
          <p:nvSpPr>
            <p:cNvPr id="510" name="Google Shape;510;p28"/>
            <p:cNvSpPr txBox="1"/>
            <p:nvPr/>
          </p:nvSpPr>
          <p:spPr>
            <a:xfrm>
              <a:off x="1439600" y="3592700"/>
              <a:ext cx="8688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10!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511" name="Google Shape;511;p28"/>
            <p:cNvSpPr txBox="1"/>
            <p:nvPr/>
          </p:nvSpPr>
          <p:spPr>
            <a:xfrm>
              <a:off x="1387100" y="4024950"/>
              <a:ext cx="9213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8! 2!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512" name="Google Shape;512;p28"/>
            <p:cNvCxnSpPr/>
            <p:nvPr/>
          </p:nvCxnSpPr>
          <p:spPr>
            <a:xfrm>
              <a:off x="1387100" y="4063825"/>
              <a:ext cx="682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13" name="Google Shape;513;p28"/>
          <p:cNvSpPr/>
          <p:nvPr/>
        </p:nvSpPr>
        <p:spPr>
          <a:xfrm>
            <a:off x="309085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4" name="Google Shape;514;p28"/>
          <p:cNvGrpSpPr/>
          <p:nvPr/>
        </p:nvGrpSpPr>
        <p:grpSpPr>
          <a:xfrm>
            <a:off x="76475" y="76200"/>
            <a:ext cx="1521500" cy="225900"/>
            <a:chOff x="76475" y="76200"/>
            <a:chExt cx="1521500" cy="225900"/>
          </a:xfrm>
        </p:grpSpPr>
        <p:sp>
          <p:nvSpPr>
            <p:cNvPr id="515" name="Google Shape;515;p28">
              <a:hlinkClick r:id="rId4" action="ppaction://hlinksldjump"/>
            </p:cNvPr>
            <p:cNvSpPr/>
            <p:nvPr/>
          </p:nvSpPr>
          <p:spPr>
            <a:xfrm>
              <a:off x="764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Dosis"/>
                  <a:ea typeface="Dosis"/>
                  <a:cs typeface="Dosis"/>
                  <a:sym typeface="Dosis"/>
                </a:rPr>
                <a:t>Overview</a:t>
              </a:r>
              <a:endParaRPr sz="1200"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8515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rgbClr val="0097A7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Dosis"/>
                  <a:ea typeface="Dosis"/>
                  <a:cs typeface="Dosis"/>
                  <a:sym typeface="Dosis"/>
                </a:rPr>
                <a:t>STEP 3</a:t>
              </a:r>
              <a:endParaRPr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25654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6" x="4645025" y="2644775"/>
          <p14:tracePt t="65" x="4651375" y="2624138"/>
          <p14:tracePt t="70" x="4659313" y="2616200"/>
          <p14:tracePt t="86" x="4659313" y="2609850"/>
          <p14:tracePt t="94" x="4665663" y="2603500"/>
          <p14:tracePt t="102" x="4665663" y="2595563"/>
          <p14:tracePt t="117" x="4665663" y="2589213"/>
          <p14:tracePt t="126" x="4672013" y="2582863"/>
          <p14:tracePt t="150" x="4672013" y="2574925"/>
          <p14:tracePt t="166" x="4672013" y="2568575"/>
          <p14:tracePt t="174" x="4679950" y="2560638"/>
          <p14:tracePt t="222" x="4679950" y="2554288"/>
          <p14:tracePt t="3238" x="4686300" y="2533650"/>
          <p14:tracePt t="3246" x="4700588" y="2519363"/>
          <p14:tracePt t="3254" x="4713288" y="2506663"/>
          <p14:tracePt t="3262" x="4721225" y="2498725"/>
          <p14:tracePt t="3270" x="4727575" y="2492375"/>
          <p14:tracePt t="3278" x="4733925" y="2492375"/>
          <p14:tracePt t="3286" x="4741863" y="2484438"/>
          <p14:tracePt t="3310" x="4748213" y="2478088"/>
          <p14:tracePt t="3366" x="4748213" y="2471738"/>
          <p14:tracePt t="3382" x="4756150" y="2471738"/>
          <p14:tracePt t="3406" x="4762500" y="2457450"/>
          <p14:tracePt t="3462" x="4762500" y="2451100"/>
          <p14:tracePt t="3534" x="4762500" y="2443163"/>
          <p14:tracePt t="3558" x="4768850" y="2443163"/>
          <p14:tracePt t="3566" x="4768850" y="2436813"/>
          <p14:tracePt t="3574" x="4768850" y="2430463"/>
          <p14:tracePt t="4134" x="4776788" y="2430463"/>
          <p14:tracePt t="4142" x="4776788" y="2422525"/>
          <p14:tracePt t="4150" x="4776788" y="2416175"/>
          <p14:tracePt t="4158" x="4776788" y="2409825"/>
          <p14:tracePt t="4166" x="4776788" y="2401888"/>
          <p14:tracePt t="4438" x="4768850" y="2401888"/>
          <p14:tracePt t="4446" x="4762500" y="2401888"/>
          <p14:tracePt t="4454" x="4756150" y="2409825"/>
          <p14:tracePt t="4462" x="4748213" y="2422525"/>
          <p14:tracePt t="4470" x="4733925" y="2430463"/>
          <p14:tracePt t="4477" x="4733925" y="2436813"/>
          <p14:tracePt t="4486" x="4721225" y="2457450"/>
          <p14:tracePt t="4494" x="4713288" y="2463800"/>
          <p14:tracePt t="4502" x="4706938" y="2484438"/>
          <p14:tracePt t="4510" x="4700588" y="2519363"/>
          <p14:tracePt t="4518" x="4686300" y="2527300"/>
          <p14:tracePt t="4525" x="4679950" y="2540000"/>
          <p14:tracePt t="4534" x="4679950" y="2554288"/>
          <p14:tracePt t="4542" x="4672013" y="2568575"/>
          <p14:tracePt t="4582" x="4665663" y="2568575"/>
          <p14:tracePt t="4598" x="4659313" y="2568575"/>
          <p14:tracePt t="4606" x="4651375" y="2568575"/>
          <p14:tracePt t="4613" x="4645025" y="2568575"/>
          <p14:tracePt t="4622" x="4624388" y="2568575"/>
          <p14:tracePt t="4630" x="4603750" y="2568575"/>
          <p14:tracePt t="4638" x="4568825" y="2568575"/>
          <p14:tracePt t="4646" x="4527550" y="2568575"/>
          <p14:tracePt t="4654" x="4492625" y="2568575"/>
          <p14:tracePt t="4661" x="4443413" y="2568575"/>
          <p14:tracePt t="4670" x="4367213" y="2560638"/>
          <p14:tracePt t="4677" x="4278313" y="2554288"/>
          <p14:tracePt t="4686" x="4181475" y="2547938"/>
          <p14:tracePt t="4694" x="4076700" y="2540000"/>
          <p14:tracePt t="4702" x="3973513" y="2540000"/>
          <p14:tracePt t="4710" x="3890963" y="2527300"/>
          <p14:tracePt t="4718" x="3806825" y="2527300"/>
          <p14:tracePt t="4726" x="3709988" y="2527300"/>
          <p14:tracePt t="4734" x="3627438" y="2527300"/>
          <p14:tracePt t="4742" x="3522663" y="2527300"/>
          <p14:tracePt t="4750" x="3440113" y="2527300"/>
          <p14:tracePt t="4758" x="3357563" y="2527300"/>
          <p14:tracePt t="4766" x="3281363" y="2554288"/>
          <p14:tracePt t="4774" x="3197225" y="2595563"/>
          <p14:tracePt t="4782" x="3128963" y="2616200"/>
          <p14:tracePt t="4790" x="3052763" y="2644775"/>
          <p14:tracePt t="4798" x="2976563" y="2686050"/>
          <p14:tracePt t="4806" x="2921000" y="2706688"/>
          <p14:tracePt t="4814" x="2873375" y="2720975"/>
          <p14:tracePt t="4822" x="2838450" y="2727325"/>
          <p14:tracePt t="4830" x="2817813" y="2741613"/>
          <p14:tracePt t="4838" x="2809875" y="2741613"/>
          <p14:tracePt t="4854" x="2803525" y="2741613"/>
          <p14:tracePt t="4934" x="2797175" y="2747963"/>
          <p14:tracePt t="4950" x="2782888" y="2762250"/>
          <p14:tracePt t="4966" x="2774950" y="2768600"/>
          <p14:tracePt t="5470" x="2782888" y="2762250"/>
          <p14:tracePt t="5478" x="2789238" y="2741613"/>
          <p14:tracePt t="5486" x="2797175" y="2733675"/>
          <p14:tracePt t="5494" x="2803525" y="2713038"/>
          <p14:tracePt t="5502" x="2803525" y="2692400"/>
          <p14:tracePt t="5510" x="2803525" y="2679700"/>
          <p14:tracePt t="5518" x="2817813" y="2651125"/>
          <p14:tracePt t="5526" x="2830513" y="2624138"/>
          <p14:tracePt t="5534" x="2838450" y="2603500"/>
          <p14:tracePt t="5542" x="2838450" y="2589213"/>
          <p14:tracePt t="5550" x="2851150" y="2574925"/>
          <p14:tracePt t="5558" x="2859088" y="2560638"/>
          <p14:tracePt t="5566" x="2859088" y="2547938"/>
          <p14:tracePt t="5574" x="2873375" y="2519363"/>
          <p14:tracePt t="5582" x="2879725" y="2498725"/>
          <p14:tracePt t="5590" x="2879725" y="2492375"/>
          <p14:tracePt t="5598" x="2886075" y="2471738"/>
          <p14:tracePt t="5606" x="2886075" y="2457450"/>
          <p14:tracePt t="5614" x="2886075" y="2451100"/>
          <p14:tracePt t="5622" x="2886075" y="2430463"/>
          <p14:tracePt t="5630" x="2886075" y="2422525"/>
          <p14:tracePt t="5638" x="2886075" y="2409825"/>
          <p14:tracePt t="5646" x="2900363" y="2401888"/>
          <p14:tracePt t="5654" x="2900363" y="2381250"/>
          <p14:tracePt t="5670" x="2900363" y="2374900"/>
          <p14:tracePt t="5710" x="2906713" y="2374900"/>
          <p14:tracePt t="5718" x="2921000" y="2374900"/>
          <p14:tracePt t="5886" x="2921000" y="2354263"/>
          <p14:tracePt t="5902" x="2921000" y="2339975"/>
          <p14:tracePt t="5910" x="2921000" y="2333625"/>
          <p14:tracePt t="5925" x="2921000" y="2325688"/>
          <p14:tracePt t="5934" x="2921000" y="2319338"/>
          <p14:tracePt t="5958" x="2921000" y="2311400"/>
          <p14:tracePt t="5974" x="2921000" y="2305050"/>
          <p14:tracePt t="5982" x="2927350" y="2298700"/>
          <p14:tracePt t="6070" x="2927350" y="2290763"/>
          <p14:tracePt t="6086" x="2927350" y="2284413"/>
          <p14:tracePt t="6110" x="2927350" y="2278063"/>
          <p14:tracePt t="6142" x="2935288" y="2270125"/>
          <p14:tracePt t="6150" x="2935288" y="2263775"/>
          <p14:tracePt t="6158" x="2935288" y="2249488"/>
          <p14:tracePt t="6166" x="2941638" y="2243138"/>
          <p14:tracePt t="6174" x="2949575" y="2236788"/>
          <p14:tracePt t="6182" x="2955925" y="2222500"/>
          <p14:tracePt t="6190" x="2970213" y="2208213"/>
          <p14:tracePt t="6198" x="2970213" y="2201863"/>
          <p14:tracePt t="6206" x="2976563" y="2201863"/>
          <p14:tracePt t="6214" x="2976563" y="2193925"/>
          <p14:tracePt t="6222" x="2976563" y="2187575"/>
          <p14:tracePt t="6230" x="2982913" y="2187575"/>
          <p14:tracePt t="6262" x="2990850" y="2181225"/>
          <p14:tracePt t="6334" x="2997200" y="2173288"/>
          <p14:tracePt t="6398" x="3003550" y="2173288"/>
          <p14:tracePt t="6406" x="3011488" y="2166938"/>
          <p14:tracePt t="6422" x="3017838" y="2160588"/>
          <p14:tracePt t="6438" x="3032125" y="2152650"/>
          <p14:tracePt t="6462" x="3038475" y="2152650"/>
          <p14:tracePt t="6477" x="3052763" y="2146300"/>
          <p14:tracePt t="6486" x="3052763" y="2138363"/>
          <p14:tracePt t="6494" x="3067050" y="2132013"/>
          <p14:tracePt t="6502" x="3079750" y="2132013"/>
          <p14:tracePt t="6510" x="3094038" y="2117725"/>
          <p14:tracePt t="6518" x="3100388" y="2111375"/>
          <p14:tracePt t="6526" x="3114675" y="2111375"/>
          <p14:tracePt t="6533" x="3122613" y="2111375"/>
          <p14:tracePt t="6582" x="3128963" y="2111375"/>
          <p14:tracePt t="6590" x="3128963" y="2105025"/>
          <p14:tracePt t="6598" x="3135313" y="2105025"/>
          <p14:tracePt t="6606" x="3149600" y="2097088"/>
          <p14:tracePt t="6613" x="3163888" y="2090738"/>
          <p14:tracePt t="6622" x="3176588" y="2084388"/>
          <p14:tracePt t="6630" x="3205163" y="2070100"/>
          <p14:tracePt t="6638" x="3252788" y="2055813"/>
          <p14:tracePt t="6646" x="3281363" y="2049463"/>
          <p14:tracePt t="6654" x="3316288" y="2035175"/>
          <p14:tracePt t="6661" x="3357563" y="2028825"/>
          <p14:tracePt t="6670" x="3384550" y="2020888"/>
          <p14:tracePt t="6677" x="3433763" y="2014538"/>
          <p14:tracePt t="6686" x="3495675" y="2014538"/>
          <p14:tracePt t="6694" x="3571875" y="2014538"/>
          <p14:tracePt t="6702" x="3695700" y="2014538"/>
          <p14:tracePt t="6710" x="3868738" y="2014538"/>
          <p14:tracePt t="6718" x="4090988" y="2014538"/>
          <p14:tracePt t="6726" x="4354513" y="2014538"/>
          <p14:tracePt t="6734" x="4583113" y="2014538"/>
          <p14:tracePt t="6742" x="4768850" y="2014538"/>
          <p14:tracePt t="6750" x="4906963" y="2014538"/>
          <p14:tracePt t="6758" x="5094288" y="2014538"/>
          <p14:tracePt t="6766" x="5226050" y="2014538"/>
          <p14:tracePt t="6774" x="5337175" y="2014538"/>
          <p14:tracePt t="6782" x="5419725" y="2014538"/>
          <p14:tracePt t="6790" x="5475288" y="2014538"/>
          <p14:tracePt t="6798" x="5516563" y="2014538"/>
          <p14:tracePt t="6806" x="5537200" y="2014538"/>
          <p14:tracePt t="6822" x="5545138" y="2014538"/>
          <p14:tracePt t="6926" x="5551488" y="2014538"/>
          <p14:tracePt t="6934" x="5551488" y="2008188"/>
          <p14:tracePt t="6950" x="5551488" y="1993900"/>
          <p14:tracePt t="6959" x="5557838" y="1979613"/>
          <p14:tracePt t="6966" x="5565775" y="1979613"/>
          <p14:tracePt t="6974" x="5565775" y="1973263"/>
          <p14:tracePt t="7014" x="5572125" y="1965325"/>
          <p14:tracePt t="7030" x="5572125" y="1958975"/>
          <p14:tracePt t="7054" x="5572125" y="1952625"/>
          <p14:tracePt t="7062" x="5572125" y="1944688"/>
          <p14:tracePt t="7070" x="5572125" y="1938338"/>
          <p14:tracePt t="7086" x="5572125" y="1931988"/>
          <p14:tracePt t="7214" x="5572125" y="1924050"/>
          <p14:tracePt t="7238" x="5572125" y="1917700"/>
          <p14:tracePt t="7486" x="5572125" y="1911350"/>
          <p14:tracePt t="7502" x="5578475" y="1903413"/>
          <p14:tracePt t="7622" x="5586413" y="1903413"/>
          <p14:tracePt t="8054" x="5592763" y="1903413"/>
          <p14:tracePt t="8070" x="5592763" y="1897063"/>
          <p14:tracePt t="8078" x="5600700" y="1897063"/>
          <p14:tracePt t="8094" x="5607050" y="1889125"/>
          <p14:tracePt t="8110" x="5621338" y="1882775"/>
          <p14:tracePt t="8118" x="5641975" y="1882775"/>
          <p14:tracePt t="8126" x="5662613" y="1882775"/>
          <p14:tracePt t="8134" x="5683250" y="1876425"/>
          <p14:tracePt t="8142" x="5710238" y="1876425"/>
          <p14:tracePt t="8150" x="5738813" y="1876425"/>
          <p14:tracePt t="8158" x="5765800" y="1876425"/>
          <p14:tracePt t="8166" x="5786438" y="1876425"/>
          <p14:tracePt t="8174" x="5835650" y="1876425"/>
          <p14:tracePt t="8182" x="5876925" y="1876425"/>
          <p14:tracePt t="8190" x="5924550" y="1876425"/>
          <p14:tracePt t="8198" x="5973763" y="1889125"/>
          <p14:tracePt t="8206" x="6008688" y="1897063"/>
          <p14:tracePt t="8214" x="6015038" y="1897063"/>
          <p14:tracePt t="8222" x="6021388" y="1897063"/>
          <p14:tracePt t="8750" x="6015038" y="1897063"/>
          <p14:tracePt t="8766" x="6008688" y="1897063"/>
          <p14:tracePt t="8774" x="6000750" y="1897063"/>
          <p14:tracePt t="8838" x="5994400" y="1897063"/>
          <p14:tracePt t="8846" x="5980113" y="1897063"/>
          <p14:tracePt t="8862" x="5967413" y="1897063"/>
          <p14:tracePt t="8870" x="5953125" y="1897063"/>
          <p14:tracePt t="8878" x="5932488" y="1911350"/>
          <p14:tracePt t="8886" x="5924550" y="1917700"/>
          <p14:tracePt t="8894" x="5903913" y="1917700"/>
          <p14:tracePt t="8902" x="5897563" y="1924050"/>
          <p14:tracePt t="8910" x="5891213" y="1924050"/>
          <p14:tracePt t="8918" x="5876925" y="1938338"/>
          <p14:tracePt t="8927" x="5856288" y="1938338"/>
          <p14:tracePt t="8942" x="5815013" y="1958975"/>
          <p14:tracePt t="8950" x="5800725" y="1973263"/>
          <p14:tracePt t="8958" x="5759450" y="1993900"/>
          <p14:tracePt t="8966" x="5703888" y="2014538"/>
          <p14:tracePt t="8974" x="5613400" y="2070100"/>
          <p14:tracePt t="8982" x="5537200" y="2117725"/>
          <p14:tracePt t="8990" x="5448300" y="2166938"/>
          <p14:tracePt t="8998" x="5337175" y="2243138"/>
          <p14:tracePt t="9006" x="5246688" y="2290763"/>
          <p14:tracePt t="9014" x="5178425" y="2333625"/>
          <p14:tracePt t="9022" x="5108575" y="2374900"/>
          <p14:tracePt t="9030" x="5059363" y="2401888"/>
          <p14:tracePt t="9038" x="5005388" y="2430463"/>
          <p14:tracePt t="9046" x="4983163" y="2443163"/>
          <p14:tracePt t="9054" x="4949825" y="2471738"/>
          <p14:tracePt t="9061" x="4921250" y="2478088"/>
          <p14:tracePt t="9070" x="4894263" y="2506663"/>
          <p14:tracePt t="9077" x="4859338" y="2533650"/>
          <p14:tracePt t="9086" x="4818063" y="2560638"/>
          <p14:tracePt t="9094" x="4776788" y="2595563"/>
          <p14:tracePt t="9102" x="4756150" y="2616200"/>
          <p14:tracePt t="9110" x="4727575" y="2636838"/>
          <p14:tracePt t="9118" x="4713288" y="2651125"/>
          <p14:tracePt t="9126" x="4700588" y="2665413"/>
          <p14:tracePt t="9134" x="4692650" y="2671763"/>
          <p14:tracePt t="9150" x="4686300" y="2671763"/>
          <p14:tracePt t="9174" x="4686300" y="2679700"/>
          <p14:tracePt t="9182" x="4686300" y="2686050"/>
          <p14:tracePt t="9190" x="4686300" y="2700338"/>
          <p14:tracePt t="9198" x="4686300" y="2706688"/>
          <p14:tracePt t="9206" x="4686300" y="2713038"/>
          <p14:tracePt t="9318" x="4679950" y="2713038"/>
          <p14:tracePt t="9334" x="4672013" y="2706688"/>
          <p14:tracePt t="9350" x="4665663" y="2700338"/>
          <p14:tracePt t="9454" x="4665663" y="2692400"/>
          <p14:tracePt t="9462" x="4651375" y="2692400"/>
          <p14:tracePt t="9470" x="4624388" y="2692400"/>
          <p14:tracePt t="9478" x="4610100" y="2692400"/>
          <p14:tracePt t="9486" x="4589463" y="2679700"/>
          <p14:tracePt t="9494" x="4554538" y="2679700"/>
          <p14:tracePt t="9502" x="4540250" y="2679700"/>
          <p14:tracePt t="9510" x="4513263" y="2679700"/>
          <p14:tracePt t="9518" x="4492625" y="2679700"/>
          <p14:tracePt t="9526" x="4478338" y="2679700"/>
          <p14:tracePt t="9534" x="4471988" y="2679700"/>
          <p14:tracePt t="9542" x="4464050" y="2679700"/>
          <p14:tracePt t="9646" x="4457700" y="2679700"/>
          <p14:tracePt t="9742" x="4451350" y="2679700"/>
          <p14:tracePt t="9798" x="4451350" y="2686050"/>
          <p14:tracePt t="9822" x="4457700" y="2686050"/>
          <p14:tracePt t="9838" x="4464050" y="2686050"/>
          <p14:tracePt t="9853" x="4464050" y="2692400"/>
          <p14:tracePt t="9886" x="4471988" y="2692400"/>
          <p14:tracePt t="9918" x="4478338" y="2700338"/>
          <p14:tracePt t="9942" x="4478338" y="2713038"/>
          <p14:tracePt t="9950" x="4492625" y="2720975"/>
          <p14:tracePt t="9958" x="4492625" y="2727325"/>
          <p14:tracePt t="9966" x="4506913" y="2741613"/>
          <p14:tracePt t="9974" x="4540250" y="2747963"/>
          <p14:tracePt t="9982" x="4560888" y="2755900"/>
          <p14:tracePt t="9990" x="4603750" y="2776538"/>
          <p14:tracePt t="9998" x="4645025" y="2789238"/>
          <p14:tracePt t="10006" x="4672013" y="2803525"/>
          <p14:tracePt t="10014" x="4706938" y="2817813"/>
          <p14:tracePt t="10022" x="4727575" y="2817813"/>
          <p14:tracePt t="10030" x="4756150" y="2832100"/>
          <p14:tracePt t="10038" x="4762500" y="2832100"/>
          <p14:tracePt t="10046" x="4789488" y="2838450"/>
          <p14:tracePt t="10054" x="4810125" y="2838450"/>
          <p14:tracePt t="10062" x="4818063" y="2838450"/>
          <p14:tracePt t="10070" x="4838700" y="2844800"/>
          <p14:tracePt t="10077" x="4859338" y="2844800"/>
          <p14:tracePt t="10086" x="4873625" y="2852738"/>
          <p14:tracePt t="10093" x="4894263" y="2852738"/>
          <p14:tracePt t="10102" x="4906963" y="2852738"/>
          <p14:tracePt t="10110" x="4921250" y="2852738"/>
          <p14:tracePt t="10118" x="4956175" y="2859088"/>
          <p14:tracePt t="10126" x="4962525" y="2859088"/>
          <p14:tracePt t="10134" x="4970463" y="2859088"/>
          <p14:tracePt t="10142" x="4976813" y="2859088"/>
          <p14:tracePt t="10150" x="4991100" y="2859088"/>
          <p14:tracePt t="10158" x="4997450" y="2859088"/>
          <p14:tracePt t="10166" x="5005388" y="2859088"/>
          <p14:tracePt t="10174" x="5011738" y="2859088"/>
          <p14:tracePt t="10190" x="5018088" y="2859088"/>
          <p14:tracePt t="10198" x="5026025" y="2859088"/>
          <p14:tracePt t="10238" x="5032375" y="2859088"/>
          <p14:tracePt t="10286" x="5038725" y="2859088"/>
          <p14:tracePt t="10294" x="5046663" y="2859088"/>
          <p14:tracePt t="10302" x="5053013" y="2859088"/>
          <p14:tracePt t="10310" x="5059363" y="2859088"/>
          <p14:tracePt t="10502" x="5073650" y="2859088"/>
          <p14:tracePt t="10534" x="5080000" y="2859088"/>
          <p14:tracePt t="10542" x="5087938" y="2852738"/>
          <p14:tracePt t="10550" x="5102225" y="2852738"/>
          <p14:tracePt t="10558" x="5108575" y="2838450"/>
          <p14:tracePt t="10566" x="5114925" y="2838450"/>
          <p14:tracePt t="10638" x="5122863" y="2838450"/>
          <p14:tracePt t="10654" x="5122863" y="2832100"/>
          <p14:tracePt t="10998" x="5129213" y="2832100"/>
          <p14:tracePt t="11006" x="5149850" y="2832100"/>
          <p14:tracePt t="11014" x="5170488" y="2832100"/>
          <p14:tracePt t="11022" x="5191125" y="2832100"/>
          <p14:tracePt t="11030" x="5219700" y="2832100"/>
          <p14:tracePt t="11038" x="5240338" y="2832100"/>
          <p14:tracePt t="11046" x="5267325" y="2824163"/>
          <p14:tracePt t="11054" x="5281613" y="2824163"/>
          <p14:tracePt t="11062" x="5302250" y="2824163"/>
          <p14:tracePt t="11070" x="5322888" y="2824163"/>
          <p14:tracePt t="11078" x="5329238" y="2824163"/>
          <p14:tracePt t="11086" x="5337175" y="2824163"/>
          <p14:tracePt t="11093" x="5351463" y="2824163"/>
          <p14:tracePt t="11110" x="5364163" y="2824163"/>
          <p14:tracePt t="11118" x="5384800" y="2824163"/>
          <p14:tracePt t="11126" x="5399088" y="2824163"/>
          <p14:tracePt t="11134" x="5440363" y="2824163"/>
          <p14:tracePt t="11142" x="5481638" y="2824163"/>
          <p14:tracePt t="11150" x="5530850" y="2824163"/>
          <p14:tracePt t="11158" x="5572125" y="2824163"/>
          <p14:tracePt t="11166" x="5613400" y="2824163"/>
          <p14:tracePt t="11174" x="5683250" y="2824163"/>
          <p14:tracePt t="11182" x="5765800" y="2824163"/>
          <p14:tracePt t="11190" x="5870575" y="2824163"/>
          <p14:tracePt t="11198" x="5967413" y="2824163"/>
          <p14:tracePt t="11206" x="6097588" y="2824163"/>
          <p14:tracePt t="11214" x="6208713" y="2824163"/>
          <p14:tracePt t="11222" x="6326188" y="2824163"/>
          <p14:tracePt t="11230" x="6416675" y="2824163"/>
          <p14:tracePt t="11238" x="6507163" y="2824163"/>
          <p14:tracePt t="11246" x="6610350" y="2824163"/>
          <p14:tracePt t="11254" x="6672263" y="2824163"/>
          <p14:tracePt t="11262" x="6756400" y="2838450"/>
          <p14:tracePt t="11270" x="6832600" y="2865438"/>
          <p14:tracePt t="11277" x="6900863" y="2886075"/>
          <p14:tracePt t="11286" x="6950075" y="2900363"/>
          <p14:tracePt t="11294" x="6997700" y="2906713"/>
          <p14:tracePt t="11302" x="7026275" y="2921000"/>
          <p14:tracePt t="11310" x="7061200" y="2928938"/>
          <p14:tracePt t="11318" x="7088188" y="2935288"/>
          <p14:tracePt t="11326" x="7108825" y="2935288"/>
          <p14:tracePt t="11334" x="7123113" y="2935288"/>
          <p14:tracePt t="11342" x="7137400" y="2935288"/>
          <p14:tracePt t="11350" x="7143750" y="2935288"/>
          <p14:tracePt t="11766" x="7158038" y="2935288"/>
          <p14:tracePt t="11774" x="7191375" y="2955925"/>
          <p14:tracePt t="11782" x="7212013" y="2962275"/>
          <p14:tracePt t="11790" x="7267575" y="2990850"/>
          <p14:tracePt t="11798" x="7337425" y="3025775"/>
          <p14:tracePt t="11806" x="7392988" y="3046413"/>
          <p14:tracePt t="11814" x="7448550" y="3067050"/>
          <p14:tracePt t="11822" x="7483475" y="3081338"/>
          <p14:tracePt t="11830" x="7516813" y="3094038"/>
          <p14:tracePt t="11838" x="7524750" y="3094038"/>
          <p14:tracePt t="11846" x="7537450" y="3094038"/>
          <p14:tracePt t="11854" x="7551738" y="3094038"/>
          <p14:tracePt t="11870" x="7558088" y="3094038"/>
          <p14:tracePt t="11902" x="7572375" y="3094038"/>
          <p14:tracePt t="11910" x="7593013" y="3101975"/>
          <p14:tracePt t="11918" x="7607300" y="3101975"/>
          <p14:tracePt t="11926" x="7634288" y="3122613"/>
          <p14:tracePt t="11934" x="7648575" y="3122613"/>
          <p14:tracePt t="11942" x="7662863" y="3122613"/>
          <p14:tracePt t="11960" x="7683500" y="3135313"/>
          <p14:tracePt t="11974" x="7697788" y="3149600"/>
          <p14:tracePt t="11990" x="7710488" y="3155950"/>
          <p14:tracePt t="11998" x="7724775" y="3178175"/>
          <p14:tracePt t="12006" x="7731125" y="3190875"/>
          <p14:tracePt t="12014" x="7753350" y="3211513"/>
          <p14:tracePt t="12022" x="7766050" y="3232150"/>
          <p14:tracePt t="12030" x="7794625" y="3275013"/>
          <p14:tracePt t="12038" x="7815263" y="3302000"/>
          <p14:tracePt t="12046" x="7850188" y="3343275"/>
          <p14:tracePt t="12054" x="7870825" y="3384550"/>
          <p14:tracePt t="12061" x="7891463" y="3419475"/>
          <p14:tracePt t="12070" x="7905750" y="3460750"/>
          <p14:tracePt t="12077" x="7926388" y="3503613"/>
          <p14:tracePt t="12086" x="7947025" y="3565525"/>
          <p14:tracePt t="12094" x="7967663" y="3600450"/>
          <p14:tracePt t="12102" x="7994650" y="3641725"/>
          <p14:tracePt t="12110" x="8008938" y="3654425"/>
          <p14:tracePt t="12118" x="8029575" y="3689350"/>
          <p14:tracePt t="12126" x="8056563" y="3703638"/>
          <p14:tracePt t="12134" x="8085138" y="3730625"/>
          <p14:tracePt t="12142" x="8105775" y="3738563"/>
          <p14:tracePt t="12150" x="8120063" y="3751263"/>
          <p14:tracePt t="12159" x="8126413" y="3759200"/>
          <p14:tracePt t="12166" x="8140700" y="3765550"/>
          <p14:tracePt t="12262" x="8147050" y="3765550"/>
          <p14:tracePt t="12277" x="8153400" y="3765550"/>
          <p14:tracePt t="12294" x="8153400" y="3759200"/>
          <p14:tracePt t="12334" x="8153400" y="3751263"/>
          <p14:tracePt t="12382" x="8161338" y="3751263"/>
          <p14:tracePt t="12886" x="8167688" y="3744913"/>
          <p14:tracePt t="12902" x="8175625" y="3744913"/>
          <p14:tracePt t="12926" x="8181975" y="3744913"/>
          <p14:tracePt t="12966" x="8188325" y="3744913"/>
          <p14:tracePt t="12974" x="8196263" y="3744913"/>
          <p14:tracePt t="13006" x="8202613" y="3744913"/>
          <p14:tracePt t="13030" x="8202613" y="3738563"/>
          <p14:tracePt t="13070" x="8208963" y="3738563"/>
          <p14:tracePt t="13254" x="8216900" y="3730625"/>
          <p14:tracePt t="13278" x="8216900" y="3724275"/>
          <p14:tracePt t="13310" x="8216900" y="3717925"/>
          <p14:tracePt t="13318" x="8216900" y="3709988"/>
          <p14:tracePt t="14054" x="8202613" y="3709988"/>
          <p14:tracePt t="14062" x="8196263" y="3709988"/>
          <p14:tracePt t="14070" x="8181975" y="3709988"/>
          <p14:tracePt t="14078" x="8175625" y="3709988"/>
          <p14:tracePt t="14086" x="8167688" y="3717925"/>
          <p14:tracePt t="14094" x="8153400" y="3724275"/>
          <p14:tracePt t="15262" x="8147050" y="3724275"/>
          <p14:tracePt t="15310" x="8132763" y="3724275"/>
          <p14:tracePt t="15334" x="8126413" y="3724275"/>
          <p14:tracePt t="15542" x="8112125" y="3724275"/>
          <p14:tracePt t="15606" x="8105775" y="3724275"/>
          <p14:tracePt t="15614" x="8099425" y="3724275"/>
          <p14:tracePt t="15622" x="8085138" y="3724275"/>
          <p14:tracePt t="15630" x="8070850" y="3738563"/>
          <p14:tracePt t="15646" x="8056563" y="3744913"/>
          <p14:tracePt t="15654" x="8050213" y="3751263"/>
          <p14:tracePt t="15662" x="8035925" y="3759200"/>
          <p14:tracePt t="15678" x="8035925" y="3765550"/>
          <p14:tracePt t="15686" x="8023225" y="3773488"/>
          <p14:tracePt t="15694" x="8008938" y="3779838"/>
          <p14:tracePt t="15702" x="7994650" y="3794125"/>
          <p14:tracePt t="15710" x="7988300" y="3794125"/>
          <p14:tracePt t="15718" x="7959725" y="3806825"/>
          <p14:tracePt t="15725" x="7947025" y="3821113"/>
          <p14:tracePt t="15734" x="7926388" y="3835400"/>
          <p14:tracePt t="15742" x="7912100" y="3849688"/>
          <p14:tracePt t="15750" x="7877175" y="3870325"/>
          <p14:tracePt t="15759" x="7842250" y="3890963"/>
          <p14:tracePt t="15766" x="7807325" y="3917950"/>
          <p14:tracePt t="15774" x="7773988" y="3952875"/>
          <p14:tracePt t="15782" x="7731125" y="3987800"/>
          <p14:tracePt t="15790" x="7697788" y="4022725"/>
          <p14:tracePt t="15798" x="7677150" y="4043363"/>
          <p14:tracePt t="15806" x="7656513" y="4049713"/>
          <p14:tracePt t="15814" x="7627938" y="4076700"/>
          <p14:tracePt t="15822" x="7613650" y="4090988"/>
          <p14:tracePt t="15830" x="7600950" y="4098925"/>
          <p14:tracePt t="15838" x="7600950" y="4105275"/>
          <p14:tracePt t="15846" x="7593013" y="4111625"/>
          <p14:tracePt t="15886" x="7593013" y="4125913"/>
          <p14:tracePt t="15902" x="7593013" y="4140200"/>
          <p14:tracePt t="15910" x="7586663" y="4140200"/>
          <p14:tracePt t="15918" x="7586663" y="4152900"/>
          <p14:tracePt t="15926" x="7586663" y="4167188"/>
          <p14:tracePt t="15943" x="7586663" y="4195763"/>
          <p14:tracePt t="15950" x="7586663" y="4216400"/>
          <p14:tracePt t="15966" x="7586663" y="4229100"/>
          <p14:tracePt t="15974" x="7586663" y="4243388"/>
          <p14:tracePt t="15982" x="7586663" y="4257675"/>
          <p14:tracePt t="15990" x="7586663" y="4264025"/>
          <p14:tracePt t="16006" x="7586663" y="4278313"/>
          <p14:tracePt t="16014" x="7586663" y="4284663"/>
          <p14:tracePt t="16030" x="7593013" y="4305300"/>
          <p14:tracePt t="16038" x="7600950" y="4313238"/>
          <p14:tracePt t="16046" x="7607300" y="4325938"/>
          <p14:tracePt t="16054" x="7621588" y="4333875"/>
          <p14:tracePt t="16062" x="7621588" y="4348163"/>
          <p14:tracePt t="16070" x="7627938" y="4354513"/>
          <p14:tracePt t="16077" x="7634288" y="4360863"/>
          <p14:tracePt t="16086" x="7642225" y="4381500"/>
          <p14:tracePt t="16102" x="7648575" y="4381500"/>
          <p14:tracePt t="16110" x="7648575" y="4389438"/>
          <p14:tracePt t="16134" x="7648575" y="4395788"/>
          <p14:tracePt t="16142" x="7656513" y="4402138"/>
          <p14:tracePt t="16158" x="7656513" y="4410075"/>
          <p14:tracePt t="16174" x="7669213" y="4416425"/>
          <p14:tracePt t="19478" x="7677150" y="4416425"/>
          <p14:tracePt t="19486" x="7683500" y="4416425"/>
          <p14:tracePt t="19494" x="7689850" y="4416425"/>
          <p14:tracePt t="19510" x="7697788" y="4416425"/>
          <p14:tracePt t="19518" x="7704138" y="4416425"/>
          <p14:tracePt t="19526" x="7710488" y="4416425"/>
          <p14:tracePt t="19543" x="7718425" y="4416425"/>
          <p14:tracePt t="19550" x="7724775" y="4416425"/>
          <p14:tracePt t="19566" x="7745413" y="4410075"/>
          <p14:tracePt t="19574" x="7753350" y="4410075"/>
          <p14:tracePt t="19582" x="7773988" y="4410075"/>
          <p14:tracePt t="19589" x="7794625" y="4410075"/>
          <p14:tracePt t="19598" x="7821613" y="4410075"/>
          <p14:tracePt t="19606" x="7842250" y="4410075"/>
          <p14:tracePt t="19614" x="7862888" y="4410075"/>
          <p14:tracePt t="19622" x="7883525" y="4410075"/>
          <p14:tracePt t="19630" x="7897813" y="4410075"/>
          <p14:tracePt t="19638" x="7905750" y="4410075"/>
          <p14:tracePt t="19646" x="7912100" y="4410075"/>
          <p14:tracePt t="19654" x="7918450" y="4410075"/>
          <p14:tracePt t="19670" x="7926388" y="4402138"/>
          <p14:tracePt t="19710" x="7926388" y="4395788"/>
          <p14:tracePt t="19718" x="7939088" y="4395788"/>
          <p14:tracePt t="19734" x="7947025" y="4395788"/>
          <p14:tracePt t="19750" x="7959725" y="4389438"/>
          <p14:tracePt t="19798" x="7967663" y="4389438"/>
          <p14:tracePt t="19806" x="7967663" y="4381500"/>
          <p14:tracePt t="21094" x="7974013" y="4381500"/>
          <p14:tracePt t="21798" x="7980363" y="4375150"/>
          <p14:tracePt t="21806" x="7988300" y="4368800"/>
          <p14:tracePt t="24310" x="7988300" y="4360863"/>
          <p14:tracePt t="24334" x="7988300" y="4354513"/>
          <p14:tracePt t="24350" x="7988300" y="4340225"/>
          <p14:tracePt t="24358" x="7980363" y="4340225"/>
          <p14:tracePt t="24390" x="7974013" y="4340225"/>
          <p14:tracePt t="24590" x="7967663" y="4340225"/>
          <p14:tracePt t="24598" x="7959725" y="4340225"/>
          <p14:tracePt t="24606" x="7939088" y="4305300"/>
          <p14:tracePt t="24614" x="7912100" y="4249738"/>
          <p14:tracePt t="24622" x="7856538" y="4202113"/>
          <p14:tracePt t="24630" x="7786688" y="4132263"/>
          <p14:tracePt t="24638" x="7689850" y="4035425"/>
          <p14:tracePt t="24646" x="7586663" y="3938588"/>
          <p14:tracePt t="24654" x="7399338" y="3806825"/>
          <p14:tracePt t="24662" x="7226300" y="3683000"/>
          <p14:tracePt t="24670" x="6962775" y="3509963"/>
          <p14:tracePt t="24678" x="6630988" y="3336925"/>
          <p14:tracePt t="24686" x="6278563" y="3122613"/>
          <p14:tracePt t="24694" x="5932488" y="2928938"/>
          <p14:tracePt t="24702" x="5481638" y="2624138"/>
          <p14:tracePt t="24710" x="5053013" y="2346325"/>
          <p14:tracePt t="24718" x="4603750" y="2049463"/>
          <p14:tracePt t="24726" x="4173538" y="1765300"/>
          <p14:tracePt t="24734" x="3786188" y="1550988"/>
          <p14:tracePt t="24742" x="3349625" y="1392238"/>
          <p14:tracePt t="24750" x="2990850" y="1266825"/>
          <p14:tracePt t="24758" x="2686050" y="1225550"/>
          <p14:tracePt t="24766" x="2428875" y="1176338"/>
          <p14:tracePt t="24774" x="2208213" y="1143000"/>
          <p14:tracePt t="24782" x="1979613" y="1073150"/>
          <p14:tracePt t="24790" x="1800225" y="1031875"/>
          <p14:tracePt t="24798" x="1674813" y="1011238"/>
          <p14:tracePt t="24806" x="1509713" y="982663"/>
          <p14:tracePt t="24814" x="1404938" y="968375"/>
          <p14:tracePt t="24822" x="1287463" y="935038"/>
          <p14:tracePt t="24830" x="1196975" y="914400"/>
          <p14:tracePt t="24838" x="1114425" y="893763"/>
          <p14:tracePt t="24846" x="1052513" y="879475"/>
          <p14:tracePt t="24854" x="982663" y="850900"/>
          <p14:tracePt t="24862" x="906463" y="823913"/>
          <p14:tracePt t="24870" x="823913" y="782638"/>
          <p14:tracePt t="24877" x="754063" y="762000"/>
          <p14:tracePt t="24886" x="671513" y="727075"/>
          <p14:tracePt t="24893" x="581025" y="685800"/>
          <p14:tracePt t="24902" x="498475" y="644525"/>
          <p14:tracePt t="24910" x="463550" y="630238"/>
          <p14:tracePt t="24918" x="395288" y="595313"/>
          <p14:tracePt t="24926" x="296863" y="554038"/>
          <p14:tracePt t="24943" x="55563" y="449263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THE TOTAL PROBABILITY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(Page 1)</a:t>
            </a:r>
            <a:r>
              <a:rPr lang="en">
                <a:solidFill>
                  <a:schemeClr val="lt1"/>
                </a:solidFill>
              </a:rPr>
              <a:t> </a:t>
            </a:r>
            <a:endParaRPr/>
          </a:p>
        </p:txBody>
      </p:sp>
      <p:sp>
        <p:nvSpPr>
          <p:cNvPr id="522" name="Google Shape;522;p2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523" name="Google Shape;523;p29"/>
          <p:cNvSpPr txBox="1">
            <a:spLocks noGrp="1"/>
          </p:cNvSpPr>
          <p:nvPr>
            <p:ph type="body" idx="1"/>
          </p:nvPr>
        </p:nvSpPr>
        <p:spPr>
          <a:xfrm>
            <a:off x="47425" y="2012725"/>
            <a:ext cx="8869200" cy="19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 to calculate the </a:t>
            </a: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total probability</a:t>
            </a:r>
            <a:r>
              <a:rPr lang="en"/>
              <a:t> for all the coins, it could calculate based on Bayes' theorem and the law of total probability.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i="1"/>
              <a:t>P(Z</a:t>
            </a:r>
            <a:r>
              <a:rPr lang="en" i="1" baseline="-25000"/>
              <a:t>A </a:t>
            </a:r>
            <a:r>
              <a:rPr lang="en"/>
              <a:t>|</a:t>
            </a:r>
            <a:r>
              <a:rPr lang="en" i="1"/>
              <a:t> E) =                                                          P(Z</a:t>
            </a:r>
            <a:r>
              <a:rPr lang="en" i="1" baseline="-25000"/>
              <a:t>B </a:t>
            </a:r>
            <a:r>
              <a:rPr lang="en"/>
              <a:t>|</a:t>
            </a:r>
            <a:r>
              <a:rPr lang="en" i="1"/>
              <a:t> E) =</a:t>
            </a:r>
            <a:r>
              <a:rPr lang="en"/>
              <a:t>            </a:t>
            </a:r>
            <a:endParaRPr baseline="30000"/>
          </a:p>
        </p:txBody>
      </p:sp>
      <p:pic>
        <p:nvPicPr>
          <p:cNvPr id="524" name="Google Shape;524;p29"/>
          <p:cNvPicPr preferRelativeResize="0"/>
          <p:nvPr/>
        </p:nvPicPr>
        <p:blipFill rotWithShape="1">
          <a:blip r:embed="rId3">
            <a:alphaModFix/>
          </a:blip>
          <a:srcRect t="40991" b="41802"/>
          <a:stretch/>
        </p:blipFill>
        <p:spPr>
          <a:xfrm>
            <a:off x="2319125" y="1437075"/>
            <a:ext cx="2918326" cy="38922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9"/>
          <p:cNvSpPr txBox="1"/>
          <p:nvPr/>
        </p:nvSpPr>
        <p:spPr>
          <a:xfrm>
            <a:off x="5327125" y="1398188"/>
            <a:ext cx="7368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8H  2T</a:t>
            </a:r>
            <a:endParaRPr/>
          </a:p>
        </p:txBody>
      </p:sp>
      <p:grpSp>
        <p:nvGrpSpPr>
          <p:cNvPr id="526" name="Google Shape;526;p29"/>
          <p:cNvGrpSpPr/>
          <p:nvPr/>
        </p:nvGrpSpPr>
        <p:grpSpPr>
          <a:xfrm>
            <a:off x="1358250" y="3033425"/>
            <a:ext cx="2535300" cy="1164225"/>
            <a:chOff x="1387100" y="3370725"/>
            <a:chExt cx="2535300" cy="1164225"/>
          </a:xfrm>
        </p:grpSpPr>
        <p:sp>
          <p:nvSpPr>
            <p:cNvPr id="527" name="Google Shape;527;p29"/>
            <p:cNvSpPr txBox="1"/>
            <p:nvPr/>
          </p:nvSpPr>
          <p:spPr>
            <a:xfrm>
              <a:off x="2069300" y="3370725"/>
              <a:ext cx="13314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P(E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|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Z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A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)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528" name="Google Shape;528;p29"/>
            <p:cNvSpPr txBox="1"/>
            <p:nvPr/>
          </p:nvSpPr>
          <p:spPr>
            <a:xfrm>
              <a:off x="1387100" y="4024950"/>
              <a:ext cx="25353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P(E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|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Z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A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) + P(E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|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Z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B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)</a:t>
              </a:r>
              <a:endParaRPr sz="2400" b="1" i="1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529" name="Google Shape;529;p29"/>
            <p:cNvCxnSpPr/>
            <p:nvPr/>
          </p:nvCxnSpPr>
          <p:spPr>
            <a:xfrm>
              <a:off x="1387100" y="4063825"/>
              <a:ext cx="2343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0" name="Google Shape;530;p29"/>
          <p:cNvGrpSpPr/>
          <p:nvPr/>
        </p:nvGrpSpPr>
        <p:grpSpPr>
          <a:xfrm>
            <a:off x="6473875" y="3033425"/>
            <a:ext cx="2535300" cy="1164225"/>
            <a:chOff x="1387100" y="3370725"/>
            <a:chExt cx="2535300" cy="1164225"/>
          </a:xfrm>
        </p:grpSpPr>
        <p:sp>
          <p:nvSpPr>
            <p:cNvPr id="531" name="Google Shape;531;p29"/>
            <p:cNvSpPr txBox="1"/>
            <p:nvPr/>
          </p:nvSpPr>
          <p:spPr>
            <a:xfrm>
              <a:off x="2069300" y="3370725"/>
              <a:ext cx="13314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P(E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|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Z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B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)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532" name="Google Shape;532;p29"/>
            <p:cNvSpPr txBox="1"/>
            <p:nvPr/>
          </p:nvSpPr>
          <p:spPr>
            <a:xfrm>
              <a:off x="1387100" y="4024950"/>
              <a:ext cx="25353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P(E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|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Z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A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) + P(E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|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Z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B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)</a:t>
              </a:r>
              <a:endParaRPr sz="2400" b="1" i="1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533" name="Google Shape;533;p29"/>
            <p:cNvCxnSpPr/>
            <p:nvPr/>
          </p:nvCxnSpPr>
          <p:spPr>
            <a:xfrm>
              <a:off x="1387100" y="4063825"/>
              <a:ext cx="2343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34" name="Google Shape;534;p29"/>
          <p:cNvSpPr/>
          <p:nvPr/>
        </p:nvSpPr>
        <p:spPr>
          <a:xfrm>
            <a:off x="309085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" name="Google Shape;535;p29"/>
          <p:cNvGrpSpPr/>
          <p:nvPr/>
        </p:nvGrpSpPr>
        <p:grpSpPr>
          <a:xfrm>
            <a:off x="76475" y="76200"/>
            <a:ext cx="1521500" cy="225900"/>
            <a:chOff x="76475" y="76200"/>
            <a:chExt cx="1521500" cy="225900"/>
          </a:xfrm>
        </p:grpSpPr>
        <p:sp>
          <p:nvSpPr>
            <p:cNvPr id="536" name="Google Shape;536;p29">
              <a:hlinkClick r:id="rId4" action="ppaction://hlinksldjump"/>
            </p:cNvPr>
            <p:cNvSpPr/>
            <p:nvPr/>
          </p:nvSpPr>
          <p:spPr>
            <a:xfrm>
              <a:off x="764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Dosis"/>
                  <a:ea typeface="Dosis"/>
                  <a:cs typeface="Dosis"/>
                  <a:sym typeface="Dosis"/>
                </a:rPr>
                <a:t>Overview</a:t>
              </a:r>
              <a:endParaRPr sz="1200"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8515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rgbClr val="38761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Dosis"/>
                  <a:ea typeface="Dosis"/>
                  <a:cs typeface="Dosis"/>
                  <a:sym typeface="Dosis"/>
                </a:rPr>
                <a:t>STEP 4</a:t>
              </a:r>
              <a:endParaRPr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35633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33" x="4624388" y="1758950"/>
          <p14:tracePt t="369" x="4630738" y="1751013"/>
          <p14:tracePt t="5281" x="4624388" y="1751013"/>
          <p14:tracePt t="5297" x="4616450" y="1751013"/>
          <p14:tracePt t="5305" x="4610100" y="1751013"/>
          <p14:tracePt t="5313" x="4603750" y="1751013"/>
          <p14:tracePt t="5337" x="4595813" y="1751013"/>
          <p14:tracePt t="5353" x="4583113" y="1758950"/>
          <p14:tracePt t="5361" x="4575175" y="1758950"/>
          <p14:tracePt t="5385" x="4568825" y="1758950"/>
          <p14:tracePt t="5393" x="4560888" y="1758950"/>
          <p14:tracePt t="5409" x="4554538" y="1758950"/>
          <p14:tracePt t="5425" x="4540250" y="1758950"/>
          <p14:tracePt t="5433" x="4533900" y="1758950"/>
          <p14:tracePt t="5441" x="4519613" y="1758950"/>
          <p14:tracePt t="5457" x="4513263" y="1758950"/>
          <p14:tracePt t="5465" x="4492625" y="1758950"/>
          <p14:tracePt t="5473" x="4471988" y="1758950"/>
          <p14:tracePt t="5481" x="4451350" y="1758950"/>
          <p14:tracePt t="5489" x="4422775" y="1758950"/>
          <p14:tracePt t="5497" x="4395788" y="1758950"/>
          <p14:tracePt t="5505" x="4360863" y="1758950"/>
          <p14:tracePt t="5513" x="4319588" y="1765300"/>
          <p14:tracePt t="5526" x="4249738" y="1779588"/>
          <p14:tracePt t="5529" x="4222750" y="1785938"/>
          <p14:tracePt t="5537" x="4181475" y="1792288"/>
          <p14:tracePt t="5545" x="4167188" y="1792288"/>
          <p14:tracePt t="5553" x="4160838" y="1792288"/>
          <p14:tracePt t="5561" x="4138613" y="1792288"/>
          <p14:tracePt t="5569" x="4125913" y="1792288"/>
          <p14:tracePt t="5577" x="4117975" y="1792288"/>
          <p14:tracePt t="5585" x="4111625" y="1792288"/>
          <p14:tracePt t="5593" x="4105275" y="1792288"/>
          <p14:tracePt t="5601" x="4097338" y="1792288"/>
          <p14:tracePt t="5609" x="4084638" y="1806575"/>
          <p14:tracePt t="5617" x="4064000" y="1806575"/>
          <p14:tracePt t="5625" x="4049713" y="1806575"/>
          <p14:tracePt t="5633" x="4014788" y="1814513"/>
          <p14:tracePt t="5642" x="3979863" y="1814513"/>
          <p14:tracePt t="5649" x="3932238" y="1814513"/>
          <p14:tracePt t="5657" x="3883025" y="1814513"/>
          <p14:tracePt t="5665" x="3835400" y="1814513"/>
          <p14:tracePt t="5673" x="3806825" y="1814513"/>
          <p14:tracePt t="5681" x="3771900" y="1814513"/>
          <p14:tracePt t="5689" x="3744913" y="1814513"/>
          <p14:tracePt t="5697" x="3724275" y="1814513"/>
          <p14:tracePt t="5705" x="3695700" y="1820863"/>
          <p14:tracePt t="5713" x="3675063" y="1820863"/>
          <p14:tracePt t="5721" x="3662363" y="1835150"/>
          <p14:tracePt t="5745" x="3654425" y="1835150"/>
          <p14:tracePt t="5761" x="3648075" y="1835150"/>
          <p14:tracePt t="5777" x="3641725" y="1835150"/>
          <p14:tracePt t="5786" x="3633788" y="1835150"/>
          <p14:tracePt t="5793" x="3627438" y="1835150"/>
          <p14:tracePt t="6297" x="3619500" y="1835150"/>
          <p14:tracePt t="6305" x="3613150" y="1835150"/>
          <p14:tracePt t="6321" x="3598863" y="1835150"/>
          <p14:tracePt t="6329" x="3592513" y="1835150"/>
          <p14:tracePt t="6353" x="3586163" y="1835150"/>
          <p14:tracePt t="6361" x="3571875" y="1835150"/>
          <p14:tracePt t="6369" x="3565525" y="1835150"/>
          <p14:tracePt t="6377" x="3557588" y="1835150"/>
          <p14:tracePt t="6385" x="3551238" y="1835150"/>
          <p14:tracePt t="6393" x="3543300" y="1835150"/>
          <p14:tracePt t="6433" x="3536950" y="1835150"/>
          <p14:tracePt t="6441" x="3530600" y="1835150"/>
          <p14:tracePt t="6449" x="3522663" y="1835150"/>
          <p14:tracePt t="6457" x="3502025" y="1827213"/>
          <p14:tracePt t="6465" x="3495675" y="1827213"/>
          <p14:tracePt t="6473" x="3475038" y="1814513"/>
          <p14:tracePt t="6481" x="3468688" y="1814513"/>
          <p14:tracePt t="6489" x="3454400" y="1814513"/>
          <p14:tracePt t="6497" x="3446463" y="1814513"/>
          <p14:tracePt t="6513" x="3446463" y="1806575"/>
          <p14:tracePt t="6641" x="3454400" y="1806575"/>
          <p14:tracePt t="6649" x="3468688" y="1806575"/>
          <p14:tracePt t="6657" x="3481388" y="1806575"/>
          <p14:tracePt t="6665" x="3502025" y="1806575"/>
          <p14:tracePt t="6673" x="3516313" y="1806575"/>
          <p14:tracePt t="6681" x="3522663" y="1806575"/>
          <p14:tracePt t="6689" x="3536950" y="1806575"/>
          <p14:tracePt t="6697" x="3551238" y="1806575"/>
          <p14:tracePt t="6705" x="3571875" y="1806575"/>
          <p14:tracePt t="6713" x="3586163" y="1806575"/>
          <p14:tracePt t="6721" x="3613150" y="1806575"/>
          <p14:tracePt t="6729" x="3648075" y="1806575"/>
          <p14:tracePt t="6737" x="3675063" y="1806575"/>
          <p14:tracePt t="6745" x="3709988" y="1806575"/>
          <p14:tracePt t="6753" x="3738563" y="1806575"/>
          <p14:tracePt t="6761" x="3779838" y="1806575"/>
          <p14:tracePt t="6769" x="3814763" y="1806575"/>
          <p14:tracePt t="6777" x="3841750" y="1806575"/>
          <p14:tracePt t="6785" x="3890963" y="1806575"/>
          <p14:tracePt t="6793" x="3911600" y="1806575"/>
          <p14:tracePt t="6801" x="3944938" y="1806575"/>
          <p14:tracePt t="6809" x="3973513" y="1806575"/>
          <p14:tracePt t="6818" x="3987800" y="1806575"/>
          <p14:tracePt t="6825" x="4014788" y="1806575"/>
          <p14:tracePt t="6833" x="4035425" y="1806575"/>
          <p14:tracePt t="6841" x="4056063" y="1806575"/>
          <p14:tracePt t="6849" x="4064000" y="1806575"/>
          <p14:tracePt t="6857" x="4084638" y="1806575"/>
          <p14:tracePt t="6865" x="4105275" y="1806575"/>
          <p14:tracePt t="6873" x="4111625" y="1806575"/>
          <p14:tracePt t="6881" x="4125913" y="1806575"/>
          <p14:tracePt t="6889" x="4138613" y="1806575"/>
          <p14:tracePt t="6897" x="4160838" y="1806575"/>
          <p14:tracePt t="6910" x="4181475" y="1806575"/>
          <p14:tracePt t="6913" x="4202113" y="1806575"/>
          <p14:tracePt t="6921" x="4208463" y="1806575"/>
          <p14:tracePt t="6929" x="4229100" y="1806575"/>
          <p14:tracePt t="6937" x="4243388" y="1806575"/>
          <p14:tracePt t="6945" x="4257675" y="1806575"/>
          <p14:tracePt t="6953" x="4264025" y="1806575"/>
          <p14:tracePt t="6961" x="4278313" y="1806575"/>
          <p14:tracePt t="6969" x="4284663" y="1806575"/>
          <p14:tracePt t="6977" x="4305300" y="1806575"/>
          <p14:tracePt t="6986" x="4311650" y="1806575"/>
          <p14:tracePt t="6993" x="4325938" y="1806575"/>
          <p14:tracePt t="7001" x="4333875" y="1806575"/>
          <p14:tracePt t="7009" x="4346575" y="1806575"/>
          <p14:tracePt t="7017" x="4367213" y="1806575"/>
          <p14:tracePt t="7025" x="4387850" y="1806575"/>
          <p14:tracePt t="7033" x="4416425" y="1806575"/>
          <p14:tracePt t="7041" x="4457700" y="1806575"/>
          <p14:tracePt t="7049" x="4506913" y="1806575"/>
          <p14:tracePt t="7057" x="4560888" y="1806575"/>
          <p14:tracePt t="7065" x="4616450" y="1806575"/>
          <p14:tracePt t="7073" x="4672013" y="1806575"/>
          <p14:tracePt t="7081" x="4713288" y="1806575"/>
          <p14:tracePt t="7089" x="4748213" y="1806575"/>
          <p14:tracePt t="7097" x="4797425" y="1806575"/>
          <p14:tracePt t="7105" x="4832350" y="1806575"/>
          <p14:tracePt t="7113" x="4859338" y="1806575"/>
          <p14:tracePt t="7121" x="4886325" y="1806575"/>
          <p14:tracePt t="7129" x="4914900" y="1806575"/>
          <p14:tracePt t="7137" x="4949825" y="1806575"/>
          <p14:tracePt t="7145" x="4983163" y="1806575"/>
          <p14:tracePt t="7153" x="5005388" y="1806575"/>
          <p14:tracePt t="7161" x="5032375" y="1806575"/>
          <p14:tracePt t="7169" x="5059363" y="1806575"/>
          <p14:tracePt t="7177" x="5080000" y="1806575"/>
          <p14:tracePt t="7185" x="5094288" y="1806575"/>
          <p14:tracePt t="7193" x="5122863" y="1806575"/>
          <p14:tracePt t="7201" x="5143500" y="1806575"/>
          <p14:tracePt t="7209" x="5170488" y="1806575"/>
          <p14:tracePt t="7217" x="5211763" y="1806575"/>
          <p14:tracePt t="7225" x="5240338" y="1806575"/>
          <p14:tracePt t="7233" x="5267325" y="1806575"/>
          <p14:tracePt t="7242" x="5295900" y="1806575"/>
          <p14:tracePt t="7249" x="5316538" y="1806575"/>
          <p14:tracePt t="7257" x="5343525" y="1806575"/>
          <p14:tracePt t="7265" x="5364163" y="1806575"/>
          <p14:tracePt t="7273" x="5384800" y="1806575"/>
          <p14:tracePt t="7281" x="5399088" y="1806575"/>
          <p14:tracePt t="7289" x="5419725" y="1806575"/>
          <p14:tracePt t="7297" x="5448300" y="1806575"/>
          <p14:tracePt t="7305" x="5468938" y="1806575"/>
          <p14:tracePt t="7313" x="5489575" y="1806575"/>
          <p14:tracePt t="7321" x="5495925" y="1806575"/>
          <p14:tracePt t="7330" x="5510213" y="1806575"/>
          <p14:tracePt t="7337" x="5516563" y="1806575"/>
          <p14:tracePt t="7345" x="5524500" y="1806575"/>
          <p14:tracePt t="7353" x="5537200" y="1806575"/>
          <p14:tracePt t="7361" x="5545138" y="1806575"/>
          <p14:tracePt t="7377" x="5557838" y="1806575"/>
          <p14:tracePt t="7385" x="5565775" y="1806575"/>
          <p14:tracePt t="7393" x="5578475" y="1806575"/>
          <p14:tracePt t="7401" x="5600700" y="1792288"/>
          <p14:tracePt t="7409" x="5621338" y="1792288"/>
          <p14:tracePt t="7417" x="5648325" y="1785938"/>
          <p14:tracePt t="7425" x="5668963" y="1785938"/>
          <p14:tracePt t="7433" x="5689600" y="1779588"/>
          <p14:tracePt t="7441" x="5710238" y="1779588"/>
          <p14:tracePt t="7449" x="5724525" y="1779588"/>
          <p14:tracePt t="7457" x="5745163" y="1779588"/>
          <p14:tracePt t="7465" x="5773738" y="1779588"/>
          <p14:tracePt t="7473" x="5794375" y="1779588"/>
          <p14:tracePt t="7481" x="5800725" y="1779588"/>
          <p14:tracePt t="7489" x="5807075" y="1779588"/>
          <p14:tracePt t="7497" x="5815013" y="1779588"/>
          <p14:tracePt t="7505" x="5821363" y="1779588"/>
          <p14:tracePt t="7513" x="5842000" y="1779588"/>
          <p14:tracePt t="7521" x="5848350" y="1779588"/>
          <p14:tracePt t="7529" x="5870575" y="1765300"/>
          <p14:tracePt t="7537" x="5891213" y="1765300"/>
          <p14:tracePt t="7545" x="5918200" y="1758950"/>
          <p14:tracePt t="7553" x="5953125" y="1751013"/>
          <p14:tracePt t="7561" x="5973763" y="1751013"/>
          <p14:tracePt t="7569" x="5988050" y="1751013"/>
          <p14:tracePt t="7577" x="5994400" y="1751013"/>
          <p14:tracePt t="7586" x="6000750" y="1751013"/>
          <p14:tracePt t="7602" x="6015038" y="1751013"/>
          <p14:tracePt t="7609" x="6021388" y="1744663"/>
          <p14:tracePt t="7617" x="6029325" y="1744663"/>
          <p14:tracePt t="7633" x="6035675" y="1738313"/>
          <p14:tracePt t="7657" x="6043613" y="1730375"/>
          <p14:tracePt t="7665" x="6043613" y="1724025"/>
          <p14:tracePt t="7673" x="6043613" y="1709738"/>
          <p14:tracePt t="7681" x="6049963" y="1695450"/>
          <p14:tracePt t="7689" x="6049963" y="1689100"/>
          <p14:tracePt t="7697" x="6056313" y="1668463"/>
          <p14:tracePt t="7705" x="6056313" y="1662113"/>
          <p14:tracePt t="7713" x="6056313" y="1647825"/>
          <p14:tracePt t="7721" x="6064250" y="1619250"/>
          <p14:tracePt t="7729" x="6064250" y="1606550"/>
          <p14:tracePt t="7737" x="6064250" y="1592263"/>
          <p14:tracePt t="7745" x="6064250" y="1585913"/>
          <p14:tracePt t="7753" x="6064250" y="1577975"/>
          <p14:tracePt t="7761" x="6064250" y="1565275"/>
          <p14:tracePt t="7777" x="6064250" y="1550988"/>
          <p14:tracePt t="7785" x="6064250" y="1543050"/>
          <p14:tracePt t="7793" x="6049963" y="1516063"/>
          <p14:tracePt t="7801" x="6043613" y="1516063"/>
          <p14:tracePt t="7809" x="6035675" y="1501775"/>
          <p14:tracePt t="7817" x="6029325" y="1495425"/>
          <p14:tracePt t="7825" x="6015038" y="1489075"/>
          <p14:tracePt t="7833" x="6000750" y="1466850"/>
          <p14:tracePt t="7841" x="5994400" y="1466850"/>
          <p14:tracePt t="7850" x="5967413" y="1460500"/>
          <p14:tracePt t="7857" x="5953125" y="1446213"/>
          <p14:tracePt t="7865" x="5946775" y="1446213"/>
          <p14:tracePt t="7873" x="5924550" y="1439863"/>
          <p14:tracePt t="7881" x="5903913" y="1439863"/>
          <p14:tracePt t="7889" x="5891213" y="1433513"/>
          <p14:tracePt t="7897" x="5876925" y="1425575"/>
          <p14:tracePt t="7905" x="5870575" y="1425575"/>
          <p14:tracePt t="7913" x="5856288" y="1425575"/>
          <p14:tracePt t="7921" x="5842000" y="1425575"/>
          <p14:tracePt t="7929" x="5821363" y="1425575"/>
          <p14:tracePt t="7937" x="5815013" y="1425575"/>
          <p14:tracePt t="7945" x="5794375" y="1425575"/>
          <p14:tracePt t="7961" x="5780088" y="1425575"/>
          <p14:tracePt t="7969" x="5759450" y="1425575"/>
          <p14:tracePt t="7977" x="5751513" y="1425575"/>
          <p14:tracePt t="7985" x="5745163" y="1425575"/>
          <p14:tracePt t="7993" x="5738813" y="1425575"/>
          <p14:tracePt t="8001" x="5724525" y="1425575"/>
          <p14:tracePt t="8017" x="5718175" y="1425575"/>
          <p14:tracePt t="8026" x="5703888" y="1425575"/>
          <p14:tracePt t="8042" x="5689600" y="1425575"/>
          <p14:tracePt t="8049" x="5683250" y="1425575"/>
          <p14:tracePt t="8057" x="5668963" y="1425575"/>
          <p14:tracePt t="8065" x="5654675" y="1439863"/>
          <p14:tracePt t="8081" x="5641975" y="1439863"/>
          <p14:tracePt t="8089" x="5634038" y="1446213"/>
          <p14:tracePt t="8097" x="5627688" y="1446213"/>
          <p14:tracePt t="8105" x="5613400" y="1454150"/>
          <p14:tracePt t="8113" x="5613400" y="1460500"/>
          <p14:tracePt t="8121" x="5607050" y="1466850"/>
          <p14:tracePt t="8129" x="5600700" y="1474788"/>
          <p14:tracePt t="8137" x="5592763" y="1474788"/>
          <p14:tracePt t="8145" x="5586413" y="1489075"/>
          <p14:tracePt t="8153" x="5572125" y="1489075"/>
          <p14:tracePt t="8175" x="5572125" y="1501775"/>
          <p14:tracePt t="8178" x="5565775" y="1501775"/>
          <p14:tracePt t="8201" x="5565775" y="1509713"/>
          <p14:tracePt t="8873" x="5565775" y="1522413"/>
          <p14:tracePt t="8889" x="5565775" y="1530350"/>
          <p14:tracePt t="8921" x="5565775" y="1543050"/>
          <p14:tracePt t="9081" x="5565775" y="1550988"/>
          <p14:tracePt t="9097" x="5572125" y="1550988"/>
          <p14:tracePt t="9105" x="5578475" y="1543050"/>
          <p14:tracePt t="9121" x="5592763" y="1536700"/>
          <p14:tracePt t="9137" x="5600700" y="1530350"/>
          <p14:tracePt t="9145" x="5607050" y="1530350"/>
          <p14:tracePt t="9153" x="5613400" y="1522413"/>
          <p14:tracePt t="9161" x="5634038" y="1522413"/>
          <p14:tracePt t="9169" x="5648325" y="1522413"/>
          <p14:tracePt t="9177" x="5662613" y="1522413"/>
          <p14:tracePt t="9185" x="5668963" y="1522413"/>
          <p14:tracePt t="9193" x="5675313" y="1522413"/>
          <p14:tracePt t="9201" x="5683250" y="1522413"/>
          <p14:tracePt t="9281" x="5689600" y="1522413"/>
          <p14:tracePt t="9513" x="5703888" y="1522413"/>
          <p14:tracePt t="9521" x="5730875" y="1530350"/>
          <p14:tracePt t="9529" x="5738813" y="1530350"/>
          <p14:tracePt t="9673" x="5730875" y="1530350"/>
          <p14:tracePt t="9689" x="5730875" y="1522413"/>
          <p14:tracePt t="9705" x="5703888" y="1501775"/>
          <p14:tracePt t="9713" x="5697538" y="1501775"/>
          <p14:tracePt t="9721" x="5689600" y="1501775"/>
          <p14:tracePt t="9737" x="5668963" y="1509713"/>
          <p14:tracePt t="9745" x="5641975" y="1530350"/>
          <p14:tracePt t="9753" x="5592763" y="1550988"/>
          <p14:tracePt t="9761" x="5524500" y="1606550"/>
          <p14:tracePt t="9769" x="5448300" y="1647825"/>
          <p14:tracePt t="9777" x="5351463" y="1695450"/>
          <p14:tracePt t="9785" x="5240338" y="1751013"/>
          <p14:tracePt t="9793" x="5067300" y="1814513"/>
          <p14:tracePt t="9801" x="4852988" y="1897063"/>
          <p14:tracePt t="9809" x="4554538" y="1987550"/>
          <p14:tracePt t="9817" x="4333875" y="2097088"/>
          <p14:tracePt t="9825" x="4056063" y="2187575"/>
          <p14:tracePt t="9833" x="3848100" y="2243138"/>
          <p14:tracePt t="9841" x="3619500" y="2305050"/>
          <p14:tracePt t="9849" x="3489325" y="2354263"/>
          <p14:tracePt t="9857" x="3419475" y="2374900"/>
          <p14:tracePt t="9865" x="3378200" y="2381250"/>
          <p14:tracePt t="9889" x="3370263" y="2381250"/>
          <p14:tracePt t="9909" x="3384550" y="2381250"/>
          <p14:tracePt t="9913" x="3392488" y="2381250"/>
          <p14:tracePt t="10041" x="3392488" y="2374900"/>
          <p14:tracePt t="10049" x="3392488" y="2366963"/>
          <p14:tracePt t="10081" x="3384550" y="2366963"/>
          <p14:tracePt t="10105" x="3370263" y="2360613"/>
          <p14:tracePt t="12145" x="3370263" y="2366963"/>
          <p14:tracePt t="12153" x="3384550" y="2381250"/>
          <p14:tracePt t="12161" x="3392488" y="2381250"/>
          <p14:tracePt t="12169" x="3413125" y="2395538"/>
          <p14:tracePt t="12177" x="3419475" y="2401888"/>
          <p14:tracePt t="12185" x="3433763" y="2416175"/>
          <p14:tracePt t="12193" x="3460750" y="2430463"/>
          <p14:tracePt t="12201" x="3468688" y="2443163"/>
          <p14:tracePt t="12209" x="3489325" y="2463800"/>
          <p14:tracePt t="12217" x="3509963" y="2478088"/>
          <p14:tracePt t="12225" x="3522663" y="2498725"/>
          <p14:tracePt t="12233" x="3551238" y="2519363"/>
          <p14:tracePt t="12241" x="3571875" y="2547938"/>
          <p14:tracePt t="12249" x="3606800" y="2568575"/>
          <p14:tracePt t="12257" x="3641725" y="2589213"/>
          <p14:tracePt t="12265" x="3689350" y="2636838"/>
          <p14:tracePt t="12273" x="3751263" y="2665413"/>
          <p14:tracePt t="12281" x="3800475" y="2706688"/>
          <p14:tracePt t="12289" x="3856038" y="2755900"/>
          <p14:tracePt t="12297" x="3883025" y="2768600"/>
          <p14:tracePt t="12305" x="3897313" y="2768600"/>
          <p14:tracePt t="12313" x="3911600" y="2768600"/>
          <p14:tracePt t="12321" x="3932238" y="2782888"/>
          <p14:tracePt t="12377" x="3938588" y="2782888"/>
          <p14:tracePt t="12417" x="3938588" y="2789238"/>
          <p14:tracePt t="12449" x="3938588" y="2797175"/>
          <p14:tracePt t="12577" x="3938588" y="2803525"/>
          <p14:tracePt t="12617" x="3924300" y="2803525"/>
          <p14:tracePt t="12649" x="3938588" y="2776538"/>
          <p14:tracePt t="12657" x="3973513" y="2741613"/>
          <p14:tracePt t="12665" x="4029075" y="2679700"/>
          <p14:tracePt t="12673" x="4076700" y="2603500"/>
          <p14:tracePt t="12681" x="4160838" y="2506663"/>
          <p14:tracePt t="12689" x="4237038" y="2422525"/>
          <p14:tracePt t="12697" x="4360863" y="2263775"/>
          <p14:tracePt t="12705" x="4451350" y="2181225"/>
          <p14:tracePt t="12713" x="4540250" y="2076450"/>
          <p14:tracePt t="12721" x="4603750" y="2014538"/>
          <p14:tracePt t="12729" x="4659313" y="1958975"/>
          <p14:tracePt t="12737" x="4721225" y="1917700"/>
          <p14:tracePt t="12745" x="4762500" y="1889125"/>
          <p14:tracePt t="12753" x="4789488" y="1876425"/>
          <p14:tracePt t="12761" x="4810125" y="1862138"/>
          <p14:tracePt t="12769" x="4832350" y="1855788"/>
          <p14:tracePt t="12777" x="4845050" y="1855788"/>
          <p14:tracePt t="12785" x="4852988" y="1855788"/>
          <p14:tracePt t="12793" x="4859338" y="1855788"/>
          <p14:tracePt t="13017" x="4865688" y="1862138"/>
          <p14:tracePt t="13025" x="4879975" y="1882775"/>
          <p14:tracePt t="13033" x="4894263" y="1903413"/>
          <p14:tracePt t="13041" x="4900613" y="1931988"/>
          <p14:tracePt t="13049" x="4906963" y="1944688"/>
          <p14:tracePt t="13057" x="4914900" y="1952625"/>
          <p14:tracePt t="13065" x="4921250" y="1965325"/>
          <p14:tracePt t="13073" x="4935538" y="1973263"/>
          <p14:tracePt t="13169" x="4935538" y="1979613"/>
          <p14:tracePt t="13194" x="4941888" y="1973263"/>
          <p14:tracePt t="13201" x="4970463" y="1944688"/>
          <p14:tracePt t="13209" x="4991100" y="1917700"/>
          <p14:tracePt t="13217" x="5018088" y="1897063"/>
          <p14:tracePt t="13225" x="5038725" y="1876425"/>
          <p14:tracePt t="13233" x="5073650" y="1862138"/>
          <p14:tracePt t="13242" x="5108575" y="1841500"/>
          <p14:tracePt t="13249" x="5149850" y="1841500"/>
          <p14:tracePt t="13257" x="5184775" y="1835150"/>
          <p14:tracePt t="13265" x="5226050" y="1835150"/>
          <p14:tracePt t="13273" x="5267325" y="1835150"/>
          <p14:tracePt t="13281" x="5302250" y="1835150"/>
          <p14:tracePt t="13289" x="5316538" y="1835150"/>
          <p14:tracePt t="13297" x="5343525" y="1835150"/>
          <p14:tracePt t="13305" x="5351463" y="1841500"/>
          <p14:tracePt t="13313" x="5357813" y="1847850"/>
          <p14:tracePt t="13329" x="5364163" y="1855788"/>
          <p14:tracePt t="13337" x="5364163" y="1868488"/>
          <p14:tracePt t="13345" x="5364163" y="1882775"/>
          <p14:tracePt t="13361" x="5364163" y="1889125"/>
          <p14:tracePt t="13369" x="5364163" y="1897063"/>
          <p14:tracePt t="13401" x="5364163" y="1903413"/>
          <p14:tracePt t="13473" x="5364163" y="1889125"/>
          <p14:tracePt t="13481" x="5372100" y="1876425"/>
          <p14:tracePt t="13489" x="5384800" y="1862138"/>
          <p14:tracePt t="13497" x="5399088" y="1847850"/>
          <p14:tracePt t="13505" x="5413375" y="1835150"/>
          <p14:tracePt t="13513" x="5419725" y="1827213"/>
          <p14:tracePt t="13521" x="5440363" y="1820863"/>
          <p14:tracePt t="13529" x="5475288" y="1806575"/>
          <p14:tracePt t="13537" x="5495925" y="1806575"/>
          <p14:tracePt t="13545" x="5524500" y="1806575"/>
          <p14:tracePt t="13553" x="5551488" y="1806575"/>
          <p14:tracePt t="13561" x="5572125" y="1806575"/>
          <p14:tracePt t="13569" x="5600700" y="1814513"/>
          <p14:tracePt t="13577" x="5627688" y="1835150"/>
          <p14:tracePt t="13585" x="5648325" y="1855788"/>
          <p14:tracePt t="13593" x="5662613" y="1882775"/>
          <p14:tracePt t="13601" x="5675313" y="1911350"/>
          <p14:tracePt t="13610" x="5675313" y="1924050"/>
          <p14:tracePt t="13617" x="5675313" y="1944688"/>
          <p14:tracePt t="13633" x="5675313" y="1958975"/>
          <p14:tracePt t="13641" x="5675313" y="1965325"/>
          <p14:tracePt t="13689" x="5683250" y="1973263"/>
          <p14:tracePt t="13697" x="5689600" y="1973263"/>
          <p14:tracePt t="13706" x="5724525" y="1965325"/>
          <p14:tracePt t="13713" x="5745163" y="1958975"/>
          <p14:tracePt t="13721" x="5773738" y="1952625"/>
          <p14:tracePt t="13729" x="5794375" y="1944688"/>
          <p14:tracePt t="13737" x="5821363" y="1944688"/>
          <p14:tracePt t="13745" x="5835650" y="1938338"/>
          <p14:tracePt t="13753" x="5856288" y="1938338"/>
          <p14:tracePt t="13761" x="5862638" y="1938338"/>
          <p14:tracePt t="13769" x="5870575" y="1938338"/>
          <p14:tracePt t="13777" x="5876925" y="1938338"/>
          <p14:tracePt t="13809" x="5883275" y="1938338"/>
          <p14:tracePt t="13825" x="5897563" y="1944688"/>
          <p14:tracePt t="13849" x="5897563" y="1952625"/>
          <p14:tracePt t="13929" x="5897563" y="1958975"/>
          <p14:tracePt t="14033" x="5897563" y="1973263"/>
          <p14:tracePt t="14041" x="5897563" y="1979613"/>
          <p14:tracePt t="14185" x="5897563" y="1987550"/>
          <p14:tracePt t="14233" x="5876925" y="1979613"/>
          <p14:tracePt t="14241" x="5827713" y="1973263"/>
          <p14:tracePt t="14249" x="5745163" y="1973263"/>
          <p14:tracePt t="14257" x="5668963" y="1973263"/>
          <p14:tracePt t="14265" x="5634038" y="1973263"/>
          <p14:tracePt t="14273" x="5613400" y="1973263"/>
          <p14:tracePt t="14281" x="5607050" y="1973263"/>
          <p14:tracePt t="14289" x="5586413" y="1973263"/>
          <p14:tracePt t="14297" x="5572125" y="1973263"/>
          <p14:tracePt t="14305" x="5557838" y="1973263"/>
          <p14:tracePt t="15201" x="5545138" y="1973263"/>
          <p14:tracePt t="15209" x="5516563" y="1973263"/>
          <p14:tracePt t="15217" x="5502275" y="1973263"/>
          <p14:tracePt t="15225" x="5461000" y="1973263"/>
          <p14:tracePt t="15233" x="5427663" y="1973263"/>
          <p14:tracePt t="15242" x="5392738" y="1973263"/>
          <p14:tracePt t="15249" x="5357813" y="1973263"/>
          <p14:tracePt t="15257" x="5329238" y="1973263"/>
          <p14:tracePt t="15265" x="5295900" y="1973263"/>
          <p14:tracePt t="15273" x="5267325" y="1973263"/>
          <p14:tracePt t="15281" x="5211763" y="1973263"/>
          <p14:tracePt t="15289" x="5164138" y="1973263"/>
          <p14:tracePt t="15297" x="5087938" y="1973263"/>
          <p14:tracePt t="15305" x="5018088" y="1973263"/>
          <p14:tracePt t="15313" x="4976813" y="1973263"/>
          <p14:tracePt t="15321" x="4921250" y="1973263"/>
          <p14:tracePt t="15329" x="4894263" y="1973263"/>
          <p14:tracePt t="15337" x="4873625" y="1973263"/>
          <p14:tracePt t="15345" x="4859338" y="1973263"/>
          <p14:tracePt t="15353" x="4838700" y="1973263"/>
          <p14:tracePt t="15361" x="4832350" y="1973263"/>
          <p14:tracePt t="15369" x="4818063" y="1973263"/>
          <p14:tracePt t="15377" x="4810125" y="1973263"/>
          <p14:tracePt t="15385" x="4803775" y="1973263"/>
          <p14:tracePt t="15393" x="4797425" y="1973263"/>
          <p14:tracePt t="15409" x="4797425" y="1979613"/>
          <p14:tracePt t="15425" x="4789488" y="1979613"/>
          <p14:tracePt t="15449" x="4783138" y="1979613"/>
          <p14:tracePt t="15465" x="4776788" y="1979613"/>
          <p14:tracePt t="15474" x="4762500" y="1987550"/>
          <p14:tracePt t="15481" x="4756150" y="1993900"/>
          <p14:tracePt t="15489" x="4741863" y="2000250"/>
          <p14:tracePt t="15497" x="4727575" y="2014538"/>
          <p14:tracePt t="15505" x="4713288" y="2020888"/>
          <p14:tracePt t="15513" x="4700588" y="2035175"/>
          <p14:tracePt t="15521" x="4692650" y="2041525"/>
          <p14:tracePt t="15529" x="4686300" y="2055813"/>
          <p14:tracePt t="15537" x="4672013" y="2070100"/>
          <p14:tracePt t="15545" x="4659313" y="2097088"/>
          <p14:tracePt t="15553" x="4637088" y="2132013"/>
          <p14:tracePt t="15561" x="4616450" y="2152650"/>
          <p14:tracePt t="15569" x="4603750" y="2193925"/>
          <p14:tracePt t="15577" x="4583113" y="2243138"/>
          <p14:tracePt t="15585" x="4568825" y="2270125"/>
          <p14:tracePt t="15593" x="4540250" y="2325688"/>
          <p14:tracePt t="15601" x="4527550" y="2381250"/>
          <p14:tracePt t="15609" x="4506913" y="2422525"/>
          <p14:tracePt t="15617" x="4498975" y="2471738"/>
          <p14:tracePt t="15625" x="4478338" y="2513013"/>
          <p14:tracePt t="15633" x="4464050" y="2540000"/>
          <p14:tracePt t="15642" x="4457700" y="2582863"/>
          <p14:tracePt t="15649" x="4443413" y="2609850"/>
          <p14:tracePt t="15657" x="4443413" y="2651125"/>
          <p14:tracePt t="15665" x="4443413" y="2671763"/>
          <p14:tracePt t="15673" x="4443413" y="2692400"/>
          <p14:tracePt t="15681" x="4437063" y="2720975"/>
          <p14:tracePt t="15689" x="4437063" y="2727325"/>
          <p14:tracePt t="15697" x="4430713" y="2741613"/>
          <p14:tracePt t="15705" x="4430713" y="2755900"/>
          <p14:tracePt t="15713" x="4430713" y="2762250"/>
          <p14:tracePt t="15721" x="4430713" y="2768600"/>
          <p14:tracePt t="15897" x="4430713" y="2782888"/>
          <p14:tracePt t="15905" x="4430713" y="2789238"/>
          <p14:tracePt t="15921" x="4430713" y="2797175"/>
          <p14:tracePt t="15929" x="4430713" y="2809875"/>
          <p14:tracePt t="15937" x="4430713" y="2832100"/>
          <p14:tracePt t="15945" x="4430713" y="2844800"/>
          <p14:tracePt t="15953" x="4430713" y="2879725"/>
          <p14:tracePt t="15961" x="4430713" y="2914650"/>
          <p14:tracePt t="15969" x="4430713" y="2955925"/>
          <p14:tracePt t="15977" x="4430713" y="2990850"/>
          <p14:tracePt t="15985" x="4430713" y="3011488"/>
          <p14:tracePt t="15993" x="4430713" y="3038475"/>
          <p14:tracePt t="16001" x="4430713" y="3046413"/>
          <p14:tracePt t="16009" x="4430713" y="3059113"/>
          <p14:tracePt t="16017" x="4430713" y="3067050"/>
          <p14:tracePt t="16025" x="4422775" y="3087688"/>
          <p14:tracePt t="16033" x="4422775" y="3094038"/>
          <p14:tracePt t="16041" x="4410075" y="3114675"/>
          <p14:tracePt t="16049" x="4402138" y="3128963"/>
          <p14:tracePt t="16057" x="4402138" y="3135313"/>
          <p14:tracePt t="16065" x="4402138" y="3143250"/>
          <p14:tracePt t="16073" x="4395788" y="3149600"/>
          <p14:tracePt t="20465" x="4402138" y="3149600"/>
          <p14:tracePt t="20473" x="4410075" y="3149600"/>
          <p14:tracePt t="23761" x="4410075" y="3155950"/>
          <p14:tracePt t="23769" x="4422775" y="3178175"/>
          <p14:tracePt t="23777" x="4422775" y="3184525"/>
          <p14:tracePt t="23785" x="4422775" y="3190875"/>
          <p14:tracePt t="23993" x="4422775" y="3184525"/>
          <p14:tracePt t="24081" x="4416425" y="3178175"/>
          <p14:tracePt t="24089" x="4375150" y="3184525"/>
          <p14:tracePt t="24097" x="4333875" y="3211513"/>
          <p14:tracePt t="24105" x="4291013" y="3240088"/>
          <p14:tracePt t="24113" x="4243388" y="3267075"/>
          <p14:tracePt t="24121" x="4202113" y="3281363"/>
          <p14:tracePt t="24129" x="4146550" y="3308350"/>
          <p14:tracePt t="24137" x="4097338" y="3328988"/>
          <p14:tracePt t="24145" x="4049713" y="3343275"/>
          <p14:tracePt t="24153" x="3994150" y="3363913"/>
          <p14:tracePt t="24161" x="3959225" y="3378200"/>
          <p14:tracePt t="24169" x="3890963" y="3405188"/>
          <p14:tracePt t="24177" x="3862388" y="3405188"/>
          <p14:tracePt t="24185" x="3827463" y="3413125"/>
          <p14:tracePt t="24193" x="3792538" y="3419475"/>
          <p14:tracePt t="24201" x="3759200" y="3440113"/>
          <p14:tracePt t="24209" x="3730625" y="3448050"/>
          <p14:tracePt t="24217" x="3662363" y="3468688"/>
          <p14:tracePt t="24225" x="3633788" y="3475038"/>
          <p14:tracePt t="24233" x="3571875" y="3489325"/>
          <p14:tracePt t="24242" x="3522663" y="3503613"/>
          <p14:tracePt t="24249" x="3489325" y="3509963"/>
          <p14:tracePt t="24257" x="3440113" y="3509963"/>
          <p14:tracePt t="24265" x="3413125" y="3516313"/>
          <p14:tracePt t="24274" x="3392488" y="3516313"/>
          <p14:tracePt t="24281" x="3378200" y="3524250"/>
          <p14:tracePt t="24289" x="3343275" y="3530600"/>
          <p14:tracePt t="24297" x="3328988" y="3536950"/>
          <p14:tracePt t="24305" x="3316288" y="3544888"/>
          <p14:tracePt t="24313" x="3287713" y="3551238"/>
          <p14:tracePt t="24321" x="3267075" y="3557588"/>
          <p14:tracePt t="24329" x="3260725" y="3565525"/>
          <p14:tracePt t="24337" x="3246438" y="3565525"/>
          <p14:tracePt t="24345" x="3240088" y="3565525"/>
          <p14:tracePt t="24353" x="3240088" y="3571875"/>
          <p14:tracePt t="24369" x="3232150" y="3578225"/>
          <p14:tracePt t="24409" x="3225800" y="3578225"/>
          <p14:tracePt t="24441" x="3225800" y="3586163"/>
          <p14:tracePt t="24809" x="3225800" y="3578225"/>
          <p14:tracePt t="24825" x="3232150" y="3571875"/>
          <p14:tracePt t="24841" x="3240088" y="3571875"/>
          <p14:tracePt t="24849" x="3246438" y="3565525"/>
          <p14:tracePt t="24881" x="3252788" y="3557588"/>
          <p14:tracePt t="24937" x="3260725" y="3557588"/>
          <p14:tracePt t="24985" x="3260725" y="3551238"/>
          <p14:tracePt t="25017" x="3260725" y="3544888"/>
          <p14:tracePt t="25041" x="3260725" y="3536950"/>
          <p14:tracePt t="25065" x="3260725" y="3530600"/>
          <p14:tracePt t="25113" x="3260725" y="3524250"/>
          <p14:tracePt t="25121" x="3260725" y="3516313"/>
          <p14:tracePt t="25137" x="3260725" y="3503613"/>
          <p14:tracePt t="25161" x="3260725" y="3495675"/>
          <p14:tracePt t="25169" x="3260725" y="3489325"/>
          <p14:tracePt t="25177" x="3252788" y="3481388"/>
          <p14:tracePt t="25185" x="3252788" y="3475038"/>
          <p14:tracePt t="25193" x="3240088" y="3460750"/>
          <p14:tracePt t="25209" x="3225800" y="3448050"/>
          <p14:tracePt t="25217" x="3205163" y="3433763"/>
          <p14:tracePt t="25225" x="3190875" y="3419475"/>
          <p14:tracePt t="25233" x="3176588" y="3398838"/>
          <p14:tracePt t="25241" x="3155950" y="3384550"/>
          <p14:tracePt t="25249" x="3143250" y="3378200"/>
          <p14:tracePt t="25257" x="3122613" y="3357563"/>
          <p14:tracePt t="25265" x="3087688" y="3336925"/>
          <p14:tracePt t="25273" x="3067050" y="3322638"/>
          <p14:tracePt t="25281" x="3032125" y="3308350"/>
          <p14:tracePt t="25289" x="3003550" y="3287713"/>
          <p14:tracePt t="25297" x="2982913" y="3281363"/>
          <p14:tracePt t="25305" x="2955925" y="3275013"/>
          <p14:tracePt t="25313" x="2941638" y="3260725"/>
          <p14:tracePt t="25321" x="2921000" y="3254375"/>
          <p14:tracePt t="25329" x="2906713" y="3254375"/>
          <p14:tracePt t="25337" x="2879725" y="3254375"/>
          <p14:tracePt t="25345" x="2838450" y="3232150"/>
          <p14:tracePt t="25353" x="2803525" y="3225800"/>
          <p14:tracePt t="25361" x="2774950" y="3219450"/>
          <p14:tracePt t="25369" x="2727325" y="3205163"/>
          <p14:tracePt t="25377" x="2686050" y="3190875"/>
          <p14:tracePt t="25385" x="2636838" y="3184525"/>
          <p14:tracePt t="25393" x="2609850" y="3170238"/>
          <p14:tracePt t="25401" x="2554288" y="3163888"/>
          <p14:tracePt t="25409" x="2498725" y="3155950"/>
          <p14:tracePt t="25417" x="2451100" y="3149600"/>
          <p14:tracePt t="25425" x="2401888" y="3149600"/>
          <p14:tracePt t="25433" x="2354263" y="3149600"/>
          <p14:tracePt t="25441" x="2305050" y="3149600"/>
          <p14:tracePt t="25449" x="2270125" y="3149600"/>
          <p14:tracePt t="25457" x="2235200" y="3149600"/>
          <p14:tracePt t="25465" x="2193925" y="3149600"/>
          <p14:tracePt t="25473" x="2166938" y="3149600"/>
          <p14:tracePt t="25481" x="2152650" y="3149600"/>
          <p14:tracePt t="25489" x="2125663" y="3149600"/>
          <p14:tracePt t="25497" x="2105025" y="3149600"/>
          <p14:tracePt t="25505" x="2082800" y="3149600"/>
          <p14:tracePt t="25513" x="2076450" y="3149600"/>
          <p14:tracePt t="25521" x="2041525" y="3163888"/>
          <p14:tracePt t="25529" x="2028825" y="3163888"/>
          <p14:tracePt t="25537" x="2000250" y="3178175"/>
          <p14:tracePt t="25545" x="1993900" y="3184525"/>
          <p14:tracePt t="25553" x="1965325" y="3198813"/>
          <p14:tracePt t="25561" x="1938338" y="3219450"/>
          <p14:tracePt t="25569" x="1931988" y="3219450"/>
          <p14:tracePt t="25577" x="1909763" y="3225800"/>
          <p14:tracePt t="25585" x="1897063" y="3232150"/>
          <p14:tracePt t="25593" x="1889125" y="3246438"/>
          <p14:tracePt t="25601" x="1882775" y="3246438"/>
          <p14:tracePt t="25609" x="1882775" y="3254375"/>
          <p14:tracePt t="25617" x="1868488" y="3267075"/>
          <p14:tracePt t="25625" x="1862138" y="3267075"/>
          <p14:tracePt t="25633" x="1855788" y="3275013"/>
          <p14:tracePt t="25641" x="1855788" y="3287713"/>
          <p14:tracePt t="25649" x="1847850" y="3295650"/>
          <p14:tracePt t="25657" x="1841500" y="3308350"/>
          <p14:tracePt t="25665" x="1841500" y="3316288"/>
          <p14:tracePt t="25674" x="1833563" y="3328988"/>
          <p14:tracePt t="25681" x="1833563" y="3336925"/>
          <p14:tracePt t="25690" x="1833563" y="3351213"/>
          <p14:tracePt t="25697" x="1833563" y="3357563"/>
          <p14:tracePt t="25705" x="1833563" y="3371850"/>
          <p14:tracePt t="25713" x="1833563" y="3384550"/>
          <p14:tracePt t="25721" x="1833563" y="3398838"/>
          <p14:tracePt t="25729" x="1833563" y="3405188"/>
          <p14:tracePt t="25737" x="1833563" y="3419475"/>
          <p14:tracePt t="25745" x="1833563" y="3433763"/>
          <p14:tracePt t="25753" x="1841500" y="3448050"/>
          <p14:tracePt t="25761" x="1847850" y="3454400"/>
          <p14:tracePt t="25769" x="1855788" y="3468688"/>
          <p14:tracePt t="25777" x="1855788" y="3481388"/>
          <p14:tracePt t="25785" x="1868488" y="3495675"/>
          <p14:tracePt t="25794" x="1876425" y="3509963"/>
          <p14:tracePt t="25801" x="1889125" y="3530600"/>
          <p14:tracePt t="25809" x="1903413" y="3551238"/>
          <p14:tracePt t="25817" x="1924050" y="3565525"/>
          <p14:tracePt t="25825" x="1952625" y="3600450"/>
          <p14:tracePt t="25833" x="1973263" y="3613150"/>
          <p14:tracePt t="25841" x="1993900" y="3627438"/>
          <p14:tracePt t="25849" x="2041525" y="3648075"/>
          <p14:tracePt t="25857" x="2082800" y="3668713"/>
          <p14:tracePt t="25865" x="2125663" y="3683000"/>
          <p14:tracePt t="25873" x="2152650" y="3689350"/>
          <p14:tracePt t="25881" x="2187575" y="3697288"/>
          <p14:tracePt t="25889" x="2222500" y="3697288"/>
          <p14:tracePt t="25897" x="2249488" y="3697288"/>
          <p14:tracePt t="25905" x="2298700" y="3697288"/>
          <p14:tracePt t="25913" x="2332038" y="3697288"/>
          <p14:tracePt t="25921" x="2374900" y="3697288"/>
          <p14:tracePt t="25929" x="2408238" y="3697288"/>
          <p14:tracePt t="25937" x="2463800" y="3697288"/>
          <p14:tracePt t="25945" x="2533650" y="3697288"/>
          <p14:tracePt t="25953" x="2601913" y="3697288"/>
          <p14:tracePt t="25961" x="2686050" y="3697288"/>
          <p14:tracePt t="25969" x="2762250" y="3697288"/>
          <p14:tracePt t="25977" x="2838450" y="3683000"/>
          <p14:tracePt t="25985" x="2900363" y="3676650"/>
          <p14:tracePt t="25993" x="2949575" y="3676650"/>
          <p14:tracePt t="26001" x="2976563" y="3668713"/>
          <p14:tracePt t="26009" x="2997200" y="3668713"/>
          <p14:tracePt t="26025" x="3003550" y="3668713"/>
          <p14:tracePt t="26089" x="3024188" y="3668713"/>
          <p14:tracePt t="26241" x="3024188" y="3654425"/>
          <p14:tracePt t="26249" x="3024188" y="3641725"/>
          <p14:tracePt t="26257" x="3024188" y="3633788"/>
          <p14:tracePt t="26265" x="3024188" y="3627438"/>
          <p14:tracePt t="26313" x="3017838" y="3627438"/>
          <p14:tracePt t="26321" x="2982913" y="3633788"/>
          <p14:tracePt t="26330" x="2921000" y="3648075"/>
          <p14:tracePt t="26337" x="2859088" y="3676650"/>
          <p14:tracePt t="26345" x="2782888" y="3717925"/>
          <p14:tracePt t="26353" x="2713038" y="3744913"/>
          <p14:tracePt t="26361" x="2624138" y="3786188"/>
          <p14:tracePt t="26369" x="2540000" y="3814763"/>
          <p14:tracePt t="26377" x="2463800" y="3849688"/>
          <p14:tracePt t="26385" x="2408238" y="3883025"/>
          <p14:tracePt t="26393" x="2346325" y="3932238"/>
          <p14:tracePt t="26401" x="2305050" y="3952875"/>
          <p14:tracePt t="26409" x="2263775" y="3979863"/>
          <p14:tracePt t="26417" x="2222500" y="4008438"/>
          <p14:tracePt t="26425" x="2201863" y="4014788"/>
          <p14:tracePt t="26433" x="2159000" y="4043363"/>
          <p14:tracePt t="26441" x="2125663" y="4070350"/>
          <p14:tracePt t="26449" x="2090738" y="4090988"/>
          <p14:tracePt t="26457" x="2070100" y="4111625"/>
          <p14:tracePt t="26465" x="2035175" y="4132263"/>
          <p14:tracePt t="26473" x="2020888" y="4146550"/>
          <p14:tracePt t="26481" x="1985963" y="4167188"/>
          <p14:tracePt t="26489" x="1958975" y="4187825"/>
          <p14:tracePt t="26497" x="1924050" y="4208463"/>
          <p14:tracePt t="26505" x="1903413" y="4222750"/>
          <p14:tracePt t="26513" x="1882775" y="4229100"/>
          <p14:tracePt t="26521" x="1868488" y="4243388"/>
          <p14:tracePt t="26529" x="1862138" y="4249738"/>
          <p14:tracePt t="26537" x="1847850" y="4264025"/>
          <p14:tracePt t="26545" x="1841500" y="4278313"/>
          <p14:tracePt t="26561" x="1833563" y="4284663"/>
          <p14:tracePt t="26569" x="1827213" y="4298950"/>
          <p14:tracePt t="26585" x="1820863" y="4313238"/>
          <p14:tracePt t="26593" x="1812925" y="4319588"/>
          <p14:tracePt t="26601" x="1806575" y="4325938"/>
          <p14:tracePt t="26713" x="1806575" y="4333875"/>
          <p14:tracePt t="26729" x="1820863" y="4333875"/>
          <p14:tracePt t="26833" x="1827213" y="4333875"/>
          <p14:tracePt t="27665" x="1833563" y="4348163"/>
          <p14:tracePt t="27673" x="1847850" y="4360863"/>
          <p14:tracePt t="27689" x="1855788" y="4375150"/>
          <p14:tracePt t="27697" x="1855788" y="4381500"/>
          <p14:tracePt t="27705" x="1868488" y="4389438"/>
          <p14:tracePt t="27713" x="1868488" y="4395788"/>
          <p14:tracePt t="27721" x="1876425" y="4395788"/>
          <p14:tracePt t="27729" x="1876425" y="4402138"/>
          <p14:tracePt t="27737" x="1882775" y="4416425"/>
          <p14:tracePt t="27817" x="1889125" y="4416425"/>
          <p14:tracePt t="27825" x="1897063" y="4416425"/>
          <p14:tracePt t="27833" x="1903413" y="4416425"/>
          <p14:tracePt t="27842" x="1909763" y="4416425"/>
          <p14:tracePt t="27849" x="1924050" y="4416425"/>
          <p14:tracePt t="27857" x="1931988" y="4416425"/>
          <p14:tracePt t="27865" x="1938338" y="4410075"/>
          <p14:tracePt t="27873" x="1944688" y="4410075"/>
          <p14:tracePt t="27881" x="1952625" y="4402138"/>
          <p14:tracePt t="27897" x="1958975" y="4402138"/>
          <p14:tracePt t="27905" x="1965325" y="4395788"/>
          <p14:tracePt t="27913" x="1973263" y="4389438"/>
          <p14:tracePt t="27921" x="1979613" y="4381500"/>
          <p14:tracePt t="27929" x="1985963" y="4381500"/>
          <p14:tracePt t="27937" x="1993900" y="4375150"/>
          <p14:tracePt t="27945" x="2000250" y="4368800"/>
          <p14:tracePt t="27953" x="2006600" y="4368800"/>
          <p14:tracePt t="27961" x="2006600" y="4360863"/>
          <p14:tracePt t="27969" x="2014538" y="4360863"/>
          <p14:tracePt t="27977" x="2020888" y="4360863"/>
          <p14:tracePt t="27985" x="2028825" y="4348163"/>
          <p14:tracePt t="27993" x="2035175" y="4348163"/>
          <p14:tracePt t="28001" x="2041525" y="4340225"/>
          <p14:tracePt t="28009" x="2055813" y="4340225"/>
          <p14:tracePt t="28017" x="2062163" y="4340225"/>
          <p14:tracePt t="28025" x="2070100" y="4333875"/>
          <p14:tracePt t="28033" x="2090738" y="4325938"/>
          <p14:tracePt t="28049" x="2111375" y="4319588"/>
          <p14:tracePt t="28065" x="2125663" y="4305300"/>
          <p14:tracePt t="28073" x="2132013" y="4305300"/>
          <p14:tracePt t="28081" x="2138363" y="4305300"/>
          <p14:tracePt t="28089" x="2146300" y="4298950"/>
          <p14:tracePt t="28097" x="2152650" y="4298950"/>
          <p14:tracePt t="28113" x="2166938" y="4292600"/>
          <p14:tracePt t="28121" x="2173288" y="4284663"/>
          <p14:tracePt t="28129" x="2187575" y="4278313"/>
          <p14:tracePt t="28137" x="2193925" y="4271963"/>
          <p14:tracePt t="28145" x="2208213" y="4257675"/>
          <p14:tracePt t="28153" x="2214563" y="4249738"/>
          <p14:tracePt t="28161" x="2228850" y="4237038"/>
          <p14:tracePt t="28169" x="2235200" y="4229100"/>
          <p14:tracePt t="28177" x="2243138" y="4222750"/>
          <p14:tracePt t="28185" x="2243138" y="4208463"/>
          <p14:tracePt t="28193" x="2249488" y="4195763"/>
          <p14:tracePt t="28201" x="2255838" y="4181475"/>
          <p14:tracePt t="28209" x="2263775" y="4160838"/>
          <p14:tracePt t="28217" x="2263775" y="4146550"/>
          <p14:tracePt t="28225" x="2278063" y="4119563"/>
          <p14:tracePt t="28233" x="2278063" y="4105275"/>
          <p14:tracePt t="28241" x="2278063" y="4090988"/>
          <p14:tracePt t="28249" x="2278063" y="4076700"/>
          <p14:tracePt t="28257" x="2278063" y="4056063"/>
          <p14:tracePt t="28265" x="2278063" y="4043363"/>
          <p14:tracePt t="28273" x="2278063" y="4029075"/>
          <p14:tracePt t="28281" x="2278063" y="4014788"/>
          <p14:tracePt t="28289" x="2278063" y="3994150"/>
          <p14:tracePt t="28297" x="2270125" y="3967163"/>
          <p14:tracePt t="28305" x="2255838" y="3932238"/>
          <p14:tracePt t="28313" x="2243138" y="3917950"/>
          <p14:tracePt t="28321" x="2222500" y="3897313"/>
          <p14:tracePt t="28329" x="2208213" y="3883025"/>
          <p14:tracePt t="28337" x="2193925" y="3876675"/>
          <p14:tracePt t="28345" x="2166938" y="3856038"/>
          <p14:tracePt t="28353" x="2125663" y="3841750"/>
          <p14:tracePt t="28361" x="2076450" y="3835400"/>
          <p14:tracePt t="28369" x="2028825" y="3814763"/>
          <p14:tracePt t="28377" x="1979613" y="3806825"/>
          <p14:tracePt t="28385" x="1931988" y="3806825"/>
          <p14:tracePt t="28393" x="1897063" y="3800475"/>
          <p14:tracePt t="28401" x="1868488" y="3800475"/>
          <p14:tracePt t="28409" x="1847850" y="3800475"/>
          <p14:tracePt t="28417" x="1827213" y="3800475"/>
          <p14:tracePt t="28425" x="1812925" y="3800475"/>
          <p14:tracePt t="28441" x="1792288" y="3800475"/>
          <p14:tracePt t="28457" x="1785938" y="3806825"/>
          <p14:tracePt t="28465" x="1771650" y="3821113"/>
          <p14:tracePt t="28473" x="1765300" y="3827463"/>
          <p14:tracePt t="28481" x="1751013" y="3856038"/>
          <p14:tracePt t="28490" x="1744663" y="3870325"/>
          <p14:tracePt t="28497" x="1736725" y="3897313"/>
          <p14:tracePt t="28505" x="1730375" y="3925888"/>
          <p14:tracePt t="28513" x="1730375" y="3952875"/>
          <p14:tracePt t="28521" x="1730375" y="3987800"/>
          <p14:tracePt t="28529" x="1730375" y="4029075"/>
          <p14:tracePt t="28537" x="1730375" y="4056063"/>
          <p14:tracePt t="28545" x="1730375" y="4090988"/>
          <p14:tracePt t="28553" x="1730375" y="4125913"/>
          <p14:tracePt t="28561" x="1765300" y="4160838"/>
          <p14:tracePt t="28569" x="1820863" y="4216400"/>
          <p14:tracePt t="28577" x="1855788" y="4237038"/>
          <p14:tracePt t="28585" x="1903413" y="4278313"/>
          <p14:tracePt t="28593" x="1973263" y="4313238"/>
          <p14:tracePt t="28601" x="2041525" y="4354513"/>
          <p14:tracePt t="28609" x="2097088" y="4375150"/>
          <p14:tracePt t="28617" x="2166938" y="4402138"/>
          <p14:tracePt t="28625" x="2228850" y="4422775"/>
          <p14:tracePt t="28633" x="2290763" y="4430713"/>
          <p14:tracePt t="28641" x="2374900" y="4451350"/>
          <p14:tracePt t="28649" x="2457450" y="4465638"/>
          <p14:tracePt t="28657" x="2560638" y="4471988"/>
          <p14:tracePt t="28665" x="2657475" y="4471988"/>
          <p14:tracePt t="28673" x="2768600" y="4471988"/>
          <p14:tracePt t="28681" x="2900363" y="4471988"/>
          <p14:tracePt t="28689" x="3073400" y="4471988"/>
          <p14:tracePt t="28697" x="3211513" y="4430713"/>
          <p14:tracePt t="28705" x="3322638" y="4395788"/>
          <p14:tracePt t="28713" x="3454400" y="4354513"/>
          <p14:tracePt t="28721" x="3571875" y="4319588"/>
          <p14:tracePt t="28729" x="3675063" y="4305300"/>
          <p14:tracePt t="28737" x="3744913" y="4284663"/>
          <p14:tracePt t="28745" x="3792538" y="4278313"/>
          <p14:tracePt t="28753" x="3821113" y="4264025"/>
          <p14:tracePt t="28761" x="3856038" y="4249738"/>
          <p14:tracePt t="28769" x="3862388" y="4249738"/>
          <p14:tracePt t="28777" x="3868738" y="4243388"/>
          <p14:tracePt t="28857" x="3876675" y="4243388"/>
          <p14:tracePt t="28865" x="3890963" y="4249738"/>
          <p14:tracePt t="28873" x="3903663" y="4271963"/>
          <p14:tracePt t="28881" x="3911600" y="4278313"/>
          <p14:tracePt t="28889" x="3932238" y="4292600"/>
          <p14:tracePt t="28909" x="3987800" y="4305300"/>
          <p14:tracePt t="28913" x="4035425" y="4313238"/>
          <p14:tracePt t="28921" x="4070350" y="4313238"/>
          <p14:tracePt t="28929" x="4090988" y="4313238"/>
          <p14:tracePt t="28937" x="4105275" y="4313238"/>
          <p14:tracePt t="28945" x="4111625" y="4313238"/>
          <p14:tracePt t="28953" x="4117975" y="4313238"/>
          <p14:tracePt t="28961" x="4125913" y="4313238"/>
          <p14:tracePt t="28977" x="4132263" y="4313238"/>
          <p14:tracePt t="28985" x="4138613" y="4292600"/>
          <p14:tracePt t="28993" x="4138613" y="4249738"/>
          <p14:tracePt t="29001" x="4152900" y="4222750"/>
          <p14:tracePt t="29010" x="4152900" y="4195763"/>
          <p14:tracePt t="29017" x="4152900" y="4152900"/>
          <p14:tracePt t="29025" x="4152900" y="4119563"/>
          <p14:tracePt t="29033" x="4152900" y="4084638"/>
          <p14:tracePt t="29041" x="4146550" y="4022725"/>
          <p14:tracePt t="29049" x="4125913" y="3973513"/>
          <p14:tracePt t="29057" x="4111625" y="3946525"/>
          <p14:tracePt t="29065" x="4090988" y="3917950"/>
          <p14:tracePt t="29073" x="4070350" y="3883025"/>
          <p14:tracePt t="29081" x="4056063" y="3876675"/>
          <p14:tracePt t="29089" x="4035425" y="3856038"/>
          <p14:tracePt t="29097" x="4021138" y="3856038"/>
          <p14:tracePt t="29105" x="4000500" y="3835400"/>
          <p14:tracePt t="29113" x="3979863" y="3835400"/>
          <p14:tracePt t="29121" x="3959225" y="3827463"/>
          <p14:tracePt t="29129" x="3932238" y="3821113"/>
          <p14:tracePt t="29137" x="3890963" y="3821113"/>
          <p14:tracePt t="29145" x="3848100" y="3806825"/>
          <p14:tracePt t="29153" x="3786188" y="3800475"/>
          <p14:tracePt t="29161" x="3738563" y="3800475"/>
          <p14:tracePt t="29169" x="3675063" y="3800475"/>
          <p14:tracePt t="29177" x="3613150" y="3800475"/>
          <p14:tracePt t="29185" x="3565525" y="3800475"/>
          <p14:tracePt t="29193" x="3502025" y="3800475"/>
          <p14:tracePt t="29201" x="3446463" y="3800475"/>
          <p14:tracePt t="29209" x="3405188" y="3800475"/>
          <p14:tracePt t="29217" x="3378200" y="3800475"/>
          <p14:tracePt t="29225" x="3349625" y="3800475"/>
          <p14:tracePt t="29233" x="3328988" y="3806825"/>
          <p14:tracePt t="29241" x="3308350" y="3814763"/>
          <p14:tracePt t="29249" x="3287713" y="3835400"/>
          <p14:tracePt t="29257" x="3252788" y="3849688"/>
          <p14:tracePt t="29265" x="3232150" y="3876675"/>
          <p14:tracePt t="29273" x="3205163" y="3890963"/>
          <p14:tracePt t="29281" x="3184525" y="3911600"/>
          <p14:tracePt t="29289" x="3149600" y="3938588"/>
          <p14:tracePt t="29297" x="3128963" y="3967163"/>
          <p14:tracePt t="29305" x="3122613" y="3979863"/>
          <p14:tracePt t="29314" x="3108325" y="4000500"/>
          <p14:tracePt t="29321" x="3108325" y="4014788"/>
          <p14:tracePt t="29329" x="3108325" y="4043363"/>
          <p14:tracePt t="29337" x="3108325" y="4070350"/>
          <p14:tracePt t="29345" x="3108325" y="4105275"/>
          <p14:tracePt t="29353" x="3108325" y="4132263"/>
          <p14:tracePt t="29361" x="3114675" y="4160838"/>
          <p14:tracePt t="29369" x="3135313" y="4195763"/>
          <p14:tracePt t="29377" x="3143250" y="4216400"/>
          <p14:tracePt t="29385" x="3163888" y="4249738"/>
          <p14:tracePt t="29393" x="3170238" y="4249738"/>
          <p14:tracePt t="29401" x="3176588" y="4271963"/>
          <p14:tracePt t="29409" x="3205163" y="4305300"/>
          <p14:tracePt t="29417" x="3205163" y="4313238"/>
          <p14:tracePt t="29425" x="3219450" y="4325938"/>
          <p14:tracePt t="29433" x="3232150" y="4333875"/>
          <p14:tracePt t="29441" x="3246438" y="4340225"/>
          <p14:tracePt t="29449" x="3267075" y="4348163"/>
          <p14:tracePt t="29457" x="3281363" y="4354513"/>
          <p14:tracePt t="29465" x="3302000" y="4354513"/>
          <p14:tracePt t="29473" x="3322638" y="4360863"/>
          <p14:tracePt t="29481" x="3349625" y="4360863"/>
          <p14:tracePt t="29489" x="3357563" y="4360863"/>
          <p14:tracePt t="29497" x="3378200" y="4360863"/>
          <p14:tracePt t="29505" x="3398838" y="4360863"/>
          <p14:tracePt t="29513" x="3405188" y="4360863"/>
          <p14:tracePt t="29521" x="3413125" y="4360863"/>
          <p14:tracePt t="29537" x="3419475" y="4360863"/>
          <p14:tracePt t="29617" x="3425825" y="4360863"/>
          <p14:tracePt t="29649" x="3433763" y="4360863"/>
          <p14:tracePt t="29857" x="3433763" y="4354513"/>
          <p14:tracePt t="29937" x="3433763" y="4348163"/>
          <p14:tracePt t="29985" x="3440113" y="4348163"/>
          <p14:tracePt t="29993" x="3454400" y="4348163"/>
          <p14:tracePt t="30001" x="3475038" y="4348163"/>
          <p14:tracePt t="30009" x="3502025" y="4348163"/>
          <p14:tracePt t="30017" x="3565525" y="4348163"/>
          <p14:tracePt t="30025" x="3633788" y="4348163"/>
          <p14:tracePt t="30033" x="3703638" y="4348163"/>
          <p14:tracePt t="30041" x="3786188" y="4348163"/>
          <p14:tracePt t="30049" x="3868738" y="4348163"/>
          <p14:tracePt t="30057" x="4008438" y="4348163"/>
          <p14:tracePt t="30065" x="4105275" y="4348163"/>
          <p14:tracePt t="30298" x="4117975" y="4333875"/>
          <p14:tracePt t="30305" x="4132263" y="4333875"/>
          <p14:tracePt t="30313" x="4187825" y="4325938"/>
          <p14:tracePt t="30321" x="4237038" y="4313238"/>
          <p14:tracePt t="30329" x="4305300" y="4298950"/>
          <p14:tracePt t="30337" x="4395788" y="4292600"/>
          <p14:tracePt t="30345" x="4492625" y="4284663"/>
          <p14:tracePt t="30353" x="4610100" y="4278313"/>
          <p14:tracePt t="30361" x="4741863" y="4278313"/>
          <p14:tracePt t="30369" x="4873625" y="4278313"/>
          <p14:tracePt t="30377" x="5026025" y="4278313"/>
          <p14:tracePt t="30385" x="5135563" y="4278313"/>
          <p14:tracePt t="30393" x="5287963" y="4278313"/>
          <p14:tracePt t="30401" x="5440363" y="4278313"/>
          <p14:tracePt t="30409" x="5572125" y="4278313"/>
          <p14:tracePt t="30417" x="5745163" y="4278313"/>
          <p14:tracePt t="30426" x="5856288" y="4278313"/>
          <p14:tracePt t="30433" x="5973763" y="4278313"/>
          <p14:tracePt t="30441" x="6076950" y="4278313"/>
          <p14:tracePt t="30449" x="6167438" y="4264025"/>
          <p14:tracePt t="30457" x="6243638" y="4257675"/>
          <p14:tracePt t="30465" x="6313488" y="4237038"/>
          <p14:tracePt t="30473" x="6361113" y="4237038"/>
          <p14:tracePt t="30481" x="6410325" y="4222750"/>
          <p14:tracePt t="30489" x="6451600" y="4216400"/>
          <p14:tracePt t="30497" x="6486525" y="4216400"/>
          <p14:tracePt t="30505" x="6499225" y="4216400"/>
          <p14:tracePt t="30513" x="6519863" y="4216400"/>
          <p14:tracePt t="30521" x="6527800" y="4208463"/>
          <p14:tracePt t="30529" x="6534150" y="4208463"/>
          <p14:tracePt t="30537" x="6542088" y="4208463"/>
          <p14:tracePt t="31113" x="6548438" y="4208463"/>
          <p14:tracePt t="31121" x="6548438" y="4216400"/>
          <p14:tracePt t="31137" x="6548438" y="4229100"/>
          <p14:tracePt t="31145" x="6548438" y="4237038"/>
          <p14:tracePt t="31425" x="6548438" y="4243388"/>
          <p14:tracePt t="31473" x="6554788" y="4243388"/>
          <p14:tracePt t="31481" x="6554788" y="4249738"/>
          <p14:tracePt t="31489" x="6562725" y="4249738"/>
          <p14:tracePt t="31497" x="6569075" y="4249738"/>
          <p14:tracePt t="31513" x="6575425" y="4257675"/>
          <p14:tracePt t="31529" x="6583363" y="4257675"/>
          <p14:tracePt t="31553" x="6589713" y="4257675"/>
          <p14:tracePt t="31561" x="6604000" y="4257675"/>
          <p14:tracePt t="31569" x="6616700" y="4264025"/>
          <p14:tracePt t="31577" x="6630988" y="4264025"/>
          <p14:tracePt t="31585" x="6638925" y="4264025"/>
          <p14:tracePt t="31593" x="6659563" y="4264025"/>
          <p14:tracePt t="31601" x="6672263" y="4271963"/>
          <p14:tracePt t="31609" x="6686550" y="4271963"/>
          <p14:tracePt t="31617" x="6700838" y="4278313"/>
          <p14:tracePt t="31625" x="6707188" y="4278313"/>
          <p14:tracePt t="31633" x="6715125" y="4278313"/>
          <p14:tracePt t="31641" x="6727825" y="4278313"/>
          <p14:tracePt t="31657" x="6735763" y="4278313"/>
          <p14:tracePt t="31674" x="6742113" y="4278313"/>
          <p14:tracePt t="31681" x="6748463" y="4278313"/>
          <p14:tracePt t="31697" x="6756400" y="4278313"/>
          <p14:tracePt t="31705" x="6762750" y="4278313"/>
          <p14:tracePt t="31729" x="6769100" y="4278313"/>
          <p14:tracePt t="32153" x="6777038" y="4278313"/>
          <p14:tracePt t="32161" x="6783388" y="4278313"/>
          <p14:tracePt t="32169" x="6789738" y="4278313"/>
          <p14:tracePt t="32177" x="6797675" y="4278313"/>
          <p14:tracePt t="32185" x="6804025" y="4278313"/>
          <p14:tracePt t="32201" x="6818313" y="4278313"/>
          <p14:tracePt t="32209" x="6838950" y="4278313"/>
          <p14:tracePt t="32217" x="6873875" y="4278313"/>
          <p14:tracePt t="32225" x="6929438" y="4278313"/>
          <p14:tracePt t="32233" x="6985000" y="4278313"/>
          <p14:tracePt t="32241" x="7053263" y="4278313"/>
          <p14:tracePt t="32249" x="7137400" y="4278313"/>
          <p14:tracePt t="32257" x="7219950" y="4278313"/>
          <p14:tracePt t="32265" x="7302500" y="4278313"/>
          <p14:tracePt t="32273" x="7385050" y="4278313"/>
          <p14:tracePt t="32281" x="7461250" y="4278313"/>
          <p14:tracePt t="32289" x="7504113" y="4278313"/>
          <p14:tracePt t="32297" x="7545388" y="4278313"/>
          <p14:tracePt t="32305" x="7572375" y="4278313"/>
          <p14:tracePt t="32313" x="7593013" y="4271963"/>
          <p14:tracePt t="32321" x="7613650" y="4257675"/>
          <p14:tracePt t="32329" x="7627938" y="4249738"/>
          <p14:tracePt t="32337" x="7656513" y="4222750"/>
          <p14:tracePt t="32345" x="7689850" y="4208463"/>
          <p14:tracePt t="32353" x="7704138" y="4187825"/>
          <p14:tracePt t="32361" x="7739063" y="4152900"/>
          <p14:tracePt t="32369" x="7773988" y="4132263"/>
          <p14:tracePt t="32377" x="7807325" y="4084638"/>
          <p14:tracePt t="32385" x="7835900" y="4070350"/>
          <p14:tracePt t="32393" x="7870825" y="4029075"/>
          <p14:tracePt t="32401" x="7891463" y="4000500"/>
          <p14:tracePt t="32409" x="7912100" y="3987800"/>
          <p14:tracePt t="32417" x="7918450" y="3973513"/>
          <p14:tracePt t="32425" x="7926388" y="3967163"/>
          <p14:tracePt t="32433" x="7926388" y="3946525"/>
          <p14:tracePt t="32441" x="7926388" y="3932238"/>
          <p14:tracePt t="32449" x="7939088" y="3917950"/>
          <p14:tracePt t="32457" x="7947025" y="3903663"/>
          <p14:tracePt t="32473" x="7947025" y="3897313"/>
          <p14:tracePt t="32489" x="7947025" y="3883025"/>
          <p14:tracePt t="32617" x="7947025" y="3876675"/>
          <p14:tracePt t="32753" x="7926388" y="3870325"/>
          <p14:tracePt t="32761" x="7883525" y="3849688"/>
          <p14:tracePt t="32769" x="7815263" y="3821113"/>
          <p14:tracePt t="32777" x="7753350" y="3765550"/>
          <p14:tracePt t="32785" x="7677150" y="3709988"/>
          <p14:tracePt t="32793" x="7593013" y="3633788"/>
          <p14:tracePt t="32801" x="7440613" y="3530600"/>
          <p14:tracePt t="32809" x="7246938" y="3357563"/>
          <p14:tracePt t="32817" x="7032625" y="3184525"/>
          <p14:tracePt t="32825" x="6818313" y="2990850"/>
          <p14:tracePt t="32833" x="6624638" y="2832100"/>
          <p14:tracePt t="32841" x="6346825" y="2644775"/>
          <p14:tracePt t="32849" x="6119813" y="2484438"/>
          <p14:tracePt t="32857" x="5842000" y="2325688"/>
          <p14:tracePt t="32865" x="5524500" y="2146300"/>
          <p14:tracePt t="32873" x="5232400" y="1987550"/>
          <p14:tracePt t="32881" x="4900613" y="1792288"/>
          <p14:tracePt t="32893" x="4603750" y="1619250"/>
          <p14:tracePt t="32897" x="4257675" y="1433513"/>
          <p14:tracePt t="32905" x="3868738" y="1231900"/>
          <p14:tracePt t="32913" x="3522663" y="1087438"/>
          <p14:tracePt t="32921" x="3219450" y="962025"/>
          <p14:tracePt t="32929" x="2894013" y="830263"/>
          <p14:tracePt t="32937" x="2616200" y="698500"/>
          <p14:tracePt t="32945" x="2332038" y="595313"/>
          <p14:tracePt t="32953" x="2070100" y="519113"/>
          <p14:tracePt t="32961" x="1827213" y="457200"/>
          <p14:tracePt t="32969" x="1585913" y="387350"/>
          <p14:tracePt t="32977" x="1363663" y="325438"/>
          <p14:tracePt t="32985" x="1225550" y="276225"/>
          <p14:tracePt t="32993" x="1108075" y="242888"/>
          <p14:tracePt t="33001" x="1003300" y="228600"/>
          <p14:tracePt t="33009" x="927100" y="193675"/>
          <p14:tracePt t="33017" x="879475" y="187325"/>
          <p14:tracePt t="33025" x="844550" y="173038"/>
          <p14:tracePt t="33033" x="795338" y="166688"/>
          <p14:tracePt t="33041" x="747713" y="138113"/>
          <p14:tracePt t="33049" x="698500" y="131763"/>
          <p14:tracePt t="33057" x="644525" y="117475"/>
          <p14:tracePt t="33065" x="574675" y="96838"/>
          <p14:tracePt t="33073" x="519113" y="82550"/>
          <p14:tracePt t="33081" x="463550" y="61913"/>
          <p14:tracePt t="33089" x="395288" y="49213"/>
          <p14:tracePt t="33097" x="352425" y="34925"/>
          <p14:tracePt t="33105" x="319088" y="20638"/>
          <p14:tracePt t="33113" x="284163" y="14288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THE </a:t>
            </a:r>
            <a:r>
              <a:rPr lang="en">
                <a:solidFill>
                  <a:schemeClr val="lt1"/>
                </a:solidFill>
              </a:rPr>
              <a:t>TOTAL PROBABILITY </a:t>
            </a:r>
            <a:r>
              <a:rPr lang="en" sz="1200">
                <a:solidFill>
                  <a:schemeClr val="lt1"/>
                </a:solidFill>
              </a:rPr>
              <a:t>(Page 2)</a:t>
            </a:r>
            <a:r>
              <a:rPr lang="en">
                <a:solidFill>
                  <a:schemeClr val="lt1"/>
                </a:solidFill>
              </a:rPr>
              <a:t> </a:t>
            </a:r>
            <a:endParaRPr/>
          </a:p>
        </p:txBody>
      </p:sp>
      <p:sp>
        <p:nvSpPr>
          <p:cNvPr id="543" name="Google Shape;543;p3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544" name="Google Shape;544;p30"/>
          <p:cNvSpPr txBox="1">
            <a:spLocks noGrp="1"/>
          </p:cNvSpPr>
          <p:nvPr>
            <p:ph type="body" idx="1"/>
          </p:nvPr>
        </p:nvSpPr>
        <p:spPr>
          <a:xfrm>
            <a:off x="47425" y="2012725"/>
            <a:ext cx="8869200" cy="19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i="1"/>
              <a:t>P(Z</a:t>
            </a:r>
            <a:r>
              <a:rPr lang="en" i="1" baseline="-25000"/>
              <a:t>A </a:t>
            </a:r>
            <a:r>
              <a:rPr lang="en"/>
              <a:t>|</a:t>
            </a:r>
            <a:r>
              <a:rPr lang="en" i="1"/>
              <a:t> E) =                                                          P(Z</a:t>
            </a:r>
            <a:r>
              <a:rPr lang="en" i="1" baseline="-25000"/>
              <a:t>B </a:t>
            </a:r>
            <a:r>
              <a:rPr lang="en"/>
              <a:t>|</a:t>
            </a:r>
            <a:r>
              <a:rPr lang="en" i="1"/>
              <a:t> E) =</a:t>
            </a:r>
            <a:r>
              <a:rPr lang="en"/>
              <a:t>           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pSp>
        <p:nvGrpSpPr>
          <p:cNvPr id="545" name="Google Shape;545;p30"/>
          <p:cNvGrpSpPr/>
          <p:nvPr/>
        </p:nvGrpSpPr>
        <p:grpSpPr>
          <a:xfrm>
            <a:off x="1358250" y="2195225"/>
            <a:ext cx="2535300" cy="1164225"/>
            <a:chOff x="1387100" y="3370725"/>
            <a:chExt cx="2535300" cy="1164225"/>
          </a:xfrm>
        </p:grpSpPr>
        <p:sp>
          <p:nvSpPr>
            <p:cNvPr id="546" name="Google Shape;546;p30"/>
            <p:cNvSpPr txBox="1"/>
            <p:nvPr/>
          </p:nvSpPr>
          <p:spPr>
            <a:xfrm>
              <a:off x="2069300" y="3370725"/>
              <a:ext cx="13314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0.1209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547" name="Google Shape;547;p30"/>
            <p:cNvSpPr txBox="1"/>
            <p:nvPr/>
          </p:nvSpPr>
          <p:spPr>
            <a:xfrm>
              <a:off x="1387100" y="4024950"/>
              <a:ext cx="25353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0.1209 + 0.0439</a:t>
              </a:r>
              <a:endParaRPr sz="2400" b="1" i="1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548" name="Google Shape;548;p30"/>
            <p:cNvCxnSpPr/>
            <p:nvPr/>
          </p:nvCxnSpPr>
          <p:spPr>
            <a:xfrm>
              <a:off x="1387100" y="4063825"/>
              <a:ext cx="2066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49" name="Google Shape;549;p30"/>
          <p:cNvGrpSpPr/>
          <p:nvPr/>
        </p:nvGrpSpPr>
        <p:grpSpPr>
          <a:xfrm>
            <a:off x="6473875" y="2195225"/>
            <a:ext cx="2535300" cy="1164225"/>
            <a:chOff x="1387100" y="3370725"/>
            <a:chExt cx="2535300" cy="1164225"/>
          </a:xfrm>
        </p:grpSpPr>
        <p:sp>
          <p:nvSpPr>
            <p:cNvPr id="550" name="Google Shape;550;p30"/>
            <p:cNvSpPr txBox="1"/>
            <p:nvPr/>
          </p:nvSpPr>
          <p:spPr>
            <a:xfrm>
              <a:off x="2069300" y="3370725"/>
              <a:ext cx="13314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0.0439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551" name="Google Shape;551;p30"/>
            <p:cNvSpPr txBox="1"/>
            <p:nvPr/>
          </p:nvSpPr>
          <p:spPr>
            <a:xfrm>
              <a:off x="1387100" y="4024950"/>
              <a:ext cx="25353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0.1209 + 0.0439</a:t>
              </a:r>
              <a:endParaRPr sz="2400" b="1" i="1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552" name="Google Shape;552;p30"/>
            <p:cNvCxnSpPr/>
            <p:nvPr/>
          </p:nvCxnSpPr>
          <p:spPr>
            <a:xfrm>
              <a:off x="1387100" y="4063825"/>
              <a:ext cx="2067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3" name="Google Shape;553;p30"/>
          <p:cNvSpPr/>
          <p:nvPr/>
        </p:nvSpPr>
        <p:spPr>
          <a:xfrm>
            <a:off x="309085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0"/>
          <p:cNvSpPr txBox="1"/>
          <p:nvPr/>
        </p:nvSpPr>
        <p:spPr>
          <a:xfrm>
            <a:off x="1055400" y="3619950"/>
            <a:ext cx="13314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= 0.733</a:t>
            </a:r>
            <a:endParaRPr sz="2400" i="1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555" name="Google Shape;555;p30"/>
          <p:cNvSpPr txBox="1"/>
          <p:nvPr/>
        </p:nvSpPr>
        <p:spPr>
          <a:xfrm>
            <a:off x="6063925" y="3619950"/>
            <a:ext cx="13314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= 0.266</a:t>
            </a:r>
            <a:endParaRPr sz="2400" i="1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grpSp>
        <p:nvGrpSpPr>
          <p:cNvPr id="556" name="Google Shape;556;p30"/>
          <p:cNvGrpSpPr/>
          <p:nvPr/>
        </p:nvGrpSpPr>
        <p:grpSpPr>
          <a:xfrm>
            <a:off x="1608700" y="1358288"/>
            <a:ext cx="7033400" cy="507900"/>
            <a:chOff x="1608700" y="1358288"/>
            <a:chExt cx="7033400" cy="507900"/>
          </a:xfrm>
        </p:grpSpPr>
        <p:pic>
          <p:nvPicPr>
            <p:cNvPr id="557" name="Google Shape;557;p30"/>
            <p:cNvPicPr preferRelativeResize="0"/>
            <p:nvPr/>
          </p:nvPicPr>
          <p:blipFill rotWithShape="1">
            <a:blip r:embed="rId3">
              <a:alphaModFix/>
            </a:blip>
            <a:srcRect t="40991" b="41802"/>
            <a:stretch/>
          </p:blipFill>
          <p:spPr>
            <a:xfrm>
              <a:off x="1608700" y="1437075"/>
              <a:ext cx="2918326" cy="389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30"/>
            <p:cNvSpPr txBox="1"/>
            <p:nvPr/>
          </p:nvSpPr>
          <p:spPr>
            <a:xfrm>
              <a:off x="4616700" y="1398188"/>
              <a:ext cx="7368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8H  2T</a:t>
              </a:r>
              <a:endParaRPr/>
            </a:p>
          </p:txBody>
        </p:sp>
        <p:sp>
          <p:nvSpPr>
            <p:cNvPr id="559" name="Google Shape;559;p30"/>
            <p:cNvSpPr txBox="1"/>
            <p:nvPr/>
          </p:nvSpPr>
          <p:spPr>
            <a:xfrm>
              <a:off x="5642100" y="1358288"/>
              <a:ext cx="30000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1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73% chance it using coin A</a:t>
              </a:r>
              <a:endParaRPr sz="1100"/>
            </a:p>
          </p:txBody>
        </p:sp>
        <p:cxnSp>
          <p:nvCxnSpPr>
            <p:cNvPr id="560" name="Google Shape;560;p30"/>
            <p:cNvCxnSpPr>
              <a:stCxn id="559" idx="1"/>
              <a:endCxn id="558" idx="3"/>
            </p:cNvCxnSpPr>
            <p:nvPr/>
          </p:nvCxnSpPr>
          <p:spPr>
            <a:xfrm rot="10800000">
              <a:off x="5353500" y="1612238"/>
              <a:ext cx="288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561" name="Google Shape;561;p30"/>
          <p:cNvGrpSpPr/>
          <p:nvPr/>
        </p:nvGrpSpPr>
        <p:grpSpPr>
          <a:xfrm>
            <a:off x="76475" y="76200"/>
            <a:ext cx="1521500" cy="225900"/>
            <a:chOff x="76475" y="76200"/>
            <a:chExt cx="1521500" cy="225900"/>
          </a:xfrm>
        </p:grpSpPr>
        <p:sp>
          <p:nvSpPr>
            <p:cNvPr id="562" name="Google Shape;562;p30">
              <a:hlinkClick r:id="rId4" action="ppaction://hlinksldjump"/>
            </p:cNvPr>
            <p:cNvSpPr/>
            <p:nvPr/>
          </p:nvSpPr>
          <p:spPr>
            <a:xfrm>
              <a:off x="764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Dosis"/>
                  <a:ea typeface="Dosis"/>
                  <a:cs typeface="Dosis"/>
                  <a:sym typeface="Dosis"/>
                </a:rPr>
                <a:t>Overview</a:t>
              </a:r>
              <a:endParaRPr sz="1200"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563" name="Google Shape;563;p30"/>
            <p:cNvSpPr/>
            <p:nvPr/>
          </p:nvSpPr>
          <p:spPr>
            <a:xfrm>
              <a:off x="8515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rgbClr val="38761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Dosis"/>
                  <a:ea typeface="Dosis"/>
                  <a:cs typeface="Dosis"/>
                  <a:sym typeface="Dosis"/>
                </a:rPr>
                <a:t>STEP 4</a:t>
              </a:r>
              <a:endParaRPr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18798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75" x="5468938" y="2360613"/>
          <p14:tracePt t="582" x="5468938" y="2354263"/>
          <p14:tracePt t="622" x="5475288" y="2346325"/>
          <p14:tracePt t="654" x="5475288" y="2333625"/>
          <p14:tracePt t="686" x="5481638" y="2333625"/>
          <p14:tracePt t="694" x="5481638" y="2325688"/>
          <p14:tracePt t="702" x="5489575" y="2319338"/>
          <p14:tracePt t="718" x="5495925" y="2311400"/>
          <p14:tracePt t="774" x="5502275" y="2298700"/>
          <p14:tracePt t="798" x="5510213" y="2290763"/>
          <p14:tracePt t="822" x="5516563" y="2290763"/>
          <p14:tracePt t="846" x="5516563" y="2284413"/>
          <p14:tracePt t="870" x="5524500" y="2278063"/>
          <p14:tracePt t="1110" x="5524500" y="2270125"/>
          <p14:tracePt t="1126" x="5524500" y="2263775"/>
          <p14:tracePt t="1142" x="5524500" y="2257425"/>
          <p14:tracePt t="1150" x="5524500" y="2249488"/>
          <p14:tracePt t="1158" x="5524500" y="2243138"/>
          <p14:tracePt t="1166" x="5510213" y="2236788"/>
          <p14:tracePt t="1182" x="5502275" y="2236788"/>
          <p14:tracePt t="1206" x="5489575" y="2236788"/>
          <p14:tracePt t="1214" x="5481638" y="2228850"/>
          <p14:tracePt t="3038" x="5489575" y="2228850"/>
          <p14:tracePt t="3166" x="5481638" y="2228850"/>
          <p14:tracePt t="3174" x="5468938" y="2228850"/>
          <p14:tracePt t="3182" x="5454650" y="2222500"/>
          <p14:tracePt t="3190" x="5448300" y="2222500"/>
          <p14:tracePt t="3198" x="5413375" y="2201863"/>
          <p14:tracePt t="3206" x="5405438" y="2201863"/>
          <p14:tracePt t="3214" x="5405438" y="2193925"/>
          <p14:tracePt t="3222" x="5384800" y="2187575"/>
          <p14:tracePt t="3230" x="5364163" y="2181225"/>
          <p14:tracePt t="3238" x="5329238" y="2173288"/>
          <p14:tracePt t="3246" x="5308600" y="2160588"/>
          <p14:tracePt t="3254" x="5275263" y="2138363"/>
          <p14:tracePt t="3262" x="5267325" y="2138363"/>
          <p14:tracePt t="3270" x="5260975" y="2132013"/>
          <p14:tracePt t="3278" x="5253038" y="2132013"/>
          <p14:tracePt t="3286" x="5240338" y="2117725"/>
          <p14:tracePt t="3294" x="5232400" y="2111375"/>
          <p14:tracePt t="3302" x="5226050" y="2111375"/>
          <p14:tracePt t="3310" x="5219700" y="2111375"/>
          <p14:tracePt t="3318" x="5205413" y="2111375"/>
          <p14:tracePt t="3326" x="5184775" y="2097088"/>
          <p14:tracePt t="3334" x="5170488" y="2090738"/>
          <p14:tracePt t="3342" x="5143500" y="2090738"/>
          <p14:tracePt t="3350" x="5129213" y="2084388"/>
          <p14:tracePt t="3358" x="5114925" y="2084388"/>
          <p14:tracePt t="3366" x="5102225" y="2070100"/>
          <p14:tracePt t="3374" x="5087938" y="2070100"/>
          <p14:tracePt t="4198" x="5087938" y="2062163"/>
          <p14:tracePt t="4406" x="5087938" y="2055813"/>
          <p14:tracePt t="4422" x="5087938" y="2049463"/>
          <p14:tracePt t="4462" x="5087938" y="2041525"/>
          <p14:tracePt t="4478" x="5087938" y="2035175"/>
          <p14:tracePt t="4486" x="5087938" y="2028825"/>
          <p14:tracePt t="4670" x="5087938" y="2020888"/>
          <p14:tracePt t="4918" x="5087938" y="2014538"/>
          <p14:tracePt t="4934" x="5094288" y="2014538"/>
          <p14:tracePt t="5110" x="5094288" y="2008188"/>
          <p14:tracePt t="5166" x="5094288" y="2000250"/>
          <p14:tracePt t="5190" x="5094288" y="1993900"/>
          <p14:tracePt t="5222" x="5094288" y="1987550"/>
          <p14:tracePt t="5254" x="5094288" y="1979613"/>
          <p14:tracePt t="5302" x="5094288" y="1973263"/>
          <p14:tracePt t="5342" x="5102225" y="1973263"/>
          <p14:tracePt t="5462" x="5108575" y="1965325"/>
          <p14:tracePt t="5542" x="5114925" y="1958975"/>
          <p14:tracePt t="5566" x="5135563" y="1958975"/>
          <p14:tracePt t="5582" x="5156200" y="1958975"/>
          <p14:tracePt t="5590" x="5164138" y="1958975"/>
          <p14:tracePt t="5598" x="5178425" y="1958975"/>
          <p14:tracePt t="5606" x="5184775" y="1958975"/>
          <p14:tracePt t="5614" x="5199063" y="1958975"/>
          <p14:tracePt t="5630" x="5205413" y="1952625"/>
          <p14:tracePt t="6758" x="5219700" y="1952625"/>
          <p14:tracePt t="6766" x="5226050" y="1952625"/>
          <p14:tracePt t="6942" x="5226050" y="1938338"/>
          <p14:tracePt t="6950" x="5211763" y="1924050"/>
          <p14:tracePt t="6958" x="5205413" y="1917700"/>
          <p14:tracePt t="6966" x="5199063" y="1917700"/>
          <p14:tracePt t="6974" x="5184775" y="1917700"/>
          <p14:tracePt t="6990" x="5170488" y="1917700"/>
          <p14:tracePt t="6998" x="5156200" y="1917700"/>
          <p14:tracePt t="7014" x="5129213" y="1917700"/>
          <p14:tracePt t="7022" x="5102225" y="1924050"/>
          <p14:tracePt t="7030" x="5067300" y="1938338"/>
          <p14:tracePt t="7038" x="5026025" y="1958975"/>
          <p14:tracePt t="7046" x="4970463" y="1979613"/>
          <p14:tracePt t="7054" x="4929188" y="2000250"/>
          <p14:tracePt t="7062" x="4879975" y="2020888"/>
          <p14:tracePt t="7070" x="4832350" y="2041525"/>
          <p14:tracePt t="7078" x="4762500" y="2076450"/>
          <p14:tracePt t="7086" x="4692650" y="2105025"/>
          <p14:tracePt t="7094" x="4624388" y="2138363"/>
          <p14:tracePt t="7102" x="4560888" y="2166938"/>
          <p14:tracePt t="7110" x="4519613" y="2193925"/>
          <p14:tracePt t="7118" x="4457700" y="2214563"/>
          <p14:tracePt t="7126" x="4410075" y="2249488"/>
          <p14:tracePt t="7134" x="4375150" y="2270125"/>
          <p14:tracePt t="7142" x="4340225" y="2298700"/>
          <p14:tracePt t="7150" x="4298950" y="2325688"/>
          <p14:tracePt t="7158" x="4278313" y="2339975"/>
          <p14:tracePt t="7166" x="4249738" y="2360613"/>
          <p14:tracePt t="7174" x="4237038" y="2374900"/>
          <p14:tracePt t="7182" x="4214813" y="2401888"/>
          <p14:tracePt t="7190" x="4187825" y="2436813"/>
          <p14:tracePt t="7198" x="4160838" y="2471738"/>
          <p14:tracePt t="7206" x="4132263" y="2513013"/>
          <p14:tracePt t="7214" x="4117975" y="2527300"/>
          <p14:tracePt t="7222" x="4105275" y="2554288"/>
          <p14:tracePt t="7230" x="4097338" y="2582863"/>
          <p14:tracePt t="7238" x="4084638" y="2616200"/>
          <p14:tracePt t="7246" x="4070350" y="2636838"/>
          <p14:tracePt t="7254" x="4070350" y="2651125"/>
          <p14:tracePt t="7262" x="4070350" y="2671763"/>
          <p14:tracePt t="7271" x="4064000" y="2700338"/>
          <p14:tracePt t="7278" x="4064000" y="2713038"/>
          <p14:tracePt t="7286" x="4064000" y="2720975"/>
          <p14:tracePt t="7294" x="4064000" y="2727325"/>
          <p14:tracePt t="7302" x="4064000" y="2733675"/>
          <p14:tracePt t="7310" x="4064000" y="2755900"/>
          <p14:tracePt t="7318" x="4070350" y="2762250"/>
          <p14:tracePt t="7326" x="4090988" y="2762250"/>
          <p14:tracePt t="7518" x="4090988" y="2755900"/>
          <p14:tracePt t="7550" x="4090988" y="2747963"/>
          <p14:tracePt t="7670" x="4090988" y="2762250"/>
          <p14:tracePt t="7678" x="4084638" y="2789238"/>
          <p14:tracePt t="7686" x="4084638" y="2817813"/>
          <p14:tracePt t="7694" x="4084638" y="2873375"/>
          <p14:tracePt t="7702" x="4070350" y="2949575"/>
          <p14:tracePt t="7710" x="4056063" y="3025775"/>
          <p14:tracePt t="7718" x="4041775" y="3094038"/>
          <p14:tracePt t="7726" x="4021138" y="3143250"/>
          <p14:tracePt t="7734" x="4014788" y="3170238"/>
          <p14:tracePt t="7742" x="4014788" y="3198813"/>
          <p14:tracePt t="7750" x="4014788" y="3219450"/>
          <p14:tracePt t="7758" x="4014788" y="3225800"/>
          <p14:tracePt t="7766" x="4014788" y="3232150"/>
          <p14:tracePt t="7918" x="4021138" y="3232150"/>
          <p14:tracePt t="7926" x="4021138" y="3225800"/>
          <p14:tracePt t="7942" x="4021138" y="3219450"/>
          <p14:tracePt t="7950" x="4014788" y="3211513"/>
          <p14:tracePt t="7958" x="4014788" y="3205163"/>
          <p14:tracePt t="7991" x="4008438" y="3205163"/>
          <p14:tracePt t="8014" x="3994150" y="3205163"/>
          <p14:tracePt t="8022" x="3994150" y="3225800"/>
          <p14:tracePt t="8030" x="3973513" y="3260725"/>
          <p14:tracePt t="8038" x="3952875" y="3328988"/>
          <p14:tracePt t="8046" x="3932238" y="3398838"/>
          <p14:tracePt t="8054" x="3924300" y="3481388"/>
          <p14:tracePt t="8062" x="3903663" y="3557588"/>
          <p14:tracePt t="8070" x="3890963" y="3627438"/>
          <p14:tracePt t="8078" x="3856038" y="3703638"/>
          <p14:tracePt t="8086" x="3821113" y="3814763"/>
          <p14:tracePt t="8094" x="3779838" y="3917950"/>
          <p14:tracePt t="8102" x="3730625" y="4022725"/>
          <p14:tracePt t="8110" x="3689350" y="4090988"/>
          <p14:tracePt t="8118" x="3641725" y="4167188"/>
          <p14:tracePt t="8126" x="3606800" y="4208463"/>
          <p14:tracePt t="8134" x="3578225" y="4249738"/>
          <p14:tracePt t="8142" x="3571875" y="4271963"/>
          <p14:tracePt t="8150" x="3557588" y="4278313"/>
          <p14:tracePt t="8182" x="3557588" y="4284663"/>
          <p14:tracePt t="8198" x="3565525" y="4292600"/>
          <p14:tracePt t="8502" x="3557588" y="4292600"/>
          <p14:tracePt t="8510" x="3551238" y="4292600"/>
          <p14:tracePt t="8518" x="3543300" y="4292600"/>
          <p14:tracePt t="8526" x="3536950" y="4292600"/>
          <p14:tracePt t="8542" x="3530600" y="4298950"/>
          <p14:tracePt t="8550" x="3522663" y="4298950"/>
          <p14:tracePt t="8558" x="3516313" y="4298950"/>
          <p14:tracePt t="8566" x="3509963" y="4298950"/>
          <p14:tracePt t="8574" x="3502025" y="4305300"/>
          <p14:tracePt t="8582" x="3495675" y="4305300"/>
          <p14:tracePt t="8590" x="3495675" y="4313238"/>
          <p14:tracePt t="8598" x="3475038" y="4319588"/>
          <p14:tracePt t="8606" x="3468688" y="4319588"/>
          <p14:tracePt t="8615" x="3446463" y="4319588"/>
          <p14:tracePt t="8622" x="3419475" y="4319588"/>
          <p14:tracePt t="8630" x="3384550" y="4333875"/>
          <p14:tracePt t="8638" x="3336925" y="4340225"/>
          <p14:tracePt t="8646" x="3302000" y="4340225"/>
          <p14:tracePt t="8654" x="3252788" y="4340225"/>
          <p14:tracePt t="8662" x="3205163" y="4340225"/>
          <p14:tracePt t="8670" x="3149600" y="4340225"/>
          <p14:tracePt t="8678" x="3108325" y="4340225"/>
          <p14:tracePt t="8686" x="3059113" y="4340225"/>
          <p14:tracePt t="8694" x="3011488" y="4333875"/>
          <p14:tracePt t="8702" x="2962275" y="4325938"/>
          <p14:tracePt t="8710" x="2921000" y="4319588"/>
          <p14:tracePt t="8718" x="2886075" y="4305300"/>
          <p14:tracePt t="8726" x="2844800" y="4298950"/>
          <p14:tracePt t="8734" x="2817813" y="4298950"/>
          <p14:tracePt t="8742" x="2774950" y="4298950"/>
          <p14:tracePt t="8750" x="2741613" y="4298950"/>
          <p14:tracePt t="8758" x="2713038" y="4298950"/>
          <p14:tracePt t="8766" x="2671763" y="4298950"/>
          <p14:tracePt t="8774" x="2636838" y="4298950"/>
          <p14:tracePt t="8782" x="2609850" y="4298950"/>
          <p14:tracePt t="8790" x="2581275" y="4298950"/>
          <p14:tracePt t="8798" x="2547938" y="4292600"/>
          <p14:tracePt t="8806" x="2505075" y="4278313"/>
          <p14:tracePt t="8814" x="2492375" y="4278313"/>
          <p14:tracePt t="8822" x="2463800" y="4271963"/>
          <p14:tracePt t="8830" x="2451100" y="4271963"/>
          <p14:tracePt t="8838" x="2436813" y="4264025"/>
          <p14:tracePt t="8847" x="2422525" y="4264025"/>
          <p14:tracePt t="8854" x="2408238" y="4257675"/>
          <p14:tracePt t="8863" x="2381250" y="4249738"/>
          <p14:tracePt t="8870" x="2374900" y="4243388"/>
          <p14:tracePt t="8878" x="2366963" y="4243388"/>
          <p14:tracePt t="8942" x="2360613" y="4237038"/>
          <p14:tracePt t="8974" x="2360613" y="4229100"/>
          <p14:tracePt t="9046" x="2360613" y="4222750"/>
          <p14:tracePt t="9070" x="2360613" y="4208463"/>
          <p14:tracePt t="9078" x="2360613" y="4202113"/>
          <p14:tracePt t="9094" x="2360613" y="4195763"/>
          <p14:tracePt t="9102" x="2354263" y="4187825"/>
          <p14:tracePt t="9110" x="2354263" y="4181475"/>
          <p14:tracePt t="9126" x="2346325" y="4175125"/>
          <p14:tracePt t="9134" x="2339975" y="4175125"/>
          <p14:tracePt t="9150" x="2339975" y="4160838"/>
          <p14:tracePt t="9158" x="2332038" y="4160838"/>
          <p14:tracePt t="9166" x="2325688" y="4152900"/>
          <p14:tracePt t="9174" x="2319338" y="4152900"/>
          <p14:tracePt t="9182" x="2319338" y="4146550"/>
          <p14:tracePt t="9190" x="2311400" y="4146550"/>
          <p14:tracePt t="9214" x="2311400" y="4140200"/>
          <p14:tracePt t="9230" x="2311400" y="4132263"/>
          <p14:tracePt t="9486" x="2305050" y="4132263"/>
          <p14:tracePt t="9598" x="2305050" y="4125913"/>
          <p14:tracePt t="9686" x="2311400" y="4119563"/>
          <p14:tracePt t="9710" x="2319338" y="4111625"/>
          <p14:tracePt t="9766" x="2319338" y="4105275"/>
          <p14:tracePt t="9782" x="2319338" y="4098925"/>
          <p14:tracePt t="9790" x="2319338" y="4090988"/>
          <p14:tracePt t="9814" x="2325688" y="4084638"/>
          <p14:tracePt t="12198" x="2332038" y="4076700"/>
          <p14:tracePt t="12214" x="2332038" y="4070350"/>
          <p14:tracePt t="12222" x="2332038" y="4064000"/>
          <p14:tracePt t="12246" x="2332038" y="4056063"/>
          <p14:tracePt t="12254" x="2332038" y="4049713"/>
          <p14:tracePt t="12262" x="2332038" y="4043363"/>
          <p14:tracePt t="12270" x="2332038" y="4035425"/>
          <p14:tracePt t="12278" x="2332038" y="4014788"/>
          <p14:tracePt t="12286" x="2332038" y="4000500"/>
          <p14:tracePt t="12294" x="2332038" y="3973513"/>
          <p14:tracePt t="12302" x="2319338" y="3938588"/>
          <p14:tracePt t="12310" x="2311400" y="3925888"/>
          <p14:tracePt t="12318" x="2290763" y="3890963"/>
          <p14:tracePt t="12326" x="2278063" y="3849688"/>
          <p14:tracePt t="12334" x="2263775" y="3827463"/>
          <p14:tracePt t="12342" x="2243138" y="3786188"/>
          <p14:tracePt t="12350" x="2208213" y="3730625"/>
          <p14:tracePt t="12358" x="2187575" y="3703638"/>
          <p14:tracePt t="12366" x="2146300" y="3648075"/>
          <p14:tracePt t="12374" x="2111375" y="3606800"/>
          <p14:tracePt t="12382" x="2070100" y="3557588"/>
          <p14:tracePt t="12390" x="2035175" y="3503613"/>
          <p14:tracePt t="12398" x="1993900" y="3454400"/>
          <p14:tracePt t="12406" x="1965325" y="3413125"/>
          <p14:tracePt t="12414" x="1952625" y="3378200"/>
          <p14:tracePt t="12422" x="1924050" y="3351213"/>
          <p14:tracePt t="12430" x="1903413" y="3322638"/>
          <p14:tracePt t="12438" x="1876425" y="3281363"/>
          <p14:tracePt t="12446" x="1862138" y="3254375"/>
          <p14:tracePt t="12454" x="1833563" y="3205163"/>
          <p14:tracePt t="12462" x="1820863" y="3155950"/>
          <p14:tracePt t="12470" x="1800225" y="3122613"/>
          <p14:tracePt t="12478" x="1800225" y="3073400"/>
          <p14:tracePt t="12486" x="1800225" y="3017838"/>
          <p14:tracePt t="12494" x="1800225" y="2962275"/>
          <p14:tracePt t="12502" x="1800225" y="2906713"/>
          <p14:tracePt t="12510" x="1800225" y="2832100"/>
          <p14:tracePt t="12518" x="1800225" y="2747963"/>
          <p14:tracePt t="12526" x="1800225" y="2665413"/>
          <p14:tracePt t="12534" x="1792288" y="2574925"/>
          <p14:tracePt t="12542" x="1771650" y="2498725"/>
          <p14:tracePt t="12550" x="1736725" y="2451100"/>
          <p14:tracePt t="12558" x="1703388" y="2409825"/>
          <p14:tracePt t="12566" x="1647825" y="2374900"/>
          <p14:tracePt t="12574" x="1598613" y="2354263"/>
          <p14:tracePt t="12582" x="1550988" y="2346325"/>
          <p14:tracePt t="12590" x="1495425" y="2346325"/>
          <p14:tracePt t="12598" x="1439863" y="2346325"/>
          <p14:tracePt t="12606" x="1377950" y="2346325"/>
          <p14:tracePt t="12614" x="1308100" y="2374900"/>
          <p14:tracePt t="12622" x="1204913" y="2430463"/>
          <p14:tracePt t="12630" x="1128713" y="2478088"/>
          <p14:tracePt t="12638" x="1052513" y="2527300"/>
          <p14:tracePt t="12646" x="947738" y="2595563"/>
          <p14:tracePt t="12654" x="885825" y="2636838"/>
          <p14:tracePt t="12662" x="844550" y="2692400"/>
          <p14:tracePt t="12670" x="823913" y="2747963"/>
          <p14:tracePt t="12678" x="817563" y="2817813"/>
          <p14:tracePt t="12686" x="809625" y="2900363"/>
          <p14:tracePt t="12694" x="788988" y="2982913"/>
          <p14:tracePt t="12702" x="788988" y="3073400"/>
          <p14:tracePt t="12710" x="817563" y="3170238"/>
          <p14:tracePt t="12718" x="844550" y="3240088"/>
          <p14:tracePt t="12726" x="885825" y="3316288"/>
          <p14:tracePt t="12734" x="941388" y="3384550"/>
          <p14:tracePt t="12742" x="990600" y="3460750"/>
          <p14:tracePt t="12750" x="1038225" y="3509963"/>
          <p14:tracePt t="12758" x="1100138" y="3578225"/>
          <p14:tracePt t="12766" x="1141413" y="3633788"/>
          <p14:tracePt t="12774" x="1176338" y="3676650"/>
          <p14:tracePt t="12782" x="1211263" y="3709988"/>
          <p14:tracePt t="12790" x="1246188" y="3730625"/>
          <p14:tracePt t="12798" x="1266825" y="3751263"/>
          <p14:tracePt t="12806" x="1293813" y="3773488"/>
          <p14:tracePt t="12814" x="1322388" y="3800475"/>
          <p14:tracePt t="12822" x="1343025" y="3814763"/>
          <p14:tracePt t="12830" x="1363663" y="3827463"/>
          <p14:tracePt t="12838" x="1398588" y="3849688"/>
          <p14:tracePt t="12846" x="1419225" y="3856038"/>
          <p14:tracePt t="12854" x="1466850" y="3876675"/>
          <p14:tracePt t="12862" x="1501775" y="3890963"/>
          <p14:tracePt t="12870" x="1550988" y="3903663"/>
          <p14:tracePt t="12881" x="1585913" y="3925888"/>
          <p14:tracePt t="12886" x="1633538" y="3946525"/>
          <p14:tracePt t="12894" x="1654175" y="3952875"/>
          <p14:tracePt t="12902" x="1689100" y="3959225"/>
          <p14:tracePt t="12910" x="1730375" y="3967163"/>
          <p14:tracePt t="12918" x="1751013" y="3973513"/>
          <p14:tracePt t="12926" x="1800225" y="3979863"/>
          <p14:tracePt t="12934" x="1841500" y="3994150"/>
          <p14:tracePt t="12942" x="1876425" y="4008438"/>
          <p14:tracePt t="12950" x="1909763" y="4014788"/>
          <p14:tracePt t="12958" x="1979613" y="4029075"/>
          <p14:tracePt t="12966" x="2020888" y="4049713"/>
          <p14:tracePt t="12974" x="2082800" y="4084638"/>
          <p14:tracePt t="12982" x="2117725" y="4105275"/>
          <p14:tracePt t="12990" x="2117725" y="4119563"/>
          <p14:tracePt t="13182" x="2125663" y="4119563"/>
          <p14:tracePt t="13190" x="2132013" y="4111625"/>
          <p14:tracePt t="13198" x="2146300" y="4111625"/>
          <p14:tracePt t="13206" x="2166938" y="4105275"/>
          <p14:tracePt t="13214" x="2201863" y="4090988"/>
          <p14:tracePt t="13222" x="2235200" y="4084638"/>
          <p14:tracePt t="13230" x="2263775" y="4084638"/>
          <p14:tracePt t="13238" x="2325688" y="4076700"/>
          <p14:tracePt t="13246" x="2395538" y="4076700"/>
          <p14:tracePt t="13254" x="2478088" y="4076700"/>
          <p14:tracePt t="13262" x="2568575" y="4076700"/>
          <p14:tracePt t="13270" x="2686050" y="4076700"/>
          <p14:tracePt t="13278" x="2817813" y="4076700"/>
          <p14:tracePt t="13286" x="2949575" y="4076700"/>
          <p14:tracePt t="13294" x="3100388" y="4076700"/>
          <p14:tracePt t="13302" x="3232150" y="4076700"/>
          <p14:tracePt t="13310" x="3405188" y="4076700"/>
          <p14:tracePt t="13318" x="3571875" y="4076700"/>
          <p14:tracePt t="13326" x="3724275" y="4076700"/>
          <p14:tracePt t="13334" x="3911600" y="4076700"/>
          <p14:tracePt t="13342" x="4041775" y="4076700"/>
          <p14:tracePt t="13350" x="4117975" y="4076700"/>
          <p14:tracePt t="13358" x="4181475" y="4076700"/>
          <p14:tracePt t="13366" x="4237038" y="4076700"/>
          <p14:tracePt t="13374" x="4311650" y="4076700"/>
          <p14:tracePt t="13382" x="4367213" y="4076700"/>
          <p14:tracePt t="13390" x="4381500" y="4076700"/>
          <p14:tracePt t="13590" x="4395788" y="4076700"/>
          <p14:tracePt t="13598" x="4402138" y="4064000"/>
          <p14:tracePt t="13606" x="4430713" y="4049713"/>
          <p14:tracePt t="13614" x="4498975" y="4014788"/>
          <p14:tracePt t="13622" x="4595813" y="3994150"/>
          <p14:tracePt t="13630" x="4700588" y="3967163"/>
          <p14:tracePt t="13638" x="4886325" y="3925888"/>
          <p14:tracePt t="13646" x="5087938" y="3890963"/>
          <p14:tracePt t="13654" x="5240338" y="3883025"/>
          <p14:tracePt t="13662" x="5384800" y="3862388"/>
          <p14:tracePt t="13670" x="5510213" y="3835400"/>
          <p14:tracePt t="13678" x="5648325" y="3827463"/>
          <p14:tracePt t="13686" x="5751513" y="3827463"/>
          <p14:tracePt t="13694" x="5848350" y="3827463"/>
          <p14:tracePt t="13702" x="5973763" y="3827463"/>
          <p14:tracePt t="13710" x="6091238" y="3827463"/>
          <p14:tracePt t="13718" x="6181725" y="3827463"/>
          <p14:tracePt t="13726" x="6270625" y="3827463"/>
          <p14:tracePt t="13734" x="6346825" y="3827463"/>
          <p14:tracePt t="13742" x="6396038" y="3827463"/>
          <p14:tracePt t="13750" x="6437313" y="3827463"/>
          <p14:tracePt t="13758" x="6465888" y="3827463"/>
          <p14:tracePt t="13766" x="6499225" y="3827463"/>
          <p14:tracePt t="13774" x="6507163" y="3827463"/>
          <p14:tracePt t="13782" x="6519863" y="3827463"/>
          <p14:tracePt t="13790" x="6527800" y="3827463"/>
          <p14:tracePt t="13814" x="6534150" y="3821113"/>
          <p14:tracePt t="13838" x="6542088" y="3821113"/>
          <p14:tracePt t="14006" x="6548438" y="3814763"/>
          <p14:tracePt t="14062" x="6548438" y="3806825"/>
          <p14:tracePt t="14118" x="6548438" y="3800475"/>
          <p14:tracePt t="14134" x="6548438" y="3794125"/>
          <p14:tracePt t="14190" x="6548438" y="3786188"/>
          <p14:tracePt t="14206" x="6548438" y="3779838"/>
          <p14:tracePt t="14214" x="6542088" y="3773488"/>
          <p14:tracePt t="14222" x="6534150" y="3773488"/>
          <p14:tracePt t="14230" x="6527800" y="3765550"/>
          <p14:tracePt t="14238" x="6519863" y="3765550"/>
          <p14:tracePt t="14246" x="6507163" y="3765550"/>
          <p14:tracePt t="14254" x="6492875" y="3744913"/>
          <p14:tracePt t="14262" x="6486525" y="3744913"/>
          <p14:tracePt t="14270" x="6465888" y="3744913"/>
          <p14:tracePt t="14278" x="6451600" y="3738563"/>
          <p14:tracePt t="14286" x="6443663" y="3730625"/>
          <p14:tracePt t="14294" x="6430963" y="3730625"/>
          <p14:tracePt t="14302" x="6423025" y="3724275"/>
          <p14:tracePt t="14310" x="6416675" y="3724275"/>
          <p14:tracePt t="14318" x="6410325" y="3717925"/>
          <p14:tracePt t="14334" x="6396038" y="3717925"/>
          <p14:tracePt t="14342" x="6389688" y="3717925"/>
          <p14:tracePt t="14350" x="6369050" y="3717925"/>
          <p14:tracePt t="14358" x="6346825" y="3717925"/>
          <p14:tracePt t="14366" x="6313488" y="3709988"/>
          <p14:tracePt t="14374" x="6284913" y="3709988"/>
          <p14:tracePt t="14382" x="6249988" y="3709988"/>
          <p14:tracePt t="14390" x="6229350" y="3709988"/>
          <p14:tracePt t="14398" x="6202363" y="3709988"/>
          <p14:tracePt t="14406" x="6194425" y="3709988"/>
          <p14:tracePt t="14414" x="6181725" y="3709988"/>
          <p14:tracePt t="14422" x="6161088" y="3709988"/>
          <p14:tracePt t="14430" x="6146800" y="3709988"/>
          <p14:tracePt t="14438" x="6140450" y="3709988"/>
          <p14:tracePt t="14446" x="6126163" y="3709988"/>
          <p14:tracePt t="14454" x="6119813" y="3709988"/>
          <p14:tracePt t="14462" x="6111875" y="3709988"/>
          <p14:tracePt t="14470" x="6105525" y="3717925"/>
          <p14:tracePt t="14478" x="6091238" y="3717925"/>
          <p14:tracePt t="14486" x="6084888" y="3724275"/>
          <p14:tracePt t="14494" x="6070600" y="3738563"/>
          <p14:tracePt t="14502" x="6056313" y="3744913"/>
          <p14:tracePt t="14510" x="6043613" y="3759200"/>
          <p14:tracePt t="14518" x="6029325" y="3779838"/>
          <p14:tracePt t="14526" x="6008688" y="3786188"/>
          <p14:tracePt t="14534" x="5994400" y="3814763"/>
          <p14:tracePt t="14542" x="5988050" y="3821113"/>
          <p14:tracePt t="14550" x="5973763" y="3835400"/>
          <p14:tracePt t="14558" x="5973763" y="3849688"/>
          <p14:tracePt t="14566" x="5967413" y="3870325"/>
          <p14:tracePt t="14574" x="5959475" y="3876675"/>
          <p14:tracePt t="14582" x="5959475" y="3897313"/>
          <p14:tracePt t="14590" x="5959475" y="3917950"/>
          <p14:tracePt t="14598" x="5959475" y="3932238"/>
          <p14:tracePt t="14606" x="5959475" y="3952875"/>
          <p14:tracePt t="14614" x="5959475" y="3967163"/>
          <p14:tracePt t="14622" x="5959475" y="3973513"/>
          <p14:tracePt t="14630" x="5959475" y="3994150"/>
          <p14:tracePt t="14638" x="5959475" y="4014788"/>
          <p14:tracePt t="14646" x="5959475" y="4035425"/>
          <p14:tracePt t="14654" x="5973763" y="4056063"/>
          <p14:tracePt t="14662" x="5980113" y="4070350"/>
          <p14:tracePt t="14670" x="5994400" y="4090988"/>
          <p14:tracePt t="14678" x="6015038" y="4119563"/>
          <p14:tracePt t="14686" x="6029325" y="4132263"/>
          <p14:tracePt t="14694" x="6035675" y="4146550"/>
          <p14:tracePt t="14702" x="6056313" y="4175125"/>
          <p14:tracePt t="14710" x="6084888" y="4208463"/>
          <p14:tracePt t="14718" x="6097588" y="4222750"/>
          <p14:tracePt t="14726" x="6111875" y="4237038"/>
          <p14:tracePt t="14734" x="6126163" y="4249738"/>
          <p14:tracePt t="14742" x="6140450" y="4264025"/>
          <p14:tracePt t="14750" x="6153150" y="4278313"/>
          <p14:tracePt t="14758" x="6181725" y="4292600"/>
          <p14:tracePt t="14766" x="6202363" y="4305300"/>
          <p14:tracePt t="14774" x="6243638" y="4319588"/>
          <p14:tracePt t="14782" x="6284913" y="4348163"/>
          <p14:tracePt t="14790" x="6334125" y="4381500"/>
          <p14:tracePt t="14798" x="6375400" y="4395788"/>
          <p14:tracePt t="14806" x="6396038" y="4410075"/>
          <p14:tracePt t="14814" x="6423025" y="4416425"/>
          <p14:tracePt t="14822" x="6443663" y="4422775"/>
          <p14:tracePt t="14830" x="6465888" y="4437063"/>
          <p14:tracePt t="14838" x="6478588" y="4437063"/>
          <p14:tracePt t="14846" x="6499225" y="4437063"/>
          <p14:tracePt t="14854" x="6527800" y="4445000"/>
          <p14:tracePt t="14862" x="6569075" y="4445000"/>
          <p14:tracePt t="14870" x="6604000" y="4451350"/>
          <p14:tracePt t="14881" x="6665913" y="4465638"/>
          <p14:tracePt t="14886" x="6715125" y="4471988"/>
          <p14:tracePt t="14894" x="6769100" y="4478338"/>
          <p14:tracePt t="14902" x="6811963" y="4478338"/>
          <p14:tracePt t="14910" x="6859588" y="4486275"/>
          <p14:tracePt t="14918" x="6915150" y="4513263"/>
          <p14:tracePt t="14926" x="6950075" y="4513263"/>
          <p14:tracePt t="14934" x="7005638" y="4513263"/>
          <p14:tracePt t="14942" x="7067550" y="4513263"/>
          <p14:tracePt t="14950" x="7123113" y="4513263"/>
          <p14:tracePt t="14958" x="7170738" y="4513263"/>
          <p14:tracePt t="14966" x="7219950" y="4513263"/>
          <p14:tracePt t="14974" x="7246938" y="4513263"/>
          <p14:tracePt t="14982" x="7281863" y="4513263"/>
          <p14:tracePt t="14990" x="7316788" y="4506913"/>
          <p14:tracePt t="14998" x="7337425" y="4506913"/>
          <p14:tracePt t="15006" x="7358063" y="4498975"/>
          <p14:tracePt t="15014" x="7372350" y="4486275"/>
          <p14:tracePt t="15022" x="7392988" y="4478338"/>
          <p14:tracePt t="15030" x="7399338" y="4471988"/>
          <p14:tracePt t="15038" x="7413625" y="4451350"/>
          <p14:tracePt t="15046" x="7419975" y="4430713"/>
          <p14:tracePt t="15054" x="7448550" y="4402138"/>
          <p14:tracePt t="15062" x="7454900" y="4389438"/>
          <p14:tracePt t="15070" x="7475538" y="4360863"/>
          <p14:tracePt t="15078" x="7489825" y="4333875"/>
          <p14:tracePt t="15086" x="7489825" y="4305300"/>
          <p14:tracePt t="15094" x="7496175" y="4292600"/>
          <p14:tracePt t="15102" x="7504113" y="4278313"/>
          <p14:tracePt t="15110" x="7510463" y="4249738"/>
          <p14:tracePt t="15118" x="7510463" y="4237038"/>
          <p14:tracePt t="15126" x="7510463" y="4208463"/>
          <p14:tracePt t="15134" x="7510463" y="4202113"/>
          <p14:tracePt t="15142" x="7510463" y="4167188"/>
          <p14:tracePt t="15150" x="7510463" y="4140200"/>
          <p14:tracePt t="15158" x="7510463" y="4111625"/>
          <p14:tracePt t="15166" x="7510463" y="4090988"/>
          <p14:tracePt t="15174" x="7510463" y="4056063"/>
          <p14:tracePt t="15182" x="7504113" y="4029075"/>
          <p14:tracePt t="15190" x="7496175" y="4008438"/>
          <p14:tracePt t="15198" x="7489825" y="4000500"/>
          <p14:tracePt t="15206" x="7489825" y="3987800"/>
          <p14:tracePt t="15215" x="7475538" y="3973513"/>
          <p14:tracePt t="15230" x="7469188" y="3959225"/>
          <p14:tracePt t="15238" x="7461250" y="3952875"/>
          <p14:tracePt t="15246" x="7448550" y="3946525"/>
          <p14:tracePt t="15254" x="7440613" y="3932238"/>
          <p14:tracePt t="15262" x="7427913" y="3925888"/>
          <p14:tracePt t="15270" x="7419975" y="3917950"/>
          <p14:tracePt t="15278" x="7407275" y="3911600"/>
          <p14:tracePt t="15286" x="7399338" y="3903663"/>
          <p14:tracePt t="15294" x="7385050" y="3903663"/>
          <p14:tracePt t="15302" x="7378700" y="3897313"/>
          <p14:tracePt t="15310" x="7358063" y="3890963"/>
          <p14:tracePt t="15318" x="7337425" y="3876675"/>
          <p14:tracePt t="15326" x="7316788" y="3870325"/>
          <p14:tracePt t="15334" x="7296150" y="3862388"/>
          <p14:tracePt t="15342" x="7275513" y="3849688"/>
          <p14:tracePt t="15350" x="7240588" y="3835400"/>
          <p14:tracePt t="15358" x="7234238" y="3827463"/>
          <p14:tracePt t="15366" x="7212013" y="3821113"/>
          <p14:tracePt t="15374" x="7191375" y="3814763"/>
          <p14:tracePt t="15382" x="7164388" y="3806825"/>
          <p14:tracePt t="15390" x="7150100" y="3806825"/>
          <p14:tracePt t="15398" x="7123113" y="3800475"/>
          <p14:tracePt t="15406" x="7108825" y="3800475"/>
          <p14:tracePt t="15414" x="7094538" y="3794125"/>
          <p14:tracePt t="15422" x="7081838" y="3794125"/>
          <p14:tracePt t="15430" x="7061200" y="3794125"/>
          <p14:tracePt t="15438" x="7053263" y="3794125"/>
          <p14:tracePt t="15446" x="7032625" y="3786188"/>
          <p14:tracePt t="15454" x="7005638" y="3786188"/>
          <p14:tracePt t="15462" x="6985000" y="3779838"/>
          <p14:tracePt t="15470" x="6970713" y="3779838"/>
          <p14:tracePt t="15478" x="6942138" y="3773488"/>
          <p14:tracePt t="15486" x="6894513" y="3765550"/>
          <p14:tracePt t="15494" x="6853238" y="3765550"/>
          <p14:tracePt t="15502" x="6824663" y="3759200"/>
          <p14:tracePt t="15510" x="6789738" y="3759200"/>
          <p14:tracePt t="15518" x="6762750" y="3744913"/>
          <p14:tracePt t="15526" x="6742113" y="3744913"/>
          <p14:tracePt t="15534" x="6727825" y="3744913"/>
          <p14:tracePt t="15542" x="6700838" y="3744913"/>
          <p14:tracePt t="15550" x="6686550" y="3744913"/>
          <p14:tracePt t="15558" x="6659563" y="3744913"/>
          <p14:tracePt t="15566" x="6651625" y="3744913"/>
          <p14:tracePt t="15574" x="6624638" y="3744913"/>
          <p14:tracePt t="15582" x="6604000" y="3744913"/>
          <p14:tracePt t="15590" x="6569075" y="3744913"/>
          <p14:tracePt t="15598" x="6519863" y="3744913"/>
          <p14:tracePt t="15606" x="6492875" y="3751263"/>
          <p14:tracePt t="15614" x="6472238" y="3759200"/>
          <p14:tracePt t="15622" x="6443663" y="3773488"/>
          <p14:tracePt t="15630" x="6423025" y="3779838"/>
          <p14:tracePt t="15638" x="6396038" y="3779838"/>
          <p14:tracePt t="15646" x="6375400" y="3786188"/>
          <p14:tracePt t="15654" x="6346825" y="3800475"/>
          <p14:tracePt t="15662" x="6340475" y="3806825"/>
          <p14:tracePt t="15670" x="6326188" y="3806825"/>
          <p14:tracePt t="15678" x="6313488" y="3806825"/>
          <p14:tracePt t="15686" x="6299200" y="3806825"/>
          <p14:tracePt t="15694" x="6292850" y="3814763"/>
          <p14:tracePt t="15702" x="6278563" y="3821113"/>
          <p14:tracePt t="15710" x="6264275" y="3821113"/>
          <p14:tracePt t="15718" x="6249988" y="3827463"/>
          <p14:tracePt t="15726" x="6237288" y="3835400"/>
          <p14:tracePt t="15742" x="6223000" y="3841750"/>
          <p14:tracePt t="15750" x="6216650" y="3841750"/>
          <p14:tracePt t="15758" x="6208713" y="3849688"/>
          <p14:tracePt t="16358" x="6208713" y="3841750"/>
          <p14:tracePt t="16366" x="6208713" y="3835400"/>
          <p14:tracePt t="16382" x="6208713" y="3827463"/>
          <p14:tracePt t="16390" x="6208713" y="3814763"/>
          <p14:tracePt t="16406" x="6208713" y="3806825"/>
          <p14:tracePt t="16414" x="6208713" y="3794125"/>
          <p14:tracePt t="16422" x="6208713" y="3786188"/>
          <p14:tracePt t="16438" x="6202363" y="3779838"/>
          <p14:tracePt t="16446" x="6202363" y="3773488"/>
          <p14:tracePt t="16454" x="6194425" y="3773488"/>
          <p14:tracePt t="16462" x="6194425" y="3765550"/>
          <p14:tracePt t="16478" x="6188075" y="3751263"/>
          <p14:tracePt t="16494" x="6181725" y="3738563"/>
          <p14:tracePt t="16502" x="6173788" y="3730625"/>
          <p14:tracePt t="16510" x="6167438" y="3724275"/>
          <p14:tracePt t="16518" x="6153150" y="3703638"/>
          <p14:tracePt t="16526" x="6146800" y="3689350"/>
          <p14:tracePt t="16534" x="6140450" y="3676650"/>
          <p14:tracePt t="16542" x="6126163" y="3662363"/>
          <p14:tracePt t="16550" x="6119813" y="3648075"/>
          <p14:tracePt t="16558" x="6105525" y="3633788"/>
          <p14:tracePt t="16566" x="6097588" y="3627438"/>
          <p14:tracePt t="16574" x="6091238" y="3613150"/>
          <p14:tracePt t="16582" x="6070600" y="3592513"/>
          <p14:tracePt t="16590" x="6064250" y="3578225"/>
          <p14:tracePt t="16598" x="6043613" y="3557588"/>
          <p14:tracePt t="16606" x="6035675" y="3536950"/>
          <p14:tracePt t="16614" x="6008688" y="3509963"/>
          <p14:tracePt t="16622" x="5994400" y="3495675"/>
          <p14:tracePt t="16630" x="5980113" y="3481388"/>
          <p14:tracePt t="16638" x="5967413" y="3454400"/>
          <p14:tracePt t="16646" x="5959475" y="3448050"/>
          <p14:tracePt t="16662" x="5959475" y="3440113"/>
          <p14:tracePt t="16678" x="5959475" y="3433763"/>
          <p14:tracePt t="16734" x="5959475" y="3427413"/>
          <p14:tracePt t="16966" x="5953125" y="3419475"/>
          <p14:tracePt t="16982" x="5953125" y="3413125"/>
          <p14:tracePt t="16990" x="5946775" y="3398838"/>
          <p14:tracePt t="16998" x="5946775" y="3392488"/>
          <p14:tracePt t="17006" x="5946775" y="3384550"/>
          <p14:tracePt t="17014" x="5946775" y="3378200"/>
          <p14:tracePt t="17022" x="5946775" y="3371850"/>
          <p14:tracePt t="17030" x="5946775" y="3363913"/>
          <p14:tracePt t="17038" x="5946775" y="3351213"/>
          <p14:tracePt t="17046" x="5946775" y="3343275"/>
          <p14:tracePt t="17054" x="5953125" y="3322638"/>
          <p14:tracePt t="17062" x="5967413" y="3295650"/>
          <p14:tracePt t="17070" x="5973763" y="3295650"/>
          <p14:tracePt t="17078" x="5980113" y="3287713"/>
          <p14:tracePt t="17086" x="5988050" y="3275013"/>
          <p14:tracePt t="17094" x="5988050" y="3267075"/>
          <p14:tracePt t="17214" x="5988050" y="3260725"/>
          <p14:tracePt t="17230" x="5988050" y="3254375"/>
          <p14:tracePt t="17310" x="5988050" y="3240088"/>
          <p14:tracePt t="17318" x="5988050" y="3225800"/>
          <p14:tracePt t="17326" x="5988050" y="3205163"/>
          <p14:tracePt t="17334" x="5988050" y="3178175"/>
          <p14:tracePt t="17342" x="5953125" y="3128963"/>
          <p14:tracePt t="17350" x="5891213" y="3087688"/>
          <p14:tracePt t="17358" x="5794375" y="3011488"/>
          <p14:tracePt t="17366" x="5641975" y="2914650"/>
          <p14:tracePt t="17374" x="5489575" y="2782888"/>
          <p14:tracePt t="17382" x="5135563" y="2568575"/>
          <p14:tracePt t="17390" x="4818063" y="2360613"/>
          <p14:tracePt t="17398" x="4457700" y="2105025"/>
          <p14:tracePt t="17406" x="4014788" y="1841500"/>
          <p14:tracePt t="17414" x="3586163" y="1543050"/>
          <p14:tracePt t="17422" x="3128963" y="1211263"/>
          <p14:tracePt t="17430" x="2678113" y="879475"/>
          <p14:tracePt t="17438" x="2270125" y="615950"/>
          <p14:tracePt t="17446" x="1931988" y="395288"/>
          <p14:tracePt t="17454" x="1612900" y="187325"/>
          <p14:tracePt t="17462" x="1398588" y="61913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1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M-STEP</a:t>
            </a:r>
            <a:endParaRPr/>
          </a:p>
        </p:txBody>
      </p:sp>
      <p:sp>
        <p:nvSpPr>
          <p:cNvPr id="569" name="Google Shape;569;p31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Update current parameter </a:t>
            </a:r>
            <a:endParaRPr/>
          </a:p>
        </p:txBody>
      </p:sp>
      <p:sp>
        <p:nvSpPr>
          <p:cNvPr id="570" name="Google Shape;570;p3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571" name="Google Shape;571;p31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3C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ASSIGNING ESTIMATED NUMBER OF FLIPS</a:t>
            </a:r>
            <a:endParaRPr/>
          </a:p>
        </p:txBody>
      </p:sp>
      <p:sp>
        <p:nvSpPr>
          <p:cNvPr id="577" name="Google Shape;577;p3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578" name="Google Shape;578;p32"/>
          <p:cNvSpPr txBox="1"/>
          <p:nvPr/>
        </p:nvSpPr>
        <p:spPr>
          <a:xfrm>
            <a:off x="7535000" y="324725"/>
            <a:ext cx="1333800" cy="1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</a:rPr>
              <a:t>θ</a:t>
            </a:r>
            <a:r>
              <a:rPr lang="en" sz="1800" i="1" baseline="-25000">
                <a:solidFill>
                  <a:schemeClr val="dk1"/>
                </a:solidFill>
              </a:rPr>
              <a:t>A</a:t>
            </a:r>
            <a:r>
              <a:rPr lang="en" sz="1800" i="1">
                <a:solidFill>
                  <a:schemeClr val="dk1"/>
                </a:solidFill>
              </a:rPr>
              <a:t>  = 0.6</a:t>
            </a:r>
            <a:endParaRPr sz="18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</a:rPr>
              <a:t>θ</a:t>
            </a:r>
            <a:r>
              <a:rPr lang="en" sz="1800" i="1" baseline="-25000">
                <a:solidFill>
                  <a:schemeClr val="dk1"/>
                </a:solidFill>
              </a:rPr>
              <a:t>B</a:t>
            </a:r>
            <a:r>
              <a:rPr lang="en" sz="1800" i="1">
                <a:solidFill>
                  <a:schemeClr val="dk1"/>
                </a:solidFill>
              </a:rPr>
              <a:t>  = 0.5</a:t>
            </a:r>
            <a:endParaRPr sz="1800" i="1">
              <a:solidFill>
                <a:schemeClr val="dk1"/>
              </a:solidFill>
            </a:endParaRPr>
          </a:p>
        </p:txBody>
      </p:sp>
      <p:graphicFrame>
        <p:nvGraphicFramePr>
          <p:cNvPr id="579" name="Google Shape;579;p32"/>
          <p:cNvGraphicFramePr/>
          <p:nvPr/>
        </p:nvGraphicFramePr>
        <p:xfrm>
          <a:off x="330075" y="1388838"/>
          <a:ext cx="8598250" cy="2377260"/>
        </p:xfrm>
        <a:graphic>
          <a:graphicData uri="http://schemas.openxmlformats.org/drawingml/2006/table">
            <a:tbl>
              <a:tblPr>
                <a:noFill/>
                <a:tableStyleId>{58435441-2011-46E0-9767-547DBE263A97}</a:tableStyleId>
              </a:tblPr>
              <a:tblGrid>
                <a:gridCol w="175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Flips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Probability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Probability 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#Heads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#Heads B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HTTTHHTHTH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5H 5T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 * 0.45 = 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2.25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 * 0.55 = 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2.75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HHHHTHHHHH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9H 1T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 *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0.80 = 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7.2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* 0.20 = 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1.8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HTHHHHHTHH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8H 2T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 *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0.73 = 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5.84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 * 0.27 = 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2.16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HTHTTTHHTT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4H 6T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 *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0.35 = 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1.4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* 0.65 = 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2.6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THHHTHHHTH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7H 3T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* 0.65 = 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4.55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* 0.35 = 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2.45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0" name="Google Shape;580;p32"/>
          <p:cNvSpPr/>
          <p:nvPr/>
        </p:nvSpPr>
        <p:spPr>
          <a:xfrm>
            <a:off x="309085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1" name="Google Shape;581;p32"/>
          <p:cNvGrpSpPr/>
          <p:nvPr/>
        </p:nvGrpSpPr>
        <p:grpSpPr>
          <a:xfrm>
            <a:off x="1773673" y="3870534"/>
            <a:ext cx="1607763" cy="1272975"/>
            <a:chOff x="2739247" y="4060934"/>
            <a:chExt cx="1333800" cy="1056060"/>
          </a:xfrm>
        </p:grpSpPr>
        <p:pic>
          <p:nvPicPr>
            <p:cNvPr id="582" name="Google Shape;582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39247" y="4060934"/>
              <a:ext cx="1333800" cy="10560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32"/>
            <p:cNvSpPr/>
            <p:nvPr/>
          </p:nvSpPr>
          <p:spPr>
            <a:xfrm>
              <a:off x="3386150" y="4133850"/>
              <a:ext cx="457200" cy="938225"/>
            </a:xfrm>
            <a:custGeom>
              <a:avLst/>
              <a:gdLst/>
              <a:ahLst/>
              <a:cxnLst/>
              <a:rect l="l" t="t" r="r" b="b"/>
              <a:pathLst>
                <a:path w="18288" h="37529" extrusionOk="0">
                  <a:moveTo>
                    <a:pt x="3238" y="0"/>
                  </a:moveTo>
                  <a:lnTo>
                    <a:pt x="2476" y="4191"/>
                  </a:lnTo>
                  <a:lnTo>
                    <a:pt x="17907" y="8382"/>
                  </a:lnTo>
                  <a:lnTo>
                    <a:pt x="18288" y="11621"/>
                  </a:lnTo>
                  <a:lnTo>
                    <a:pt x="14287" y="15431"/>
                  </a:lnTo>
                  <a:lnTo>
                    <a:pt x="14097" y="20003"/>
                  </a:lnTo>
                  <a:lnTo>
                    <a:pt x="0" y="23051"/>
                  </a:lnTo>
                  <a:lnTo>
                    <a:pt x="0" y="27813"/>
                  </a:lnTo>
                  <a:lnTo>
                    <a:pt x="10287" y="31623"/>
                  </a:lnTo>
                  <a:lnTo>
                    <a:pt x="10477" y="35814"/>
                  </a:lnTo>
                  <a:lnTo>
                    <a:pt x="8191" y="37529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84" name="Google Shape;584;p32"/>
          <p:cNvGrpSpPr/>
          <p:nvPr/>
        </p:nvGrpSpPr>
        <p:grpSpPr>
          <a:xfrm>
            <a:off x="76475" y="76200"/>
            <a:ext cx="1521500" cy="225900"/>
            <a:chOff x="76475" y="76200"/>
            <a:chExt cx="1521500" cy="225900"/>
          </a:xfrm>
        </p:grpSpPr>
        <p:sp>
          <p:nvSpPr>
            <p:cNvPr id="585" name="Google Shape;585;p32">
              <a:hlinkClick r:id="rId4" action="ppaction://hlinksldjump"/>
            </p:cNvPr>
            <p:cNvSpPr/>
            <p:nvPr/>
          </p:nvSpPr>
          <p:spPr>
            <a:xfrm>
              <a:off x="764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Dosis"/>
                  <a:ea typeface="Dosis"/>
                  <a:cs typeface="Dosis"/>
                  <a:sym typeface="Dosis"/>
                </a:rPr>
                <a:t>Overview</a:t>
              </a:r>
              <a:endParaRPr sz="1200"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8515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Dosis"/>
                  <a:ea typeface="Dosis"/>
                  <a:cs typeface="Dosis"/>
                  <a:sym typeface="Dosis"/>
                </a:rPr>
                <a:t>STEP 5</a:t>
              </a:r>
              <a:endParaRPr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60412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84" x="5800725" y="1674813"/>
          <p14:tracePt t="293" x="5800725" y="1668463"/>
          <p14:tracePt t="300" x="5807075" y="1668463"/>
          <p14:tracePt t="309" x="5821363" y="1654175"/>
          <p14:tracePt t="316" x="5827713" y="1639888"/>
          <p14:tracePt t="324" x="5842000" y="1633538"/>
          <p14:tracePt t="332" x="5856288" y="1612900"/>
          <p14:tracePt t="340" x="5870575" y="1598613"/>
          <p14:tracePt t="348" x="5876925" y="1598613"/>
          <p14:tracePt t="356" x="5876925" y="1585913"/>
          <p14:tracePt t="364" x="5883275" y="1577975"/>
          <p14:tracePt t="373" x="5883275" y="1565275"/>
          <p14:tracePt t="380" x="5883275" y="1557338"/>
          <p14:tracePt t="389" x="5883275" y="1543050"/>
          <p14:tracePt t="396" x="5883275" y="1522413"/>
          <p14:tracePt t="404" x="5883275" y="1501775"/>
          <p14:tracePt t="412" x="5876925" y="1474788"/>
          <p14:tracePt t="420" x="5870575" y="1460500"/>
          <p14:tracePt t="429" x="5862638" y="1446213"/>
          <p14:tracePt t="436" x="5862638" y="1433513"/>
          <p14:tracePt t="444" x="5862638" y="1419225"/>
          <p14:tracePt t="453" x="5862638" y="1412875"/>
          <p14:tracePt t="460" x="5856288" y="1398588"/>
          <p14:tracePt t="469" x="5848350" y="1392238"/>
          <p14:tracePt t="476" x="5848350" y="1377950"/>
          <p14:tracePt t="493" x="5848350" y="1370013"/>
          <p14:tracePt t="509" x="5848350" y="1357313"/>
          <p14:tracePt t="524" x="5842000" y="1349375"/>
          <p14:tracePt t="740" x="5842000" y="1343025"/>
          <p14:tracePt t="764" x="5848350" y="1336675"/>
          <p14:tracePt t="797" x="5856288" y="1328738"/>
          <p14:tracePt t="820" x="5862638" y="1328738"/>
          <p14:tracePt t="908" x="5876925" y="1322388"/>
          <p14:tracePt t="924" x="5883275" y="1322388"/>
          <p14:tracePt t="932" x="5891213" y="1316038"/>
          <p14:tracePt t="956" x="5897563" y="1308100"/>
          <p14:tracePt t="1029" x="5897563" y="1301750"/>
          <p14:tracePt t="1044" x="5897563" y="1287463"/>
          <p14:tracePt t="1060" x="5897563" y="1273175"/>
          <p14:tracePt t="1676" x="5897563" y="1266825"/>
          <p14:tracePt t="2957" x="5903913" y="1266825"/>
          <p14:tracePt t="3797" x="5911850" y="1260475"/>
          <p14:tracePt t="4253" x="5918200" y="1260475"/>
          <p14:tracePt t="5164" x="5918200" y="1252538"/>
          <p14:tracePt t="5189" x="5911850" y="1252538"/>
          <p14:tracePt t="5196" x="5897563" y="1252538"/>
          <p14:tracePt t="5204" x="5891213" y="1246188"/>
          <p14:tracePt t="5212" x="5870575" y="1246188"/>
          <p14:tracePt t="5220" x="5856288" y="1246188"/>
          <p14:tracePt t="5229" x="5827713" y="1246188"/>
          <p14:tracePt t="5237" x="5807075" y="1246188"/>
          <p14:tracePt t="5245" x="5780088" y="1246188"/>
          <p14:tracePt t="5253" x="5759450" y="1246188"/>
          <p14:tracePt t="5260" x="5730875" y="1246188"/>
          <p14:tracePt t="5268" x="5718175" y="1246188"/>
          <p14:tracePt t="5276" x="5697538" y="1246188"/>
          <p14:tracePt t="5284" x="5683250" y="1246188"/>
          <p14:tracePt t="5293" x="5675313" y="1246188"/>
          <p14:tracePt t="5300" x="5662613" y="1246188"/>
          <p14:tracePt t="5324" x="5654675" y="1246188"/>
          <p14:tracePt t="5348" x="5654675" y="1260475"/>
          <p14:tracePt t="5357" x="5654675" y="1266825"/>
          <p14:tracePt t="5364" x="5654675" y="1273175"/>
          <p14:tracePt t="5612" x="5648325" y="1266825"/>
          <p14:tracePt t="5620" x="5648325" y="1252538"/>
          <p14:tracePt t="5629" x="5648325" y="1246188"/>
          <p14:tracePt t="5709" x="5648325" y="1231900"/>
          <p14:tracePt t="6213" x="5648325" y="1252538"/>
          <p14:tracePt t="6220" x="5648325" y="1266825"/>
          <p14:tracePt t="6229" x="5634038" y="1281113"/>
          <p14:tracePt t="6236" x="5634038" y="1293813"/>
          <p14:tracePt t="6244" x="5627688" y="1316038"/>
          <p14:tracePt t="6253" x="5627688" y="1322388"/>
          <p14:tracePt t="6260" x="5627688" y="1343025"/>
          <p14:tracePt t="6269" x="5627688" y="1363663"/>
          <p14:tracePt t="6276" x="5627688" y="1392238"/>
          <p14:tracePt t="6284" x="5627688" y="1412875"/>
          <p14:tracePt t="6293" x="5627688" y="1433513"/>
          <p14:tracePt t="6300" x="5627688" y="1454150"/>
          <p14:tracePt t="6309" x="5627688" y="1474788"/>
          <p14:tracePt t="6316" x="5627688" y="1489075"/>
          <p14:tracePt t="6324" x="5627688" y="1501775"/>
          <p14:tracePt t="6340" x="5627688" y="1509713"/>
          <p14:tracePt t="6356" x="5627688" y="1516063"/>
          <p14:tracePt t="6364" x="5627688" y="1530350"/>
          <p14:tracePt t="6380" x="5627688" y="1543050"/>
          <p14:tracePt t="6389" x="5627688" y="1550988"/>
          <p14:tracePt t="6396" x="5627688" y="1557338"/>
          <p14:tracePt t="6404" x="5627688" y="1565275"/>
          <p14:tracePt t="6412" x="5627688" y="1571625"/>
          <p14:tracePt t="6429" x="5627688" y="1585913"/>
          <p14:tracePt t="6940" x="5627688" y="1577975"/>
          <p14:tracePt t="6964" x="5627688" y="1571625"/>
          <p14:tracePt t="7053" x="5627688" y="1565275"/>
          <p14:tracePt t="7293" x="5627688" y="1557338"/>
          <p14:tracePt t="7356" x="5627688" y="1550988"/>
          <p14:tracePt t="8525" x="5634038" y="1550988"/>
          <p14:tracePt t="8756" x="5634038" y="1536700"/>
          <p14:tracePt t="8845" x="5627688" y="1550988"/>
          <p14:tracePt t="8852" x="5627688" y="1571625"/>
          <p14:tracePt t="8860" x="5627688" y="1585913"/>
          <p14:tracePt t="8868" x="5627688" y="1606550"/>
          <p14:tracePt t="8876" x="5634038" y="1627188"/>
          <p14:tracePt t="8884" x="5634038" y="1633538"/>
          <p14:tracePt t="8893" x="5634038" y="1654175"/>
          <p14:tracePt t="8912" x="5662613" y="1674813"/>
          <p14:tracePt t="8916" x="5662613" y="1682750"/>
          <p14:tracePt t="8924" x="5668963" y="1682750"/>
          <p14:tracePt t="8940" x="5675313" y="1703388"/>
          <p14:tracePt t="8948" x="5683250" y="1709738"/>
          <p14:tracePt t="8956" x="5683250" y="1716088"/>
          <p14:tracePt t="8964" x="5697538" y="1724025"/>
          <p14:tracePt t="8973" x="5703888" y="1738313"/>
          <p14:tracePt t="8980" x="5718175" y="1751013"/>
          <p14:tracePt t="8989" x="5730875" y="1758950"/>
          <p14:tracePt t="8996" x="5759450" y="1758950"/>
          <p14:tracePt t="9004" x="5780088" y="1779588"/>
          <p14:tracePt t="9012" x="5800725" y="1785938"/>
          <p14:tracePt t="9020" x="5815013" y="1792288"/>
          <p14:tracePt t="9029" x="5848350" y="1800225"/>
          <p14:tracePt t="9037" x="5870575" y="1806575"/>
          <p14:tracePt t="9044" x="5891213" y="1814513"/>
          <p14:tracePt t="9053" x="5911850" y="1814513"/>
          <p14:tracePt t="9060" x="5938838" y="1814513"/>
          <p14:tracePt t="9069" x="5967413" y="1820863"/>
          <p14:tracePt t="9076" x="6000750" y="1827213"/>
          <p14:tracePt t="9084" x="6008688" y="1827213"/>
          <p14:tracePt t="9093" x="6029325" y="1827213"/>
          <p14:tracePt t="9100" x="6049963" y="1835150"/>
          <p14:tracePt t="9109" x="6064250" y="1835150"/>
          <p14:tracePt t="9116" x="6084888" y="1841500"/>
          <p14:tracePt t="9124" x="6111875" y="1841500"/>
          <p14:tracePt t="9132" x="6153150" y="1847850"/>
          <p14:tracePt t="9140" x="6208713" y="1862138"/>
          <p14:tracePt t="9148" x="6257925" y="1862138"/>
          <p14:tracePt t="9157" x="6319838" y="1868488"/>
          <p14:tracePt t="9164" x="6396038" y="1882775"/>
          <p14:tracePt t="9173" x="6472238" y="1897063"/>
          <p14:tracePt t="9180" x="6519863" y="1897063"/>
          <p14:tracePt t="9189" x="6554788" y="1903413"/>
          <p14:tracePt t="9197" x="6589713" y="1911350"/>
          <p14:tracePt t="9204" x="6596063" y="1911350"/>
          <p14:tracePt t="9212" x="6610350" y="1911350"/>
          <p14:tracePt t="9220" x="6616700" y="1911350"/>
          <p14:tracePt t="9229" x="6638925" y="1911350"/>
          <p14:tracePt t="9236" x="6665913" y="1911350"/>
          <p14:tracePt t="9244" x="6680200" y="1911350"/>
          <p14:tracePt t="9253" x="6692900" y="1911350"/>
          <p14:tracePt t="9269" x="6700838" y="1911350"/>
          <p14:tracePt t="9276" x="6715125" y="1911350"/>
          <p14:tracePt t="9293" x="6735763" y="1911350"/>
          <p14:tracePt t="9300" x="6742113" y="1911350"/>
          <p14:tracePt t="9309" x="6756400" y="1903413"/>
          <p14:tracePt t="9324" x="6762750" y="1903413"/>
          <p14:tracePt t="9356" x="6777038" y="1903413"/>
          <p14:tracePt t="9364" x="6777038" y="1897063"/>
          <p14:tracePt t="9372" x="6783388" y="1897063"/>
          <p14:tracePt t="9380" x="6789738" y="1889125"/>
          <p14:tracePt t="9389" x="6797675" y="1882775"/>
          <p14:tracePt t="9404" x="6804025" y="1882775"/>
          <p14:tracePt t="9412" x="6811963" y="1876425"/>
          <p14:tracePt t="9429" x="6811963" y="1868488"/>
          <p14:tracePt t="9493" x="6818313" y="1862138"/>
          <p14:tracePt t="9516" x="6824663" y="1855788"/>
          <p14:tracePt t="9549" x="6824663" y="1847850"/>
          <p14:tracePt t="9556" x="6824663" y="1841500"/>
          <p14:tracePt t="9572" x="6824663" y="1835150"/>
          <p14:tracePt t="9580" x="6824663" y="1827213"/>
          <p14:tracePt t="9588" x="6824663" y="1820863"/>
          <p14:tracePt t="9596" x="6824663" y="1814513"/>
          <p14:tracePt t="9604" x="6832600" y="1800225"/>
          <p14:tracePt t="9612" x="6832600" y="1785938"/>
          <p14:tracePt t="9620" x="6832600" y="1779588"/>
          <p14:tracePt t="9629" x="6832600" y="1771650"/>
          <p14:tracePt t="9644" x="6832600" y="1758950"/>
          <p14:tracePt t="9660" x="6832600" y="1744663"/>
          <p14:tracePt t="9669" x="6832600" y="1738313"/>
          <p14:tracePt t="9676" x="6832600" y="1730375"/>
          <p14:tracePt t="9684" x="6832600" y="1724025"/>
          <p14:tracePt t="9693" x="6832600" y="1716088"/>
          <p14:tracePt t="9700" x="6832600" y="1709738"/>
          <p14:tracePt t="9709" x="6832600" y="1703388"/>
          <p14:tracePt t="9716" x="6832600" y="1695450"/>
          <p14:tracePt t="9748" x="6832600" y="1689100"/>
          <p14:tracePt t="9773" x="6832600" y="1674813"/>
          <p14:tracePt t="9836" x="6832600" y="1668463"/>
          <p14:tracePt t="9844" x="6824663" y="1662113"/>
          <p14:tracePt t="9900" x="6824663" y="1654175"/>
          <p14:tracePt t="9933" x="6818313" y="1654175"/>
          <p14:tracePt t="9940" x="6818313" y="1647825"/>
          <p14:tracePt t="9956" x="6804025" y="1633538"/>
          <p14:tracePt t="9964" x="6797675" y="1627188"/>
          <p14:tracePt t="9973" x="6789738" y="1627188"/>
          <p14:tracePt t="9989" x="6783388" y="1619250"/>
          <p14:tracePt t="9996" x="6783388" y="1612900"/>
          <p14:tracePt t="10004" x="6783388" y="1606550"/>
          <p14:tracePt t="10029" x="6777038" y="1606550"/>
          <p14:tracePt t="10061" x="6777038" y="1598613"/>
          <p14:tracePt t="10093" x="6769100" y="1592263"/>
          <p14:tracePt t="10149" x="6762750" y="1585913"/>
          <p14:tracePt t="10164" x="6762750" y="1577975"/>
          <p14:tracePt t="10173" x="6756400" y="1577975"/>
          <p14:tracePt t="10180" x="6756400" y="1571625"/>
          <p14:tracePt t="10228" x="6742113" y="1557338"/>
          <p14:tracePt t="10253" x="6742113" y="1550988"/>
          <p14:tracePt t="10269" x="6735763" y="1543050"/>
          <p14:tracePt t="10468" x="6735763" y="1530350"/>
          <p14:tracePt t="10869" x="6735763" y="1536700"/>
          <p14:tracePt t="10877" x="6735763" y="1543050"/>
          <p14:tracePt t="12101" x="6742113" y="1543050"/>
          <p14:tracePt t="12132" x="6756400" y="1550988"/>
          <p14:tracePt t="12157" x="6756400" y="1571625"/>
          <p14:tracePt t="12516" x="6748463" y="1571625"/>
          <p14:tracePt t="12525" x="6735763" y="1585913"/>
          <p14:tracePt t="12532" x="6715125" y="1598613"/>
          <p14:tracePt t="12540" x="6672263" y="1627188"/>
          <p14:tracePt t="12548" x="6638925" y="1639888"/>
          <p14:tracePt t="12556" x="6583363" y="1674813"/>
          <p14:tracePt t="12564" x="6499225" y="1724025"/>
          <p14:tracePt t="12572" x="6410325" y="1792288"/>
          <p14:tracePt t="12580" x="6334125" y="1835150"/>
          <p14:tracePt t="12589" x="6257925" y="1889125"/>
          <p14:tracePt t="12596" x="6173788" y="1944688"/>
          <p14:tracePt t="12605" x="6111875" y="1987550"/>
          <p14:tracePt t="12612" x="6043613" y="2028825"/>
          <p14:tracePt t="12621" x="5980113" y="2049463"/>
          <p14:tracePt t="12629" x="5932488" y="2090738"/>
          <p14:tracePt t="12637" x="5891213" y="2111375"/>
          <p14:tracePt t="12645" x="5856288" y="2125663"/>
          <p14:tracePt t="12653" x="5842000" y="2146300"/>
          <p14:tracePt t="12660" x="5821363" y="2160588"/>
          <p14:tracePt t="12668" x="5807075" y="2181225"/>
          <p14:tracePt t="12676" x="5800725" y="2187575"/>
          <p14:tracePt t="12685" x="5786438" y="2201863"/>
          <p14:tracePt t="12693" x="5780088" y="2214563"/>
          <p14:tracePt t="12700" x="5765800" y="2222500"/>
          <p14:tracePt t="12709" x="5765800" y="2228850"/>
          <p14:tracePt t="12716" x="5759450" y="2249488"/>
          <p14:tracePt t="12732" x="5759450" y="2257425"/>
          <p14:tracePt t="12740" x="5759450" y="2270125"/>
          <p14:tracePt t="12748" x="5759450" y="2278063"/>
          <p14:tracePt t="12756" x="5759450" y="2284413"/>
          <p14:tracePt t="12909" x="5759450" y="2278063"/>
          <p14:tracePt t="12916" x="5745163" y="2263775"/>
          <p14:tracePt t="12924" x="5738813" y="2249488"/>
          <p14:tracePt t="12932" x="5703888" y="2214563"/>
          <p14:tracePt t="12956" x="5697538" y="2208213"/>
          <p14:tracePt t="12964" x="5689600" y="2208213"/>
          <p14:tracePt t="12973" x="5683250" y="2201863"/>
          <p14:tracePt t="12980" x="5675313" y="2193925"/>
          <p14:tracePt t="12997" x="5662613" y="2187575"/>
          <p14:tracePt t="13004" x="5641975" y="2181225"/>
          <p14:tracePt t="13013" x="5641975" y="2173288"/>
          <p14:tracePt t="13020" x="5634038" y="2173288"/>
          <p14:tracePt t="13037" x="5627688" y="2166938"/>
          <p14:tracePt t="13044" x="5621338" y="2166938"/>
          <p14:tracePt t="13052" x="5613400" y="2160588"/>
          <p14:tracePt t="13060" x="5607050" y="2152650"/>
          <p14:tracePt t="13068" x="5592763" y="2146300"/>
          <p14:tracePt t="13076" x="5578475" y="2146300"/>
          <p14:tracePt t="13084" x="5565775" y="2132013"/>
          <p14:tracePt t="13097" x="5551488" y="2125663"/>
          <p14:tracePt t="13100" x="5537200" y="2125663"/>
          <p14:tracePt t="13108" x="5530850" y="2125663"/>
          <p14:tracePt t="13116" x="5524500" y="2117725"/>
          <p14:tracePt t="13132" x="5510213" y="2117725"/>
          <p14:tracePt t="13300" x="5510213" y="2111375"/>
          <p14:tracePt t="13949" x="5510213" y="2105025"/>
          <p14:tracePt t="14853" x="5502275" y="2097088"/>
          <p14:tracePt t="14861" x="5489575" y="2084388"/>
          <p14:tracePt t="14869" x="5454650" y="2076450"/>
          <p14:tracePt t="14876" x="5419725" y="2070100"/>
          <p14:tracePt t="14884" x="5392738" y="2049463"/>
          <p14:tracePt t="14893" x="5343525" y="2049463"/>
          <p14:tracePt t="14900" x="5287963" y="2049463"/>
          <p14:tracePt t="14908" x="5219700" y="2041525"/>
          <p14:tracePt t="14916" x="5129213" y="2014538"/>
          <p14:tracePt t="14924" x="5046663" y="2008188"/>
          <p14:tracePt t="14932" x="4956175" y="2000250"/>
          <p14:tracePt t="14940" x="4873625" y="1993900"/>
          <p14:tracePt t="14948" x="4797425" y="1979613"/>
          <p14:tracePt t="14956" x="4727575" y="1979613"/>
          <p14:tracePt t="14964" x="4637088" y="1979613"/>
          <p14:tracePt t="14972" x="4554538" y="1979613"/>
          <p14:tracePt t="14980" x="4464050" y="1979613"/>
          <p14:tracePt t="14989" x="4375150" y="1979613"/>
          <p14:tracePt t="14997" x="4291013" y="1979613"/>
          <p14:tracePt t="15004" x="4229100" y="1979613"/>
          <p14:tracePt t="15012" x="4160838" y="1979613"/>
          <p14:tracePt t="15020" x="4125913" y="1973263"/>
          <p14:tracePt t="15029" x="4097338" y="1973263"/>
          <p14:tracePt t="15036" x="4076700" y="1973263"/>
          <p14:tracePt t="15045" x="4070350" y="1973263"/>
          <p14:tracePt t="15140" x="4064000" y="1973263"/>
          <p14:tracePt t="15316" x="4056063" y="1973263"/>
          <p14:tracePt t="15389" x="4049713" y="1965325"/>
          <p14:tracePt t="15396" x="4041775" y="1958975"/>
          <p14:tracePt t="15404" x="4035425" y="1938338"/>
          <p14:tracePt t="15412" x="4029075" y="1931988"/>
          <p14:tracePt t="15420" x="4021138" y="1924050"/>
          <p14:tracePt t="15429" x="4014788" y="1917700"/>
          <p14:tracePt t="15436" x="4008438" y="1911350"/>
          <p14:tracePt t="15445" x="4000500" y="1911350"/>
          <p14:tracePt t="15453" x="4000500" y="1903413"/>
          <p14:tracePt t="15460" x="3994150" y="1903413"/>
          <p14:tracePt t="15469" x="3987800" y="1897063"/>
          <p14:tracePt t="15485" x="3979863" y="1889125"/>
          <p14:tracePt t="15493" x="3973513" y="1889125"/>
          <p14:tracePt t="15508" x="3965575" y="1882775"/>
          <p14:tracePt t="15525" x="3959225" y="1882775"/>
          <p14:tracePt t="15700" x="3952875" y="1882775"/>
          <p14:tracePt t="15732" x="3944938" y="1882775"/>
          <p14:tracePt t="15756" x="3938588" y="1876425"/>
          <p14:tracePt t="15764" x="3932238" y="1876425"/>
          <p14:tracePt t="15772" x="3917950" y="1868488"/>
          <p14:tracePt t="15796" x="3917950" y="1862138"/>
          <p14:tracePt t="15804" x="3911600" y="1862138"/>
          <p14:tracePt t="15812" x="3903663" y="1862138"/>
          <p14:tracePt t="15820" x="3897313" y="1862138"/>
          <p14:tracePt t="15845" x="3890963" y="1862138"/>
          <p14:tracePt t="15852" x="3883025" y="1862138"/>
          <p14:tracePt t="15860" x="3876675" y="1855788"/>
          <p14:tracePt t="15869" x="3862388" y="1855788"/>
          <p14:tracePt t="15876" x="3848100" y="1855788"/>
          <p14:tracePt t="15884" x="3835400" y="1841500"/>
          <p14:tracePt t="15897" x="3814763" y="1841500"/>
          <p14:tracePt t="15900" x="3806825" y="1841500"/>
          <p14:tracePt t="15909" x="3792538" y="1841500"/>
          <p14:tracePt t="15916" x="3779838" y="1841500"/>
          <p14:tracePt t="15924" x="3765550" y="1835150"/>
          <p14:tracePt t="15940" x="3759200" y="1835150"/>
          <p14:tracePt t="15956" x="3751263" y="1835150"/>
          <p14:tracePt t="15964" x="3744913" y="1835150"/>
          <p14:tracePt t="15972" x="3730625" y="1827213"/>
          <p14:tracePt t="15980" x="3724275" y="1827213"/>
          <p14:tracePt t="15989" x="3716338" y="1827213"/>
          <p14:tracePt t="15996" x="3709988" y="1827213"/>
          <p14:tracePt t="16004" x="3695700" y="1827213"/>
          <p14:tracePt t="16012" x="3689350" y="1827213"/>
          <p14:tracePt t="16020" x="3668713" y="1820863"/>
          <p14:tracePt t="16029" x="3662363" y="1820863"/>
          <p14:tracePt t="16037" x="3648075" y="1820863"/>
          <p14:tracePt t="16045" x="3641725" y="1820863"/>
          <p14:tracePt t="16052" x="3619500" y="1814513"/>
          <p14:tracePt t="16060" x="3606800" y="1814513"/>
          <p14:tracePt t="16069" x="3598863" y="1814513"/>
          <p14:tracePt t="16076" x="3592513" y="1814513"/>
          <p14:tracePt t="16093" x="3578225" y="1814513"/>
          <p14:tracePt t="16100" x="3571875" y="1814513"/>
          <p14:tracePt t="16109" x="3557588" y="1814513"/>
          <p14:tracePt t="16124" x="3536950" y="1814513"/>
          <p14:tracePt t="16132" x="3530600" y="1814513"/>
          <p14:tracePt t="16140" x="3522663" y="1814513"/>
          <p14:tracePt t="16148" x="3509963" y="1814513"/>
          <p14:tracePt t="16157" x="3502025" y="1814513"/>
          <p14:tracePt t="16164" x="3489325" y="1814513"/>
          <p14:tracePt t="16173" x="3481388" y="1814513"/>
          <p14:tracePt t="16189" x="3468688" y="1814513"/>
          <p14:tracePt t="16196" x="3460750" y="1814513"/>
          <p14:tracePt t="16220" x="3446463" y="1814513"/>
          <p14:tracePt t="16229" x="3440113" y="1814513"/>
          <p14:tracePt t="16244" x="3425825" y="1814513"/>
          <p14:tracePt t="16260" x="3419475" y="1814513"/>
          <p14:tracePt t="16300" x="3405188" y="1820863"/>
          <p14:tracePt t="16316" x="3398838" y="1827213"/>
          <p14:tracePt t="16332" x="3392488" y="1827213"/>
          <p14:tracePt t="16348" x="3392488" y="1835150"/>
          <p14:tracePt t="16364" x="3384550" y="1841500"/>
          <p14:tracePt t="16372" x="3384550" y="1847850"/>
          <p14:tracePt t="16389" x="3378200" y="1847850"/>
          <p14:tracePt t="16405" x="3378200" y="1855788"/>
          <p14:tracePt t="16436" x="3378200" y="1862138"/>
          <p14:tracePt t="16453" x="3378200" y="1868488"/>
          <p14:tracePt t="16469" x="3378200" y="1876425"/>
          <p14:tracePt t="16484" x="3378200" y="1882775"/>
          <p14:tracePt t="16493" x="3378200" y="1889125"/>
          <p14:tracePt t="16501" x="3378200" y="1897063"/>
          <p14:tracePt t="16516" x="3378200" y="1903413"/>
          <p14:tracePt t="16524" x="3378200" y="1911350"/>
          <p14:tracePt t="16540" x="3378200" y="1917700"/>
          <p14:tracePt t="16548" x="3378200" y="1924050"/>
          <p14:tracePt t="16556" x="3378200" y="1931988"/>
          <p14:tracePt t="16580" x="3378200" y="1938338"/>
          <p14:tracePt t="16588" x="3378200" y="1952625"/>
          <p14:tracePt t="16604" x="3378200" y="1965325"/>
          <p14:tracePt t="16612" x="3378200" y="1979613"/>
          <p14:tracePt t="16629" x="3384550" y="1987550"/>
          <p14:tracePt t="16636" x="3392488" y="1993900"/>
          <p14:tracePt t="16644" x="3392488" y="2000250"/>
          <p14:tracePt t="16652" x="3398838" y="2000250"/>
          <p14:tracePt t="16669" x="3405188" y="2008188"/>
          <p14:tracePt t="16684" x="3413125" y="2008188"/>
          <p14:tracePt t="16693" x="3419475" y="2014538"/>
          <p14:tracePt t="16709" x="3425825" y="2014538"/>
          <p14:tracePt t="16716" x="3446463" y="2020888"/>
          <p14:tracePt t="16724" x="3454400" y="2028825"/>
          <p14:tracePt t="16733" x="3460750" y="2028825"/>
          <p14:tracePt t="16740" x="3475038" y="2028825"/>
          <p14:tracePt t="16748" x="3489325" y="2028825"/>
          <p14:tracePt t="16756" x="3495675" y="2035175"/>
          <p14:tracePt t="16764" x="3509963" y="2041525"/>
          <p14:tracePt t="16773" x="3522663" y="2041525"/>
          <p14:tracePt t="16780" x="3536950" y="2041525"/>
          <p14:tracePt t="16789" x="3543300" y="2041525"/>
          <p14:tracePt t="16796" x="3557588" y="2049463"/>
          <p14:tracePt t="16804" x="3565525" y="2049463"/>
          <p14:tracePt t="16820" x="3578225" y="2049463"/>
          <p14:tracePt t="16829" x="3586163" y="2049463"/>
          <p14:tracePt t="16844" x="3598863" y="2049463"/>
          <p14:tracePt t="16852" x="3613150" y="2049463"/>
          <p14:tracePt t="16860" x="3627438" y="2049463"/>
          <p14:tracePt t="16869" x="3654425" y="2049463"/>
          <p14:tracePt t="16876" x="3683000" y="2049463"/>
          <p14:tracePt t="16896" x="3709988" y="2049463"/>
          <p14:tracePt t="16900" x="3730625" y="2049463"/>
          <p14:tracePt t="16909" x="3744913" y="2049463"/>
          <p14:tracePt t="16916" x="3759200" y="2049463"/>
          <p14:tracePt t="16932" x="3765550" y="2049463"/>
          <p14:tracePt t="16940" x="3779838" y="2049463"/>
          <p14:tracePt t="16956" x="3786188" y="2049463"/>
          <p14:tracePt t="16964" x="3792538" y="2049463"/>
          <p14:tracePt t="16973" x="3800475" y="2049463"/>
          <p14:tracePt t="16989" x="3814763" y="2041525"/>
          <p14:tracePt t="16996" x="3821113" y="2041525"/>
          <p14:tracePt t="17012" x="3835400" y="2028825"/>
          <p14:tracePt t="17029" x="3841750" y="2028825"/>
          <p14:tracePt t="17044" x="3841750" y="2020888"/>
          <p14:tracePt t="17068" x="3856038" y="2020888"/>
          <p14:tracePt t="17084" x="3862388" y="2014538"/>
          <p14:tracePt t="17100" x="3862388" y="2008188"/>
          <p14:tracePt t="17108" x="3868738" y="2008188"/>
          <p14:tracePt t="17116" x="3876675" y="2000250"/>
          <p14:tracePt t="17196" x="3883025" y="1993900"/>
          <p14:tracePt t="17244" x="3883025" y="1987550"/>
          <p14:tracePt t="17260" x="3883025" y="1979613"/>
          <p14:tracePt t="17269" x="3883025" y="1973263"/>
          <p14:tracePt t="17284" x="3883025" y="1965325"/>
          <p14:tracePt t="17293" x="3883025" y="1958975"/>
          <p14:tracePt t="17300" x="3883025" y="1952625"/>
          <p14:tracePt t="17316" x="3883025" y="1938338"/>
          <p14:tracePt t="17324" x="3883025" y="1931988"/>
          <p14:tracePt t="17332" x="3883025" y="1924050"/>
          <p14:tracePt t="17356" x="3883025" y="1917700"/>
          <p14:tracePt t="17380" x="3883025" y="1911350"/>
          <p14:tracePt t="17389" x="3883025" y="1903413"/>
          <p14:tracePt t="17412" x="3883025" y="1897063"/>
          <p14:tracePt t="17420" x="3876675" y="1889125"/>
          <p14:tracePt t="17429" x="3868738" y="1882775"/>
          <p14:tracePt t="17436" x="3862388" y="1876425"/>
          <p14:tracePt t="17444" x="3848100" y="1862138"/>
          <p14:tracePt t="17453" x="3841750" y="1855788"/>
          <p14:tracePt t="17460" x="3806825" y="1835150"/>
          <p14:tracePt t="17469" x="3792538" y="1835150"/>
          <p14:tracePt t="17476" x="3786188" y="1827213"/>
          <p14:tracePt t="17484" x="3765550" y="1820863"/>
          <p14:tracePt t="17493" x="3738563" y="1806575"/>
          <p14:tracePt t="17500" x="3730625" y="1806575"/>
          <p14:tracePt t="17509" x="3716338" y="1800225"/>
          <p14:tracePt t="17516" x="3709988" y="1800225"/>
          <p14:tracePt t="17525" x="3703638" y="1792288"/>
          <p14:tracePt t="17532" x="3695700" y="1792288"/>
          <p14:tracePt t="17540" x="3689350" y="1792288"/>
          <p14:tracePt t="17548" x="3668713" y="1792288"/>
          <p14:tracePt t="17557" x="3654425" y="1792288"/>
          <p14:tracePt t="17564" x="3633788" y="1792288"/>
          <p14:tracePt t="17573" x="3619500" y="1792288"/>
          <p14:tracePt t="17580" x="3613150" y="1792288"/>
          <p14:tracePt t="17588" x="3606800" y="1792288"/>
          <p14:tracePt t="17596" x="3606800" y="1800225"/>
          <p14:tracePt t="17613" x="3606800" y="1814513"/>
          <p14:tracePt t="17916" x="3598863" y="1814513"/>
          <p14:tracePt t="17924" x="3551238" y="1814513"/>
          <p14:tracePt t="17932" x="3481388" y="1814513"/>
          <p14:tracePt t="17940" x="3413125" y="1814513"/>
          <p14:tracePt t="17948" x="3328988" y="1814513"/>
          <p14:tracePt t="17956" x="3232150" y="1814513"/>
          <p14:tracePt t="17964" x="3143250" y="1792288"/>
          <p14:tracePt t="17972" x="3059113" y="1792288"/>
          <p14:tracePt t="17980" x="2997200" y="1792288"/>
          <p14:tracePt t="17989" x="2941638" y="1792288"/>
          <p14:tracePt t="17996" x="2894013" y="1792288"/>
          <p14:tracePt t="18004" x="2851150" y="1792288"/>
          <p14:tracePt t="18012" x="2809875" y="1792288"/>
          <p14:tracePt t="18020" x="2797175" y="1792288"/>
          <p14:tracePt t="18029" x="2774950" y="1792288"/>
          <p14:tracePt t="18036" x="2754313" y="1792288"/>
          <p14:tracePt t="18044" x="2720975" y="1792288"/>
          <p14:tracePt t="18053" x="2665413" y="1800225"/>
          <p14:tracePt t="18060" x="2630488" y="1800225"/>
          <p14:tracePt t="18069" x="2574925" y="1806575"/>
          <p14:tracePt t="18077" x="2527300" y="1814513"/>
          <p14:tracePt t="18084" x="2471738" y="1820863"/>
          <p14:tracePt t="18093" x="2428875" y="1835150"/>
          <p14:tracePt t="18100" x="2381250" y="1835150"/>
          <p14:tracePt t="18108" x="2346325" y="1835150"/>
          <p14:tracePt t="18116" x="2325688" y="1835150"/>
          <p14:tracePt t="18124" x="2305050" y="1835150"/>
          <p14:tracePt t="18132" x="2298700" y="1835150"/>
          <p14:tracePt t="18469" x="2290763" y="1835150"/>
          <p14:tracePt t="18509" x="2284413" y="1835150"/>
          <p14:tracePt t="18516" x="2278063" y="1827213"/>
          <p14:tracePt t="18540" x="2255838" y="1827213"/>
          <p14:tracePt t="18556" x="2243138" y="1820863"/>
          <p14:tracePt t="18564" x="2235200" y="1820863"/>
          <p14:tracePt t="18572" x="2228850" y="1820863"/>
          <p14:tracePt t="18580" x="2214563" y="1814513"/>
          <p14:tracePt t="18605" x="2208213" y="1814513"/>
          <p14:tracePt t="18620" x="2193925" y="1814513"/>
          <p14:tracePt t="18629" x="2187575" y="1814513"/>
          <p14:tracePt t="18652" x="2173288" y="1814513"/>
          <p14:tracePt t="18660" x="2166938" y="1814513"/>
          <p14:tracePt t="18676" x="2159000" y="1814513"/>
          <p14:tracePt t="18684" x="2152650" y="1827213"/>
          <p14:tracePt t="18700" x="2138363" y="1835150"/>
          <p14:tracePt t="18716" x="2138363" y="1847850"/>
          <p14:tracePt t="18724" x="2125663" y="1862138"/>
          <p14:tracePt t="18740" x="2117725" y="1876425"/>
          <p14:tracePt t="18756" x="2117725" y="1882775"/>
          <p14:tracePt t="18764" x="2117725" y="1889125"/>
          <p14:tracePt t="18772" x="2117725" y="1897063"/>
          <p14:tracePt t="18780" x="2117725" y="1903413"/>
          <p14:tracePt t="18789" x="2117725" y="1911350"/>
          <p14:tracePt t="18796" x="2117725" y="1924050"/>
          <p14:tracePt t="18804" x="2117725" y="1938338"/>
          <p14:tracePt t="18820" x="2117725" y="1952625"/>
          <p14:tracePt t="18829" x="2125663" y="1965325"/>
          <p14:tracePt t="18836" x="2125663" y="1973263"/>
          <p14:tracePt t="18844" x="2146300" y="1993900"/>
          <p14:tracePt t="18852" x="2152650" y="2008188"/>
          <p14:tracePt t="18860" x="2159000" y="2008188"/>
          <p14:tracePt t="18869" x="2166938" y="2014538"/>
          <p14:tracePt t="18877" x="2173288" y="2020888"/>
          <p14:tracePt t="18896" x="2187575" y="2035175"/>
          <p14:tracePt t="18956" x="2193925" y="2035175"/>
          <p14:tracePt t="18964" x="2214563" y="2035175"/>
          <p14:tracePt t="18973" x="2222500" y="2035175"/>
          <p14:tracePt t="18980" x="2235200" y="2035175"/>
          <p14:tracePt t="18988" x="2243138" y="2035175"/>
          <p14:tracePt t="18997" x="2255838" y="2035175"/>
          <p14:tracePt t="19004" x="2270125" y="2035175"/>
          <p14:tracePt t="19012" x="2278063" y="2035175"/>
          <p14:tracePt t="19020" x="2284413" y="2035175"/>
          <p14:tracePt t="19029" x="2290763" y="2035175"/>
          <p14:tracePt t="19036" x="2305050" y="2035175"/>
          <p14:tracePt t="19052" x="2305050" y="2028825"/>
          <p14:tracePt t="19060" x="2311400" y="2020888"/>
          <p14:tracePt t="19068" x="2319338" y="2014538"/>
          <p14:tracePt t="19084" x="2319338" y="2000250"/>
          <p14:tracePt t="19093" x="2319338" y="1993900"/>
          <p14:tracePt t="19101" x="2319338" y="1979613"/>
          <p14:tracePt t="19109" x="2319338" y="1965325"/>
          <p14:tracePt t="19116" x="2319338" y="1958975"/>
          <p14:tracePt t="19124" x="2319338" y="1944688"/>
          <p14:tracePt t="19132" x="2319338" y="1931988"/>
          <p14:tracePt t="19140" x="2319338" y="1924050"/>
          <p14:tracePt t="19148" x="2319338" y="1917700"/>
          <p14:tracePt t="19156" x="2311400" y="1911350"/>
          <p14:tracePt t="19477" x="2305050" y="1911350"/>
          <p14:tracePt t="20757" x="2319338" y="1911350"/>
          <p14:tracePt t="20764" x="2339975" y="1911350"/>
          <p14:tracePt t="20772" x="2360613" y="1911350"/>
          <p14:tracePt t="20780" x="2381250" y="1911350"/>
          <p14:tracePt t="20789" x="2401888" y="1911350"/>
          <p14:tracePt t="20796" x="2436813" y="1911350"/>
          <p14:tracePt t="20804" x="2471738" y="1911350"/>
          <p14:tracePt t="20812" x="2513013" y="1911350"/>
          <p14:tracePt t="20820" x="2568575" y="1911350"/>
          <p14:tracePt t="20829" x="2636838" y="1911350"/>
          <p14:tracePt t="20836" x="2678113" y="1911350"/>
          <p14:tracePt t="20845" x="2747963" y="1911350"/>
          <p14:tracePt t="20852" x="2803525" y="1911350"/>
          <p14:tracePt t="20861" x="2844800" y="1911350"/>
          <p14:tracePt t="20869" x="2894013" y="1911350"/>
          <p14:tracePt t="20876" x="2941638" y="1911350"/>
          <p14:tracePt t="20885" x="2976563" y="1911350"/>
          <p14:tracePt t="20892" x="3003550" y="1911350"/>
          <p14:tracePt t="20900" x="3038475" y="1911350"/>
          <p14:tracePt t="20908" x="3067050" y="1903413"/>
          <p14:tracePt t="20916" x="3087688" y="1903413"/>
          <p14:tracePt t="20924" x="3094038" y="1897063"/>
          <p14:tracePt t="20932" x="3114675" y="1897063"/>
          <p14:tracePt t="20941" x="3128963" y="1889125"/>
          <p14:tracePt t="20956" x="3135313" y="1889125"/>
          <p14:tracePt t="21012" x="3143250" y="1889125"/>
          <p14:tracePt t="21036" x="3143250" y="1882775"/>
          <p14:tracePt t="21069" x="3149600" y="1882775"/>
          <p14:tracePt t="21269" x="3155950" y="1882775"/>
          <p14:tracePt t="21317" x="3163888" y="1882775"/>
          <p14:tracePt t="21540" x="3170238" y="1882775"/>
          <p14:tracePt t="21548" x="3184525" y="1889125"/>
          <p14:tracePt t="21556" x="3190875" y="1903413"/>
          <p14:tracePt t="21564" x="3190875" y="1911350"/>
          <p14:tracePt t="21764" x="3184525" y="1911350"/>
          <p14:tracePt t="21949" x="3190875" y="1911350"/>
          <p14:tracePt t="21956" x="3205163" y="1911350"/>
          <p14:tracePt t="21964" x="3205163" y="1917700"/>
          <p14:tracePt t="21972" x="3225800" y="1924050"/>
          <p14:tracePt t="21989" x="3246438" y="1938338"/>
          <p14:tracePt t="21996" x="3267075" y="1952625"/>
          <p14:tracePt t="22005" x="3273425" y="1958975"/>
          <p14:tracePt t="22013" x="3287713" y="1965325"/>
          <p14:tracePt t="22020" x="3302000" y="1979613"/>
          <p14:tracePt t="22029" x="3316288" y="1987550"/>
          <p14:tracePt t="22036" x="3343275" y="2014538"/>
          <p14:tracePt t="22045" x="3370263" y="2035175"/>
          <p14:tracePt t="22053" x="3384550" y="2055813"/>
          <p14:tracePt t="22060" x="3398838" y="2062163"/>
          <p14:tracePt t="22069" x="3425825" y="2084388"/>
          <p14:tracePt t="22076" x="3440113" y="2097088"/>
          <p14:tracePt t="22084" x="3460750" y="2105025"/>
          <p14:tracePt t="22093" x="3475038" y="2117725"/>
          <p14:tracePt t="22309" x="3475038" y="2125663"/>
          <p14:tracePt t="22332" x="3475038" y="2138363"/>
          <p14:tracePt t="22340" x="3495675" y="2160588"/>
          <p14:tracePt t="22348" x="3502025" y="2181225"/>
          <p14:tracePt t="22356" x="3530600" y="2208213"/>
          <p14:tracePt t="22364" x="3543300" y="2222500"/>
          <p14:tracePt t="22372" x="3571875" y="2249488"/>
          <p14:tracePt t="22380" x="3592513" y="2270125"/>
          <p14:tracePt t="22388" x="3619500" y="2298700"/>
          <p14:tracePt t="22396" x="3662363" y="2325688"/>
          <p14:tracePt t="22404" x="3683000" y="2346325"/>
          <p14:tracePt t="22412" x="3695700" y="2354263"/>
          <p14:tracePt t="22420" x="3703638" y="2366963"/>
          <p14:tracePt t="22436" x="3709988" y="2374900"/>
          <p14:tracePt t="22476" x="3709988" y="2381250"/>
          <p14:tracePt t="22484" x="3709988" y="2387600"/>
          <p14:tracePt t="22524" x="3709988" y="2395538"/>
          <p14:tracePt t="22548" x="3709988" y="2401888"/>
          <p14:tracePt t="23092" x="3765550" y="2436813"/>
          <p14:tracePt t="23100" x="3786188" y="2443163"/>
          <p14:tracePt t="23124" x="3786188" y="2457450"/>
          <p14:tracePt t="23132" x="3786188" y="2463800"/>
          <p14:tracePt t="23140" x="3786188" y="2471738"/>
          <p14:tracePt t="23149" x="3786188" y="2478088"/>
          <p14:tracePt t="23156" x="3786188" y="2484438"/>
          <p14:tracePt t="23244" x="3738563" y="2484438"/>
          <p14:tracePt t="23253" x="3689350" y="2463800"/>
          <p14:tracePt t="23261" x="3633788" y="2457450"/>
          <p14:tracePt t="23268" x="3586163" y="2443163"/>
          <p14:tracePt t="23276" x="3536950" y="2443163"/>
          <p14:tracePt t="23284" x="3481388" y="2430463"/>
          <p14:tracePt t="23293" x="3398838" y="2422525"/>
          <p14:tracePt t="23300" x="3316288" y="2409825"/>
          <p14:tracePt t="23309" x="3232150" y="2401888"/>
          <p14:tracePt t="23317" x="3155950" y="2387600"/>
          <p14:tracePt t="23324" x="3079750" y="2381250"/>
          <p14:tracePt t="23332" x="3011488" y="2381250"/>
          <p14:tracePt t="23340" x="2927350" y="2366963"/>
          <p14:tracePt t="23348" x="2851150" y="2366963"/>
          <p14:tracePt t="23356" x="2797175" y="2366963"/>
          <p14:tracePt t="23364" x="2741613" y="2366963"/>
          <p14:tracePt t="23372" x="2686050" y="2366963"/>
          <p14:tracePt t="23380" x="2636838" y="2366963"/>
          <p14:tracePt t="23389" x="2589213" y="2366963"/>
          <p14:tracePt t="23396" x="2554288" y="2366963"/>
          <p14:tracePt t="23404" x="2527300" y="2366963"/>
          <p14:tracePt t="23412" x="2505075" y="2366963"/>
          <p14:tracePt t="23420" x="2478088" y="2366963"/>
          <p14:tracePt t="23429" x="2463800" y="2366963"/>
          <p14:tracePt t="23436" x="2443163" y="2366963"/>
          <p14:tracePt t="23444" x="2422525" y="2366963"/>
          <p14:tracePt t="23453" x="2408238" y="2366963"/>
          <p14:tracePt t="23460" x="2381250" y="2381250"/>
          <p14:tracePt t="23469" x="2360613" y="2395538"/>
          <p14:tracePt t="23476" x="2339975" y="2430463"/>
          <p14:tracePt t="23484" x="2311400" y="2443163"/>
          <p14:tracePt t="23492" x="2284413" y="2498725"/>
          <p14:tracePt t="23500" x="2255838" y="2540000"/>
          <p14:tracePt t="23508" x="2235200" y="2589213"/>
          <p14:tracePt t="23516" x="2208213" y="2624138"/>
          <p14:tracePt t="23524" x="2173288" y="2665413"/>
          <p14:tracePt t="23532" x="2146300" y="2700338"/>
          <p14:tracePt t="23540" x="2132013" y="2720975"/>
          <p14:tracePt t="23548" x="2105025" y="2747963"/>
          <p14:tracePt t="23556" x="2090738" y="2755900"/>
          <p14:tracePt t="23564" x="2070100" y="2768600"/>
          <p14:tracePt t="23573" x="2055813" y="2776538"/>
          <p14:tracePt t="23580" x="2041525" y="2782888"/>
          <p14:tracePt t="23589" x="2028825" y="2782888"/>
          <p14:tracePt t="23597" x="2020888" y="2789238"/>
          <p14:tracePt t="23620" x="2014538" y="2789238"/>
          <p14:tracePt t="23629" x="2006600" y="2789238"/>
          <p14:tracePt t="23636" x="2000250" y="2789238"/>
          <p14:tracePt t="23653" x="1993900" y="2789238"/>
          <p14:tracePt t="23660" x="1985963" y="2789238"/>
          <p14:tracePt t="23669" x="1979613" y="2789238"/>
          <p14:tracePt t="23676" x="1965325" y="2789238"/>
          <p14:tracePt t="23684" x="1952625" y="2789238"/>
          <p14:tracePt t="23693" x="1938338" y="2789238"/>
          <p14:tracePt t="23700" x="1931988" y="2789238"/>
          <p14:tracePt t="23709" x="1924050" y="2789238"/>
          <p14:tracePt t="23717" x="1909763" y="2789238"/>
          <p14:tracePt t="23724" x="1903413" y="2789238"/>
          <p14:tracePt t="23732" x="1897063" y="2789238"/>
          <p14:tracePt t="23741" x="1889125" y="2789238"/>
          <p14:tracePt t="23748" x="1882775" y="2789238"/>
          <p14:tracePt t="23756" x="1876425" y="2789238"/>
          <p14:tracePt t="23764" x="1862138" y="2789238"/>
          <p14:tracePt t="23780" x="1855788" y="2789238"/>
          <p14:tracePt t="23788" x="1847850" y="2789238"/>
          <p14:tracePt t="24500" x="1855788" y="2789238"/>
          <p14:tracePt t="24509" x="1868488" y="2789238"/>
          <p14:tracePt t="24532" x="1882775" y="2789238"/>
          <p14:tracePt t="24548" x="1889125" y="2789238"/>
          <p14:tracePt t="24573" x="1897063" y="2789238"/>
          <p14:tracePt t="24588" x="1903413" y="2789238"/>
          <p14:tracePt t="24596" x="1909763" y="2789238"/>
          <p14:tracePt t="24604" x="1924050" y="2789238"/>
          <p14:tracePt t="24612" x="1938338" y="2789238"/>
          <p14:tracePt t="24620" x="1958975" y="2789238"/>
          <p14:tracePt t="24629" x="1979613" y="2789238"/>
          <p14:tracePt t="24637" x="1985963" y="2789238"/>
          <p14:tracePt t="24644" x="2006600" y="2789238"/>
          <p14:tracePt t="24652" x="2020888" y="2789238"/>
          <p14:tracePt t="24660" x="2028825" y="2789238"/>
          <p14:tracePt t="24668" x="2049463" y="2789238"/>
          <p14:tracePt t="24676" x="2070100" y="2789238"/>
          <p14:tracePt t="24684" x="2082800" y="2789238"/>
          <p14:tracePt t="24692" x="2105025" y="2789238"/>
          <p14:tracePt t="24700" x="2132013" y="2789238"/>
          <p14:tracePt t="24708" x="2152650" y="2789238"/>
          <p14:tracePt t="24716" x="2187575" y="2789238"/>
          <p14:tracePt t="24724" x="2222500" y="2789238"/>
          <p14:tracePt t="24733" x="2278063" y="2789238"/>
          <p14:tracePt t="24740" x="2319338" y="2789238"/>
          <p14:tracePt t="24748" x="2374900" y="2789238"/>
          <p14:tracePt t="24756" x="2428875" y="2789238"/>
          <p14:tracePt t="24764" x="2498725" y="2789238"/>
          <p14:tracePt t="24773" x="2560638" y="2789238"/>
          <p14:tracePt t="24780" x="2609850" y="2789238"/>
          <p14:tracePt t="24789" x="2678113" y="2789238"/>
          <p14:tracePt t="24796" x="2747963" y="2789238"/>
          <p14:tracePt t="24804" x="2809875" y="2789238"/>
          <p14:tracePt t="24812" x="2859088" y="2789238"/>
          <p14:tracePt t="24820" x="2906713" y="2776538"/>
          <p14:tracePt t="24829" x="2941638" y="2768600"/>
          <p14:tracePt t="24836" x="2982913" y="2762250"/>
          <p14:tracePt t="24844" x="3011488" y="2762250"/>
          <p14:tracePt t="24853" x="3038475" y="2755900"/>
          <p14:tracePt t="24861" x="3059113" y="2755900"/>
          <p14:tracePt t="24868" x="3073400" y="2755900"/>
          <p14:tracePt t="24878" x="3087688" y="2755900"/>
          <p14:tracePt t="24884" x="3094038" y="2755900"/>
          <p14:tracePt t="24893" x="3108325" y="2755900"/>
          <p14:tracePt t="24900" x="3122613" y="2755900"/>
          <p14:tracePt t="24908" x="3135313" y="2755900"/>
          <p14:tracePt t="24916" x="3143250" y="2755900"/>
          <p14:tracePt t="24924" x="3149600" y="2755900"/>
          <p14:tracePt t="24932" x="3155950" y="2755900"/>
          <p14:tracePt t="25117" x="3143250" y="2755900"/>
          <p14:tracePt t="25132" x="3122613" y="2755900"/>
          <p14:tracePt t="25140" x="3114675" y="2755900"/>
          <p14:tracePt t="25148" x="3100388" y="2755900"/>
          <p14:tracePt t="25156" x="3087688" y="2755900"/>
          <p14:tracePt t="25172" x="3073400" y="2755900"/>
          <p14:tracePt t="25180" x="3067050" y="2755900"/>
          <p14:tracePt t="25196" x="3052763" y="2755900"/>
          <p14:tracePt t="25204" x="3046413" y="2755900"/>
          <p14:tracePt t="25212" x="3024188" y="2755900"/>
          <p14:tracePt t="25221" x="3017838" y="2755900"/>
          <p14:tracePt t="25229" x="2997200" y="2755900"/>
          <p14:tracePt t="25236" x="2976563" y="2755900"/>
          <p14:tracePt t="25245" x="2970213" y="2755900"/>
          <p14:tracePt t="25253" x="2941638" y="2755900"/>
          <p14:tracePt t="25260" x="2927350" y="2755900"/>
          <p14:tracePt t="25269" x="2894013" y="2755900"/>
          <p14:tracePt t="25276" x="2879725" y="2755900"/>
          <p14:tracePt t="25284" x="2838450" y="2755900"/>
          <p14:tracePt t="25293" x="2809875" y="2768600"/>
          <p14:tracePt t="25300" x="2774950" y="2768600"/>
          <p14:tracePt t="25309" x="2733675" y="2776538"/>
          <p14:tracePt t="25316" x="2686050" y="2776538"/>
          <p14:tracePt t="25324" x="2636838" y="2776538"/>
          <p14:tracePt t="25332" x="2601913" y="2776538"/>
          <p14:tracePt t="25340" x="2540000" y="2776538"/>
          <p14:tracePt t="25348" x="2471738" y="2776538"/>
          <p14:tracePt t="25356" x="2401888" y="2776538"/>
          <p14:tracePt t="25364" x="2319338" y="2776538"/>
          <p14:tracePt t="25372" x="2235200" y="2776538"/>
          <p14:tracePt t="25380" x="2152650" y="2776538"/>
          <p14:tracePt t="25389" x="2070100" y="2776538"/>
          <p14:tracePt t="25396" x="1993900" y="2776538"/>
          <p14:tracePt t="25404" x="1952625" y="2776538"/>
          <p14:tracePt t="25412" x="1903413" y="2776538"/>
          <p14:tracePt t="25420" x="1868488" y="2776538"/>
          <p14:tracePt t="25429" x="1833563" y="2776538"/>
          <p14:tracePt t="25436" x="1820863" y="2776538"/>
          <p14:tracePt t="25445" x="1812925" y="2776538"/>
          <p14:tracePt t="25540" x="1833563" y="2776538"/>
          <p14:tracePt t="25548" x="1862138" y="2776538"/>
          <p14:tracePt t="25556" x="1889125" y="2776538"/>
          <p14:tracePt t="25564" x="1952625" y="2768600"/>
          <p14:tracePt t="25573" x="2006600" y="2768600"/>
          <p14:tracePt t="25580" x="2062163" y="2768600"/>
          <p14:tracePt t="25589" x="2132013" y="2768600"/>
          <p14:tracePt t="25596" x="2201863" y="2768600"/>
          <p14:tracePt t="25604" x="2270125" y="2768600"/>
          <p14:tracePt t="25612" x="2354263" y="2768600"/>
          <p14:tracePt t="25620" x="2436813" y="2768600"/>
          <p14:tracePt t="25629" x="2513013" y="2768600"/>
          <p14:tracePt t="25636" x="2595563" y="2768600"/>
          <p14:tracePt t="25644" x="2686050" y="2768600"/>
          <p14:tracePt t="25653" x="2774950" y="2768600"/>
          <p14:tracePt t="25661" x="2859088" y="2768600"/>
          <p14:tracePt t="25669" x="2941638" y="2768600"/>
          <p14:tracePt t="25676" x="3024188" y="2768600"/>
          <p14:tracePt t="25684" x="3079750" y="2768600"/>
          <p14:tracePt t="25693" x="3143250" y="2768600"/>
          <p14:tracePt t="25700" x="3211513" y="2768600"/>
          <p14:tracePt t="25709" x="3252788" y="2768600"/>
          <p14:tracePt t="25716" x="3308350" y="2768600"/>
          <p14:tracePt t="25724" x="3349625" y="2768600"/>
          <p14:tracePt t="25732" x="3384550" y="2768600"/>
          <p14:tracePt t="25740" x="3433763" y="2768600"/>
          <p14:tracePt t="25748" x="3446463" y="2768600"/>
          <p14:tracePt t="25757" x="3460750" y="2768600"/>
          <p14:tracePt t="25764" x="3468688" y="2768600"/>
          <p14:tracePt t="25804" x="3468688" y="2762250"/>
          <p14:tracePt t="25836" x="3468688" y="2755900"/>
          <p14:tracePt t="25844" x="3460750" y="2747963"/>
          <p14:tracePt t="25853" x="3433763" y="2747963"/>
          <p14:tracePt t="25860" x="3384550" y="2747963"/>
          <p14:tracePt t="25869" x="3336925" y="2741613"/>
          <p14:tracePt t="25876" x="3302000" y="2741613"/>
          <p14:tracePt t="25884" x="3246438" y="2741613"/>
          <p14:tracePt t="25897" x="3197225" y="2741613"/>
          <p14:tracePt t="25900" x="3170238" y="2741613"/>
          <p14:tracePt t="25908" x="3114675" y="2741613"/>
          <p14:tracePt t="25916" x="3073400" y="2741613"/>
          <p14:tracePt t="25924" x="3032125" y="2741613"/>
          <p14:tracePt t="25932" x="2982913" y="2741613"/>
          <p14:tracePt t="25940" x="2935288" y="2741613"/>
          <p14:tracePt t="25948" x="2879725" y="2741613"/>
          <p14:tracePt t="25956" x="2824163" y="2741613"/>
          <p14:tracePt t="25964" x="2774950" y="2741613"/>
          <p14:tracePt t="25973" x="2733675" y="2741613"/>
          <p14:tracePt t="25980" x="2678113" y="2741613"/>
          <p14:tracePt t="25989" x="2636838" y="2741613"/>
          <p14:tracePt t="25997" x="2589213" y="2741613"/>
          <p14:tracePt t="26004" x="2554288" y="2741613"/>
          <p14:tracePt t="26012" x="2527300" y="2741613"/>
          <p14:tracePt t="26021" x="2513013" y="2741613"/>
          <p14:tracePt t="26029" x="2498725" y="2741613"/>
          <p14:tracePt t="26036" x="2492375" y="2741613"/>
          <p14:tracePt t="26044" x="2484438" y="2741613"/>
          <p14:tracePt t="26053" x="2478088" y="2741613"/>
          <p14:tracePt t="26060" x="2471738" y="2741613"/>
          <p14:tracePt t="26069" x="2463800" y="2741613"/>
          <p14:tracePt t="26077" x="2457450" y="2741613"/>
          <p14:tracePt t="26084" x="2451100" y="2741613"/>
          <p14:tracePt t="26092" x="2436813" y="2741613"/>
          <p14:tracePt t="26100" x="2428875" y="2741613"/>
          <p14:tracePt t="26189" x="2422525" y="2741613"/>
          <p14:tracePt t="26237" x="2422525" y="2733675"/>
          <p14:tracePt t="26244" x="2422525" y="2720975"/>
          <p14:tracePt t="26260" x="2422525" y="2713038"/>
          <p14:tracePt t="26269" x="2422525" y="2700338"/>
          <p14:tracePt t="26277" x="2422525" y="2686050"/>
          <p14:tracePt t="26292" x="2422525" y="2671763"/>
          <p14:tracePt t="26300" x="2408238" y="2665413"/>
          <p14:tracePt t="26309" x="2401888" y="2659063"/>
          <p14:tracePt t="26316" x="2387600" y="2651125"/>
          <p14:tracePt t="26324" x="2374900" y="2644775"/>
          <p14:tracePt t="26332" x="2360613" y="2644775"/>
          <p14:tracePt t="26341" x="2332038" y="2630488"/>
          <p14:tracePt t="26348" x="2305050" y="2630488"/>
          <p14:tracePt t="26357" x="2278063" y="2630488"/>
          <p14:tracePt t="26364" x="2249488" y="2630488"/>
          <p14:tracePt t="26373" x="2214563" y="2630488"/>
          <p14:tracePt t="26380" x="2187575" y="2630488"/>
          <p14:tracePt t="26388" x="2159000" y="2630488"/>
          <p14:tracePt t="26396" x="2132013" y="2636838"/>
          <p14:tracePt t="26404" x="2117725" y="2636838"/>
          <p14:tracePt t="26412" x="2097088" y="2651125"/>
          <p14:tracePt t="26420" x="2090738" y="2659063"/>
          <p14:tracePt t="26429" x="2076450" y="2665413"/>
          <p14:tracePt t="26444" x="2070100" y="2679700"/>
          <p14:tracePt t="26453" x="2070100" y="2686050"/>
          <p14:tracePt t="26460" x="2062163" y="2700338"/>
          <p14:tracePt t="26469" x="2062163" y="2706688"/>
          <p14:tracePt t="26476" x="2062163" y="2727325"/>
          <p14:tracePt t="26492" x="2062163" y="2733675"/>
          <p14:tracePt t="26500" x="2062163" y="2741613"/>
          <p14:tracePt t="26508" x="2062163" y="2755900"/>
          <p14:tracePt t="26516" x="2062163" y="2776538"/>
          <p14:tracePt t="26525" x="2062163" y="2789238"/>
          <p14:tracePt t="26532" x="2062163" y="2824163"/>
          <p14:tracePt t="26540" x="2076450" y="2838450"/>
          <p14:tracePt t="26548" x="2082800" y="2852738"/>
          <p14:tracePt t="26556" x="2090738" y="2859088"/>
          <p14:tracePt t="26564" x="2105025" y="2886075"/>
          <p14:tracePt t="26573" x="2111375" y="2894013"/>
          <p14:tracePt t="26580" x="2117725" y="2900363"/>
          <p14:tracePt t="26589" x="2125663" y="2906713"/>
          <p14:tracePt t="26604" x="2132013" y="2906713"/>
          <p14:tracePt t="26612" x="2146300" y="2906713"/>
          <p14:tracePt t="26629" x="2159000" y="2914650"/>
          <p14:tracePt t="26636" x="2166938" y="2914650"/>
          <p14:tracePt t="26644" x="2173288" y="2914650"/>
          <p14:tracePt t="26653" x="2193925" y="2914650"/>
          <p14:tracePt t="26660" x="2214563" y="2914650"/>
          <p14:tracePt t="26669" x="2243138" y="2914650"/>
          <p14:tracePt t="26676" x="2270125" y="2914650"/>
          <p14:tracePt t="26684" x="2290763" y="2914650"/>
          <p14:tracePt t="26692" x="2325688" y="2914650"/>
          <p14:tracePt t="26700" x="2339975" y="2900363"/>
          <p14:tracePt t="26708" x="2346325" y="2900363"/>
          <p14:tracePt t="26716" x="2354263" y="2894013"/>
          <p14:tracePt t="26724" x="2360613" y="2894013"/>
          <p14:tracePt t="26740" x="2366963" y="2879725"/>
          <p14:tracePt t="26764" x="2366963" y="2873375"/>
          <p14:tracePt t="26772" x="2366963" y="2865438"/>
          <p14:tracePt t="26788" x="2366963" y="2859088"/>
          <p14:tracePt t="26829" x="2366963" y="2852738"/>
          <p14:tracePt t="27212" x="2374900" y="2852738"/>
          <p14:tracePt t="27253" x="2381250" y="2852738"/>
          <p14:tracePt t="27269" x="2395538" y="2844800"/>
          <p14:tracePt t="27277" x="2395538" y="2838450"/>
          <p14:tracePt t="27300" x="2408238" y="2838450"/>
          <p14:tracePt t="27565" x="2416175" y="2838450"/>
          <p14:tracePt t="27596" x="2422525" y="2832100"/>
          <p14:tracePt t="27669" x="2428875" y="2832100"/>
          <p14:tracePt t="28196" x="2436813" y="2832100"/>
          <p14:tracePt t="28212" x="2436813" y="2817813"/>
          <p14:tracePt t="28229" x="2443163" y="2817813"/>
          <p14:tracePt t="28236" x="2451100" y="2817813"/>
          <p14:tracePt t="28253" x="2457450" y="2809875"/>
          <p14:tracePt t="28380" x="2463800" y="2809875"/>
          <p14:tracePt t="28388" x="2471738" y="2809875"/>
          <p14:tracePt t="28405" x="2478088" y="2809875"/>
          <p14:tracePt t="28565" x="2484438" y="2817813"/>
          <p14:tracePt t="28580" x="2492375" y="2817813"/>
          <p14:tracePt t="28589" x="2505075" y="2824163"/>
          <p14:tracePt t="28596" x="2513013" y="2824163"/>
          <p14:tracePt t="28820" x="2519363" y="2824163"/>
          <p14:tracePt t="28829" x="2527300" y="2824163"/>
          <p14:tracePt t="28836" x="2540000" y="2817813"/>
          <p14:tracePt t="28845" x="2547938" y="2817813"/>
          <p14:tracePt t="28853" x="2574925" y="2809875"/>
          <p14:tracePt t="28860" x="2609850" y="2809875"/>
          <p14:tracePt t="28869" x="2630488" y="2809875"/>
          <p14:tracePt t="28876" x="2657475" y="2803525"/>
          <p14:tracePt t="28884" x="2700338" y="2789238"/>
          <p14:tracePt t="28897" x="2733675" y="2789238"/>
          <p14:tracePt t="28900" x="2774950" y="2789238"/>
          <p14:tracePt t="28909" x="2824163" y="2782888"/>
          <p14:tracePt t="28916" x="2851150" y="2782888"/>
          <p14:tracePt t="28924" x="2886075" y="2776538"/>
          <p14:tracePt t="28932" x="2914650" y="2776538"/>
          <p14:tracePt t="28941" x="2949575" y="2768600"/>
          <p14:tracePt t="28948" x="2997200" y="2755900"/>
          <p14:tracePt t="28957" x="3024188" y="2755900"/>
          <p14:tracePt t="28964" x="3052763" y="2755900"/>
          <p14:tracePt t="28972" x="3087688" y="2755900"/>
          <p14:tracePt t="28980" x="3108325" y="2755900"/>
          <p14:tracePt t="28988" x="3128963" y="2755900"/>
          <p14:tracePt t="28996" x="3149600" y="2755900"/>
          <p14:tracePt t="29004" x="3170238" y="2755900"/>
          <p14:tracePt t="29020" x="3184525" y="2755900"/>
          <p14:tracePt t="29029" x="3190875" y="2755900"/>
          <p14:tracePt t="29036" x="3205163" y="2755900"/>
          <p14:tracePt t="29046" x="3211513" y="2755900"/>
          <p14:tracePt t="29052" x="3219450" y="2755900"/>
          <p14:tracePt t="29060" x="3232150" y="2755900"/>
          <p14:tracePt t="29069" x="3246438" y="2755900"/>
          <p14:tracePt t="29076" x="3267075" y="2755900"/>
          <p14:tracePt t="29084" x="3295650" y="2755900"/>
          <p14:tracePt t="29092" x="3316288" y="2755900"/>
          <p14:tracePt t="29100" x="3336925" y="2755900"/>
          <p14:tracePt t="29108" x="3378200" y="2755900"/>
          <p14:tracePt t="29116" x="3405188" y="2755900"/>
          <p14:tracePt t="29124" x="3433763" y="2755900"/>
          <p14:tracePt t="29132" x="3446463" y="2755900"/>
          <p14:tracePt t="29140" x="3460750" y="2755900"/>
          <p14:tracePt t="29148" x="3475038" y="2755900"/>
          <p14:tracePt t="29157" x="3489325" y="2755900"/>
          <p14:tracePt t="29164" x="3509963" y="2755900"/>
          <p14:tracePt t="29172" x="3530600" y="2755900"/>
          <p14:tracePt t="29180" x="3551238" y="2755900"/>
          <p14:tracePt t="29189" x="3565525" y="2755900"/>
          <p14:tracePt t="29196" x="3586163" y="2755900"/>
          <p14:tracePt t="29204" x="3606800" y="2755900"/>
          <p14:tracePt t="29212" x="3613150" y="2755900"/>
          <p14:tracePt t="29220" x="3627438" y="2755900"/>
          <p14:tracePt t="29229" x="3633788" y="2755900"/>
          <p14:tracePt t="29236" x="3654425" y="2755900"/>
          <p14:tracePt t="29245" x="3675063" y="2755900"/>
          <p14:tracePt t="29252" x="3703638" y="2755900"/>
          <p14:tracePt t="29260" x="3716338" y="2755900"/>
          <p14:tracePt t="29269" x="3744913" y="2755900"/>
          <p14:tracePt t="29276" x="3759200" y="2755900"/>
          <p14:tracePt t="29284" x="3779838" y="2755900"/>
          <p14:tracePt t="29292" x="3792538" y="2755900"/>
          <p14:tracePt t="29300" x="3800475" y="2755900"/>
          <p14:tracePt t="29308" x="3806825" y="2755900"/>
          <p14:tracePt t="29349" x="3814763" y="2755900"/>
          <p14:tracePt t="29396" x="3827463" y="2755900"/>
          <p14:tracePt t="29420" x="3835400" y="2755900"/>
          <p14:tracePt t="29436" x="3841750" y="2755900"/>
          <p14:tracePt t="29836" x="3848100" y="2747963"/>
          <p14:tracePt t="30077" x="3848100" y="2741613"/>
          <p14:tracePt t="30484" x="3848100" y="2733675"/>
          <p14:tracePt t="30540" x="3835400" y="2727325"/>
          <p14:tracePt t="30589" x="3827463" y="2727325"/>
          <p14:tracePt t="30629" x="3821113" y="2713038"/>
          <p14:tracePt t="30660" x="3814763" y="2713038"/>
          <p14:tracePt t="30724" x="3806825" y="2706688"/>
          <p14:tracePt t="30780" x="3792538" y="2692400"/>
          <p14:tracePt t="30820" x="3786188" y="2692400"/>
          <p14:tracePt t="30836" x="3786188" y="2686050"/>
          <p14:tracePt t="30852" x="3771900" y="2686050"/>
          <p14:tracePt t="30868" x="3765550" y="2686050"/>
          <p14:tracePt t="30884" x="3759200" y="2671763"/>
          <p14:tracePt t="30892" x="3751263" y="2671763"/>
          <p14:tracePt t="30916" x="3744913" y="2665413"/>
          <p14:tracePt t="30932" x="3730625" y="2665413"/>
          <p14:tracePt t="30948" x="3724275" y="2659063"/>
          <p14:tracePt t="30964" x="3724275" y="2651125"/>
          <p14:tracePt t="30989" x="3709988" y="2651125"/>
          <p14:tracePt t="31020" x="3703638" y="2651125"/>
          <p14:tracePt t="31036" x="3689350" y="2644775"/>
          <p14:tracePt t="31060" x="3683000" y="2644775"/>
          <p14:tracePt t="31076" x="3675063" y="2636838"/>
          <p14:tracePt t="31084" x="3675063" y="2630488"/>
          <p14:tracePt t="31109" x="3668713" y="2630488"/>
          <p14:tracePt t="31276" x="3662363" y="2630488"/>
          <p14:tracePt t="31300" x="3654425" y="2624138"/>
          <p14:tracePt t="31309" x="3648075" y="2624138"/>
          <p14:tracePt t="31324" x="3641725" y="2624138"/>
          <p14:tracePt t="31340" x="3619500" y="2616200"/>
          <p14:tracePt t="31348" x="3619500" y="2609850"/>
          <p14:tracePt t="31357" x="3606800" y="2609850"/>
          <p14:tracePt t="31364" x="3598863" y="2609850"/>
          <p14:tracePt t="31372" x="3578225" y="2609850"/>
          <p14:tracePt t="31380" x="3571875" y="2603500"/>
          <p14:tracePt t="31389" x="3557588" y="2603500"/>
          <p14:tracePt t="31396" x="3551238" y="2603500"/>
          <p14:tracePt t="31404" x="3530600" y="2595563"/>
          <p14:tracePt t="31412" x="3522663" y="2595563"/>
          <p14:tracePt t="31420" x="3509963" y="2595563"/>
          <p14:tracePt t="31429" x="3502025" y="2595563"/>
          <p14:tracePt t="31436" x="3489325" y="2595563"/>
          <p14:tracePt t="31445" x="3481388" y="2595563"/>
          <p14:tracePt t="31453" x="3475038" y="2595563"/>
          <p14:tracePt t="31460" x="3460750" y="2595563"/>
          <p14:tracePt t="31469" x="3454400" y="2595563"/>
          <p14:tracePt t="31484" x="3440113" y="2595563"/>
          <p14:tracePt t="31492" x="3425825" y="2595563"/>
          <p14:tracePt t="31500" x="3419475" y="2595563"/>
          <p14:tracePt t="31508" x="3413125" y="2595563"/>
          <p14:tracePt t="31517" x="3405188" y="2595563"/>
          <p14:tracePt t="31524" x="3398838" y="2595563"/>
          <p14:tracePt t="31532" x="3392488" y="2595563"/>
          <p14:tracePt t="31540" x="3384550" y="2595563"/>
          <p14:tracePt t="31548" x="3370263" y="2595563"/>
          <p14:tracePt t="31564" x="3363913" y="2595563"/>
          <p14:tracePt t="31572" x="3349625" y="2595563"/>
          <p14:tracePt t="31580" x="3343275" y="2595563"/>
          <p14:tracePt t="31588" x="3328988" y="2595563"/>
          <p14:tracePt t="31596" x="3316288" y="2595563"/>
          <p14:tracePt t="31604" x="3302000" y="2603500"/>
          <p14:tracePt t="31612" x="3287713" y="2609850"/>
          <p14:tracePt t="31621" x="3281363" y="2616200"/>
          <p14:tracePt t="31629" x="3260725" y="2624138"/>
          <p14:tracePt t="31636" x="3246438" y="2630488"/>
          <p14:tracePt t="31645" x="3232150" y="2636838"/>
          <p14:tracePt t="31653" x="3225800" y="2636838"/>
          <p14:tracePt t="31660" x="3205163" y="2644775"/>
          <p14:tracePt t="31669" x="3197225" y="2651125"/>
          <p14:tracePt t="31676" x="3190875" y="2651125"/>
          <p14:tracePt t="31693" x="3190875" y="2659063"/>
          <p14:tracePt t="31700" x="3184525" y="2659063"/>
          <p14:tracePt t="31709" x="3184525" y="2665413"/>
          <p14:tracePt t="31724" x="3176588" y="2671763"/>
          <p14:tracePt t="31740" x="3176588" y="2679700"/>
          <p14:tracePt t="31748" x="3176588" y="2686050"/>
          <p14:tracePt t="31756" x="3176588" y="2692400"/>
          <p14:tracePt t="31773" x="3170238" y="2700338"/>
          <p14:tracePt t="31788" x="3170238" y="2713038"/>
          <p14:tracePt t="31804" x="3170238" y="2720975"/>
          <p14:tracePt t="31820" x="3170238" y="2733675"/>
          <p14:tracePt t="31829" x="3170238" y="2741613"/>
          <p14:tracePt t="31836" x="3170238" y="2747963"/>
          <p14:tracePt t="31844" x="3170238" y="2755900"/>
          <p14:tracePt t="31860" x="3170238" y="2762250"/>
          <p14:tracePt t="31884" x="3170238" y="2776538"/>
          <p14:tracePt t="31900" x="3170238" y="2782888"/>
          <p14:tracePt t="31909" x="3170238" y="2797175"/>
          <p14:tracePt t="31924" x="3170238" y="2803525"/>
          <p14:tracePt t="31940" x="3170238" y="2817813"/>
          <p14:tracePt t="31964" x="3170238" y="2824163"/>
          <p14:tracePt t="31996" x="3170238" y="2838450"/>
          <p14:tracePt t="32053" x="3170238" y="2844800"/>
          <p14:tracePt t="32060" x="3176588" y="2852738"/>
          <p14:tracePt t="32068" x="3176588" y="2859088"/>
          <p14:tracePt t="32085" x="3184525" y="2865438"/>
          <p14:tracePt t="32109" x="3190875" y="2865438"/>
          <p14:tracePt t="32132" x="3197225" y="2873375"/>
          <p14:tracePt t="32156" x="3205163" y="2873375"/>
          <p14:tracePt t="32180" x="3211513" y="2879725"/>
          <p14:tracePt t="32212" x="3219450" y="2886075"/>
          <p14:tracePt t="32229" x="3225800" y="2886075"/>
          <p14:tracePt t="32245" x="3232150" y="2886075"/>
          <p14:tracePt t="32253" x="3240088" y="2886075"/>
          <p14:tracePt t="32260" x="3246438" y="2894013"/>
          <p14:tracePt t="32276" x="3260725" y="2894013"/>
          <p14:tracePt t="32293" x="3281363" y="2900363"/>
          <p14:tracePt t="32300" x="3287713" y="2900363"/>
          <p14:tracePt t="32309" x="3295650" y="2900363"/>
          <p14:tracePt t="32317" x="3308350" y="2900363"/>
          <p14:tracePt t="32324" x="3322638" y="2900363"/>
          <p14:tracePt t="32332" x="3328988" y="2900363"/>
          <p14:tracePt t="32340" x="3336925" y="2906713"/>
          <p14:tracePt t="32348" x="3349625" y="2906713"/>
          <p14:tracePt t="32356" x="3357563" y="2906713"/>
          <p14:tracePt t="32373" x="3363913" y="2906713"/>
          <p14:tracePt t="32380" x="3370263" y="2906713"/>
          <p14:tracePt t="32389" x="3378200" y="2906713"/>
          <p14:tracePt t="32396" x="3384550" y="2906713"/>
          <p14:tracePt t="32404" x="3392488" y="2906713"/>
          <p14:tracePt t="32412" x="3398838" y="2906713"/>
          <p14:tracePt t="32429" x="3413125" y="2914650"/>
          <p14:tracePt t="32436" x="3419475" y="2914650"/>
          <p14:tracePt t="32444" x="3433763" y="2914650"/>
          <p14:tracePt t="32460" x="3440113" y="2914650"/>
          <p14:tracePt t="32469" x="3454400" y="2914650"/>
          <p14:tracePt t="32476" x="3460750" y="2914650"/>
          <p14:tracePt t="32484" x="3475038" y="2914650"/>
          <p14:tracePt t="32492" x="3481388" y="2914650"/>
          <p14:tracePt t="32500" x="3502025" y="2914650"/>
          <p14:tracePt t="32509" x="3516313" y="2914650"/>
          <p14:tracePt t="32516" x="3530600" y="2914650"/>
          <p14:tracePt t="32524" x="3536950" y="2914650"/>
          <p14:tracePt t="32532" x="3557588" y="2914650"/>
          <p14:tracePt t="32540" x="3571875" y="2914650"/>
          <p14:tracePt t="32548" x="3586163" y="2914650"/>
          <p14:tracePt t="32556" x="3598863" y="2914650"/>
          <p14:tracePt t="32564" x="3619500" y="2914650"/>
          <p14:tracePt t="32572" x="3633788" y="2914650"/>
          <p14:tracePt t="32580" x="3654425" y="2914650"/>
          <p14:tracePt t="32589" x="3662363" y="2914650"/>
          <p14:tracePt t="32596" x="3675063" y="2906713"/>
          <p14:tracePt t="32604" x="3683000" y="2906713"/>
          <p14:tracePt t="32628" x="3689350" y="2906713"/>
          <p14:tracePt t="32636" x="3695700" y="2900363"/>
          <p14:tracePt t="32660" x="3703638" y="2900363"/>
          <p14:tracePt t="32669" x="3703638" y="2894013"/>
          <p14:tracePt t="32676" x="3716338" y="2894013"/>
          <p14:tracePt t="32693" x="3724275" y="2894013"/>
          <p14:tracePt t="32700" x="3738563" y="2894013"/>
          <p14:tracePt t="32716" x="3744913" y="2894013"/>
          <p14:tracePt t="32732" x="3751263" y="2894013"/>
          <p14:tracePt t="32740" x="3765550" y="2894013"/>
          <p14:tracePt t="32996" x="3765550" y="2886075"/>
          <p14:tracePt t="33076" x="3771900" y="2879725"/>
          <p14:tracePt t="33084" x="3779838" y="2879725"/>
          <p14:tracePt t="33093" x="3792538" y="2873375"/>
          <p14:tracePt t="33100" x="3814763" y="2873375"/>
          <p14:tracePt t="33109" x="3841750" y="2859088"/>
          <p14:tracePt t="33117" x="3876675" y="2859088"/>
          <p14:tracePt t="33124" x="3932238" y="2852738"/>
          <p14:tracePt t="33132" x="4000500" y="2852738"/>
          <p14:tracePt t="33140" x="4064000" y="2852738"/>
          <p14:tracePt t="33148" x="4125913" y="2852738"/>
          <p14:tracePt t="33156" x="4208463" y="2852738"/>
          <p14:tracePt t="33164" x="4291013" y="2852738"/>
          <p14:tracePt t="33172" x="4375150" y="2852738"/>
          <p14:tracePt t="33180" x="4457700" y="2852738"/>
          <p14:tracePt t="33189" x="4533900" y="2852738"/>
          <p14:tracePt t="33196" x="4616450" y="2852738"/>
          <p14:tracePt t="33204" x="4713288" y="2852738"/>
          <p14:tracePt t="33212" x="4803775" y="2852738"/>
          <p14:tracePt t="33220" x="4906963" y="2852738"/>
          <p14:tracePt t="33229" x="4997450" y="2852738"/>
          <p14:tracePt t="33236" x="5122863" y="2852738"/>
          <p14:tracePt t="33244" x="5240338" y="2852738"/>
          <p14:tracePt t="33253" x="5372100" y="2852738"/>
          <p14:tracePt t="33260" x="5502275" y="2852738"/>
          <p14:tracePt t="33268" x="5586413" y="2852738"/>
          <p14:tracePt t="33276" x="5675313" y="2852738"/>
          <p14:tracePt t="33284" x="5751513" y="2852738"/>
          <p14:tracePt t="33293" x="5807075" y="2852738"/>
          <p14:tracePt t="33300" x="5856288" y="2844800"/>
          <p14:tracePt t="33309" x="5870575" y="2844800"/>
          <p14:tracePt t="33316" x="5891213" y="2844800"/>
          <p14:tracePt t="33324" x="5897563" y="2844800"/>
          <p14:tracePt t="33332" x="5903913" y="2844800"/>
          <p14:tracePt t="33340" x="5918200" y="2832100"/>
          <p14:tracePt t="33348" x="5924550" y="2832100"/>
          <p14:tracePt t="33356" x="5938838" y="2832100"/>
          <p14:tracePt t="33364" x="5938838" y="2824163"/>
          <p14:tracePt t="33373" x="5953125" y="2824163"/>
          <p14:tracePt t="33380" x="5959475" y="2824163"/>
          <p14:tracePt t="33389" x="5973763" y="2817813"/>
          <p14:tracePt t="33396" x="5980113" y="2817813"/>
          <p14:tracePt t="33405" x="5988050" y="2809875"/>
          <p14:tracePt t="33420" x="5994400" y="2809875"/>
          <p14:tracePt t="33436" x="6008688" y="2803525"/>
          <p14:tracePt t="33445" x="6015038" y="2803525"/>
          <p14:tracePt t="33452" x="6029325" y="2803525"/>
          <p14:tracePt t="33460" x="6070600" y="2803525"/>
          <p14:tracePt t="33468" x="6111875" y="2797175"/>
          <p14:tracePt t="33476" x="6140450" y="2797175"/>
          <p14:tracePt t="33484" x="6167438" y="2797175"/>
          <p14:tracePt t="33493" x="6181725" y="2797175"/>
          <p14:tracePt t="33500" x="6194425" y="2797175"/>
          <p14:tracePt t="33508" x="6202363" y="2797175"/>
          <p14:tracePt t="33613" x="6188075" y="2803525"/>
          <p14:tracePt t="33620" x="6173788" y="2803525"/>
          <p14:tracePt t="33629" x="6153150" y="2809875"/>
          <p14:tracePt t="33636" x="6126163" y="2809875"/>
          <p14:tracePt t="33644" x="6111875" y="2809875"/>
          <p14:tracePt t="33653" x="6097588" y="2809875"/>
          <p14:tracePt t="33660" x="6076950" y="2809875"/>
          <p14:tracePt t="33668" x="6070600" y="2809875"/>
          <p14:tracePt t="33676" x="6064250" y="2809875"/>
          <p14:tracePt t="33684" x="6049963" y="2817813"/>
          <p14:tracePt t="33693" x="6043613" y="2817813"/>
          <p14:tracePt t="33701" x="6029325" y="2824163"/>
          <p14:tracePt t="33709" x="6021388" y="2824163"/>
          <p14:tracePt t="33716" x="6008688" y="2824163"/>
          <p14:tracePt t="33724" x="5994400" y="2824163"/>
          <p14:tracePt t="33732" x="5994400" y="2832100"/>
          <p14:tracePt t="33740" x="5988050" y="2832100"/>
          <p14:tracePt t="33748" x="5980113" y="2832100"/>
          <p14:tracePt t="33757" x="5973763" y="2832100"/>
          <p14:tracePt t="33789" x="5967413" y="2838450"/>
          <p14:tracePt t="33804" x="5959475" y="2838450"/>
          <p14:tracePt t="33813" x="5953125" y="2844800"/>
          <p14:tracePt t="33829" x="5938838" y="2852738"/>
          <p14:tracePt t="33845" x="5932488" y="2859088"/>
          <p14:tracePt t="33876" x="5924550" y="2865438"/>
          <p14:tracePt t="36069" x="5924550" y="2859088"/>
          <p14:tracePt t="36189" x="5924550" y="2852738"/>
          <p14:tracePt t="36228" x="5924550" y="2844800"/>
          <p14:tracePt t="36236" x="5924550" y="2838450"/>
          <p14:tracePt t="36260" x="5924550" y="2832100"/>
          <p14:tracePt t="36268" x="5924550" y="2824163"/>
          <p14:tracePt t="36276" x="5924550" y="2817813"/>
          <p14:tracePt t="36309" x="5924550" y="2809875"/>
          <p14:tracePt t="36324" x="5924550" y="2803525"/>
          <p14:tracePt t="36340" x="5924550" y="2797175"/>
          <p14:tracePt t="36357" x="5924550" y="2789238"/>
          <p14:tracePt t="36380" x="5924550" y="2776538"/>
          <p14:tracePt t="36396" x="5918200" y="2762250"/>
          <p14:tracePt t="36412" x="5911850" y="2755900"/>
          <p14:tracePt t="36429" x="5903913" y="2747963"/>
          <p14:tracePt t="36437" x="5897563" y="2741613"/>
          <p14:tracePt t="36444" x="5891213" y="2727325"/>
          <p14:tracePt t="36460" x="5883275" y="2727325"/>
          <p14:tracePt t="36469" x="5883275" y="2720975"/>
          <p14:tracePt t="36477" x="5876925" y="2720975"/>
          <p14:tracePt t="36509" x="5870575" y="2713038"/>
          <p14:tracePt t="36524" x="5862638" y="2706688"/>
          <p14:tracePt t="36548" x="5856288" y="2700338"/>
          <p14:tracePt t="36573" x="5842000" y="2692400"/>
          <p14:tracePt t="36620" x="5821363" y="2686050"/>
          <p14:tracePt t="36669" x="5807075" y="2679700"/>
          <p14:tracePt t="36716" x="5794375" y="2679700"/>
          <p14:tracePt t="36724" x="5786438" y="2679700"/>
          <p14:tracePt t="36732" x="5780088" y="2679700"/>
          <p14:tracePt t="36740" x="5773738" y="2679700"/>
          <p14:tracePt t="36748" x="5765800" y="2679700"/>
          <p14:tracePt t="36756" x="5759450" y="2679700"/>
          <p14:tracePt t="36772" x="5751513" y="2679700"/>
          <p14:tracePt t="36796" x="5745163" y="2679700"/>
          <p14:tracePt t="36820" x="5738813" y="2679700"/>
          <p14:tracePt t="36844" x="5730875" y="2679700"/>
          <p14:tracePt t="36852" x="5718175" y="2686050"/>
          <p14:tracePt t="36869" x="5710238" y="2692400"/>
          <p14:tracePt t="36876" x="5703888" y="2700338"/>
          <p14:tracePt t="36884" x="5697538" y="2706688"/>
          <p14:tracePt t="36897" x="5689600" y="2713038"/>
          <p14:tracePt t="36900" x="5683250" y="2720975"/>
          <p14:tracePt t="36908" x="5683250" y="2733675"/>
          <p14:tracePt t="36916" x="5683250" y="2741613"/>
          <p14:tracePt t="36925" x="5675313" y="2755900"/>
          <p14:tracePt t="36940" x="5675313" y="2762250"/>
          <p14:tracePt t="36948" x="5675313" y="2768600"/>
          <p14:tracePt t="36964" x="5675313" y="2776538"/>
          <p14:tracePt t="36973" x="5675313" y="2782888"/>
          <p14:tracePt t="36980" x="5675313" y="2789238"/>
          <p14:tracePt t="37004" x="5675313" y="2797175"/>
          <p14:tracePt t="37012" x="5683250" y="2817813"/>
          <p14:tracePt t="37029" x="5689600" y="2832100"/>
          <p14:tracePt t="37036" x="5697538" y="2838450"/>
          <p14:tracePt t="37044" x="5697538" y="2852738"/>
          <p14:tracePt t="37053" x="5710238" y="2865438"/>
          <p14:tracePt t="37060" x="5718175" y="2873375"/>
          <p14:tracePt t="37069" x="5730875" y="2886075"/>
          <p14:tracePt t="37084" x="5745163" y="2900363"/>
          <p14:tracePt t="37405" x="5751513" y="2900363"/>
          <p14:tracePt t="37412" x="5759450" y="2906713"/>
          <p14:tracePt t="37429" x="5773738" y="2906713"/>
          <p14:tracePt t="37436" x="5780088" y="2906713"/>
          <p14:tracePt t="37444" x="5786438" y="2906713"/>
          <p14:tracePt t="37460" x="5800725" y="2906713"/>
          <p14:tracePt t="37476" x="5807075" y="2906713"/>
          <p14:tracePt t="37484" x="5821363" y="2906713"/>
          <p14:tracePt t="37493" x="5827713" y="2906713"/>
          <p14:tracePt t="37500" x="5835650" y="2906713"/>
          <p14:tracePt t="37509" x="5842000" y="2906713"/>
          <p14:tracePt t="37524" x="5848350" y="2906713"/>
          <p14:tracePt t="37532" x="5856288" y="2906713"/>
          <p14:tracePt t="37548" x="5862638" y="2906713"/>
          <p14:tracePt t="37580" x="5870575" y="2906713"/>
          <p14:tracePt t="37588" x="5883275" y="2906713"/>
          <p14:tracePt t="37596" x="5891213" y="2906713"/>
          <p14:tracePt t="37604" x="5903913" y="2906713"/>
          <p14:tracePt t="37612" x="5911850" y="2906713"/>
          <p14:tracePt t="37620" x="5918200" y="2906713"/>
          <p14:tracePt t="37844" x="5918200" y="2894013"/>
          <p14:tracePt t="37860" x="5924550" y="2879725"/>
          <p14:tracePt t="37868" x="5932488" y="2879725"/>
          <p14:tracePt t="37876" x="5938838" y="2879725"/>
          <p14:tracePt t="37896" x="5967413" y="2879725"/>
          <p14:tracePt t="37900" x="5973763" y="2865438"/>
          <p14:tracePt t="37909" x="5980113" y="2865438"/>
          <p14:tracePt t="37917" x="5988050" y="2865438"/>
          <p14:tracePt t="37925" x="5994400" y="2865438"/>
          <p14:tracePt t="37932" x="6008688" y="2859088"/>
          <p14:tracePt t="37948" x="6029325" y="2859088"/>
          <p14:tracePt t="37964" x="6049963" y="2859088"/>
          <p14:tracePt t="37972" x="6056313" y="2859088"/>
          <p14:tracePt t="37980" x="6076950" y="2859088"/>
          <p14:tracePt t="37989" x="6097588" y="2859088"/>
          <p14:tracePt t="37996" x="6119813" y="2859088"/>
          <p14:tracePt t="38004" x="6146800" y="2859088"/>
          <p14:tracePt t="38012" x="6161088" y="2852738"/>
          <p14:tracePt t="38020" x="6173788" y="2852738"/>
          <p14:tracePt t="38029" x="6188075" y="2852738"/>
          <p14:tracePt t="38036" x="6208713" y="2844800"/>
          <p14:tracePt t="38069" x="6223000" y="2844800"/>
          <p14:tracePt t="38124" x="6229350" y="2838450"/>
          <p14:tracePt t="38156" x="6243638" y="2838450"/>
          <p14:tracePt t="38204" x="6249988" y="2838450"/>
          <p14:tracePt t="38220" x="6257925" y="2832100"/>
          <p14:tracePt t="38229" x="6264275" y="2832100"/>
          <p14:tracePt t="38236" x="6270625" y="2832100"/>
          <p14:tracePt t="38300" x="6270625" y="2824163"/>
          <p14:tracePt t="38324" x="6270625" y="2817813"/>
          <p14:tracePt t="38332" x="6278563" y="2817813"/>
          <p14:tracePt t="38340" x="6278563" y="2803525"/>
          <p14:tracePt t="38348" x="6284913" y="2789238"/>
          <p14:tracePt t="38356" x="6299200" y="2776538"/>
          <p14:tracePt t="38364" x="6299200" y="2768600"/>
          <p14:tracePt t="38373" x="6319838" y="2747963"/>
          <p14:tracePt t="38380" x="6334125" y="2741613"/>
          <p14:tracePt t="38389" x="6354763" y="2727325"/>
          <p14:tracePt t="38397" x="6375400" y="2720975"/>
          <p14:tracePt t="38404" x="6410325" y="2713038"/>
          <p14:tracePt t="38413" x="6451600" y="2713038"/>
          <p14:tracePt t="38420" x="6499225" y="2706688"/>
          <p14:tracePt t="38429" x="6569075" y="2706688"/>
          <p14:tracePt t="38437" x="6624638" y="2706688"/>
          <p14:tracePt t="38444" x="6686550" y="2706688"/>
          <p14:tracePt t="38452" x="6762750" y="2706688"/>
          <p14:tracePt t="38460" x="6824663" y="2706688"/>
          <p14:tracePt t="38469" x="6888163" y="2706688"/>
          <p14:tracePt t="38476" x="6935788" y="2706688"/>
          <p14:tracePt t="38484" x="6962775" y="2706688"/>
          <p14:tracePt t="38492" x="6991350" y="2706688"/>
          <p14:tracePt t="38500" x="7005638" y="2713038"/>
          <p14:tracePt t="38509" x="7011988" y="2720975"/>
          <p14:tracePt t="38540" x="7018338" y="2720975"/>
          <p14:tracePt t="38580" x="7018338" y="2733675"/>
          <p14:tracePt t="38613" x="7018338" y="2741613"/>
          <p14:tracePt t="38620" x="7018338" y="2747963"/>
          <p14:tracePt t="38636" x="7011988" y="2747963"/>
          <p14:tracePt t="38645" x="7011988" y="2755900"/>
          <p14:tracePt t="38733" x="6997700" y="2755900"/>
          <p14:tracePt t="38789" x="6997700" y="2762250"/>
          <p14:tracePt t="38812" x="6997700" y="2776538"/>
          <p14:tracePt t="38829" x="6997700" y="2797175"/>
          <p14:tracePt t="38836" x="6997700" y="2803525"/>
          <p14:tracePt t="39093" x="6991350" y="2797175"/>
          <p14:tracePt t="39100" x="6985000" y="2797175"/>
          <p14:tracePt t="39109" x="6977063" y="2789238"/>
          <p14:tracePt t="39124" x="6970713" y="2782888"/>
          <p14:tracePt t="39380" x="6970713" y="2776538"/>
          <p14:tracePt t="39700" x="6991350" y="2776538"/>
          <p14:tracePt t="39708" x="6997700" y="2782888"/>
          <p14:tracePt t="39716" x="7026275" y="2782888"/>
          <p14:tracePt t="39981" x="7026275" y="2776538"/>
          <p14:tracePt t="39996" x="7026275" y="2768600"/>
          <p14:tracePt t="40020" x="7026275" y="2762250"/>
          <p14:tracePt t="42789" x="7026275" y="2755900"/>
          <p14:tracePt t="42820" x="7018338" y="2755900"/>
          <p14:tracePt t="42965" x="7011988" y="2755900"/>
          <p14:tracePt t="43012" x="7005638" y="2755900"/>
          <p14:tracePt t="43045" x="6997700" y="2762250"/>
          <p14:tracePt t="43108" x="6991350" y="2768600"/>
          <p14:tracePt t="43116" x="6985000" y="2768600"/>
          <p14:tracePt t="43124" x="6977063" y="2768600"/>
          <p14:tracePt t="43132" x="6970713" y="2776538"/>
          <p14:tracePt t="43148" x="6956425" y="2782888"/>
          <p14:tracePt t="43164" x="6950075" y="2789238"/>
          <p14:tracePt t="43173" x="6942138" y="2789238"/>
          <p14:tracePt t="43189" x="6921500" y="2803525"/>
          <p14:tracePt t="43205" x="6908800" y="2817813"/>
          <p14:tracePt t="43212" x="6900863" y="2817813"/>
          <p14:tracePt t="43220" x="6894513" y="2832100"/>
          <p14:tracePt t="43229" x="6888163" y="2832100"/>
          <p14:tracePt t="43236" x="6873875" y="2838450"/>
          <p14:tracePt t="43245" x="6859588" y="2852738"/>
          <p14:tracePt t="43253" x="6853238" y="2852738"/>
          <p14:tracePt t="43260" x="6838950" y="2859088"/>
          <p14:tracePt t="43269" x="6824663" y="2859088"/>
          <p14:tracePt t="43285" x="6811963" y="2873375"/>
          <p14:tracePt t="43292" x="6804025" y="2873375"/>
          <p14:tracePt t="43300" x="6797675" y="2873375"/>
          <p14:tracePt t="43308" x="6789738" y="2873375"/>
          <p14:tracePt t="43316" x="6783388" y="2879725"/>
          <p14:tracePt t="43324" x="6777038" y="2879725"/>
          <p14:tracePt t="43332" x="6777038" y="2886075"/>
          <p14:tracePt t="43340" x="6769100" y="2886075"/>
          <p14:tracePt t="43348" x="6756400" y="2900363"/>
          <p14:tracePt t="43364" x="6748463" y="2900363"/>
          <p14:tracePt t="43373" x="6742113" y="2900363"/>
          <p14:tracePt t="43380" x="6735763" y="2906713"/>
          <p14:tracePt t="43948" x="6727825" y="2906713"/>
          <p14:tracePt t="44125" x="6727825" y="2900363"/>
          <p14:tracePt t="44229" x="6727825" y="2894013"/>
          <p14:tracePt t="44525" x="6727825" y="2886075"/>
          <p14:tracePt t="44548" x="6742113" y="2879725"/>
          <p14:tracePt t="44580" x="6748463" y="2879725"/>
          <p14:tracePt t="44604" x="6756400" y="2879725"/>
          <p14:tracePt t="44620" x="6762750" y="2879725"/>
          <p14:tracePt t="44996" x="6769100" y="2879725"/>
          <p14:tracePt t="45012" x="6777038" y="2879725"/>
          <p14:tracePt t="45020" x="6789738" y="2879725"/>
          <p14:tracePt t="45036" x="6797675" y="2879725"/>
          <p14:tracePt t="45045" x="6804025" y="2879725"/>
          <p14:tracePt t="45077" x="6811963" y="2879725"/>
          <p14:tracePt t="45220" x="6818313" y="2873375"/>
          <p14:tracePt t="45356" x="6824663" y="2873375"/>
          <p14:tracePt t="45364" x="6832600" y="2873375"/>
          <p14:tracePt t="45396" x="6845300" y="2865438"/>
          <p14:tracePt t="45412" x="6853238" y="2865438"/>
          <p14:tracePt t="45420" x="6865938" y="2859088"/>
          <p14:tracePt t="45429" x="6873875" y="2859088"/>
          <p14:tracePt t="45436" x="6880225" y="2859088"/>
          <p14:tracePt t="45445" x="6888163" y="2852738"/>
          <p14:tracePt t="45460" x="6894513" y="2852738"/>
          <p14:tracePt t="45469" x="6900863" y="2852738"/>
          <p14:tracePt t="45476" x="6908800" y="2852738"/>
          <p14:tracePt t="45500" x="6915150" y="2852738"/>
          <p14:tracePt t="46516" x="6921500" y="2852738"/>
          <p14:tracePt t="46716" x="6921500" y="2844800"/>
          <p14:tracePt t="46725" x="6921500" y="2838450"/>
          <p14:tracePt t="46732" x="6921500" y="2832100"/>
          <p14:tracePt t="46756" x="6929438" y="2824163"/>
          <p14:tracePt t="46780" x="6935788" y="2817813"/>
          <p14:tracePt t="46804" x="6935788" y="2809875"/>
          <p14:tracePt t="46812" x="6942138" y="2809875"/>
          <p14:tracePt t="46836" x="6950075" y="2809875"/>
          <p14:tracePt t="46853" x="6956425" y="2809875"/>
          <p14:tracePt t="46860" x="6962775" y="2803525"/>
          <p14:tracePt t="46901" x="6977063" y="2797175"/>
          <p14:tracePt t="47125" x="6985000" y="2789238"/>
          <p14:tracePt t="47164" x="6991350" y="2789238"/>
          <p14:tracePt t="47180" x="7005638" y="2789238"/>
          <p14:tracePt t="47189" x="7011988" y="2789238"/>
          <p14:tracePt t="47196" x="7032625" y="2789238"/>
          <p14:tracePt t="47204" x="7061200" y="2789238"/>
          <p14:tracePt t="47212" x="7102475" y="2789238"/>
          <p14:tracePt t="47220" x="7143750" y="2789238"/>
          <p14:tracePt t="47229" x="7191375" y="2789238"/>
          <p14:tracePt t="47237" x="7246938" y="2789238"/>
          <p14:tracePt t="47245" x="7288213" y="2789238"/>
          <p14:tracePt t="47253" x="7331075" y="2789238"/>
          <p14:tracePt t="47260" x="7385050" y="2789238"/>
          <p14:tracePt t="47269" x="7427913" y="2789238"/>
          <p14:tracePt t="47276" x="7454900" y="2789238"/>
          <p14:tracePt t="47285" x="7483475" y="2789238"/>
          <p14:tracePt t="47292" x="7504113" y="2782888"/>
          <p14:tracePt t="47300" x="7524750" y="2782888"/>
          <p14:tracePt t="47309" x="7537450" y="2782888"/>
          <p14:tracePt t="47316" x="7551738" y="2782888"/>
          <p14:tracePt t="47325" x="7572375" y="2782888"/>
          <p14:tracePt t="47332" x="7586663" y="2782888"/>
          <p14:tracePt t="47340" x="7613650" y="2782888"/>
          <p14:tracePt t="47348" x="7642225" y="2782888"/>
          <p14:tracePt t="47356" x="7683500" y="2803525"/>
          <p14:tracePt t="47364" x="7697788" y="2803525"/>
          <p14:tracePt t="47372" x="7704138" y="2803525"/>
          <p14:tracePt t="47565" x="7724775" y="2803525"/>
          <p14:tracePt t="47573" x="7739063" y="2803525"/>
          <p14:tracePt t="47580" x="7780338" y="2797175"/>
          <p14:tracePt t="47588" x="7835900" y="2789238"/>
          <p14:tracePt t="47597" x="7905750" y="2782888"/>
          <p14:tracePt t="47604" x="7988300" y="2782888"/>
          <p14:tracePt t="47612" x="8056563" y="2782888"/>
          <p14:tracePt t="47620" x="8140700" y="2782888"/>
          <p14:tracePt t="47630" x="8223250" y="2782888"/>
          <p14:tracePt t="47637" x="8305800" y="2782888"/>
          <p14:tracePt t="47645" x="8375650" y="2782888"/>
          <p14:tracePt t="47652" x="8437563" y="2782888"/>
          <p14:tracePt t="47660" x="8486775" y="2782888"/>
          <p14:tracePt t="47669" x="8528050" y="2782888"/>
          <p14:tracePt t="47676" x="8542338" y="2782888"/>
          <p14:tracePt t="47684" x="8562975" y="2782888"/>
          <p14:tracePt t="47693" x="8569325" y="2782888"/>
          <p14:tracePt t="47884" x="8562975" y="2782888"/>
          <p14:tracePt t="47893" x="8555038" y="2782888"/>
          <p14:tracePt t="47900" x="8542338" y="2782888"/>
          <p14:tracePt t="47908" x="8534400" y="2782888"/>
          <p14:tracePt t="47925" x="8528050" y="2782888"/>
          <p14:tracePt t="47980" x="8521700" y="2782888"/>
          <p14:tracePt t="47996" x="8521700" y="2789238"/>
          <p14:tracePt t="48004" x="8513763" y="2789238"/>
          <p14:tracePt t="48012" x="8499475" y="2797175"/>
          <p14:tracePt t="48020" x="8486775" y="2809875"/>
          <p14:tracePt t="48029" x="8478838" y="2809875"/>
          <p14:tracePt t="48036" x="8466138" y="2809875"/>
          <p14:tracePt t="48044" x="8458200" y="2817813"/>
          <p14:tracePt t="48053" x="8451850" y="2824163"/>
          <p14:tracePt t="48060" x="8445500" y="2824163"/>
          <p14:tracePt t="48069" x="8437563" y="2832100"/>
          <p14:tracePt t="48076" x="8424863" y="2838450"/>
          <p14:tracePt t="48084" x="8416925" y="2838450"/>
          <p14:tracePt t="48093" x="8410575" y="2844800"/>
          <p14:tracePt t="48100" x="8396288" y="2852738"/>
          <p14:tracePt t="48117" x="8396288" y="2859088"/>
          <p14:tracePt t="48125" x="8389938" y="2859088"/>
          <p14:tracePt t="48141" x="8382000" y="2859088"/>
          <p14:tracePt t="48189" x="8382000" y="2865438"/>
          <p14:tracePt t="48196" x="8382000" y="2873375"/>
          <p14:tracePt t="48228" x="8375650" y="2879725"/>
          <p14:tracePt t="48860" x="8382000" y="2879725"/>
          <p14:tracePt t="48869" x="8396288" y="2894013"/>
          <p14:tracePt t="48933" x="8402638" y="2894013"/>
          <p14:tracePt t="48956" x="8410575" y="2894013"/>
          <p14:tracePt t="49149" x="8416925" y="2894013"/>
          <p14:tracePt t="49212" x="8424863" y="2894013"/>
          <p14:tracePt t="49245" x="8431213" y="2894013"/>
          <p14:tracePt t="49268" x="8437563" y="2894013"/>
          <p14:tracePt t="49276" x="8445500" y="2894013"/>
          <p14:tracePt t="49325" x="8445500" y="2886075"/>
          <p14:tracePt t="49541" x="8445500" y="2879725"/>
          <p14:tracePt t="49564" x="8458200" y="2879725"/>
          <p14:tracePt t="49573" x="8466138" y="2879725"/>
          <p14:tracePt t="49660" x="8472488" y="2879725"/>
          <p14:tracePt t="49676" x="8478838" y="2879725"/>
          <p14:tracePt t="49700" x="8486775" y="2879725"/>
          <p14:tracePt t="49748" x="8499475" y="2879725"/>
          <p14:tracePt t="49764" x="8499475" y="2873375"/>
          <p14:tracePt t="49773" x="8507413" y="2873375"/>
          <p14:tracePt t="49812" x="8507413" y="2865438"/>
          <p14:tracePt t="51660" x="8493125" y="2865438"/>
          <p14:tracePt t="51669" x="8478838" y="2865438"/>
          <p14:tracePt t="51684" x="8472488" y="2865438"/>
          <p14:tracePt t="51700" x="8466138" y="2865438"/>
          <p14:tracePt t="51836" x="8458200" y="2865438"/>
          <p14:tracePt t="51852" x="8445500" y="2865438"/>
          <p14:tracePt t="51860" x="8437563" y="2865438"/>
          <p14:tracePt t="51869" x="8431213" y="2865438"/>
          <p14:tracePt t="51876" x="8424863" y="2865438"/>
          <p14:tracePt t="51884" x="8416925" y="2865438"/>
          <p14:tracePt t="51897" x="8396288" y="2865438"/>
          <p14:tracePt t="51900" x="8382000" y="2865438"/>
          <p14:tracePt t="51909" x="8375650" y="2865438"/>
          <p14:tracePt t="51916" x="8355013" y="2865438"/>
          <p14:tracePt t="51925" x="8334375" y="2865438"/>
          <p14:tracePt t="51932" x="8305800" y="2865438"/>
          <p14:tracePt t="51940" x="8293100" y="2865438"/>
          <p14:tracePt t="51948" x="8264525" y="2873375"/>
          <p14:tracePt t="51956" x="8229600" y="2886075"/>
          <p14:tracePt t="51964" x="8208963" y="2886075"/>
          <p14:tracePt t="51973" x="8175625" y="2886075"/>
          <p14:tracePt t="51980" x="8120063" y="2894013"/>
          <p14:tracePt t="51989" x="8023225" y="2906713"/>
          <p14:tracePt t="51997" x="7967663" y="2921000"/>
          <p14:tracePt t="52004" x="7926388" y="2928938"/>
          <p14:tracePt t="52012" x="7897813" y="2928938"/>
          <p14:tracePt t="52021" x="7870825" y="2935288"/>
          <p14:tracePt t="52029" x="7842250" y="2949575"/>
          <p14:tracePt t="52036" x="7815263" y="2955925"/>
          <p14:tracePt t="52045" x="7794625" y="2962275"/>
          <p14:tracePt t="52052" x="7780338" y="2970213"/>
          <p14:tracePt t="52061" x="7759700" y="2982913"/>
          <p14:tracePt t="52068" x="7753350" y="2982913"/>
          <p14:tracePt t="52076" x="7745413" y="2990850"/>
          <p14:tracePt t="52085" x="7739063" y="2990850"/>
          <p14:tracePt t="52093" x="7731125" y="2997200"/>
          <p14:tracePt t="52100" x="7718425" y="3005138"/>
          <p14:tracePt t="52109" x="7710488" y="3011488"/>
          <p14:tracePt t="52116" x="7697788" y="3011488"/>
          <p14:tracePt t="52124" x="7677150" y="3032125"/>
          <p14:tracePt t="52132" x="7656513" y="3038475"/>
          <p14:tracePt t="52140" x="7627938" y="3052763"/>
          <p14:tracePt t="52148" x="7607300" y="3067050"/>
          <p14:tracePt t="52156" x="7572375" y="3094038"/>
          <p14:tracePt t="52164" x="7537450" y="3114675"/>
          <p14:tracePt t="52173" x="7524750" y="3128963"/>
          <p14:tracePt t="52180" x="7510463" y="3135313"/>
          <p14:tracePt t="52189" x="7489825" y="3155950"/>
          <p14:tracePt t="52196" x="7483475" y="3155950"/>
          <p14:tracePt t="52469" x="7469188" y="3155950"/>
          <p14:tracePt t="52508" x="7461250" y="3155950"/>
          <p14:tracePt t="52516" x="7454900" y="3170238"/>
          <p14:tracePt t="52524" x="7440613" y="3198813"/>
          <p14:tracePt t="52532" x="7427913" y="3232150"/>
          <p14:tracePt t="52540" x="7427913" y="3260725"/>
          <p14:tracePt t="52548" x="7427913" y="3287713"/>
          <p14:tracePt t="52556" x="7407275" y="3328988"/>
          <p14:tracePt t="52564" x="7407275" y="3363913"/>
          <p14:tracePt t="52572" x="7399338" y="3427413"/>
          <p14:tracePt t="52580" x="7399338" y="3468688"/>
          <p14:tracePt t="52588" x="7399338" y="3536950"/>
          <p14:tracePt t="52596" x="7392988" y="3600450"/>
          <p14:tracePt t="52604" x="7392988" y="3648075"/>
          <p14:tracePt t="52612" x="7392988" y="3703638"/>
          <p14:tracePt t="52620" x="7392988" y="3738563"/>
          <p14:tracePt t="52629" x="7378700" y="3779838"/>
          <p14:tracePt t="52636" x="7372350" y="3800475"/>
          <p14:tracePt t="52645" x="7372350" y="3814763"/>
          <p14:tracePt t="52653" x="7372350" y="3821113"/>
          <p14:tracePt t="52676" x="7372350" y="3827463"/>
          <p14:tracePt t="52684" x="7372350" y="3841750"/>
          <p14:tracePt t="52700" x="7372350" y="3849688"/>
          <p14:tracePt t="52709" x="7372350" y="3862388"/>
          <p14:tracePt t="52716" x="7372350" y="3883025"/>
          <p14:tracePt t="52724" x="7372350" y="3897313"/>
          <p14:tracePt t="52733" x="7372350" y="3903663"/>
          <p14:tracePt t="52740" x="7372350" y="3917950"/>
          <p14:tracePt t="52748" x="7372350" y="3938588"/>
          <p14:tracePt t="52764" x="7372350" y="3946525"/>
          <p14:tracePt t="52773" x="7372350" y="3959225"/>
          <p14:tracePt t="52780" x="7372350" y="3967163"/>
          <p14:tracePt t="52789" x="7372350" y="3973513"/>
          <p14:tracePt t="52796" x="7372350" y="3987800"/>
          <p14:tracePt t="52989" x="7372350" y="3979863"/>
          <p14:tracePt t="55245" x="7372350" y="3967163"/>
          <p14:tracePt t="55253" x="7372350" y="3959225"/>
          <p14:tracePt t="55260" x="7372350" y="3946525"/>
          <p14:tracePt t="55269" x="7372350" y="3938588"/>
          <p14:tracePt t="55276" x="7372350" y="3932238"/>
          <p14:tracePt t="55285" x="7364413" y="3917950"/>
          <p14:tracePt t="55292" x="7364413" y="3911600"/>
          <p14:tracePt t="55300" x="7364413" y="3890963"/>
          <p14:tracePt t="55309" x="7364413" y="3870325"/>
          <p14:tracePt t="55316" x="7364413" y="3849688"/>
          <p14:tracePt t="55325" x="7364413" y="3835400"/>
          <p14:tracePt t="55332" x="7364413" y="3806825"/>
          <p14:tracePt t="55340" x="7364413" y="3751263"/>
          <p14:tracePt t="55349" x="7364413" y="3683000"/>
          <p14:tracePt t="55357" x="7364413" y="3613150"/>
          <p14:tracePt t="55364" x="7364413" y="3544888"/>
          <p14:tracePt t="55373" x="7364413" y="3489325"/>
          <p14:tracePt t="55380" x="7364413" y="3419475"/>
          <p14:tracePt t="55389" x="7364413" y="3357563"/>
          <p14:tracePt t="55396" x="7364413" y="3308350"/>
          <p14:tracePt t="55405" x="7364413" y="3246438"/>
          <p14:tracePt t="55412" x="7372350" y="3190875"/>
          <p14:tracePt t="55420" x="7378700" y="3143250"/>
          <p14:tracePt t="55429" x="7378700" y="3081338"/>
          <p14:tracePt t="55436" x="7378700" y="3032125"/>
          <p14:tracePt t="55445" x="7378700" y="2976563"/>
          <p14:tracePt t="55453" x="7378700" y="2928938"/>
          <p14:tracePt t="55460" x="7378700" y="2873375"/>
          <p14:tracePt t="55469" x="7378700" y="2809875"/>
          <p14:tracePt t="55476" x="7378700" y="2762250"/>
          <p14:tracePt t="55485" x="7378700" y="2720975"/>
          <p14:tracePt t="55492" x="7378700" y="2692400"/>
          <p14:tracePt t="55500" x="7372350" y="2616200"/>
          <p14:tracePt t="55509" x="7358063" y="2554288"/>
          <p14:tracePt t="55516" x="7343775" y="2498725"/>
          <p14:tracePt t="55525" x="7331075" y="2436813"/>
          <p14:tracePt t="55532" x="7310438" y="2360613"/>
          <p14:tracePt t="55540" x="7281863" y="2298700"/>
          <p14:tracePt t="55548" x="7254875" y="2228850"/>
          <p14:tracePt t="55557" x="7234238" y="2160588"/>
          <p14:tracePt t="55564" x="7191375" y="2084388"/>
          <p14:tracePt t="55573" x="7158038" y="2000250"/>
          <p14:tracePt t="55580" x="7129463" y="1938338"/>
          <p14:tracePt t="55589" x="7102475" y="1882775"/>
          <p14:tracePt t="55596" x="7067550" y="1820863"/>
          <p14:tracePt t="55604" x="7038975" y="1779588"/>
          <p14:tracePt t="55612" x="7005638" y="1730375"/>
          <p14:tracePt t="55621" x="6970713" y="1695450"/>
          <p14:tracePt t="55629" x="6935788" y="1668463"/>
          <p14:tracePt t="55636" x="6888163" y="1633538"/>
          <p14:tracePt t="55645" x="6845300" y="1606550"/>
          <p14:tracePt t="55653" x="6789738" y="1592263"/>
          <p14:tracePt t="55660" x="6756400" y="1571625"/>
          <p14:tracePt t="55669" x="6686550" y="1565275"/>
          <p14:tracePt t="55676" x="6630988" y="1565275"/>
          <p14:tracePt t="55685" x="6554788" y="1565275"/>
          <p14:tracePt t="55693" x="6492875" y="1565275"/>
          <p14:tracePt t="55700" x="6410325" y="1565275"/>
          <p14:tracePt t="55709" x="6334125" y="1565275"/>
          <p14:tracePt t="55716" x="6243638" y="1577975"/>
          <p14:tracePt t="55725" x="6161088" y="1612900"/>
          <p14:tracePt t="55732" x="6076950" y="1627188"/>
          <p14:tracePt t="55740" x="6008688" y="1654175"/>
          <p14:tracePt t="55749" x="5903913" y="1682750"/>
          <p14:tracePt t="55756" x="5827713" y="1703388"/>
          <p14:tracePt t="55764" x="5751513" y="1744663"/>
          <p14:tracePt t="55773" x="5683250" y="1771650"/>
          <p14:tracePt t="55780" x="5641975" y="1806575"/>
          <p14:tracePt t="55789" x="5578475" y="1835150"/>
          <p14:tracePt t="55797" x="5516563" y="1882775"/>
          <p14:tracePt t="55804" x="5481638" y="1924050"/>
          <p14:tracePt t="55812" x="5440363" y="1987550"/>
          <p14:tracePt t="55820" x="5399088" y="2055813"/>
          <p14:tracePt t="55830" x="5364163" y="2105025"/>
          <p14:tracePt t="55836" x="5337175" y="2173288"/>
          <p14:tracePt t="55844" x="5295900" y="2236788"/>
          <p14:tracePt t="55853" x="5267325" y="2305050"/>
          <p14:tracePt t="55860" x="5253038" y="2381250"/>
          <p14:tracePt t="55869" x="5226050" y="2443163"/>
          <p14:tracePt t="55876" x="5211763" y="2513013"/>
          <p14:tracePt t="55885" x="5184775" y="2582863"/>
          <p14:tracePt t="55892" x="5178425" y="2636838"/>
          <p14:tracePt t="55900" x="5178425" y="2692400"/>
          <p14:tracePt t="55909" x="5178425" y="2762250"/>
          <p14:tracePt t="55916" x="5178425" y="2817813"/>
          <p14:tracePt t="55924" x="5178425" y="2879725"/>
          <p14:tracePt t="55932" x="5184775" y="2935288"/>
          <p14:tracePt t="55940" x="5199063" y="2982913"/>
          <p14:tracePt t="55948" x="5226050" y="3059113"/>
          <p14:tracePt t="55956" x="5226050" y="3081338"/>
          <p14:tracePt t="55964" x="5240338" y="3143250"/>
          <p14:tracePt t="55973" x="5260975" y="3211513"/>
          <p14:tracePt t="55980" x="5260975" y="3254375"/>
          <p14:tracePt t="55989" x="5267325" y="3316288"/>
          <p14:tracePt t="55997" x="5275263" y="3378200"/>
          <p14:tracePt t="56004" x="5281613" y="3419475"/>
          <p14:tracePt t="56012" x="5295900" y="3489325"/>
          <p14:tracePt t="56020" x="5302250" y="3530600"/>
          <p14:tracePt t="56029" x="5316538" y="3586163"/>
          <p14:tracePt t="56036" x="5343525" y="3641725"/>
          <p14:tracePt t="56044" x="5372100" y="3703638"/>
          <p14:tracePt t="56052" x="5384800" y="3744913"/>
          <p14:tracePt t="56060" x="5413375" y="3800475"/>
          <p14:tracePt t="56069" x="5440363" y="3841750"/>
          <p14:tracePt t="56076" x="5454650" y="3876675"/>
          <p14:tracePt t="56084" x="5481638" y="3917950"/>
          <p14:tracePt t="56093" x="5510213" y="3959225"/>
          <p14:tracePt t="56101" x="5537200" y="3994150"/>
          <p14:tracePt t="56108" x="5557838" y="4022725"/>
          <p14:tracePt t="56116" x="5572125" y="4035425"/>
          <p14:tracePt t="56131" x="5600700" y="4084638"/>
          <p14:tracePt t="56132" x="5621338" y="4105275"/>
          <p14:tracePt t="56140" x="5654675" y="4132263"/>
          <p14:tracePt t="56148" x="5668963" y="4146550"/>
          <p14:tracePt t="56156" x="5710238" y="4167188"/>
          <p14:tracePt t="56164" x="5730875" y="4187825"/>
          <p14:tracePt t="56172" x="5765800" y="4202113"/>
          <p14:tracePt t="56180" x="5786438" y="4208463"/>
          <p14:tracePt t="56189" x="5807075" y="4208463"/>
          <p14:tracePt t="56197" x="5815013" y="4216400"/>
          <p14:tracePt t="56204" x="5848350" y="4229100"/>
          <p14:tracePt t="56212" x="5870575" y="4229100"/>
          <p14:tracePt t="56220" x="5903913" y="4229100"/>
          <p14:tracePt t="56229" x="5932488" y="4229100"/>
          <p14:tracePt t="56236" x="5959475" y="4229100"/>
          <p14:tracePt t="56245" x="5994400" y="4229100"/>
          <p14:tracePt t="56252" x="6021388" y="4229100"/>
          <p14:tracePt t="56260" x="6049963" y="4229100"/>
          <p14:tracePt t="56268" x="6076950" y="4229100"/>
          <p14:tracePt t="56277" x="6111875" y="4222750"/>
          <p14:tracePt t="56284" x="6153150" y="4202113"/>
          <p14:tracePt t="56293" x="6173788" y="4187825"/>
          <p14:tracePt t="56300" x="6216650" y="4160838"/>
          <p14:tracePt t="56309" x="6243638" y="4146550"/>
          <p14:tracePt t="56317" x="6270625" y="4125913"/>
          <p14:tracePt t="56324" x="6305550" y="4090988"/>
          <p14:tracePt t="56332" x="6340475" y="4064000"/>
          <p14:tracePt t="56340" x="6369050" y="4029075"/>
          <p14:tracePt t="56348" x="6402388" y="3994150"/>
          <p14:tracePt t="56357" x="6410325" y="3979863"/>
          <p14:tracePt t="56364" x="6430963" y="3952875"/>
          <p14:tracePt t="56373" x="6443663" y="3938588"/>
          <p14:tracePt t="56380" x="6451600" y="3925888"/>
          <p14:tracePt t="56388" x="6457950" y="3917950"/>
          <p14:tracePt t="56524" x="6465888" y="3911600"/>
          <p14:tracePt t="56540" x="6465888" y="3903663"/>
          <p14:tracePt t="56556" x="6472238" y="3903663"/>
          <p14:tracePt t="56564" x="6486525" y="3903663"/>
          <p14:tracePt t="56573" x="6507163" y="3903663"/>
          <p14:tracePt t="56580" x="6519863" y="3903663"/>
          <p14:tracePt t="56589" x="6527800" y="3903663"/>
          <p14:tracePt t="56596" x="6534150" y="3903663"/>
          <p14:tracePt t="56757" x="6534150" y="3897313"/>
          <p14:tracePt t="56773" x="6534150" y="3890963"/>
          <p14:tracePt t="56780" x="6534150" y="3883025"/>
          <p14:tracePt t="56789" x="6534150" y="3876675"/>
          <p14:tracePt t="56796" x="6534150" y="3870325"/>
          <p14:tracePt t="56804" x="6534150" y="3856038"/>
          <p14:tracePt t="56812" x="6534150" y="3849688"/>
          <p14:tracePt t="56820" x="6534150" y="3835400"/>
          <p14:tracePt t="56829" x="6548438" y="3827463"/>
          <p14:tracePt t="56836" x="6554788" y="3821113"/>
          <p14:tracePt t="56853" x="6575425" y="3814763"/>
          <p14:tracePt t="56860" x="6583363" y="3814763"/>
          <p14:tracePt t="56869" x="6604000" y="3806825"/>
          <p14:tracePt t="56876" x="6624638" y="3806825"/>
          <p14:tracePt t="56884" x="6645275" y="3800475"/>
          <p14:tracePt t="56897" x="6659563" y="3800475"/>
          <p14:tracePt t="56900" x="6680200" y="3794125"/>
          <p14:tracePt t="56909" x="6692900" y="3794125"/>
          <p14:tracePt t="56916" x="6707188" y="3794125"/>
          <p14:tracePt t="56924" x="6715125" y="3794125"/>
          <p14:tracePt t="56932" x="6721475" y="3794125"/>
          <p14:tracePt t="56940" x="6727825" y="3794125"/>
          <p14:tracePt t="56948" x="6742113" y="3794125"/>
          <p14:tracePt t="56956" x="6748463" y="3794125"/>
          <p14:tracePt t="56964" x="6762750" y="3794125"/>
          <p14:tracePt t="56973" x="6769100" y="3794125"/>
          <p14:tracePt t="56981" x="6789738" y="3794125"/>
          <p14:tracePt t="56989" x="6797675" y="3794125"/>
          <p14:tracePt t="56997" x="6818313" y="3794125"/>
          <p14:tracePt t="57004" x="6824663" y="3794125"/>
          <p14:tracePt t="57013" x="6832600" y="3794125"/>
          <p14:tracePt t="57020" x="6845300" y="3800475"/>
          <p14:tracePt t="57037" x="6859588" y="3814763"/>
          <p14:tracePt t="57045" x="6865938" y="3821113"/>
          <p14:tracePt t="57053" x="6873875" y="3827463"/>
          <p14:tracePt t="57069" x="6894513" y="3835400"/>
          <p14:tracePt t="57076" x="6900863" y="3835400"/>
          <p14:tracePt t="57085" x="6908800" y="3835400"/>
          <p14:tracePt t="57229" x="6915150" y="3835400"/>
          <p14:tracePt t="57236" x="6921500" y="3821113"/>
          <p14:tracePt t="57245" x="6929438" y="3814763"/>
          <p14:tracePt t="57253" x="6942138" y="3806825"/>
          <p14:tracePt t="57261" x="6942138" y="3794125"/>
          <p14:tracePt t="57269" x="6950075" y="3779838"/>
          <p14:tracePt t="57276" x="6970713" y="3773488"/>
          <p14:tracePt t="57284" x="6991350" y="3773488"/>
          <p14:tracePt t="57292" x="7011988" y="3773488"/>
          <p14:tracePt t="57300" x="7018338" y="3773488"/>
          <p14:tracePt t="57308" x="7026275" y="3773488"/>
          <p14:tracePt t="57436" x="7018338" y="3773488"/>
          <p14:tracePt t="57444" x="6997700" y="3773488"/>
          <p14:tracePt t="57453" x="6985000" y="3773488"/>
          <p14:tracePt t="57461" x="6956425" y="3773488"/>
          <p14:tracePt t="57469" x="6921500" y="3773488"/>
          <p14:tracePt t="57476" x="6894513" y="3773488"/>
          <p14:tracePt t="57485" x="6865938" y="3773488"/>
          <p14:tracePt t="57493" x="6853238" y="3773488"/>
          <p14:tracePt t="57500" x="6845300" y="3773488"/>
          <p14:tracePt t="57509" x="6824663" y="3779838"/>
          <p14:tracePt t="57516" x="6804025" y="3779838"/>
          <p14:tracePt t="57525" x="6789738" y="3779838"/>
          <p14:tracePt t="57532" x="6762750" y="3786188"/>
          <p14:tracePt t="57540" x="6735763" y="3786188"/>
          <p14:tracePt t="57548" x="6686550" y="3786188"/>
          <p14:tracePt t="57556" x="6651625" y="3786188"/>
          <p14:tracePt t="57564" x="6610350" y="3786188"/>
          <p14:tracePt t="57572" x="6583363" y="3786188"/>
          <p14:tracePt t="57580" x="6548438" y="3786188"/>
          <p14:tracePt t="57589" x="6519863" y="3786188"/>
          <p14:tracePt t="57596" x="6507163" y="3786188"/>
          <p14:tracePt t="57604" x="6492875" y="3786188"/>
          <p14:tracePt t="57612" x="6478588" y="3786188"/>
          <p14:tracePt t="57620" x="6457950" y="3786188"/>
          <p14:tracePt t="57629" x="6451600" y="3786188"/>
          <p14:tracePt t="57636" x="6430963" y="3786188"/>
          <p14:tracePt t="57645" x="6402388" y="3786188"/>
          <p14:tracePt t="57652" x="6375400" y="3786188"/>
          <p14:tracePt t="57660" x="6340475" y="3779838"/>
          <p14:tracePt t="57668" x="6299200" y="3765550"/>
          <p14:tracePt t="57676" x="6257925" y="3738563"/>
          <p14:tracePt t="57684" x="6208713" y="3709988"/>
          <p14:tracePt t="57693" x="6181725" y="3697288"/>
          <p14:tracePt t="57700" x="6140450" y="3662363"/>
          <p14:tracePt t="57709" x="6111875" y="3633788"/>
          <p14:tracePt t="57717" x="6097588" y="3621088"/>
          <p14:tracePt t="57724" x="6064250" y="3578225"/>
          <p14:tracePt t="57732" x="6049963" y="3530600"/>
          <p14:tracePt t="57740" x="6021388" y="3468688"/>
          <p14:tracePt t="57748" x="6000750" y="3392488"/>
          <p14:tracePt t="57757" x="5988050" y="3322638"/>
          <p14:tracePt t="57764" x="5967413" y="3246438"/>
          <p14:tracePt t="57773" x="5938838" y="3170238"/>
          <p14:tracePt t="57780" x="5918200" y="3094038"/>
          <p14:tracePt t="57789" x="5903913" y="3017838"/>
          <p14:tracePt t="57796" x="5883275" y="2941638"/>
          <p14:tracePt t="57804" x="5848350" y="2859088"/>
          <p14:tracePt t="57812" x="5835650" y="2782888"/>
          <p14:tracePt t="57820" x="5827713" y="2706688"/>
          <p14:tracePt t="57829" x="5807075" y="2630488"/>
          <p14:tracePt t="57836" x="5807075" y="2568575"/>
          <p14:tracePt t="57844" x="5800725" y="2492375"/>
          <p14:tracePt t="57852" x="5794375" y="2416175"/>
          <p14:tracePt t="57860" x="5794375" y="2354263"/>
          <p14:tracePt t="57869" x="5794375" y="2305050"/>
          <p14:tracePt t="57876" x="5794375" y="2249488"/>
          <p14:tracePt t="57896" x="5794375" y="2166938"/>
          <p14:tracePt t="57900" x="5794375" y="2138363"/>
          <p14:tracePt t="57908" x="5794375" y="2111375"/>
          <p14:tracePt t="57916" x="5800725" y="2076450"/>
          <p14:tracePt t="57924" x="5821363" y="2049463"/>
          <p14:tracePt t="57932" x="5821363" y="2028825"/>
          <p14:tracePt t="57940" x="5848350" y="1993900"/>
          <p14:tracePt t="57948" x="5856288" y="1965325"/>
          <p14:tracePt t="57957" x="5870575" y="1952625"/>
          <p14:tracePt t="57964" x="5883275" y="1938338"/>
          <p14:tracePt t="57972" x="5903913" y="1911350"/>
          <p14:tracePt t="57980" x="5918200" y="1903413"/>
          <p14:tracePt t="57988" x="5946775" y="1882775"/>
          <p14:tracePt t="57996" x="5980113" y="1876425"/>
          <p14:tracePt t="58004" x="6029325" y="1841500"/>
          <p14:tracePt t="58013" x="6056313" y="1841500"/>
          <p14:tracePt t="58021" x="6105525" y="1827213"/>
          <p14:tracePt t="58029" x="6153150" y="1806575"/>
          <p14:tracePt t="58036" x="6223000" y="1785938"/>
          <p14:tracePt t="58045" x="6292850" y="1758950"/>
          <p14:tracePt t="58053" x="6354763" y="1738313"/>
          <p14:tracePt t="58060" x="6430963" y="1716088"/>
          <p14:tracePt t="58069" x="6499225" y="1703388"/>
          <p14:tracePt t="58076" x="6562725" y="1695450"/>
          <p14:tracePt t="58084" x="6638925" y="1689100"/>
          <p14:tracePt t="58093" x="6715125" y="1689100"/>
          <p14:tracePt t="58100" x="6783388" y="1689100"/>
          <p14:tracePt t="58109" x="6865938" y="1689100"/>
          <p14:tracePt t="58117" x="6950075" y="1689100"/>
          <p14:tracePt t="58124" x="7032625" y="1689100"/>
          <p14:tracePt t="58132" x="7123113" y="1689100"/>
          <p14:tracePt t="58140" x="7219950" y="1695450"/>
          <p14:tracePt t="58148" x="7323138" y="1716088"/>
          <p14:tracePt t="58156" x="7413625" y="1724025"/>
          <p14:tracePt t="58164" x="7504113" y="1738313"/>
          <p14:tracePt t="58173" x="7634288" y="1744663"/>
          <p14:tracePt t="58180" x="7724775" y="1751013"/>
          <p14:tracePt t="58189" x="7821613" y="1779588"/>
          <p14:tracePt t="58196" x="7883525" y="1779588"/>
          <p14:tracePt t="58204" x="7959725" y="1779588"/>
          <p14:tracePt t="58212" x="8015288" y="1779588"/>
          <p14:tracePt t="58220" x="8070850" y="1779588"/>
          <p14:tracePt t="58229" x="8126413" y="1785938"/>
          <p14:tracePt t="58236" x="8188325" y="1792288"/>
          <p14:tracePt t="58245" x="8258175" y="1800225"/>
          <p14:tracePt t="58253" x="8334375" y="1820863"/>
          <p14:tracePt t="58261" x="8396288" y="1827213"/>
          <p14:tracePt t="58269" x="8472488" y="1855788"/>
          <p14:tracePt t="58276" x="8521700" y="1868488"/>
          <p14:tracePt t="58284" x="8583613" y="1889125"/>
          <p14:tracePt t="58293" x="8618538" y="1897063"/>
          <p14:tracePt t="58300" x="8651875" y="1911350"/>
          <p14:tracePt t="58309" x="8659813" y="1924050"/>
          <p14:tracePt t="58316" x="8680450" y="1931988"/>
          <p14:tracePt t="58324" x="8686800" y="1952625"/>
          <p14:tracePt t="58332" x="8694738" y="1973263"/>
          <p14:tracePt t="58340" x="8694738" y="1979613"/>
          <p14:tracePt t="58348" x="8701088" y="2008188"/>
          <p14:tracePt t="58356" x="8707438" y="2041525"/>
          <p14:tracePt t="58364" x="8707438" y="2097088"/>
          <p14:tracePt t="58373" x="8707438" y="2138363"/>
          <p14:tracePt t="58380" x="8707438" y="2208213"/>
          <p14:tracePt t="58389" x="8707438" y="2270125"/>
          <p14:tracePt t="58396" x="8707438" y="2325688"/>
          <p14:tracePt t="58404" x="8707438" y="2416175"/>
          <p14:tracePt t="58413" x="8707438" y="2506663"/>
          <p14:tracePt t="58420" x="8707438" y="2603500"/>
          <p14:tracePt t="58429" x="8707438" y="2700338"/>
          <p14:tracePt t="58436" x="8707438" y="2809875"/>
          <p14:tracePt t="58445" x="8707438" y="2928938"/>
          <p14:tracePt t="58453" x="8707438" y="3081338"/>
          <p14:tracePt t="58460" x="8707438" y="3190875"/>
          <p14:tracePt t="58469" x="8694738" y="3351213"/>
          <p14:tracePt t="58476" x="8686800" y="3433763"/>
          <p14:tracePt t="58484" x="8645525" y="3544888"/>
          <p14:tracePt t="58493" x="8604250" y="3648075"/>
          <p14:tracePt t="58500" x="8562975" y="3738563"/>
          <p14:tracePt t="58509" x="8534400" y="3814763"/>
          <p14:tracePt t="58516" x="8493125" y="3925888"/>
          <p14:tracePt t="58524" x="8458200" y="4008438"/>
          <p14:tracePt t="58532" x="8445500" y="4090988"/>
          <p14:tracePt t="58540" x="8424863" y="4160838"/>
          <p14:tracePt t="58548" x="8416925" y="4208463"/>
          <p14:tracePt t="58556" x="8416925" y="4243388"/>
          <p14:tracePt t="58564" x="8416925" y="4249738"/>
          <p14:tracePt t="58573" x="8416925" y="4264025"/>
          <p14:tracePt t="58612" x="8410575" y="4271963"/>
          <p14:tracePt t="58629" x="8402638" y="4271963"/>
          <p14:tracePt t="58636" x="8389938" y="4271963"/>
          <p14:tracePt t="58644" x="8348663" y="4271963"/>
          <p14:tracePt t="58652" x="8299450" y="4271963"/>
          <p14:tracePt t="58660" x="8216900" y="4271963"/>
          <p14:tracePt t="58669" x="8105775" y="4264025"/>
          <p14:tracePt t="58676" x="7794625" y="4243388"/>
          <p14:tracePt t="58684" x="7469188" y="4187825"/>
          <p14:tracePt t="58693" x="7129463" y="4175125"/>
          <p14:tracePt t="58700" x="6811963" y="4175125"/>
          <p14:tracePt t="58709" x="6542088" y="4167188"/>
          <p14:tracePt t="58716" x="6243638" y="4167188"/>
          <p14:tracePt t="58724" x="5938838" y="4167188"/>
          <p14:tracePt t="58732" x="5641975" y="4167188"/>
          <p14:tracePt t="58740" x="5378450" y="4167188"/>
          <p14:tracePt t="58748" x="5170488" y="4167188"/>
          <p14:tracePt t="58757" x="5080000" y="4146550"/>
          <p14:tracePt t="58764" x="5026025" y="4140200"/>
          <p14:tracePt t="58773" x="4997450" y="4140200"/>
          <p14:tracePt t="58820" x="4997450" y="4132263"/>
          <p14:tracePt t="58877" x="4997450" y="4125913"/>
          <p14:tracePt t="58892" x="5005388" y="4119563"/>
          <p14:tracePt t="58908" x="5018088" y="4119563"/>
          <p14:tracePt t="58932" x="5026025" y="4111625"/>
          <p14:tracePt t="58940" x="5032375" y="4111625"/>
          <p14:tracePt t="58948" x="5038725" y="4111625"/>
          <p14:tracePt t="58956" x="5046663" y="4105275"/>
          <p14:tracePt t="58973" x="5059363" y="4105275"/>
          <p14:tracePt t="58989" x="5067300" y="4098925"/>
          <p14:tracePt t="58996" x="5073650" y="4098925"/>
          <p14:tracePt t="59004" x="5080000" y="4098925"/>
          <p14:tracePt t="59020" x="5094288" y="4098925"/>
          <p14:tracePt t="59029" x="5108575" y="4090988"/>
          <p14:tracePt t="59045" x="5122863" y="4084638"/>
          <p14:tracePt t="59061" x="5122863" y="4076700"/>
          <p14:tracePt t="59068" x="5129213" y="4076700"/>
          <p14:tracePt t="59076" x="5129213" y="4064000"/>
          <p14:tracePt t="59084" x="5129213" y="4049713"/>
          <p14:tracePt t="59093" x="5135563" y="4008438"/>
          <p14:tracePt t="59100" x="5135563" y="3959225"/>
          <p14:tracePt t="59110" x="5135563" y="3897313"/>
          <p14:tracePt t="59117" x="5135563" y="3821113"/>
          <p14:tracePt t="59124" x="5135563" y="3724275"/>
          <p14:tracePt t="59132" x="5122863" y="3613150"/>
          <p14:tracePt t="59140" x="5094288" y="3503613"/>
          <p14:tracePt t="59148" x="5046663" y="3384550"/>
          <p14:tracePt t="59156" x="4997450" y="3149600"/>
          <p14:tracePt t="59164" x="4956175" y="3067050"/>
          <p14:tracePt t="59172" x="4873625" y="2962275"/>
          <p14:tracePt t="59180" x="4789488" y="2844800"/>
          <p14:tracePt t="59189" x="4700588" y="2727325"/>
          <p14:tracePt t="59196" x="4637088" y="2659063"/>
          <p14:tracePt t="59204" x="4548188" y="2554288"/>
          <p14:tracePt t="59212" x="4478338" y="2478088"/>
          <p14:tracePt t="59221" x="4395788" y="2395538"/>
          <p14:tracePt t="59229" x="4325938" y="2325688"/>
          <p14:tracePt t="59236" x="4214813" y="2249488"/>
          <p14:tracePt t="59245" x="4064000" y="2138363"/>
          <p14:tracePt t="59253" x="3965575" y="2070100"/>
          <p14:tracePt t="59261" x="3835400" y="1987550"/>
          <p14:tracePt t="59269" x="3765550" y="1952625"/>
          <p14:tracePt t="59276" x="3689350" y="1897063"/>
          <p14:tracePt t="59284" x="3619500" y="1855788"/>
          <p14:tracePt t="59293" x="3551238" y="1814513"/>
          <p14:tracePt t="59300" x="3475038" y="1765300"/>
          <p14:tracePt t="59309" x="3378200" y="1716088"/>
          <p14:tracePt t="59316" x="3246438" y="1633538"/>
          <p14:tracePt t="59324" x="3100388" y="1550988"/>
          <p14:tracePt t="59332" x="2914650" y="1433513"/>
          <p14:tracePt t="59340" x="2741613" y="1308100"/>
          <p14:tracePt t="59348" x="2533650" y="1163638"/>
          <p14:tracePt t="59356" x="2255838" y="1017588"/>
          <p14:tracePt t="59364" x="2020888" y="893763"/>
          <p14:tracePt t="59373" x="1800225" y="782638"/>
          <p14:tracePt t="59380" x="1481138" y="692150"/>
          <p14:tracePt t="59389" x="1211263" y="560388"/>
          <p14:tracePt t="59397" x="962025" y="463550"/>
          <p14:tracePt t="59404" x="671513" y="346075"/>
          <p14:tracePt t="59412" x="428625" y="284163"/>
          <p14:tracePt t="59421" x="187325" y="207963"/>
          <p14:tracePt t="59429" x="0" y="15240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IMPROVE THE ESTIMATIONS </a:t>
            </a:r>
            <a:r>
              <a:rPr lang="en" sz="1200">
                <a:solidFill>
                  <a:schemeClr val="lt1"/>
                </a:solidFill>
              </a:rPr>
              <a:t>(page 1)</a:t>
            </a:r>
            <a:endParaRPr sz="1200"/>
          </a:p>
        </p:txBody>
      </p:sp>
      <p:sp>
        <p:nvSpPr>
          <p:cNvPr id="592" name="Google Shape;592;p33"/>
          <p:cNvSpPr txBox="1">
            <a:spLocks noGrp="1"/>
          </p:cNvSpPr>
          <p:nvPr>
            <p:ph type="body" idx="1"/>
          </p:nvPr>
        </p:nvSpPr>
        <p:spPr>
          <a:xfrm>
            <a:off x="95550" y="1437375"/>
            <a:ext cx="8952900" cy="11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/>
              <a:t>Improve the estimation for the coin biases as completed data:</a:t>
            </a:r>
            <a:endParaRPr/>
          </a:p>
        </p:txBody>
      </p:sp>
      <p:sp>
        <p:nvSpPr>
          <p:cNvPr id="593" name="Google Shape;593;p3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grpSp>
        <p:nvGrpSpPr>
          <p:cNvPr id="594" name="Google Shape;594;p33"/>
          <p:cNvGrpSpPr/>
          <p:nvPr/>
        </p:nvGrpSpPr>
        <p:grpSpPr>
          <a:xfrm>
            <a:off x="1834825" y="2301650"/>
            <a:ext cx="4654500" cy="1020000"/>
            <a:chOff x="1292525" y="2061750"/>
            <a:chExt cx="4654500" cy="1020000"/>
          </a:xfrm>
        </p:grpSpPr>
        <p:sp>
          <p:nvSpPr>
            <p:cNvPr id="595" name="Google Shape;595;p33"/>
            <p:cNvSpPr txBox="1"/>
            <p:nvPr/>
          </p:nvSpPr>
          <p:spPr>
            <a:xfrm>
              <a:off x="2330525" y="2061750"/>
              <a:ext cx="36165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# of heads using coin A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596" name="Google Shape;596;p33"/>
            <p:cNvSpPr txBox="1"/>
            <p:nvPr/>
          </p:nvSpPr>
          <p:spPr>
            <a:xfrm>
              <a:off x="2157125" y="2571750"/>
              <a:ext cx="37899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total # of flips using coin A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597" name="Google Shape;597;p33"/>
            <p:cNvCxnSpPr/>
            <p:nvPr/>
          </p:nvCxnSpPr>
          <p:spPr>
            <a:xfrm>
              <a:off x="2254325" y="2658025"/>
              <a:ext cx="317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8" name="Google Shape;598;p33"/>
            <p:cNvSpPr txBox="1"/>
            <p:nvPr/>
          </p:nvSpPr>
          <p:spPr>
            <a:xfrm>
              <a:off x="1292525" y="2369325"/>
              <a:ext cx="8646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</a:rPr>
                <a:t>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θ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A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= </a:t>
              </a:r>
              <a:endPara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</p:grpSp>
      <p:grpSp>
        <p:nvGrpSpPr>
          <p:cNvPr id="599" name="Google Shape;599;p33"/>
          <p:cNvGrpSpPr/>
          <p:nvPr/>
        </p:nvGrpSpPr>
        <p:grpSpPr>
          <a:xfrm>
            <a:off x="1834825" y="3661200"/>
            <a:ext cx="4654500" cy="1020000"/>
            <a:chOff x="1292525" y="2061750"/>
            <a:chExt cx="4654500" cy="1020000"/>
          </a:xfrm>
        </p:grpSpPr>
        <p:sp>
          <p:nvSpPr>
            <p:cNvPr id="600" name="Google Shape;600;p33"/>
            <p:cNvSpPr txBox="1"/>
            <p:nvPr/>
          </p:nvSpPr>
          <p:spPr>
            <a:xfrm>
              <a:off x="2330525" y="2061750"/>
              <a:ext cx="36165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# of heads using coin B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601" name="Google Shape;601;p33"/>
            <p:cNvSpPr txBox="1"/>
            <p:nvPr/>
          </p:nvSpPr>
          <p:spPr>
            <a:xfrm>
              <a:off x="2157125" y="2571750"/>
              <a:ext cx="37899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total # of flips using coin B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602" name="Google Shape;602;p33"/>
            <p:cNvCxnSpPr/>
            <p:nvPr/>
          </p:nvCxnSpPr>
          <p:spPr>
            <a:xfrm>
              <a:off x="2254325" y="2658025"/>
              <a:ext cx="317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3" name="Google Shape;603;p33"/>
            <p:cNvSpPr txBox="1"/>
            <p:nvPr/>
          </p:nvSpPr>
          <p:spPr>
            <a:xfrm>
              <a:off x="1292525" y="2369325"/>
              <a:ext cx="8646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</a:rPr>
                <a:t>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θ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B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= </a:t>
              </a:r>
              <a:endPara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</p:grpSp>
      <p:sp>
        <p:nvSpPr>
          <p:cNvPr id="604" name="Google Shape;604;p33"/>
          <p:cNvSpPr/>
          <p:nvPr/>
        </p:nvSpPr>
        <p:spPr>
          <a:xfrm>
            <a:off x="308176" y="622080"/>
            <a:ext cx="307185" cy="307204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5" name="Google Shape;605;p33"/>
          <p:cNvGrpSpPr/>
          <p:nvPr/>
        </p:nvGrpSpPr>
        <p:grpSpPr>
          <a:xfrm>
            <a:off x="76475" y="76200"/>
            <a:ext cx="1521500" cy="225900"/>
            <a:chOff x="76475" y="76200"/>
            <a:chExt cx="1521500" cy="225900"/>
          </a:xfrm>
        </p:grpSpPr>
        <p:sp>
          <p:nvSpPr>
            <p:cNvPr id="606" name="Google Shape;606;p33">
              <a:hlinkClick r:id="rId3" action="ppaction://hlinksldjump"/>
            </p:cNvPr>
            <p:cNvSpPr/>
            <p:nvPr/>
          </p:nvSpPr>
          <p:spPr>
            <a:xfrm>
              <a:off x="764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Dosis"/>
                  <a:ea typeface="Dosis"/>
                  <a:cs typeface="Dosis"/>
                  <a:sym typeface="Dosis"/>
                </a:rPr>
                <a:t>Overview</a:t>
              </a:r>
              <a:endParaRPr sz="1200"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8515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rgbClr val="CC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Dosis"/>
                  <a:ea typeface="Dosis"/>
                  <a:cs typeface="Dosis"/>
                  <a:sym typeface="Dosis"/>
                </a:rPr>
                <a:t>Update</a:t>
              </a:r>
              <a:endParaRPr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30002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434" x="6049963" y="2574925"/>
          <p14:tracePt t="1594" x="6056313" y="2568575"/>
          <p14:tracePt t="6170" x="6056313" y="2560638"/>
          <p14:tracePt t="6178" x="6064250" y="2560638"/>
          <p14:tracePt t="6314" x="6064250" y="2554288"/>
          <p14:tracePt t="6329" x="6064250" y="2540000"/>
          <p14:tracePt t="6386" x="6070600" y="2533650"/>
          <p14:tracePt t="7962" x="6076950" y="2527300"/>
          <p14:tracePt t="8409" x="6084888" y="2519363"/>
          <p14:tracePt t="8458" x="6084888" y="2513013"/>
          <p14:tracePt t="8649" x="6084888" y="2498725"/>
          <p14:tracePt t="12121" x="6076950" y="2506663"/>
          <p14:tracePt t="12138" x="6076950" y="2513013"/>
          <p14:tracePt t="12162" x="6076950" y="2527300"/>
          <p14:tracePt t="12178" x="6070600" y="2533650"/>
          <p14:tracePt t="12282" x="6056313" y="2533650"/>
          <p14:tracePt t="12513" x="6049963" y="2533650"/>
          <p14:tracePt t="12674" x="6056313" y="2533650"/>
          <p14:tracePt t="13954" x="6056313" y="2519363"/>
          <p14:tracePt t="14394" x="6056313" y="2533650"/>
          <p14:tracePt t="14410" x="6056313" y="2540000"/>
          <p14:tracePt t="14578" x="6043613" y="2540000"/>
          <p14:tracePt t="14618" x="6021388" y="2533650"/>
          <p14:tracePt t="14626" x="5946775" y="2540000"/>
          <p14:tracePt t="14633" x="5856288" y="2554288"/>
          <p14:tracePt t="14642" x="5745163" y="2589213"/>
          <p14:tracePt t="14650" x="5600700" y="2624138"/>
          <p14:tracePt t="14657" x="5495925" y="2636838"/>
          <p14:tracePt t="14665" x="5399088" y="2659063"/>
          <p14:tracePt t="14673" x="5295900" y="2686050"/>
          <p14:tracePt t="14681" x="5226050" y="2713038"/>
          <p14:tracePt t="14690" x="5191125" y="2720975"/>
          <p14:tracePt t="14698" x="5156200" y="2741613"/>
          <p14:tracePt t="14706" x="5149850" y="2747963"/>
          <p14:tracePt t="14729" x="5143500" y="2747963"/>
          <p14:tracePt t="14746" x="5143500" y="2755900"/>
          <p14:tracePt t="14753" x="5143500" y="2768600"/>
          <p14:tracePt t="14946" x="5135563" y="2768600"/>
          <p14:tracePt t="14953" x="5129213" y="2768600"/>
          <p14:tracePt t="14962" x="5114925" y="2762250"/>
          <p14:tracePt t="14970" x="5087938" y="2762250"/>
          <p14:tracePt t="14978" x="5046663" y="2762250"/>
          <p14:tracePt t="14986" x="4970463" y="2762250"/>
          <p14:tracePt t="14994" x="4865688" y="2762250"/>
          <p14:tracePt t="15002" x="4713288" y="2762250"/>
          <p14:tracePt t="15009" x="4360863" y="2762250"/>
          <p14:tracePt t="15018" x="4041775" y="2762250"/>
          <p14:tracePt t="15026" x="3724275" y="2762250"/>
          <p14:tracePt t="15034" x="3363913" y="2762250"/>
          <p14:tracePt t="15042" x="3087688" y="2762250"/>
          <p14:tracePt t="15049" x="2859088" y="2762250"/>
          <p14:tracePt t="15058" x="2630488" y="2762250"/>
          <p14:tracePt t="15066" x="2533650" y="2762250"/>
          <p14:tracePt t="15074" x="2457450" y="2782888"/>
          <p14:tracePt t="15081" x="2408238" y="2782888"/>
          <p14:tracePt t="15090" x="2395538" y="2789238"/>
          <p14:tracePt t="15097" x="2387600" y="2797175"/>
          <p14:tracePt t="15234" x="2395538" y="2797175"/>
          <p14:tracePt t="15242" x="2401888" y="2797175"/>
          <p14:tracePt t="15250" x="2416175" y="2797175"/>
          <p14:tracePt t="15258" x="2422525" y="2797175"/>
          <p14:tracePt t="15265" x="2443163" y="2797175"/>
          <p14:tracePt t="15273" x="2451100" y="2797175"/>
          <p14:tracePt t="15281" x="2463800" y="2797175"/>
          <p14:tracePt t="15290" x="2471738" y="2797175"/>
          <p14:tracePt t="15530" x="2484438" y="2797175"/>
          <p14:tracePt t="16178" x="2492375" y="2797175"/>
          <p14:tracePt t="16258" x="2505075" y="2789238"/>
          <p14:tracePt t="16273" x="2513013" y="2782888"/>
          <p14:tracePt t="16298" x="2527300" y="2776538"/>
          <p14:tracePt t="16370" x="2533650" y="2768600"/>
          <p14:tracePt t="16386" x="2540000" y="2768600"/>
          <p14:tracePt t="16409" x="2547938" y="2768600"/>
          <p14:tracePt t="16426" x="2547938" y="2762250"/>
          <p14:tracePt t="16442" x="2554288" y="2755900"/>
          <p14:tracePt t="16450" x="2560638" y="2747963"/>
          <p14:tracePt t="16530" x="2568575" y="2747963"/>
          <p14:tracePt t="16593" x="2568575" y="2741613"/>
          <p14:tracePt t="16746" x="2568575" y="2733675"/>
          <p14:tracePt t="16778" x="2560638" y="2727325"/>
          <p14:tracePt t="16786" x="2547938" y="2727325"/>
          <p14:tracePt t="16793" x="2533650" y="2727325"/>
          <p14:tracePt t="16802" x="2527300" y="2727325"/>
          <p14:tracePt t="16810" x="2519363" y="2720975"/>
          <p14:tracePt t="16818" x="2513013" y="2720975"/>
          <p14:tracePt t="16826" x="2498725" y="2713038"/>
          <p14:tracePt t="16842" x="2484438" y="2706688"/>
          <p14:tracePt t="16850" x="2478088" y="2706688"/>
          <p14:tracePt t="16858" x="2463800" y="2706688"/>
          <p14:tracePt t="16874" x="2457450" y="2706688"/>
          <p14:tracePt t="16914" x="2443163" y="2706688"/>
          <p14:tracePt t="17066" x="2436813" y="2700338"/>
          <p14:tracePt t="17073" x="2428875" y="2692400"/>
          <p14:tracePt t="17081" x="2416175" y="2686050"/>
          <p14:tracePt t="17090" x="2416175" y="2679700"/>
          <p14:tracePt t="17097" x="2401888" y="2679700"/>
          <p14:tracePt t="17113" x="2387600" y="2671763"/>
          <p14:tracePt t="17122" x="2374900" y="2665413"/>
          <p14:tracePt t="17130" x="2366963" y="2659063"/>
          <p14:tracePt t="17137" x="2360613" y="2659063"/>
          <p14:tracePt t="17146" x="2346325" y="2659063"/>
          <p14:tracePt t="17153" x="2325688" y="2651125"/>
          <p14:tracePt t="17162" x="2298700" y="2644775"/>
          <p14:tracePt t="17180" x="2193925" y="2624138"/>
          <p14:tracePt t="17185" x="2146300" y="2609850"/>
          <p14:tracePt t="17194" x="2090738" y="2603500"/>
          <p14:tracePt t="17202" x="2049463" y="2603500"/>
          <p14:tracePt t="17210" x="2006600" y="2595563"/>
          <p14:tracePt t="17218" x="1979613" y="2595563"/>
          <p14:tracePt t="17226" x="1965325" y="2595563"/>
          <p14:tracePt t="17234" x="1958975" y="2595563"/>
          <p14:tracePt t="17242" x="1938338" y="2595563"/>
          <p14:tracePt t="17250" x="1931988" y="2595563"/>
          <p14:tracePt t="17257" x="1917700" y="2595563"/>
          <p14:tracePt t="17265" x="1897063" y="2595563"/>
          <p14:tracePt t="17273" x="1876425" y="2595563"/>
          <p14:tracePt t="17281" x="1855788" y="2609850"/>
          <p14:tracePt t="17289" x="1833563" y="2609850"/>
          <p14:tracePt t="17297" x="1806575" y="2630488"/>
          <p14:tracePt t="17306" x="1785938" y="2636838"/>
          <p14:tracePt t="17313" x="1765300" y="2651125"/>
          <p14:tracePt t="17322" x="1751013" y="2665413"/>
          <p14:tracePt t="17329" x="1736725" y="2679700"/>
          <p14:tracePt t="17338" x="1724025" y="2692400"/>
          <p14:tracePt t="17346" x="1716088" y="2713038"/>
          <p14:tracePt t="17353" x="1695450" y="2747963"/>
          <p14:tracePt t="17362" x="1689100" y="2768600"/>
          <p14:tracePt t="17370" x="1682750" y="2789238"/>
          <p14:tracePt t="17378" x="1668463" y="2817813"/>
          <p14:tracePt t="17386" x="1668463" y="2844800"/>
          <p14:tracePt t="17393" x="1668463" y="2879725"/>
          <p14:tracePt t="17402" x="1668463" y="2906713"/>
          <p14:tracePt t="17410" x="1668463" y="2928938"/>
          <p14:tracePt t="17418" x="1668463" y="2949575"/>
          <p14:tracePt t="17426" x="1674813" y="2970213"/>
          <p14:tracePt t="17433" x="1695450" y="3011488"/>
          <p14:tracePt t="17442" x="1709738" y="3032125"/>
          <p14:tracePt t="17450" x="1716088" y="3052763"/>
          <p14:tracePt t="17458" x="1736725" y="3073400"/>
          <p14:tracePt t="17465" x="1751013" y="3094038"/>
          <p14:tracePt t="17474" x="1765300" y="3108325"/>
          <p14:tracePt t="17481" x="1785938" y="3135313"/>
          <p14:tracePt t="17490" x="1812925" y="3170238"/>
          <p14:tracePt t="17497" x="1847850" y="3198813"/>
          <p14:tracePt t="17506" x="1868488" y="3211513"/>
          <p14:tracePt t="17513" x="1882775" y="3225800"/>
          <p14:tracePt t="17521" x="1924050" y="3246438"/>
          <p14:tracePt t="17530" x="1944688" y="3254375"/>
          <p14:tracePt t="17538" x="1965325" y="3267075"/>
          <p14:tracePt t="17546" x="1993900" y="3267075"/>
          <p14:tracePt t="17553" x="2020888" y="3267075"/>
          <p14:tracePt t="17562" x="2055813" y="3267075"/>
          <p14:tracePt t="17569" x="2082800" y="3267075"/>
          <p14:tracePt t="17578" x="2111375" y="3267075"/>
          <p14:tracePt t="17586" x="2132013" y="3267075"/>
          <p14:tracePt t="17593" x="2173288" y="3267075"/>
          <p14:tracePt t="17602" x="2214563" y="3267075"/>
          <p14:tracePt t="17610" x="2249488" y="3260725"/>
          <p14:tracePt t="17618" x="2284413" y="3240088"/>
          <p14:tracePt t="17626" x="2325688" y="3225800"/>
          <p14:tracePt t="17634" x="2366963" y="3198813"/>
          <p14:tracePt t="17642" x="2387600" y="3184525"/>
          <p14:tracePt t="17650" x="2428875" y="3149600"/>
          <p14:tracePt t="17658" x="2457450" y="3135313"/>
          <p14:tracePt t="17665" x="2463800" y="3122613"/>
          <p14:tracePt t="17673" x="2492375" y="3108325"/>
          <p14:tracePt t="17681" x="2498725" y="3101975"/>
          <p14:tracePt t="17697" x="2505075" y="3094038"/>
          <p14:tracePt t="17722" x="2513013" y="3087688"/>
          <p14:tracePt t="17762" x="2513013" y="3094038"/>
          <p14:tracePt t="17770" x="2513013" y="3101975"/>
          <p14:tracePt t="17786" x="2513013" y="3108325"/>
          <p14:tracePt t="18026" x="2513013" y="3101975"/>
          <p14:tracePt t="18058" x="2513013" y="3094038"/>
          <p14:tracePt t="18106" x="2513013" y="3087688"/>
          <p14:tracePt t="18113" x="2519363" y="3081338"/>
          <p14:tracePt t="18146" x="2527300" y="3073400"/>
          <p14:tracePt t="18218" x="2533650" y="3067050"/>
          <p14:tracePt t="18250" x="2540000" y="3067050"/>
          <p14:tracePt t="18282" x="2547938" y="3059113"/>
          <p14:tracePt t="18402" x="2554288" y="3052763"/>
          <p14:tracePt t="18418" x="2560638" y="3046413"/>
          <p14:tracePt t="18433" x="2568575" y="3038475"/>
          <p14:tracePt t="18450" x="2568575" y="3032125"/>
          <p14:tracePt t="18466" x="2574925" y="3025775"/>
          <p14:tracePt t="18490" x="2581275" y="3025775"/>
          <p14:tracePt t="18514" x="2581275" y="3017838"/>
          <p14:tracePt t="18522" x="2589213" y="3017838"/>
          <p14:tracePt t="18530" x="2589213" y="3011488"/>
          <p14:tracePt t="18554" x="2595563" y="3005138"/>
          <p14:tracePt t="19002" x="2601913" y="2997200"/>
          <p14:tracePt t="19026" x="2609850" y="2997200"/>
          <p14:tracePt t="19034" x="2616200" y="2990850"/>
          <p14:tracePt t="19129" x="2624138" y="2982913"/>
          <p14:tracePt t="19154" x="2630488" y="2982913"/>
          <p14:tracePt t="19169" x="2636838" y="2976563"/>
          <p14:tracePt t="19594" x="2644775" y="2976563"/>
          <p14:tracePt t="19690" x="2651125" y="2976563"/>
          <p14:tracePt t="19706" x="2665413" y="2976563"/>
          <p14:tracePt t="19962" x="2671763" y="2976563"/>
          <p14:tracePt t="19969" x="2671763" y="2970213"/>
          <p14:tracePt t="19986" x="2686050" y="2970213"/>
          <p14:tracePt t="19993" x="2692400" y="2970213"/>
          <p14:tracePt t="20009" x="2700338" y="2970213"/>
          <p14:tracePt t="20018" x="2706688" y="2970213"/>
          <p14:tracePt t="20034" x="2713038" y="2970213"/>
          <p14:tracePt t="20106" x="2720975" y="2970213"/>
          <p14:tracePt t="20113" x="2733675" y="2962275"/>
          <p14:tracePt t="20138" x="2747963" y="2955925"/>
          <p14:tracePt t="20154" x="2754313" y="2955925"/>
          <p14:tracePt t="20179" x="2774950" y="2949575"/>
          <p14:tracePt t="20185" x="2782888" y="2949575"/>
          <p14:tracePt t="20194" x="2797175" y="2941638"/>
          <p14:tracePt t="20202" x="2803525" y="2941638"/>
          <p14:tracePt t="20209" x="2817813" y="2941638"/>
          <p14:tracePt t="20218" x="2844800" y="2941638"/>
          <p14:tracePt t="20226" x="2851150" y="2941638"/>
          <p14:tracePt t="20233" x="2873375" y="2935288"/>
          <p14:tracePt t="20242" x="2879725" y="2935288"/>
          <p14:tracePt t="20250" x="2900363" y="2935288"/>
          <p14:tracePt t="20258" x="2921000" y="2935288"/>
          <p14:tracePt t="20265" x="2927350" y="2935288"/>
          <p14:tracePt t="20273" x="2949575" y="2921000"/>
          <p14:tracePt t="20281" x="2970213" y="2921000"/>
          <p14:tracePt t="20289" x="2990850" y="2921000"/>
          <p14:tracePt t="20297" x="3017838" y="2921000"/>
          <p14:tracePt t="20306" x="3046413" y="2921000"/>
          <p14:tracePt t="20313" x="3059113" y="2921000"/>
          <p14:tracePt t="20322" x="3079750" y="2921000"/>
          <p14:tracePt t="20329" x="3094038" y="2921000"/>
          <p14:tracePt t="20338" x="3100388" y="2921000"/>
          <p14:tracePt t="20346" x="3108325" y="2921000"/>
          <p14:tracePt t="20442" x="3114675" y="2921000"/>
          <p14:tracePt t="20482" x="3122613" y="2914650"/>
          <p14:tracePt t="20578" x="3122613" y="2906713"/>
          <p14:tracePt t="20586" x="3128963" y="2900363"/>
          <p14:tracePt t="20610" x="3128963" y="2894013"/>
          <p14:tracePt t="20618" x="3128963" y="2886075"/>
          <p14:tracePt t="20626" x="3128963" y="2879725"/>
          <p14:tracePt t="20642" x="3128963" y="2873375"/>
          <p14:tracePt t="20649" x="3128963" y="2865438"/>
          <p14:tracePt t="20658" x="3135313" y="2865438"/>
          <p14:tracePt t="20697" x="3143250" y="2852738"/>
          <p14:tracePt t="20793" x="3155950" y="2852738"/>
          <p14:tracePt t="20801" x="3163888" y="2852738"/>
          <p14:tracePt t="20810" x="3184525" y="2852738"/>
          <p14:tracePt t="20817" x="3190875" y="2852738"/>
          <p14:tracePt t="20826" x="3211513" y="2852738"/>
          <p14:tracePt t="20833" x="3240088" y="2852738"/>
          <p14:tracePt t="20842" x="3260725" y="2852738"/>
          <p14:tracePt t="20850" x="3287713" y="2852738"/>
          <p14:tracePt t="20858" x="3336925" y="2852738"/>
          <p14:tracePt t="20866" x="3363913" y="2852738"/>
          <p14:tracePt t="20873" x="3392488" y="2852738"/>
          <p14:tracePt t="20881" x="3433763" y="2852738"/>
          <p14:tracePt t="20890" x="3460750" y="2852738"/>
          <p14:tracePt t="20897" x="3481388" y="2852738"/>
          <p14:tracePt t="20906" x="3509963" y="2852738"/>
          <p14:tracePt t="20913" x="3536950" y="2852738"/>
          <p14:tracePt t="20922" x="3557588" y="2852738"/>
          <p14:tracePt t="20929" x="3592513" y="2852738"/>
          <p14:tracePt t="20938" x="3619500" y="2852738"/>
          <p14:tracePt t="20945" x="3654425" y="2852738"/>
          <p14:tracePt t="20953" x="3703638" y="2852738"/>
          <p14:tracePt t="20962" x="3730625" y="2852738"/>
          <p14:tracePt t="20970" x="3779838" y="2852738"/>
          <p14:tracePt t="20978" x="3814763" y="2852738"/>
          <p14:tracePt t="20986" x="3862388" y="2852738"/>
          <p14:tracePt t="20993" x="3911600" y="2852738"/>
          <p14:tracePt t="21002" x="3938588" y="2852738"/>
          <p14:tracePt t="21010" x="3965575" y="2852738"/>
          <p14:tracePt t="21018" x="4000500" y="2852738"/>
          <p14:tracePt t="21026" x="4049713" y="2852738"/>
          <p14:tracePt t="21033" x="4097338" y="2852738"/>
          <p14:tracePt t="21042" x="4152900" y="2852738"/>
          <p14:tracePt t="21050" x="4202113" y="2852738"/>
          <p14:tracePt t="21058" x="4257675" y="2852738"/>
          <p14:tracePt t="21066" x="4291013" y="2852738"/>
          <p14:tracePt t="21074" x="4333875" y="2852738"/>
          <p14:tracePt t="21082" x="4387850" y="2852738"/>
          <p14:tracePt t="21089" x="4430713" y="2852738"/>
          <p14:tracePt t="21097" x="4478338" y="2852738"/>
          <p14:tracePt t="21106" x="4533900" y="2852738"/>
          <p14:tracePt t="21113" x="4568825" y="2852738"/>
          <p14:tracePt t="21122" x="4616450" y="2852738"/>
          <p14:tracePt t="21130" x="4659313" y="2852738"/>
          <p14:tracePt t="21138" x="4692650" y="2852738"/>
          <p14:tracePt t="21145" x="4748213" y="2852738"/>
          <p14:tracePt t="21153" x="4783138" y="2852738"/>
          <p14:tracePt t="21163" x="4832350" y="2852738"/>
          <p14:tracePt t="21169" x="4886325" y="2852738"/>
          <p14:tracePt t="21178" x="4929188" y="2852738"/>
          <p14:tracePt t="21185" x="4962525" y="2852738"/>
          <p14:tracePt t="21193" x="5005388" y="2852738"/>
          <p14:tracePt t="21202" x="5038725" y="2852738"/>
          <p14:tracePt t="21210" x="5067300" y="2852738"/>
          <p14:tracePt t="21218" x="5094288" y="2852738"/>
          <p14:tracePt t="21226" x="5108575" y="2852738"/>
          <p14:tracePt t="21233" x="5149850" y="2852738"/>
          <p14:tracePt t="21242" x="5191125" y="2852738"/>
          <p14:tracePt t="21250" x="5219700" y="2852738"/>
          <p14:tracePt t="21258" x="5246688" y="2852738"/>
          <p14:tracePt t="21266" x="5275263" y="2852738"/>
          <p14:tracePt t="21273" x="5295900" y="2852738"/>
          <p14:tracePt t="21281" x="5308600" y="2852738"/>
          <p14:tracePt t="21290" x="5337175" y="2852738"/>
          <p14:tracePt t="21297" x="5357813" y="2852738"/>
          <p14:tracePt t="21306" x="5378450" y="2852738"/>
          <p14:tracePt t="21313" x="5405438" y="2852738"/>
          <p14:tracePt t="21322" x="5434013" y="2852738"/>
          <p14:tracePt t="21329" x="5454650" y="2852738"/>
          <p14:tracePt t="21338" x="5475288" y="2852738"/>
          <p14:tracePt t="21345" x="5495925" y="2852738"/>
          <p14:tracePt t="21354" x="5510213" y="2852738"/>
          <p14:tracePt t="21362" x="5516563" y="2852738"/>
          <p14:tracePt t="21370" x="5530850" y="2852738"/>
          <p14:tracePt t="21378" x="5537200" y="2852738"/>
          <p14:tracePt t="21386" x="5557838" y="2852738"/>
          <p14:tracePt t="21394" x="5565775" y="2852738"/>
          <p14:tracePt t="21410" x="5578475" y="2852738"/>
          <p14:tracePt t="21418" x="5592763" y="2852738"/>
          <p14:tracePt t="21426" x="5607050" y="2852738"/>
          <p14:tracePt t="21434" x="5613400" y="2852738"/>
          <p14:tracePt t="21441" x="5627688" y="2838450"/>
          <p14:tracePt t="21450" x="5648325" y="2838450"/>
          <p14:tracePt t="21458" x="5662613" y="2832100"/>
          <p14:tracePt t="21466" x="5675313" y="2832100"/>
          <p14:tracePt t="21474" x="5683250" y="2832100"/>
          <p14:tracePt t="21481" x="5689600" y="2832100"/>
          <p14:tracePt t="21490" x="5697538" y="2832100"/>
          <p14:tracePt t="21506" x="5703888" y="2832100"/>
          <p14:tracePt t="21513" x="5710238" y="2824163"/>
          <p14:tracePt t="21529" x="5724525" y="2824163"/>
          <p14:tracePt t="21538" x="5730875" y="2824163"/>
          <p14:tracePt t="21545" x="5730875" y="2817813"/>
          <p14:tracePt t="21553" x="5745163" y="2809875"/>
          <p14:tracePt t="21562" x="5751513" y="2809875"/>
          <p14:tracePt t="21570" x="5765800" y="2803525"/>
          <p14:tracePt t="21578" x="5773738" y="2797175"/>
          <p14:tracePt t="21593" x="5780088" y="2789238"/>
          <p14:tracePt t="21602" x="5786438" y="2789238"/>
          <p14:tracePt t="21610" x="5786438" y="2782888"/>
          <p14:tracePt t="21618" x="5794375" y="2776538"/>
          <p14:tracePt t="21626" x="5794375" y="2762250"/>
          <p14:tracePt t="21633" x="5794375" y="2747963"/>
          <p14:tracePt t="21641" x="5800725" y="2741613"/>
          <p14:tracePt t="21649" x="5815013" y="2720975"/>
          <p14:tracePt t="21657" x="5815013" y="2713038"/>
          <p14:tracePt t="21666" x="5815013" y="2700338"/>
          <p14:tracePt t="21673" x="5815013" y="2686050"/>
          <p14:tracePt t="21681" x="5815013" y="2665413"/>
          <p14:tracePt t="21689" x="5815013" y="2651125"/>
          <p14:tracePt t="21697" x="5815013" y="2644775"/>
          <p14:tracePt t="21713" x="5815013" y="2636838"/>
          <p14:tracePt t="21722" x="5815013" y="2624138"/>
          <p14:tracePt t="21729" x="5815013" y="2609850"/>
          <p14:tracePt t="21738" x="5807075" y="2603500"/>
          <p14:tracePt t="21745" x="5800725" y="2589213"/>
          <p14:tracePt t="21753" x="5786438" y="2582863"/>
          <p14:tracePt t="21762" x="5786438" y="2574925"/>
          <p14:tracePt t="21770" x="5780088" y="2574925"/>
          <p14:tracePt t="21778" x="5765800" y="2560638"/>
          <p14:tracePt t="21786" x="5765800" y="2554288"/>
          <p14:tracePt t="21793" x="5759450" y="2554288"/>
          <p14:tracePt t="21801" x="5745163" y="2547938"/>
          <p14:tracePt t="21809" x="5724525" y="2533650"/>
          <p14:tracePt t="21817" x="5718175" y="2533650"/>
          <p14:tracePt t="21826" x="5697538" y="2527300"/>
          <p14:tracePt t="21833" x="5668963" y="2519363"/>
          <p14:tracePt t="21842" x="5634038" y="2498725"/>
          <p14:tracePt t="21849" x="5592763" y="2484438"/>
          <p14:tracePt t="21858" x="5557838" y="2471738"/>
          <p14:tracePt t="21866" x="5530850" y="2471738"/>
          <p14:tracePt t="21873" x="5502275" y="2463800"/>
          <p14:tracePt t="21881" x="5475288" y="2457450"/>
          <p14:tracePt t="21890" x="5461000" y="2457450"/>
          <p14:tracePt t="21897" x="5448300" y="2457450"/>
          <p14:tracePt t="21906" x="5434013" y="2443163"/>
          <p14:tracePt t="21913" x="5427663" y="2443163"/>
          <p14:tracePt t="21921" x="5413375" y="2443163"/>
          <p14:tracePt t="21929" x="5392738" y="2443163"/>
          <p14:tracePt t="21937" x="5378450" y="2443163"/>
          <p14:tracePt t="21946" x="5357813" y="2443163"/>
          <p14:tracePt t="21954" x="5337175" y="2443163"/>
          <p14:tracePt t="21962" x="5302250" y="2443163"/>
          <p14:tracePt t="21970" x="5275263" y="2436813"/>
          <p14:tracePt t="21978" x="5226050" y="2430463"/>
          <p14:tracePt t="21986" x="5170488" y="2416175"/>
          <p14:tracePt t="21993" x="5129213" y="2416175"/>
          <p14:tracePt t="22002" x="5073650" y="2409825"/>
          <p14:tracePt t="22010" x="5032375" y="2401888"/>
          <p14:tracePt t="22018" x="4997450" y="2401888"/>
          <p14:tracePt t="22026" x="4970463" y="2395538"/>
          <p14:tracePt t="22033" x="4929188" y="2381250"/>
          <p14:tracePt t="22042" x="4906963" y="2381250"/>
          <p14:tracePt t="22050" x="4886325" y="2381250"/>
          <p14:tracePt t="22058" x="4865688" y="2374900"/>
          <p14:tracePt t="22066" x="4852988" y="2374900"/>
          <p14:tracePt t="22073" x="4824413" y="2374900"/>
          <p14:tracePt t="22082" x="4797425" y="2374900"/>
          <p14:tracePt t="22089" x="4741863" y="2374900"/>
          <p14:tracePt t="22097" x="4692650" y="2374900"/>
          <p14:tracePt t="22105" x="4645025" y="2374900"/>
          <p14:tracePt t="22113" x="4589463" y="2374900"/>
          <p14:tracePt t="22121" x="4533900" y="2374900"/>
          <p14:tracePt t="22129" x="4471988" y="2374900"/>
          <p14:tracePt t="22137" x="4402138" y="2374900"/>
          <p14:tracePt t="22146" x="4340225" y="2374900"/>
          <p14:tracePt t="22154" x="4278313" y="2374900"/>
          <p14:tracePt t="22162" x="4208463" y="2374900"/>
          <p14:tracePt t="22170" x="4167188" y="2374900"/>
          <p14:tracePt t="22178" x="4111625" y="2374900"/>
          <p14:tracePt t="22186" x="4064000" y="2374900"/>
          <p14:tracePt t="22193" x="4014788" y="2374900"/>
          <p14:tracePt t="22202" x="3987800" y="2374900"/>
          <p14:tracePt t="22210" x="3965575" y="2374900"/>
          <p14:tracePt t="22218" x="3938588" y="2374900"/>
          <p14:tracePt t="22226" x="3917950" y="2381250"/>
          <p14:tracePt t="22233" x="3890963" y="2387600"/>
          <p14:tracePt t="22242" x="3868738" y="2387600"/>
          <p14:tracePt t="22250" x="3835400" y="2395538"/>
          <p14:tracePt t="22258" x="3800475" y="2395538"/>
          <p14:tracePt t="22266" x="3765550" y="2401888"/>
          <p14:tracePt t="22273" x="3709988" y="2416175"/>
          <p14:tracePt t="22281" x="3662363" y="2430463"/>
          <p14:tracePt t="22290" x="3627438" y="2451100"/>
          <p14:tracePt t="22297" x="3578225" y="2471738"/>
          <p14:tracePt t="22306" x="3543300" y="2478088"/>
          <p14:tracePt t="22314" x="3509963" y="2492375"/>
          <p14:tracePt t="22322" x="3481388" y="2513013"/>
          <p14:tracePt t="22330" x="3454400" y="2519363"/>
          <p14:tracePt t="22338" x="3440113" y="2527300"/>
          <p14:tracePt t="22345" x="3440113" y="2533650"/>
          <p14:tracePt t="22353" x="3425825" y="2540000"/>
          <p14:tracePt t="22690" x="3425825" y="2554288"/>
          <p14:tracePt t="22698" x="3425825" y="2560638"/>
          <p14:tracePt t="22706" x="3425825" y="2574925"/>
          <p14:tracePt t="22713" x="3425825" y="2589213"/>
          <p14:tracePt t="22722" x="3425825" y="2609850"/>
          <p14:tracePt t="22729" x="3425825" y="2630488"/>
          <p14:tracePt t="22745" x="3425825" y="2651125"/>
          <p14:tracePt t="22754" x="3425825" y="2665413"/>
          <p14:tracePt t="22762" x="3425825" y="2679700"/>
          <p14:tracePt t="22770" x="3433763" y="2700338"/>
          <p14:tracePt t="22777" x="3433763" y="2713038"/>
          <p14:tracePt t="22785" x="3433763" y="2733675"/>
          <p14:tracePt t="22793" x="3433763" y="2747963"/>
          <p14:tracePt t="22802" x="3433763" y="2776538"/>
          <p14:tracePt t="22810" x="3433763" y="2797175"/>
          <p14:tracePt t="22818" x="3433763" y="2817813"/>
          <p14:tracePt t="22826" x="3433763" y="2838450"/>
          <p14:tracePt t="22833" x="3419475" y="2865438"/>
          <p14:tracePt t="22842" x="3413125" y="2886075"/>
          <p14:tracePt t="22850" x="3398838" y="2921000"/>
          <p14:tracePt t="22858" x="3378200" y="2962275"/>
          <p14:tracePt t="22865" x="3349625" y="2990850"/>
          <p14:tracePt t="22873" x="3336925" y="3011488"/>
          <p14:tracePt t="22881" x="3316288" y="3025775"/>
          <p14:tracePt t="22889" x="3295650" y="3052763"/>
          <p14:tracePt t="22897" x="3260725" y="3073400"/>
          <p14:tracePt t="22906" x="3246438" y="3087688"/>
          <p14:tracePt t="22913" x="3232150" y="3094038"/>
          <p14:tracePt t="22922" x="3225800" y="3114675"/>
          <p14:tracePt t="22929" x="3205163" y="3128963"/>
          <p14:tracePt t="22946" x="3205163" y="3135313"/>
          <p14:tracePt t="22954" x="3190875" y="3149600"/>
          <p14:tracePt t="22970" x="3190875" y="3155950"/>
          <p14:tracePt t="22977" x="3190875" y="3178175"/>
          <p14:tracePt t="22986" x="3190875" y="3184525"/>
          <p14:tracePt t="22994" x="3190875" y="3198813"/>
          <p14:tracePt t="23002" x="3197225" y="3205163"/>
          <p14:tracePt t="23194" x="3190875" y="3190875"/>
          <p14:tracePt t="23210" x="3184525" y="3184525"/>
          <p14:tracePt t="24402" x="3190875" y="3190875"/>
          <p14:tracePt t="24410" x="3219450" y="3219450"/>
          <p14:tracePt t="24418" x="3252788" y="3246438"/>
          <p14:tracePt t="24425" x="3295650" y="3275013"/>
          <p14:tracePt t="24434" x="3322638" y="3287713"/>
          <p14:tracePt t="24442" x="3349625" y="3302000"/>
          <p14:tracePt t="24450" x="3349625" y="3308350"/>
          <p14:tracePt t="24458" x="3363913" y="3308350"/>
          <p14:tracePt t="24466" x="3378200" y="3316288"/>
          <p14:tracePt t="24473" x="3384550" y="3322638"/>
          <p14:tracePt t="24481" x="3398838" y="3322638"/>
          <p14:tracePt t="24490" x="3419475" y="3322638"/>
          <p14:tracePt t="24498" x="3446463" y="3322638"/>
          <p14:tracePt t="24506" x="3489325" y="3328988"/>
          <p14:tracePt t="24513" x="3536950" y="3336925"/>
          <p14:tracePt t="24522" x="3592513" y="3343275"/>
          <p14:tracePt t="24530" x="3619500" y="3363913"/>
          <p14:tracePt t="24538" x="3662363" y="3363913"/>
          <p14:tracePt t="24546" x="3716338" y="3371850"/>
          <p14:tracePt t="24554" x="3765550" y="3378200"/>
          <p14:tracePt t="24562" x="3814763" y="3378200"/>
          <p14:tracePt t="24570" x="3856038" y="3384550"/>
          <p14:tracePt t="24578" x="3897313" y="3392488"/>
          <p14:tracePt t="24585" x="3944938" y="3398838"/>
          <p14:tracePt t="24593" x="3979863" y="3398838"/>
          <p14:tracePt t="24602" x="4029075" y="3398838"/>
          <p14:tracePt t="24610" x="4090988" y="3398838"/>
          <p14:tracePt t="24618" x="4152900" y="3405188"/>
          <p14:tracePt t="24626" x="4187825" y="3413125"/>
          <p14:tracePt t="24633" x="4229100" y="3413125"/>
          <p14:tracePt t="24641" x="4257675" y="3413125"/>
          <p14:tracePt t="24649" x="4291013" y="3413125"/>
          <p14:tracePt t="24657" x="4311650" y="3413125"/>
          <p14:tracePt t="24665" x="4340225" y="3413125"/>
          <p14:tracePt t="24673" x="4354513" y="3413125"/>
          <p14:tracePt t="24681" x="4367213" y="3413125"/>
          <p14:tracePt t="24689" x="4387850" y="3413125"/>
          <p14:tracePt t="24697" x="4395788" y="3413125"/>
          <p14:tracePt t="24706" x="4416425" y="3413125"/>
          <p14:tracePt t="24713" x="4443413" y="3413125"/>
          <p14:tracePt t="24722" x="4464050" y="3413125"/>
          <p14:tracePt t="24729" x="4492625" y="3413125"/>
          <p14:tracePt t="24738" x="4519613" y="3427413"/>
          <p14:tracePt t="24746" x="4548188" y="3427413"/>
          <p14:tracePt t="24753" x="4583113" y="3427413"/>
          <p14:tracePt t="24762" x="4603750" y="3427413"/>
          <p14:tracePt t="24770" x="4630738" y="3427413"/>
          <p14:tracePt t="24778" x="4645025" y="3427413"/>
          <p14:tracePt t="24786" x="4686300" y="3427413"/>
          <p14:tracePt t="24793" x="4713288" y="3427413"/>
          <p14:tracePt t="24801" x="4762500" y="3427413"/>
          <p14:tracePt t="24810" x="4818063" y="3427413"/>
          <p14:tracePt t="24818" x="4873625" y="3427413"/>
          <p14:tracePt t="24826" x="4929188" y="3427413"/>
          <p14:tracePt t="24833" x="4970463" y="3427413"/>
          <p14:tracePt t="24842" x="5018088" y="3427413"/>
          <p14:tracePt t="24849" x="5059363" y="3427413"/>
          <p14:tracePt t="24857" x="5094288" y="3427413"/>
          <p14:tracePt t="24865" x="5129213" y="3427413"/>
          <p14:tracePt t="24873" x="5199063" y="3427413"/>
          <p14:tracePt t="24881" x="5232400" y="3427413"/>
          <p14:tracePt t="24889" x="5281613" y="3427413"/>
          <p14:tracePt t="24897" x="5316538" y="3427413"/>
          <p14:tracePt t="24906" x="5337175" y="3427413"/>
          <p14:tracePt t="24914" x="5357813" y="3427413"/>
          <p14:tracePt t="24921" x="5378450" y="3427413"/>
          <p14:tracePt t="24929" x="5399088" y="3427413"/>
          <p14:tracePt t="24937" x="5440363" y="3427413"/>
          <p14:tracePt t="24946" x="5468938" y="3419475"/>
          <p14:tracePt t="24954" x="5495925" y="3419475"/>
          <p14:tracePt t="24962" x="5516563" y="3419475"/>
          <p14:tracePt t="24970" x="5537200" y="3419475"/>
          <p14:tracePt t="24978" x="5557838" y="3419475"/>
          <p14:tracePt t="24986" x="5586413" y="3419475"/>
          <p14:tracePt t="24993" x="5627688" y="3413125"/>
          <p14:tracePt t="25002" x="5662613" y="3405188"/>
          <p14:tracePt t="25010" x="5697538" y="3398838"/>
          <p14:tracePt t="25018" x="5724525" y="3398838"/>
          <p14:tracePt t="25026" x="5759450" y="3398838"/>
          <p14:tracePt t="25033" x="5794375" y="3392488"/>
          <p14:tracePt t="25042" x="5856288" y="3392488"/>
          <p14:tracePt t="25050" x="5918200" y="3392488"/>
          <p14:tracePt t="25058" x="5988050" y="3392488"/>
          <p14:tracePt t="25065" x="6049963" y="3392488"/>
          <p14:tracePt t="25073" x="6111875" y="3392488"/>
          <p14:tracePt t="25081" x="6167438" y="3392488"/>
          <p14:tracePt t="25089" x="6216650" y="3392488"/>
          <p14:tracePt t="25097" x="6264275" y="3392488"/>
          <p14:tracePt t="25106" x="6278563" y="3392488"/>
          <p14:tracePt t="25113" x="6299200" y="3392488"/>
          <p14:tracePt t="25122" x="6319838" y="3392488"/>
          <p14:tracePt t="25129" x="6334125" y="3392488"/>
          <p14:tracePt t="25137" x="6340475" y="3392488"/>
          <p14:tracePt t="25146" x="6354763" y="3392488"/>
          <p14:tracePt t="25164" x="6369050" y="3384550"/>
          <p14:tracePt t="25169" x="6375400" y="3384550"/>
          <p14:tracePt t="25178" x="6381750" y="3378200"/>
          <p14:tracePt t="25186" x="6389688" y="3371850"/>
          <p14:tracePt t="25194" x="6396038" y="3371850"/>
          <p14:tracePt t="25202" x="6410325" y="3357563"/>
          <p14:tracePt t="25210" x="6423025" y="3343275"/>
          <p14:tracePt t="25217" x="6437313" y="3328988"/>
          <p14:tracePt t="25226" x="6443663" y="3322638"/>
          <p14:tracePt t="25234" x="6465888" y="3308350"/>
          <p14:tracePt t="25242" x="6465888" y="3295650"/>
          <p14:tracePt t="25250" x="6478588" y="3275013"/>
          <p14:tracePt t="25258" x="6486525" y="3267075"/>
          <p14:tracePt t="25265" x="6486525" y="3254375"/>
          <p14:tracePt t="25273" x="6486525" y="3246438"/>
          <p14:tracePt t="25281" x="6486525" y="3240088"/>
          <p14:tracePt t="25290" x="6492875" y="3225800"/>
          <p14:tracePt t="25314" x="6492875" y="3219450"/>
          <p14:tracePt t="25322" x="6486525" y="3205163"/>
          <p14:tracePt t="25330" x="6472238" y="3205163"/>
          <p14:tracePt t="25338" x="6465888" y="3190875"/>
          <p14:tracePt t="25346" x="6451600" y="3184525"/>
          <p14:tracePt t="25353" x="6437313" y="3184525"/>
          <p14:tracePt t="25362" x="6423025" y="3170238"/>
          <p14:tracePt t="25370" x="6410325" y="3163888"/>
          <p14:tracePt t="25378" x="6389688" y="3155950"/>
          <p14:tracePt t="25386" x="6361113" y="3155950"/>
          <p14:tracePt t="25393" x="6326188" y="3143250"/>
          <p14:tracePt t="25402" x="6299200" y="3135313"/>
          <p14:tracePt t="25410" x="6257925" y="3122613"/>
          <p14:tracePt t="25418" x="6194425" y="3108325"/>
          <p14:tracePt t="25426" x="6132513" y="3101975"/>
          <p14:tracePt t="25433" x="6076950" y="3087688"/>
          <p14:tracePt t="25442" x="6000750" y="3081338"/>
          <p14:tracePt t="25450" x="5938838" y="3073400"/>
          <p14:tracePt t="25458" x="5862638" y="3067050"/>
          <p14:tracePt t="25465" x="5786438" y="3052763"/>
          <p14:tracePt t="25473" x="5718175" y="3052763"/>
          <p14:tracePt t="25481" x="5689600" y="3052763"/>
          <p14:tracePt t="25490" x="5621338" y="3052763"/>
          <p14:tracePt t="25497" x="5578475" y="3052763"/>
          <p14:tracePt t="25506" x="5530850" y="3052763"/>
          <p14:tracePt t="25513" x="5489575" y="3052763"/>
          <p14:tracePt t="25522" x="5461000" y="3052763"/>
          <p14:tracePt t="25530" x="5440363" y="3052763"/>
          <p14:tracePt t="25538" x="5413375" y="3052763"/>
          <p14:tracePt t="25546" x="5372100" y="3059113"/>
          <p14:tracePt t="25554" x="5351463" y="3073400"/>
          <p14:tracePt t="25562" x="5322888" y="3081338"/>
          <p14:tracePt t="25570" x="5308600" y="3087688"/>
          <p14:tracePt t="25593" x="5302250" y="3087688"/>
          <p14:tracePt t="25642" x="5287963" y="3094038"/>
          <p14:tracePt t="25650" x="5287963" y="3101975"/>
          <p14:tracePt t="25666" x="5287963" y="3108325"/>
          <p14:tracePt t="25874" x="5281613" y="3108325"/>
          <p14:tracePt t="25881" x="5275263" y="3108325"/>
          <p14:tracePt t="25890" x="5267325" y="3108325"/>
          <p14:tracePt t="25978" x="5260975" y="3108325"/>
          <p14:tracePt t="25986" x="5246688" y="3108325"/>
          <p14:tracePt t="25993" x="5246688" y="3122613"/>
          <p14:tracePt t="26002" x="5240338" y="3128963"/>
          <p14:tracePt t="26010" x="5219700" y="3155950"/>
          <p14:tracePt t="26017" x="5219700" y="3163888"/>
          <p14:tracePt t="26033" x="5219700" y="3178175"/>
          <p14:tracePt t="26057" x="5219700" y="3184525"/>
          <p14:tracePt t="26210" x="5219700" y="3190875"/>
          <p14:tracePt t="26217" x="5219700" y="3198813"/>
          <p14:tracePt t="26233" x="5211763" y="3205163"/>
          <p14:tracePt t="26266" x="5211763" y="3211513"/>
          <p14:tracePt t="26273" x="5211763" y="3219450"/>
          <p14:tracePt t="26290" x="5211763" y="3225800"/>
          <p14:tracePt t="26297" x="5211763" y="3240088"/>
          <p14:tracePt t="26305" x="5211763" y="3254375"/>
          <p14:tracePt t="26313" x="5211763" y="3260725"/>
          <p14:tracePt t="26321" x="5211763" y="3281363"/>
          <p14:tracePt t="26329" x="5211763" y="3308350"/>
          <p14:tracePt t="26337" x="5211763" y="3328988"/>
          <p14:tracePt t="26346" x="5211763" y="3363913"/>
          <p14:tracePt t="26353" x="5211763" y="3413125"/>
          <p14:tracePt t="26362" x="5253038" y="3481388"/>
          <p14:tracePt t="26370" x="5287963" y="3536950"/>
          <p14:tracePt t="26378" x="5322888" y="3600450"/>
          <p14:tracePt t="26385" x="5378450" y="3668713"/>
          <p14:tracePt t="26394" x="5419725" y="3717925"/>
          <p14:tracePt t="26402" x="5461000" y="3759200"/>
          <p14:tracePt t="26409" x="5495925" y="3806825"/>
          <p14:tracePt t="26418" x="5530850" y="3841750"/>
          <p14:tracePt t="26426" x="5572125" y="3876675"/>
          <p14:tracePt t="26433" x="5592763" y="3890963"/>
          <p14:tracePt t="26442" x="5621338" y="3917950"/>
          <p14:tracePt t="26450" x="5662613" y="3946525"/>
          <p14:tracePt t="26458" x="5689600" y="3959225"/>
          <p14:tracePt t="26465" x="5710238" y="3973513"/>
          <p14:tracePt t="26474" x="5718175" y="3973513"/>
          <p14:tracePt t="26481" x="5724525" y="3979863"/>
          <p14:tracePt t="26490" x="5730875" y="3979863"/>
          <p14:tracePt t="26497" x="5738813" y="3979863"/>
          <p14:tracePt t="26642" x="5745163" y="3979863"/>
          <p14:tracePt t="26658" x="5745163" y="3973513"/>
          <p14:tracePt t="26666" x="5745163" y="3967163"/>
          <p14:tracePt t="26673" x="5745163" y="3959225"/>
          <p14:tracePt t="26681" x="5751513" y="3952875"/>
          <p14:tracePt t="26690" x="5759450" y="3938588"/>
          <p14:tracePt t="26697" x="5765800" y="3932238"/>
          <p14:tracePt t="26706" x="5780088" y="3917950"/>
          <p14:tracePt t="26713" x="5786438" y="3911600"/>
          <p14:tracePt t="26721" x="5794375" y="3903663"/>
          <p14:tracePt t="26729" x="5815013" y="3890963"/>
          <p14:tracePt t="26738" x="5827713" y="3883025"/>
          <p14:tracePt t="26746" x="5835650" y="3876675"/>
          <p14:tracePt t="26753" x="5856288" y="3876675"/>
          <p14:tracePt t="26762" x="5883275" y="3870325"/>
          <p14:tracePt t="26770" x="5911850" y="3870325"/>
          <p14:tracePt t="26778" x="5953125" y="3870325"/>
          <p14:tracePt t="26786" x="6008688" y="3870325"/>
          <p14:tracePt t="26793" x="6056313" y="3870325"/>
          <p14:tracePt t="26802" x="6111875" y="3870325"/>
          <p14:tracePt t="26810" x="6167438" y="3870325"/>
          <p14:tracePt t="26818" x="6208713" y="3870325"/>
          <p14:tracePt t="26826" x="6257925" y="3870325"/>
          <p14:tracePt t="26833" x="6299200" y="3870325"/>
          <p14:tracePt t="26842" x="6326188" y="3870325"/>
          <p14:tracePt t="26849" x="6354763" y="3870325"/>
          <p14:tracePt t="26858" x="6375400" y="3870325"/>
          <p14:tracePt t="26865" x="6396038" y="3870325"/>
          <p14:tracePt t="26873" x="6402388" y="3870325"/>
          <p14:tracePt t="26881" x="6437313" y="3876675"/>
          <p14:tracePt t="26890" x="6451600" y="3883025"/>
          <p14:tracePt t="26897" x="6478588" y="3883025"/>
          <p14:tracePt t="26906" x="6492875" y="3903663"/>
          <p14:tracePt t="26913" x="6507163" y="3903663"/>
          <p14:tracePt t="26922" x="6513513" y="3911600"/>
          <p14:tracePt t="26929" x="6519863" y="3917950"/>
          <p14:tracePt t="26938" x="6534150" y="3932238"/>
          <p14:tracePt t="26946" x="6542088" y="3938588"/>
          <p14:tracePt t="26953" x="6548438" y="3946525"/>
          <p14:tracePt t="26962" x="6562725" y="3959225"/>
          <p14:tracePt t="26970" x="6562725" y="3967163"/>
          <p14:tracePt t="26978" x="6575425" y="3987800"/>
          <p14:tracePt t="26986" x="6583363" y="4000500"/>
          <p14:tracePt t="26993" x="6596063" y="4014788"/>
          <p14:tracePt t="27002" x="6604000" y="4029075"/>
          <p14:tracePt t="27010" x="6610350" y="4035425"/>
          <p14:tracePt t="27018" x="6616700" y="4064000"/>
          <p14:tracePt t="27026" x="6624638" y="4076700"/>
          <p14:tracePt t="27042" x="6624638" y="4084638"/>
          <p14:tracePt t="27050" x="6638925" y="4105275"/>
          <p14:tracePt t="27058" x="6638925" y="4111625"/>
          <p14:tracePt t="27065" x="6638925" y="4132263"/>
          <p14:tracePt t="27073" x="6638925" y="4152900"/>
          <p14:tracePt t="27081" x="6651625" y="4175125"/>
          <p14:tracePt t="27090" x="6651625" y="4187825"/>
          <p14:tracePt t="27097" x="6651625" y="4202113"/>
          <p14:tracePt t="27106" x="6659563" y="4208463"/>
          <p14:tracePt t="27113" x="6659563" y="4222750"/>
          <p14:tracePt t="27122" x="6659563" y="4229100"/>
          <p14:tracePt t="27129" x="6659563" y="4237038"/>
          <p14:tracePt t="27138" x="6659563" y="4257675"/>
          <p14:tracePt t="27146" x="6659563" y="4271963"/>
          <p14:tracePt t="27153" x="6659563" y="4298950"/>
          <p14:tracePt t="27162" x="6659563" y="4313238"/>
          <p14:tracePt t="27180" x="6659563" y="4360863"/>
          <p14:tracePt t="27185" x="6659563" y="4381500"/>
          <p14:tracePt t="27194" x="6659563" y="4389438"/>
          <p14:tracePt t="27202" x="6659563" y="4410075"/>
          <p14:tracePt t="27210" x="6659563" y="4437063"/>
          <p14:tracePt t="27218" x="6659563" y="4457700"/>
          <p14:tracePt t="27225" x="6659563" y="4471988"/>
          <p14:tracePt t="27233" x="6651625" y="4486275"/>
          <p14:tracePt t="27242" x="6645275" y="4492625"/>
          <p14:tracePt t="27249" x="6645275" y="4506913"/>
          <p14:tracePt t="27258" x="6630988" y="4533900"/>
          <p14:tracePt t="27265" x="6624638" y="4548188"/>
          <p14:tracePt t="27273" x="6604000" y="4575175"/>
          <p14:tracePt t="27281" x="6596063" y="4589463"/>
          <p14:tracePt t="27290" x="6575425" y="4610100"/>
          <p14:tracePt t="27297" x="6562725" y="4624388"/>
          <p14:tracePt t="27306" x="6534150" y="4651375"/>
          <p14:tracePt t="27313" x="6507163" y="4679950"/>
          <p14:tracePt t="27321" x="6486525" y="4706938"/>
          <p14:tracePt t="27329" x="6457950" y="4735513"/>
          <p14:tracePt t="27338" x="6423025" y="4762500"/>
          <p14:tracePt t="27346" x="6381750" y="4791075"/>
          <p14:tracePt t="27354" x="6354763" y="4803775"/>
          <p14:tracePt t="27362" x="6313488" y="4832350"/>
          <p14:tracePt t="27370" x="6278563" y="4852988"/>
          <p14:tracePt t="27378" x="6237288" y="4867275"/>
          <p14:tracePt t="27386" x="6188075" y="4887913"/>
          <p14:tracePt t="27393" x="6140450" y="4908550"/>
          <p14:tracePt t="27402" x="6105525" y="4929188"/>
          <p14:tracePt t="27410" x="6084888" y="4935538"/>
          <p14:tracePt t="27418" x="6070600" y="4943475"/>
          <p14:tracePt t="27433" x="6064250" y="4943475"/>
          <p14:tracePt t="27530" x="6070600" y="4943475"/>
          <p14:tracePt t="27538" x="6084888" y="4935538"/>
          <p14:tracePt t="27546" x="6111875" y="4929188"/>
          <p14:tracePt t="27553" x="6119813" y="4921250"/>
          <p14:tracePt t="27562" x="6140450" y="4914900"/>
          <p14:tracePt t="27570" x="6153150" y="4908550"/>
          <p14:tracePt t="27578" x="6167438" y="4908550"/>
          <p14:tracePt t="27586" x="6173788" y="4900613"/>
          <p14:tracePt t="27593" x="6181725" y="4900613"/>
          <p14:tracePt t="27601" x="6194425" y="4894263"/>
          <p14:tracePt t="27610" x="6202363" y="4894263"/>
          <p14:tracePt t="27618" x="6223000" y="4879975"/>
          <p14:tracePt t="27626" x="6237288" y="4873625"/>
          <p14:tracePt t="27633" x="6257925" y="4867275"/>
          <p14:tracePt t="27642" x="6284913" y="4852988"/>
          <p14:tracePt t="27649" x="6299200" y="4845050"/>
          <p14:tracePt t="27658" x="6313488" y="4838700"/>
          <p14:tracePt t="27665" x="6334125" y="4824413"/>
          <p14:tracePt t="27673" x="6354763" y="4811713"/>
          <p14:tracePt t="27681" x="6375400" y="4797425"/>
          <p14:tracePt t="27690" x="6381750" y="4783138"/>
          <p14:tracePt t="27697" x="6410325" y="4770438"/>
          <p14:tracePt t="27706" x="6416675" y="4756150"/>
          <p14:tracePt t="27713" x="6430963" y="4741863"/>
          <p14:tracePt t="27722" x="6451600" y="4727575"/>
          <p14:tracePt t="27730" x="6451600" y="4721225"/>
          <p14:tracePt t="27737" x="6457950" y="4706938"/>
          <p14:tracePt t="27746" x="6472238" y="4700588"/>
          <p14:tracePt t="27754" x="6478588" y="4686300"/>
          <p14:tracePt t="27762" x="6486525" y="4659313"/>
          <p14:tracePt t="27771" x="6499225" y="4638675"/>
          <p14:tracePt t="27778" x="6499225" y="4610100"/>
          <p14:tracePt t="27786" x="6513513" y="4568825"/>
          <p14:tracePt t="27793" x="6519863" y="4533900"/>
          <p14:tracePt t="27802" x="6534150" y="4486275"/>
          <p14:tracePt t="27810" x="6534150" y="4437063"/>
          <p14:tracePt t="27818" x="6542088" y="4389438"/>
          <p14:tracePt t="27826" x="6548438" y="4340225"/>
          <p14:tracePt t="27833" x="6548438" y="4292600"/>
          <p14:tracePt t="27842" x="6548438" y="4249738"/>
          <p14:tracePt t="27850" x="6548438" y="4222750"/>
          <p14:tracePt t="27858" x="6548438" y="4187825"/>
          <p14:tracePt t="27865" x="6548438" y="4175125"/>
          <p14:tracePt t="27873" x="6548438" y="4152900"/>
          <p14:tracePt t="27882" x="6542088" y="4140200"/>
          <p14:tracePt t="27889" x="6534150" y="4125913"/>
          <p14:tracePt t="27897" x="6519863" y="4105275"/>
          <p14:tracePt t="27906" x="6499225" y="4090988"/>
          <p14:tracePt t="27913" x="6472238" y="4070350"/>
          <p14:tracePt t="27922" x="6451600" y="4064000"/>
          <p14:tracePt t="27929" x="6416675" y="4049713"/>
          <p14:tracePt t="27937" x="6396038" y="4043363"/>
          <p14:tracePt t="27946" x="6375400" y="4035425"/>
          <p14:tracePt t="27954" x="6346825" y="4035425"/>
          <p14:tracePt t="27962" x="6319838" y="4035425"/>
          <p14:tracePt t="27970" x="6299200" y="4035425"/>
          <p14:tracePt t="27977" x="6264275" y="4035425"/>
          <p14:tracePt t="27986" x="6229350" y="4035425"/>
          <p14:tracePt t="27993" x="6167438" y="4056063"/>
          <p14:tracePt t="28002" x="6105525" y="4070350"/>
          <p14:tracePt t="28010" x="6029325" y="4090988"/>
          <p14:tracePt t="28018" x="5953125" y="4105275"/>
          <p14:tracePt t="28026" x="5876925" y="4119563"/>
          <p14:tracePt t="28034" x="5815013" y="4125913"/>
          <p14:tracePt t="28042" x="5718175" y="4125913"/>
          <p14:tracePt t="28050" x="5627688" y="4125913"/>
          <p14:tracePt t="28058" x="5530850" y="4125913"/>
          <p14:tracePt t="28065" x="5384800" y="4125913"/>
          <p14:tracePt t="28073" x="5219700" y="4125913"/>
          <p14:tracePt t="28082" x="5046663" y="4125913"/>
          <p14:tracePt t="28089" x="4783138" y="4125913"/>
          <p14:tracePt t="28097" x="4672013" y="4125913"/>
          <p14:tracePt t="28106" x="4498975" y="4125913"/>
          <p14:tracePt t="28113" x="4346575" y="4125913"/>
          <p14:tracePt t="28122" x="4167188" y="4160838"/>
          <p14:tracePt t="28130" x="4008438" y="4181475"/>
          <p14:tracePt t="28138" x="3862388" y="4202113"/>
          <p14:tracePt t="28146" x="3716338" y="4229100"/>
          <p14:tracePt t="28154" x="3578225" y="4249738"/>
          <p14:tracePt t="28164" x="3481388" y="4271963"/>
          <p14:tracePt t="28169" x="3363913" y="4284663"/>
          <p14:tracePt t="28177" x="3240088" y="4313238"/>
          <p14:tracePt t="28186" x="3122613" y="4348163"/>
          <p14:tracePt t="28193" x="2997200" y="4375150"/>
          <p14:tracePt t="28202" x="2865438" y="4416425"/>
          <p14:tracePt t="28210" x="2768600" y="4437063"/>
          <p14:tracePt t="28218" x="2678113" y="4465638"/>
          <p14:tracePt t="28225" x="2589213" y="4486275"/>
          <p14:tracePt t="28234" x="2519363" y="4498975"/>
          <p14:tracePt t="28242" x="2478088" y="4521200"/>
          <p14:tracePt t="28250" x="2451100" y="4533900"/>
          <p14:tracePt t="28258" x="2443163" y="4541838"/>
          <p14:tracePt t="28265" x="2443163" y="4548188"/>
          <p14:tracePt t="28290" x="2443163" y="4554538"/>
          <p14:tracePt t="28297" x="2443163" y="4562475"/>
          <p14:tracePt t="28362" x="2451100" y="4562475"/>
          <p14:tracePt t="28370" x="2436813" y="4548188"/>
          <p14:tracePt t="28378" x="2428875" y="4506913"/>
          <p14:tracePt t="28386" x="2416175" y="4465638"/>
          <p14:tracePt t="28393" x="2387600" y="4410075"/>
          <p14:tracePt t="28402" x="2374900" y="4325938"/>
          <p14:tracePt t="28410" x="2339975" y="4202113"/>
          <p14:tracePt t="28418" x="2284413" y="4029075"/>
          <p14:tracePt t="28426" x="2228850" y="3821113"/>
          <p14:tracePt t="28433" x="2173288" y="3621088"/>
          <p14:tracePt t="28442" x="2097088" y="3371850"/>
          <p14:tracePt t="28450" x="2041525" y="3163888"/>
          <p14:tracePt t="28458" x="1993900" y="3011488"/>
          <p14:tracePt t="28466" x="1938338" y="2824163"/>
          <p14:tracePt t="28473" x="1897063" y="2692400"/>
          <p14:tracePt t="28481" x="1882775" y="2609850"/>
          <p14:tracePt t="28490" x="1862138" y="2533650"/>
          <p14:tracePt t="28497" x="1847850" y="2463800"/>
          <p14:tracePt t="28506" x="1827213" y="2422525"/>
          <p14:tracePt t="28513" x="1812925" y="2395538"/>
          <p14:tracePt t="28522" x="1792288" y="2374900"/>
          <p14:tracePt t="28530" x="1785938" y="2366963"/>
          <p14:tracePt t="28538" x="1771650" y="2346325"/>
          <p14:tracePt t="28545" x="1736725" y="2325688"/>
          <p14:tracePt t="28554" x="1709738" y="2305050"/>
          <p14:tracePt t="28562" x="1660525" y="2278063"/>
          <p14:tracePt t="28570" x="1612900" y="2249488"/>
          <p14:tracePt t="28578" x="1550988" y="2201863"/>
          <p14:tracePt t="28586" x="1481138" y="2166938"/>
          <p14:tracePt t="28593" x="1404938" y="2125663"/>
          <p14:tracePt t="28602" x="1328738" y="2084388"/>
          <p14:tracePt t="28610" x="1231900" y="2028825"/>
          <p14:tracePt t="28618" x="1093788" y="1938338"/>
          <p14:tracePt t="28626" x="955675" y="1868488"/>
          <p14:tracePt t="28633" x="823913" y="1785938"/>
          <p14:tracePt t="28642" x="692150" y="1709738"/>
          <p14:tracePt t="28650" x="595313" y="1633538"/>
          <p14:tracePt t="28658" x="498475" y="1565275"/>
          <p14:tracePt t="28666" x="395288" y="1481138"/>
          <p14:tracePt t="28674" x="296863" y="1412875"/>
          <p14:tracePt t="28681" x="200025" y="1328738"/>
          <p14:tracePt t="28690" x="61913" y="1239838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IMPROVE THE ESTIMATIONS </a:t>
            </a:r>
            <a:r>
              <a:rPr lang="en" sz="1200">
                <a:solidFill>
                  <a:schemeClr val="lt1"/>
                </a:solidFill>
              </a:rPr>
              <a:t>(page 2)</a:t>
            </a:r>
            <a:endParaRPr sz="1200"/>
          </a:p>
        </p:txBody>
      </p:sp>
      <p:sp>
        <p:nvSpPr>
          <p:cNvPr id="613" name="Google Shape;613;p34"/>
          <p:cNvSpPr txBox="1">
            <a:spLocks noGrp="1"/>
          </p:cNvSpPr>
          <p:nvPr>
            <p:ph type="body" idx="1"/>
          </p:nvPr>
        </p:nvSpPr>
        <p:spPr>
          <a:xfrm>
            <a:off x="95550" y="1437375"/>
            <a:ext cx="8952900" cy="11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/>
              <a:t>Accordingly, for this first iteration of EM Algorithm, the estimation of heads probability are:</a:t>
            </a:r>
            <a:endParaRPr/>
          </a:p>
        </p:txBody>
      </p:sp>
      <p:sp>
        <p:nvSpPr>
          <p:cNvPr id="614" name="Google Shape;614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grpSp>
        <p:nvGrpSpPr>
          <p:cNvPr id="615" name="Google Shape;615;p34"/>
          <p:cNvGrpSpPr/>
          <p:nvPr/>
        </p:nvGrpSpPr>
        <p:grpSpPr>
          <a:xfrm>
            <a:off x="1237013" y="2481650"/>
            <a:ext cx="6669975" cy="1020000"/>
            <a:chOff x="782700" y="2466675"/>
            <a:chExt cx="6669975" cy="1020000"/>
          </a:xfrm>
        </p:grpSpPr>
        <p:sp>
          <p:nvSpPr>
            <p:cNvPr id="616" name="Google Shape;616;p34"/>
            <p:cNvSpPr txBox="1"/>
            <p:nvPr/>
          </p:nvSpPr>
          <p:spPr>
            <a:xfrm>
              <a:off x="2049314" y="2466675"/>
              <a:ext cx="42573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2.25 + 7.2 + 5.84 + 1.4 + 4.55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617" name="Google Shape;617;p34"/>
            <p:cNvSpPr txBox="1"/>
            <p:nvPr/>
          </p:nvSpPr>
          <p:spPr>
            <a:xfrm>
              <a:off x="1647314" y="2976675"/>
              <a:ext cx="50970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10 * ( 0.45 + 0.8 + 0.73 + 0.35 + 0.65 )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618" name="Google Shape;618;p34"/>
            <p:cNvCxnSpPr/>
            <p:nvPr/>
          </p:nvCxnSpPr>
          <p:spPr>
            <a:xfrm>
              <a:off x="1744500" y="3062950"/>
              <a:ext cx="4428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9" name="Google Shape;619;p34"/>
            <p:cNvSpPr txBox="1"/>
            <p:nvPr/>
          </p:nvSpPr>
          <p:spPr>
            <a:xfrm>
              <a:off x="782700" y="2774250"/>
              <a:ext cx="8646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i="1">
                  <a:solidFill>
                    <a:srgbClr val="263248"/>
                  </a:solidFill>
                </a:rPr>
                <a:t>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θ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A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= </a:t>
              </a:r>
              <a:endPara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620" name="Google Shape;620;p34"/>
            <p:cNvSpPr txBox="1"/>
            <p:nvPr/>
          </p:nvSpPr>
          <p:spPr>
            <a:xfrm>
              <a:off x="6306675" y="2761700"/>
              <a:ext cx="11460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= 0.713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</p:grpSp>
      <p:grpSp>
        <p:nvGrpSpPr>
          <p:cNvPr id="621" name="Google Shape;621;p34"/>
          <p:cNvGrpSpPr/>
          <p:nvPr/>
        </p:nvGrpSpPr>
        <p:grpSpPr>
          <a:xfrm>
            <a:off x="1237013" y="3728725"/>
            <a:ext cx="6669975" cy="1020000"/>
            <a:chOff x="782700" y="2466675"/>
            <a:chExt cx="6669975" cy="1020000"/>
          </a:xfrm>
        </p:grpSpPr>
        <p:sp>
          <p:nvSpPr>
            <p:cNvPr id="622" name="Google Shape;622;p34"/>
            <p:cNvSpPr txBox="1"/>
            <p:nvPr/>
          </p:nvSpPr>
          <p:spPr>
            <a:xfrm>
              <a:off x="2049315" y="2466675"/>
              <a:ext cx="43704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2.75 + 1.8 + 2.16 + 2.6 + 2.45</a:t>
              </a:r>
              <a:endParaRPr sz="2400" i="1"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623" name="Google Shape;623;p34"/>
            <p:cNvSpPr txBox="1"/>
            <p:nvPr/>
          </p:nvSpPr>
          <p:spPr>
            <a:xfrm>
              <a:off x="1647314" y="2976675"/>
              <a:ext cx="5133000" cy="5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100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10 * ( 0.55 + 0.2 + 0.27 + 0.65 + 0.35 )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cxnSp>
          <p:nvCxnSpPr>
            <p:cNvPr id="624" name="Google Shape;624;p34"/>
            <p:cNvCxnSpPr/>
            <p:nvPr/>
          </p:nvCxnSpPr>
          <p:spPr>
            <a:xfrm>
              <a:off x="1744500" y="3062950"/>
              <a:ext cx="4428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5" name="Google Shape;625;p34"/>
            <p:cNvSpPr txBox="1"/>
            <p:nvPr/>
          </p:nvSpPr>
          <p:spPr>
            <a:xfrm>
              <a:off x="782700" y="2774250"/>
              <a:ext cx="8646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</a:rPr>
                <a:t>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θ</a:t>
              </a:r>
              <a:r>
                <a:rPr lang="en" sz="2400" i="1" baseline="-250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B </a:t>
              </a:r>
              <a:r>
                <a:rPr lang="en" sz="2400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 </a:t>
              </a: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= </a:t>
              </a:r>
              <a:endPara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626" name="Google Shape;626;p34"/>
            <p:cNvSpPr txBox="1"/>
            <p:nvPr/>
          </p:nvSpPr>
          <p:spPr>
            <a:xfrm>
              <a:off x="6306675" y="2761700"/>
              <a:ext cx="11460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i="1">
                  <a:solidFill>
                    <a:srgbClr val="263248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= 0.581</a:t>
              </a:r>
              <a:endParaRPr sz="2400" i="1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</p:grpSp>
      <p:sp>
        <p:nvSpPr>
          <p:cNvPr id="627" name="Google Shape;627;p34"/>
          <p:cNvSpPr/>
          <p:nvPr/>
        </p:nvSpPr>
        <p:spPr>
          <a:xfrm>
            <a:off x="308176" y="622080"/>
            <a:ext cx="307185" cy="307204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8" name="Google Shape;628;p34"/>
          <p:cNvGrpSpPr/>
          <p:nvPr/>
        </p:nvGrpSpPr>
        <p:grpSpPr>
          <a:xfrm>
            <a:off x="76475" y="76200"/>
            <a:ext cx="1521500" cy="225900"/>
            <a:chOff x="76475" y="76200"/>
            <a:chExt cx="1521500" cy="225900"/>
          </a:xfrm>
        </p:grpSpPr>
        <p:sp>
          <p:nvSpPr>
            <p:cNvPr id="629" name="Google Shape;629;p34">
              <a:hlinkClick r:id="rId3" action="ppaction://hlinksldjump"/>
            </p:cNvPr>
            <p:cNvSpPr/>
            <p:nvPr/>
          </p:nvSpPr>
          <p:spPr>
            <a:xfrm>
              <a:off x="764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Dosis"/>
                  <a:ea typeface="Dosis"/>
                  <a:cs typeface="Dosis"/>
                  <a:sym typeface="Dosis"/>
                </a:rPr>
                <a:t>Overview</a:t>
              </a:r>
              <a:endParaRPr sz="1200"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8515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rgbClr val="CC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Dosis"/>
                  <a:ea typeface="Dosis"/>
                  <a:cs typeface="Dosis"/>
                  <a:sym typeface="Dosis"/>
                </a:rPr>
                <a:t>Update</a:t>
              </a:r>
              <a:endParaRPr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90951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19" x="5592763" y="2201863"/>
          <p14:tracePt t="383" x="5607050" y="2201863"/>
          <p14:tracePt t="391" x="5613400" y="2201863"/>
          <p14:tracePt t="407" x="5627688" y="2201863"/>
          <p14:tracePt t="415" x="5634038" y="2201863"/>
          <p14:tracePt t="423" x="5648325" y="2201863"/>
          <p14:tracePt t="1047" x="5654675" y="2201863"/>
          <p14:tracePt t="2199" x="5662613" y="2201863"/>
          <p14:tracePt t="2207" x="5668963" y="2193925"/>
          <p14:tracePt t="2231" x="5675313" y="2187575"/>
          <p14:tracePt t="5807" x="5675313" y="2181225"/>
          <p14:tracePt t="5815" x="5683250" y="2166938"/>
          <p14:tracePt t="5823" x="5697538" y="2152650"/>
          <p14:tracePt t="5831" x="5718175" y="2146300"/>
          <p14:tracePt t="5839" x="5730875" y="2138363"/>
          <p14:tracePt t="5847" x="5751513" y="2132013"/>
          <p14:tracePt t="5855" x="5786438" y="2125663"/>
          <p14:tracePt t="5863" x="5800725" y="2125663"/>
          <p14:tracePt t="5871" x="5815013" y="2125663"/>
          <p14:tracePt t="5879" x="5827713" y="2125663"/>
          <p14:tracePt t="5887" x="5835650" y="2125663"/>
          <p14:tracePt t="5897" x="5862638" y="2132013"/>
          <p14:tracePt t="5902" x="5876925" y="2132013"/>
          <p14:tracePt t="5911" x="5891213" y="2132013"/>
          <p14:tracePt t="5919" x="5911850" y="2138363"/>
          <p14:tracePt t="5927" x="5938838" y="2138363"/>
          <p14:tracePt t="5935" x="5959475" y="2138363"/>
          <p14:tracePt t="5943" x="5988050" y="2138363"/>
          <p14:tracePt t="5951" x="6000750" y="2138363"/>
          <p14:tracePt t="5959" x="6021388" y="2146300"/>
          <p14:tracePt t="5967" x="6064250" y="2160588"/>
          <p14:tracePt t="5975" x="6084888" y="2166938"/>
          <p14:tracePt t="5983" x="6119813" y="2173288"/>
          <p14:tracePt t="5991" x="6146800" y="2193925"/>
          <p14:tracePt t="5999" x="6167438" y="2193925"/>
          <p14:tracePt t="6007" x="6188075" y="2201863"/>
          <p14:tracePt t="6015" x="6229350" y="2222500"/>
          <p14:tracePt t="6023" x="6249988" y="2228850"/>
          <p14:tracePt t="6030" x="6292850" y="2243138"/>
          <p14:tracePt t="6039" x="6354763" y="2263775"/>
          <p14:tracePt t="6047" x="6389688" y="2270125"/>
          <p14:tracePt t="6055" x="6430963" y="2290763"/>
          <p14:tracePt t="6063" x="6457950" y="2298700"/>
          <p14:tracePt t="6071" x="6492875" y="2305050"/>
          <p14:tracePt t="6079" x="6507163" y="2319338"/>
          <p14:tracePt t="6087" x="6519863" y="2325688"/>
          <p14:tracePt t="6111" x="6519863" y="2333625"/>
          <p14:tracePt t="6287" x="6519863" y="2339975"/>
          <p14:tracePt t="6295" x="6534150" y="2339975"/>
          <p14:tracePt t="6311" x="6542088" y="2339975"/>
          <p14:tracePt t="6327" x="6554788" y="2339975"/>
          <p14:tracePt t="6359" x="6562725" y="2339975"/>
          <p14:tracePt t="6367" x="6583363" y="2339975"/>
          <p14:tracePt t="6375" x="6616700" y="2339975"/>
          <p14:tracePt t="6383" x="6672263" y="2354263"/>
          <p14:tracePt t="6391" x="6721475" y="2395538"/>
          <p14:tracePt t="6399" x="6789738" y="2422525"/>
          <p14:tracePt t="6407" x="6859588" y="2436813"/>
          <p14:tracePt t="6414" x="6894513" y="2451100"/>
          <p14:tracePt t="6423" x="6935788" y="2463800"/>
          <p14:tracePt t="6431" x="6956425" y="2471738"/>
          <p14:tracePt t="6439" x="6985000" y="2484438"/>
          <p14:tracePt t="6446" x="6997700" y="2484438"/>
          <p14:tracePt t="6455" x="7018338" y="2492375"/>
          <p14:tracePt t="6463" x="7026275" y="2492375"/>
          <p14:tracePt t="6471" x="7032625" y="2498725"/>
          <p14:tracePt t="6495" x="7046913" y="2506663"/>
          <p14:tracePt t="6511" x="7046913" y="2513013"/>
          <p14:tracePt t="6551" x="7046913" y="2519363"/>
          <p14:tracePt t="6711" x="7061200" y="2519363"/>
          <p14:tracePt t="6743" x="7067550" y="2519363"/>
          <p14:tracePt t="6751" x="7067550" y="2513013"/>
          <p14:tracePt t="6767" x="7073900" y="2513013"/>
          <p14:tracePt t="6775" x="7081838" y="2513013"/>
          <p14:tracePt t="7687" x="7073900" y="2513013"/>
          <p14:tracePt t="7783" x="7067550" y="2513013"/>
          <p14:tracePt t="7895" x="7061200" y="2513013"/>
          <p14:tracePt t="7999" x="7053263" y="2513013"/>
          <p14:tracePt t="8071" x="7046913" y="2513013"/>
          <p14:tracePt t="8111" x="7038975" y="2519363"/>
          <p14:tracePt t="8151" x="7026275" y="2527300"/>
          <p14:tracePt t="8175" x="7011988" y="2533650"/>
          <p14:tracePt t="8191" x="6997700" y="2540000"/>
          <p14:tracePt t="8214" x="6991350" y="2547938"/>
          <p14:tracePt t="8230" x="6985000" y="2554288"/>
          <p14:tracePt t="8239" x="6977063" y="2560638"/>
          <p14:tracePt t="8255" x="6962775" y="2568575"/>
          <p14:tracePt t="8263" x="6956425" y="2574925"/>
          <p14:tracePt t="8271" x="6950075" y="2582863"/>
          <p14:tracePt t="8287" x="6950075" y="2595563"/>
          <p14:tracePt t="8295" x="6942138" y="2595563"/>
          <p14:tracePt t="8303" x="6929438" y="2609850"/>
          <p14:tracePt t="8311" x="6929438" y="2616200"/>
          <p14:tracePt t="8319" x="6921500" y="2636838"/>
          <p14:tracePt t="8327" x="6908800" y="2651125"/>
          <p14:tracePt t="8335" x="6908800" y="2659063"/>
          <p14:tracePt t="8343" x="6900863" y="2671763"/>
          <p14:tracePt t="8351" x="6894513" y="2686050"/>
          <p14:tracePt t="8359" x="6888163" y="2700338"/>
          <p14:tracePt t="8367" x="6888163" y="2706688"/>
          <p14:tracePt t="8375" x="6880225" y="2720975"/>
          <p14:tracePt t="8382" x="6873875" y="2720975"/>
          <p14:tracePt t="8391" x="6873875" y="2733675"/>
          <p14:tracePt t="8399" x="6873875" y="2741613"/>
          <p14:tracePt t="8407" x="6873875" y="2755900"/>
          <p14:tracePt t="8423" x="6873875" y="2762250"/>
          <p14:tracePt t="8431" x="6865938" y="2776538"/>
          <p14:tracePt t="8439" x="6859588" y="2776538"/>
          <p14:tracePt t="8447" x="6859588" y="2782888"/>
          <p14:tracePt t="8455" x="6859588" y="2797175"/>
          <p14:tracePt t="8471" x="6859588" y="2809875"/>
          <p14:tracePt t="8480" x="6859588" y="2824163"/>
          <p14:tracePt t="8495" x="6859588" y="2844800"/>
          <p14:tracePt t="8503" x="6859588" y="2852738"/>
          <p14:tracePt t="8511" x="6859588" y="2873375"/>
          <p14:tracePt t="8519" x="6859588" y="2886075"/>
          <p14:tracePt t="8527" x="6859588" y="2900363"/>
          <p14:tracePt t="8535" x="6859588" y="2921000"/>
          <p14:tracePt t="8543" x="6859588" y="2928938"/>
          <p14:tracePt t="8551" x="6859588" y="2941638"/>
          <p14:tracePt t="8559" x="6859588" y="2949575"/>
          <p14:tracePt t="8567" x="6859588" y="2982913"/>
          <p14:tracePt t="8575" x="6859588" y="3005138"/>
          <p14:tracePt t="8583" x="6859588" y="3032125"/>
          <p14:tracePt t="8590" x="6865938" y="3059113"/>
          <p14:tracePt t="8599" x="6865938" y="3081338"/>
          <p14:tracePt t="8607" x="6873875" y="3101975"/>
          <p14:tracePt t="8614" x="6873875" y="3122613"/>
          <p14:tracePt t="8623" x="6873875" y="3143250"/>
          <p14:tracePt t="8631" x="6873875" y="3184525"/>
          <p14:tracePt t="8639" x="6873875" y="3219450"/>
          <p14:tracePt t="8647" x="6873875" y="3260725"/>
          <p14:tracePt t="8655" x="6873875" y="3287713"/>
          <p14:tracePt t="8663" x="6873875" y="3322638"/>
          <p14:tracePt t="8671" x="6873875" y="3357563"/>
          <p14:tracePt t="8679" x="6873875" y="3384550"/>
          <p14:tracePt t="8687" x="6873875" y="3398838"/>
          <p14:tracePt t="8695" x="6873875" y="3405188"/>
          <p14:tracePt t="8703" x="6888163" y="3427413"/>
          <p14:tracePt t="8711" x="6888163" y="3433763"/>
          <p14:tracePt t="8727" x="6888163" y="3448050"/>
          <p14:tracePt t="8743" x="6888163" y="3454400"/>
          <p14:tracePt t="8751" x="6900863" y="3475038"/>
          <p14:tracePt t="8758" x="6908800" y="3489325"/>
          <p14:tracePt t="8767" x="6915150" y="3495675"/>
          <p14:tracePt t="8775" x="6929438" y="3516313"/>
          <p14:tracePt t="8782" x="6942138" y="3536950"/>
          <p14:tracePt t="8791" x="6956425" y="3551238"/>
          <p14:tracePt t="8799" x="6970713" y="3565525"/>
          <p14:tracePt t="8807" x="6997700" y="3578225"/>
          <p14:tracePt t="8814" x="7026275" y="3592513"/>
          <p14:tracePt t="8823" x="7046913" y="3592513"/>
          <p14:tracePt t="8831" x="7061200" y="3606800"/>
          <p14:tracePt t="8839" x="7088188" y="3606800"/>
          <p14:tracePt t="8847" x="7102475" y="3613150"/>
          <p14:tracePt t="8855" x="7129463" y="3613150"/>
          <p14:tracePt t="8863" x="7150100" y="3613150"/>
          <p14:tracePt t="8871" x="7178675" y="3613150"/>
          <p14:tracePt t="8879" x="7191375" y="3613150"/>
          <p14:tracePt t="8898" x="7246938" y="3613150"/>
          <p14:tracePt t="8903" x="7267575" y="3613150"/>
          <p14:tracePt t="8911" x="7296150" y="3613150"/>
          <p14:tracePt t="8919" x="7316788" y="3613150"/>
          <p14:tracePt t="8927" x="7337425" y="3606800"/>
          <p14:tracePt t="8935" x="7351713" y="3606800"/>
          <p14:tracePt t="8943" x="7372350" y="3592513"/>
          <p14:tracePt t="8951" x="7378700" y="3586163"/>
          <p14:tracePt t="8959" x="7385050" y="3578225"/>
          <p14:tracePt t="8967" x="7399338" y="3578225"/>
          <p14:tracePt t="8975" x="7399338" y="3571875"/>
          <p14:tracePt t="8983" x="7407275" y="3565525"/>
          <p14:tracePt t="8999" x="7413625" y="3551238"/>
          <p14:tracePt t="9014" x="7413625" y="3536950"/>
          <p14:tracePt t="9023" x="7413625" y="3530600"/>
          <p14:tracePt t="9031" x="7413625" y="3516313"/>
          <p14:tracePt t="9039" x="7413625" y="3509963"/>
          <p14:tracePt t="9046" x="7413625" y="3495675"/>
          <p14:tracePt t="9055" x="7413625" y="3481388"/>
          <p14:tracePt t="9063" x="7413625" y="3468688"/>
          <p14:tracePt t="9071" x="7413625" y="3460750"/>
          <p14:tracePt t="9079" x="7413625" y="3454400"/>
          <p14:tracePt t="9087" x="7413625" y="3440113"/>
          <p14:tracePt t="9103" x="7413625" y="3427413"/>
          <p14:tracePt t="9111" x="7413625" y="3419475"/>
          <p14:tracePt t="9119" x="7413625" y="3405188"/>
          <p14:tracePt t="9135" x="7413625" y="3392488"/>
          <p14:tracePt t="9143" x="7413625" y="3384550"/>
          <p14:tracePt t="9159" x="7413625" y="3371850"/>
          <p14:tracePt t="9167" x="7413625" y="3363913"/>
          <p14:tracePt t="9175" x="7413625" y="3357563"/>
          <p14:tracePt t="9182" x="7413625" y="3351213"/>
          <p14:tracePt t="9191" x="7413625" y="3343275"/>
          <p14:tracePt t="9199" x="7413625" y="3336925"/>
          <p14:tracePt t="9223" x="7413625" y="3328988"/>
          <p14:tracePt t="9239" x="7413625" y="3322638"/>
          <p14:tracePt t="9295" x="7413625" y="3316288"/>
          <p14:tracePt t="9487" x="7413625" y="3308350"/>
          <p14:tracePt t="9495" x="7413625" y="3302000"/>
          <p14:tracePt t="9511" x="7419975" y="3302000"/>
          <p14:tracePt t="9719" x="7427913" y="3295650"/>
          <p14:tracePt t="9743" x="7434263" y="3295650"/>
          <p14:tracePt t="9751" x="7454900" y="3295650"/>
          <p14:tracePt t="9759" x="7475538" y="3295650"/>
          <p14:tracePt t="9767" x="7496175" y="3295650"/>
          <p14:tracePt t="9775" x="7516813" y="3295650"/>
          <p14:tracePt t="9783" x="7537450" y="3295650"/>
          <p14:tracePt t="9791" x="7551738" y="3295650"/>
          <p14:tracePt t="9799" x="7566025" y="3295650"/>
          <p14:tracePt t="10319" x="7572375" y="3308350"/>
          <p14:tracePt t="10327" x="7586663" y="3316288"/>
          <p14:tracePt t="10567" x="7593013" y="3322638"/>
          <p14:tracePt t="10591" x="7593013" y="3316288"/>
          <p14:tracePt t="11240" x="7586663" y="3316288"/>
          <p14:tracePt t="11247" x="7572375" y="3316288"/>
          <p14:tracePt t="11255" x="7566025" y="3316288"/>
          <p14:tracePt t="11263" x="7531100" y="3328988"/>
          <p14:tracePt t="11271" x="7504113" y="3351213"/>
          <p14:tracePt t="11279" x="7469188" y="3384550"/>
          <p14:tracePt t="11287" x="7434263" y="3405188"/>
          <p14:tracePt t="11295" x="7407275" y="3440113"/>
          <p14:tracePt t="11303" x="7337425" y="3495675"/>
          <p14:tracePt t="11311" x="7288213" y="3530600"/>
          <p14:tracePt t="11319" x="7240588" y="3586163"/>
          <p14:tracePt t="11327" x="7205663" y="3621088"/>
          <p14:tracePt t="11335" x="7170738" y="3654425"/>
          <p14:tracePt t="11343" x="7129463" y="3697288"/>
          <p14:tracePt t="11351" x="7115175" y="3709988"/>
          <p14:tracePt t="11359" x="7088188" y="3744913"/>
          <p14:tracePt t="11367" x="7081838" y="3765550"/>
          <p14:tracePt t="11375" x="7061200" y="3800475"/>
          <p14:tracePt t="11383" x="7046913" y="3835400"/>
          <p14:tracePt t="11391" x="7032625" y="3876675"/>
          <p14:tracePt t="11399" x="7018338" y="3925888"/>
          <p14:tracePt t="11407" x="7011988" y="3973513"/>
          <p14:tracePt t="11414" x="6997700" y="4029075"/>
          <p14:tracePt t="11423" x="6997700" y="4064000"/>
          <p14:tracePt t="11431" x="6991350" y="4098925"/>
          <p14:tracePt t="11439" x="6991350" y="4125913"/>
          <p14:tracePt t="11446" x="6991350" y="4167188"/>
          <p14:tracePt t="11455" x="6991350" y="4187825"/>
          <p14:tracePt t="11463" x="6991350" y="4216400"/>
          <p14:tracePt t="11471" x="6991350" y="4222750"/>
          <p14:tracePt t="11480" x="6991350" y="4243388"/>
          <p14:tracePt t="11487" x="6991350" y="4264025"/>
          <p14:tracePt t="11495" x="6997700" y="4271963"/>
          <p14:tracePt t="11503" x="6997700" y="4292600"/>
          <p14:tracePt t="11512" x="7005638" y="4313238"/>
          <p14:tracePt t="11519" x="7005638" y="4333875"/>
          <p14:tracePt t="11527" x="7005638" y="4354513"/>
          <p14:tracePt t="11535" x="7005638" y="4375150"/>
          <p14:tracePt t="11543" x="7005638" y="4395788"/>
          <p14:tracePt t="11551" x="7005638" y="4416425"/>
          <p14:tracePt t="11559" x="7005638" y="4430713"/>
          <p14:tracePt t="11567" x="7018338" y="4445000"/>
          <p14:tracePt t="11575" x="7018338" y="4451350"/>
          <p14:tracePt t="11607" x="7018338" y="4457700"/>
          <p14:tracePt t="11615" x="7018338" y="4465638"/>
          <p14:tracePt t="11935" x="7018338" y="4492625"/>
          <p14:tracePt t="11943" x="7018338" y="4506913"/>
          <p14:tracePt t="11951" x="7032625" y="4527550"/>
          <p14:tracePt t="11959" x="7032625" y="4548188"/>
          <p14:tracePt t="11967" x="7038975" y="4568825"/>
          <p14:tracePt t="11975" x="7046913" y="4575175"/>
          <p14:tracePt t="11991" x="7053263" y="4589463"/>
          <p14:tracePt t="12151" x="7061200" y="4589463"/>
          <p14:tracePt t="12159" x="7067550" y="4589463"/>
          <p14:tracePt t="12175" x="7073900" y="4589463"/>
          <p14:tracePt t="12199" x="7088188" y="4583113"/>
          <p14:tracePt t="12223" x="7088188" y="4575175"/>
          <p14:tracePt t="12335" x="7088188" y="4568825"/>
          <p14:tracePt t="12359" x="7088188" y="4562475"/>
          <p14:tracePt t="12375" x="7094538" y="4562475"/>
          <p14:tracePt t="12407" x="7094538" y="4554538"/>
          <p14:tracePt t="12414" x="7094538" y="4548188"/>
          <p14:tracePt t="12447" x="7094538" y="4541838"/>
          <p14:tracePt t="12471" x="7102475" y="4541838"/>
          <p14:tracePt t="12479" x="7108825" y="4533900"/>
          <p14:tracePt t="12503" x="7115175" y="4533900"/>
          <p14:tracePt t="12511" x="7123113" y="4533900"/>
          <p14:tracePt t="12527" x="7129463" y="4533900"/>
          <p14:tracePt t="12535" x="7150100" y="4533900"/>
          <p14:tracePt t="12551" x="7164388" y="4533900"/>
          <p14:tracePt t="12559" x="7170738" y="4533900"/>
          <p14:tracePt t="12567" x="7191375" y="4533900"/>
          <p14:tracePt t="12591" x="7199313" y="4533900"/>
          <p14:tracePt t="12607" x="7205663" y="4533900"/>
          <p14:tracePt t="12614" x="7212013" y="4533900"/>
          <p14:tracePt t="12623" x="7219950" y="4533900"/>
          <p14:tracePt t="12647" x="7234238" y="4533900"/>
          <p14:tracePt t="12655" x="7240588" y="4533900"/>
          <p14:tracePt t="12671" x="7254875" y="4533900"/>
          <p14:tracePt t="12679" x="7261225" y="4533900"/>
          <p14:tracePt t="12695" x="7275513" y="4533900"/>
          <p14:tracePt t="12703" x="7288213" y="4533900"/>
          <p14:tracePt t="12711" x="7296150" y="4533900"/>
          <p14:tracePt t="12719" x="7302500" y="4541838"/>
          <p14:tracePt t="12727" x="7310438" y="4541838"/>
          <p14:tracePt t="12735" x="7316788" y="4541838"/>
          <p14:tracePt t="12743" x="7323138" y="4541838"/>
          <p14:tracePt t="12759" x="7331075" y="4541838"/>
          <p14:tracePt t="12767" x="7337425" y="4541838"/>
          <p14:tracePt t="12799" x="7343775" y="4541838"/>
          <p14:tracePt t="12807" x="7351713" y="4541838"/>
          <p14:tracePt t="12855" x="7351713" y="4533900"/>
          <p14:tracePt t="12871" x="7358063" y="4533900"/>
          <p14:tracePt t="13103" x="7364413" y="4533900"/>
          <p14:tracePt t="13111" x="7364413" y="4527550"/>
          <p14:tracePt t="13175" x="7378700" y="4527550"/>
          <p14:tracePt t="13183" x="7385050" y="4527550"/>
          <p14:tracePt t="13191" x="7399338" y="4527550"/>
          <p14:tracePt t="13207" x="7413625" y="4527550"/>
          <p14:tracePt t="13214" x="7427913" y="4527550"/>
          <p14:tracePt t="13231" x="7434263" y="4527550"/>
          <p14:tracePt t="13239" x="7440613" y="4527550"/>
          <p14:tracePt t="13255" x="7448550" y="4527550"/>
          <p14:tracePt t="14263" x="7448550" y="4521200"/>
          <p14:tracePt t="14271" x="7448550" y="4506913"/>
          <p14:tracePt t="14279" x="7434263" y="4486275"/>
          <p14:tracePt t="14286" x="7427913" y="4478338"/>
          <p14:tracePt t="14295" x="7413625" y="4471988"/>
          <p14:tracePt t="14303" x="7407275" y="4451350"/>
          <p14:tracePt t="14311" x="7399338" y="4437063"/>
          <p14:tracePt t="14319" x="7385050" y="4416425"/>
          <p14:tracePt t="14327" x="7372350" y="4395788"/>
          <p14:tracePt t="14334" x="7372350" y="4381500"/>
          <p14:tracePt t="14343" x="7364413" y="4360863"/>
          <p14:tracePt t="14351" x="7364413" y="4333875"/>
          <p14:tracePt t="14359" x="7364413" y="4313238"/>
          <p14:tracePt t="14367" x="7364413" y="4278313"/>
          <p14:tracePt t="14375" x="7364413" y="4243388"/>
          <p14:tracePt t="14383" x="7364413" y="4202113"/>
          <p14:tracePt t="14391" x="7364413" y="4140200"/>
          <p14:tracePt t="14399" x="7364413" y="4098925"/>
          <p14:tracePt t="14407" x="7364413" y="4070350"/>
          <p14:tracePt t="14415" x="7364413" y="4049713"/>
          <p14:tracePt t="14423" x="7364413" y="4022725"/>
          <p14:tracePt t="14430" x="7364413" y="4000500"/>
          <p14:tracePt t="14439" x="7364413" y="3979863"/>
          <p14:tracePt t="14447" x="7364413" y="3973513"/>
          <p14:tracePt t="14455" x="7364413" y="3959225"/>
          <p14:tracePt t="14463" x="7364413" y="3952875"/>
          <p14:tracePt t="14471" x="7364413" y="3946525"/>
          <p14:tracePt t="14479" x="7364413" y="3932238"/>
          <p14:tracePt t="14487" x="7364413" y="3903663"/>
          <p14:tracePt t="14495" x="7364413" y="3883025"/>
          <p14:tracePt t="14503" x="7372350" y="3862388"/>
          <p14:tracePt t="14511" x="7372350" y="3849688"/>
          <p14:tracePt t="14519" x="7372350" y="3827463"/>
          <p14:tracePt t="14527" x="7372350" y="3821113"/>
          <p14:tracePt t="14535" x="7378700" y="3806825"/>
          <p14:tracePt t="14543" x="7392988" y="3794125"/>
          <p14:tracePt t="14551" x="7399338" y="3794125"/>
          <p14:tracePt t="14655" x="7399338" y="3786188"/>
          <p14:tracePt t="14662" x="7399338" y="3779838"/>
          <p14:tracePt t="14670" x="7399338" y="3773488"/>
          <p14:tracePt t="14679" x="7399338" y="3759200"/>
          <p14:tracePt t="14687" x="7399338" y="3751263"/>
          <p14:tracePt t="14695" x="7399338" y="3738563"/>
          <p14:tracePt t="14703" x="7399338" y="3730625"/>
          <p14:tracePt t="14711" x="7399338" y="3724275"/>
          <p14:tracePt t="14719" x="7399338" y="3717925"/>
          <p14:tracePt t="14727" x="7399338" y="3709988"/>
          <p14:tracePt t="14735" x="7399338" y="3703638"/>
          <p14:tracePt t="14743" x="7419975" y="3676650"/>
          <p14:tracePt t="14751" x="7427913" y="3662363"/>
          <p14:tracePt t="14759" x="7427913" y="3654425"/>
          <p14:tracePt t="14767" x="7427913" y="3641725"/>
          <p14:tracePt t="14775" x="7448550" y="3627438"/>
          <p14:tracePt t="14782" x="7448550" y="3621088"/>
          <p14:tracePt t="14791" x="7448550" y="3613150"/>
          <p14:tracePt t="14799" x="7454900" y="3606800"/>
          <p14:tracePt t="14823" x="7461250" y="3606800"/>
          <p14:tracePt t="14839" x="7461250" y="3600450"/>
          <p14:tracePt t="14847" x="7469188" y="3592513"/>
          <p14:tracePt t="14871" x="7469188" y="3586163"/>
          <p14:tracePt t="14903" x="7469188" y="3578225"/>
          <p14:tracePt t="15047" x="7469188" y="3571875"/>
          <p14:tracePt t="15063" x="7461250" y="3571875"/>
          <p14:tracePt t="15087" x="7454900" y="3571875"/>
          <p14:tracePt t="15095" x="7440613" y="3571875"/>
          <p14:tracePt t="15103" x="7419975" y="3571875"/>
          <p14:tracePt t="15135" x="7413625" y="3578225"/>
          <p14:tracePt t="15271" x="7407275" y="3578225"/>
          <p14:tracePt t="15287" x="7399338" y="3578225"/>
          <p14:tracePt t="15295" x="7392988" y="3578225"/>
          <p14:tracePt t="15303" x="7385050" y="3565525"/>
          <p14:tracePt t="15311" x="7378700" y="3557588"/>
          <p14:tracePt t="15359" x="7364413" y="3557588"/>
          <p14:tracePt t="15375" x="7358063" y="3551238"/>
          <p14:tracePt t="15383" x="7331075" y="3551238"/>
          <p14:tracePt t="15391" x="7275513" y="3551238"/>
          <p14:tracePt t="15398" x="7219950" y="3551238"/>
          <p14:tracePt t="15407" x="7143750" y="3551238"/>
          <p14:tracePt t="15414" x="7053263" y="3551238"/>
          <p14:tracePt t="15423" x="6942138" y="3551238"/>
          <p14:tracePt t="15431" x="6748463" y="3551238"/>
          <p14:tracePt t="15439" x="6472238" y="3551238"/>
          <p14:tracePt t="15447" x="6208713" y="3551238"/>
          <p14:tracePt t="15455" x="5883275" y="3536950"/>
          <p14:tracePt t="15463" x="5600700" y="3536950"/>
          <p14:tracePt t="15471" x="5434013" y="3536950"/>
          <p14:tracePt t="15480" x="5329238" y="3536950"/>
          <p14:tracePt t="15487" x="5287963" y="3536950"/>
          <p14:tracePt t="15495" x="5260975" y="3536950"/>
          <p14:tracePt t="15503" x="5246688" y="3536950"/>
          <p14:tracePt t="15519" x="5253038" y="3536950"/>
          <p14:tracePt t="15527" x="5302250" y="3536950"/>
          <p14:tracePt t="15679" x="5302250" y="3530600"/>
          <p14:tracePt t="15687" x="5295900" y="3530600"/>
          <p14:tracePt t="15695" x="5260975" y="3516313"/>
          <p14:tracePt t="15703" x="5191125" y="3481388"/>
          <p14:tracePt t="15711" x="5114925" y="3454400"/>
          <p14:tracePt t="15719" x="5038725" y="3427413"/>
          <p14:tracePt t="15727" x="4983163" y="3398838"/>
          <p14:tracePt t="15735" x="4970463" y="3384550"/>
          <p14:tracePt t="15743" x="4935538" y="3371850"/>
          <p14:tracePt t="15751" x="4914900" y="3357563"/>
          <p14:tracePt t="15759" x="4879975" y="3336925"/>
          <p14:tracePt t="15767" x="4832350" y="3322638"/>
          <p14:tracePt t="15775" x="4783138" y="3295650"/>
          <p14:tracePt t="15783" x="4733925" y="3260725"/>
          <p14:tracePt t="15791" x="4679950" y="3219450"/>
          <p14:tracePt t="15799" x="4630738" y="3190875"/>
          <p14:tracePt t="15807" x="4560888" y="3163888"/>
          <p14:tracePt t="15815" x="4533900" y="3149600"/>
          <p14:tracePt t="15823" x="4492625" y="3143250"/>
          <p14:tracePt t="15830" x="4451350" y="3122613"/>
          <p14:tracePt t="15839" x="4430713" y="3114675"/>
          <p14:tracePt t="15847" x="4387850" y="3101975"/>
          <p14:tracePt t="15855" x="4346575" y="3087688"/>
          <p14:tracePt t="15863" x="4325938" y="3081338"/>
          <p14:tracePt t="15871" x="4278313" y="3059113"/>
          <p14:tracePt t="15881" x="4243388" y="3046413"/>
          <p14:tracePt t="15887" x="4208463" y="3017838"/>
          <p14:tracePt t="15895" x="4173538" y="3011488"/>
          <p14:tracePt t="15903" x="4125913" y="2990850"/>
          <p14:tracePt t="15911" x="4070350" y="2982913"/>
          <p14:tracePt t="15919" x="4021138" y="2962275"/>
          <p14:tracePt t="15927" x="3973513" y="2955925"/>
          <p14:tracePt t="15935" x="3924300" y="2941638"/>
          <p14:tracePt t="15943" x="3876675" y="2921000"/>
          <p14:tracePt t="15951" x="3827463" y="2914650"/>
          <p14:tracePt t="15959" x="3771900" y="2894013"/>
          <p14:tracePt t="15967" x="3730625" y="2886075"/>
          <p14:tracePt t="15975" x="3689350" y="2879725"/>
          <p14:tracePt t="15983" x="3648075" y="2859088"/>
          <p14:tracePt t="15991" x="3619500" y="2859088"/>
          <p14:tracePt t="15999" x="3598863" y="2852738"/>
          <p14:tracePt t="16007" x="3592513" y="2852738"/>
          <p14:tracePt t="16015" x="3578225" y="2852738"/>
          <p14:tracePt t="16023" x="3571875" y="2852738"/>
          <p14:tracePt t="16031" x="3557588" y="2852738"/>
          <p14:tracePt t="16039" x="3551238" y="2852738"/>
          <p14:tracePt t="16047" x="3543300" y="2852738"/>
          <p14:tracePt t="16055" x="3530600" y="2852738"/>
          <p14:tracePt t="16063" x="3522663" y="2852738"/>
          <p14:tracePt t="16071" x="3516313" y="2852738"/>
          <p14:tracePt t="16079" x="3509963" y="2852738"/>
          <p14:tracePt t="16087" x="3489325" y="2852738"/>
          <p14:tracePt t="16094" x="3475038" y="2859088"/>
          <p14:tracePt t="16103" x="3446463" y="2865438"/>
          <p14:tracePt t="16111" x="3440113" y="2865438"/>
          <p14:tracePt t="16119" x="3425825" y="2865438"/>
          <p14:tracePt t="16127" x="3413125" y="2865438"/>
          <p14:tracePt t="16135" x="3405188" y="2879725"/>
          <p14:tracePt t="17399" x="3398838" y="2879725"/>
          <p14:tracePt t="17415" x="3405188" y="2900363"/>
          <p14:tracePt t="17423" x="3419475" y="2900363"/>
          <p14:tracePt t="17431" x="3440113" y="2900363"/>
          <p14:tracePt t="17439" x="3454400" y="2906713"/>
          <p14:tracePt t="17447" x="3481388" y="2906713"/>
          <p14:tracePt t="17455" x="3502025" y="2906713"/>
          <p14:tracePt t="17463" x="3530600" y="2906713"/>
          <p14:tracePt t="17471" x="3557588" y="2914650"/>
          <p14:tracePt t="17479" x="3586163" y="2914650"/>
          <p14:tracePt t="17487" x="3613150" y="2914650"/>
          <p14:tracePt t="17495" x="3648075" y="2914650"/>
          <p14:tracePt t="17503" x="3675063" y="2914650"/>
          <p14:tracePt t="17511" x="3695700" y="2914650"/>
          <p14:tracePt t="17519" x="3709988" y="2914650"/>
          <p14:tracePt t="17527" x="3738563" y="2914650"/>
          <p14:tracePt t="17535" x="3759200" y="2914650"/>
          <p14:tracePt t="17543" x="3765550" y="2914650"/>
          <p14:tracePt t="17551" x="3786188" y="2914650"/>
          <p14:tracePt t="17559" x="3806825" y="2914650"/>
          <p14:tracePt t="17567" x="3827463" y="2914650"/>
          <p14:tracePt t="17575" x="3856038" y="2914650"/>
          <p14:tracePt t="17583" x="3883025" y="2914650"/>
          <p14:tracePt t="17591" x="3924300" y="2928938"/>
          <p14:tracePt t="17599" x="3952875" y="2928938"/>
          <p14:tracePt t="17606" x="4000500" y="2928938"/>
          <p14:tracePt t="17614" x="4049713" y="2928938"/>
          <p14:tracePt t="17623" x="4090988" y="2928938"/>
          <p14:tracePt t="17631" x="4117975" y="2928938"/>
          <p14:tracePt t="17638" x="4160838" y="2928938"/>
          <p14:tracePt t="17646" x="4208463" y="2928938"/>
          <p14:tracePt t="17655" x="4243388" y="2928938"/>
          <p14:tracePt t="17663" x="4278313" y="2928938"/>
          <p14:tracePt t="17671" x="4311650" y="2928938"/>
          <p14:tracePt t="17679" x="4340225" y="2928938"/>
          <p14:tracePt t="17687" x="4375150" y="2928938"/>
          <p14:tracePt t="17694" x="4402138" y="2928938"/>
          <p14:tracePt t="17703" x="4430713" y="2928938"/>
          <p14:tracePt t="17710" x="4464050" y="2928938"/>
          <p14:tracePt t="17719" x="4484688" y="2928938"/>
          <p14:tracePt t="17727" x="4513263" y="2928938"/>
          <p14:tracePt t="17742" x="4527550" y="2928938"/>
          <p14:tracePt t="17759" x="4533900" y="2928938"/>
          <p14:tracePt t="17775" x="4533900" y="2935288"/>
          <p14:tracePt t="17791" x="4533900" y="2941638"/>
          <p14:tracePt t="17799" x="4533900" y="2949575"/>
          <p14:tracePt t="17975" x="4506913" y="2949575"/>
          <p14:tracePt t="17983" x="4437063" y="2941638"/>
          <p14:tracePt t="17991" x="4381500" y="2921000"/>
          <p14:tracePt t="17999" x="4325938" y="2914650"/>
          <p14:tracePt t="18007" x="4298950" y="2914650"/>
          <p14:tracePt t="18014" x="4264025" y="2906713"/>
          <p14:tracePt t="18023" x="4243388" y="2906713"/>
          <p14:tracePt t="18030" x="4229100" y="2906713"/>
          <p14:tracePt t="18039" x="4202113" y="2906713"/>
          <p14:tracePt t="18047" x="4167188" y="2906713"/>
          <p14:tracePt t="18055" x="4125913" y="2906713"/>
          <p14:tracePt t="18063" x="4097338" y="2906713"/>
          <p14:tracePt t="18071" x="4070350" y="2906713"/>
          <p14:tracePt t="18079" x="4041775" y="2906713"/>
          <p14:tracePt t="18087" x="4008438" y="2894013"/>
          <p14:tracePt t="18095" x="3994150" y="2894013"/>
          <p14:tracePt t="18103" x="3973513" y="2894013"/>
          <p14:tracePt t="18111" x="3952875" y="2894013"/>
          <p14:tracePt t="18119" x="3932238" y="2894013"/>
          <p14:tracePt t="18127" x="3917950" y="2894013"/>
          <p14:tracePt t="18135" x="3903663" y="2894013"/>
          <p14:tracePt t="18143" x="3897313" y="2894013"/>
          <p14:tracePt t="18151" x="3890963" y="2894013"/>
          <p14:tracePt t="18159" x="3883025" y="2894013"/>
          <p14:tracePt t="18167" x="3876675" y="2894013"/>
          <p14:tracePt t="18175" x="3862388" y="2894013"/>
          <p14:tracePt t="18191" x="3856038" y="2894013"/>
          <p14:tracePt t="18431" x="3862388" y="2894013"/>
          <p14:tracePt t="18439" x="3868738" y="2894013"/>
          <p14:tracePt t="18447" x="3876675" y="2894013"/>
          <p14:tracePt t="18455" x="3890963" y="2894013"/>
          <p14:tracePt t="18487" x="3897313" y="2894013"/>
          <p14:tracePt t="18831" x="3903663" y="2894013"/>
          <p14:tracePt t="18839" x="3911600" y="2894013"/>
          <p14:tracePt t="18847" x="3917950" y="2900363"/>
          <p14:tracePt t="19695" x="3917950" y="2906713"/>
          <p14:tracePt t="19703" x="3911600" y="2914650"/>
          <p14:tracePt t="19711" x="3903663" y="2914650"/>
          <p14:tracePt t="19719" x="3897313" y="2914650"/>
          <p14:tracePt t="19727" x="3876675" y="2914650"/>
          <p14:tracePt t="19759" x="3868738" y="2914650"/>
          <p14:tracePt t="19775" x="3856038" y="2921000"/>
          <p14:tracePt t="19791" x="3848100" y="2921000"/>
          <p14:tracePt t="19799" x="3841750" y="2928938"/>
          <p14:tracePt t="19807" x="3827463" y="2935288"/>
          <p14:tracePt t="19814" x="3814763" y="2935288"/>
          <p14:tracePt t="19823" x="3800475" y="2941638"/>
          <p14:tracePt t="19831" x="3792538" y="2941638"/>
          <p14:tracePt t="19839" x="3779838" y="2941638"/>
          <p14:tracePt t="19847" x="3765550" y="2941638"/>
          <p14:tracePt t="19863" x="3759200" y="2941638"/>
          <p14:tracePt t="19871" x="3751263" y="2941638"/>
          <p14:tracePt t="19897" x="3738563" y="2941638"/>
          <p14:tracePt t="19903" x="3724275" y="2941638"/>
          <p14:tracePt t="19919" x="3716338" y="2941638"/>
          <p14:tracePt t="19927" x="3709988" y="2949575"/>
          <p14:tracePt t="19935" x="3703638" y="2949575"/>
          <p14:tracePt t="20095" x="3689350" y="2949575"/>
          <p14:tracePt t="20103" x="3668713" y="2949575"/>
          <p14:tracePt t="20111" x="3654425" y="2949575"/>
          <p14:tracePt t="20119" x="3648075" y="2949575"/>
          <p14:tracePt t="20126" x="3641725" y="2949575"/>
          <p14:tracePt t="20135" x="3627438" y="2949575"/>
          <p14:tracePt t="20143" x="3619500" y="2949575"/>
          <p14:tracePt t="20151" x="3606800" y="2949575"/>
          <p14:tracePt t="20159" x="3598863" y="2949575"/>
          <p14:tracePt t="20167" x="3586163" y="2955925"/>
          <p14:tracePt t="20183" x="3565525" y="2962275"/>
          <p14:tracePt t="20191" x="3551238" y="2962275"/>
          <p14:tracePt t="20199" x="3522663" y="2962275"/>
          <p14:tracePt t="20207" x="3495675" y="2962275"/>
          <p14:tracePt t="20215" x="3468688" y="2962275"/>
          <p14:tracePt t="20223" x="3446463" y="2970213"/>
          <p14:tracePt t="20230" x="3425825" y="2976563"/>
          <p14:tracePt t="20239" x="3419475" y="2976563"/>
          <p14:tracePt t="20247" x="3405188" y="2976563"/>
          <p14:tracePt t="20255" x="3398838" y="2982913"/>
          <p14:tracePt t="20263" x="3392488" y="2982913"/>
          <p14:tracePt t="20271" x="3384550" y="2982913"/>
          <p14:tracePt t="20279" x="3378200" y="2982913"/>
          <p14:tracePt t="20287" x="3370263" y="2982913"/>
          <p14:tracePt t="20295" x="3357563" y="2982913"/>
          <p14:tracePt t="20303" x="3349625" y="2990850"/>
          <p14:tracePt t="20319" x="3328988" y="2997200"/>
          <p14:tracePt t="20327" x="3322638" y="3005138"/>
          <p14:tracePt t="20334" x="3308350" y="3005138"/>
          <p14:tracePt t="20343" x="3308350" y="3011488"/>
          <p14:tracePt t="20351" x="3295650" y="3017838"/>
          <p14:tracePt t="20359" x="3287713" y="3025775"/>
          <p14:tracePt t="20367" x="3267075" y="3038475"/>
          <p14:tracePt t="20375" x="3260725" y="3052763"/>
          <p14:tracePt t="20383" x="3232150" y="3081338"/>
          <p14:tracePt t="20391" x="3225800" y="3094038"/>
          <p14:tracePt t="20399" x="3205163" y="3122613"/>
          <p14:tracePt t="20407" x="3205163" y="3128963"/>
          <p14:tracePt t="20414" x="3197225" y="3149600"/>
          <p14:tracePt t="20423" x="3190875" y="3155950"/>
          <p14:tracePt t="20431" x="3184525" y="3178175"/>
          <p14:tracePt t="20439" x="3184525" y="3190875"/>
          <p14:tracePt t="20447" x="3184525" y="3205163"/>
          <p14:tracePt t="20455" x="3184525" y="3211513"/>
          <p14:tracePt t="20463" x="3184525" y="3232150"/>
          <p14:tracePt t="20471" x="3184525" y="3246438"/>
          <p14:tracePt t="20479" x="3184525" y="3260725"/>
          <p14:tracePt t="20495" x="3184525" y="3275013"/>
          <p14:tracePt t="20511" x="3184525" y="3281363"/>
          <p14:tracePt t="20519" x="3190875" y="3295650"/>
          <p14:tracePt t="20527" x="3197225" y="3308350"/>
          <p14:tracePt t="20535" x="3205163" y="3316288"/>
          <p14:tracePt t="20543" x="3225800" y="3328988"/>
          <p14:tracePt t="20551" x="3246438" y="3336925"/>
          <p14:tracePt t="20559" x="3287713" y="3357563"/>
          <p14:tracePt t="20567" x="3328988" y="3371850"/>
          <p14:tracePt t="20575" x="3357563" y="3392488"/>
          <p14:tracePt t="20583" x="3398838" y="3398838"/>
          <p14:tracePt t="20591" x="3425825" y="3405188"/>
          <p14:tracePt t="20599" x="3454400" y="3405188"/>
          <p14:tracePt t="20607" x="3475038" y="3405188"/>
          <p14:tracePt t="20614" x="3502025" y="3405188"/>
          <p14:tracePt t="20623" x="3530600" y="3405188"/>
          <p14:tracePt t="20630" x="3565525" y="3405188"/>
          <p14:tracePt t="20639" x="3592513" y="3405188"/>
          <p14:tracePt t="20647" x="3648075" y="3405188"/>
          <p14:tracePt t="20655" x="3683000" y="3405188"/>
          <p14:tracePt t="20663" x="3738563" y="3405188"/>
          <p14:tracePt t="20671" x="3800475" y="3405188"/>
          <p14:tracePt t="20679" x="3868738" y="3405188"/>
          <p14:tracePt t="20687" x="3932238" y="3405188"/>
          <p14:tracePt t="20695" x="4008438" y="3405188"/>
          <p14:tracePt t="20703" x="4070350" y="3405188"/>
          <p14:tracePt t="20711" x="4146550" y="3405188"/>
          <p14:tracePt t="20719" x="4202113" y="3405188"/>
          <p14:tracePt t="20727" x="4264025" y="3405188"/>
          <p14:tracePt t="20735" x="4325938" y="3405188"/>
          <p14:tracePt t="20743" x="4395788" y="3405188"/>
          <p14:tracePt t="20751" x="4457700" y="3405188"/>
          <p14:tracePt t="20759" x="4533900" y="3405188"/>
          <p14:tracePt t="20767" x="4616450" y="3405188"/>
          <p14:tracePt t="20774" x="4700588" y="3405188"/>
          <p14:tracePt t="20783" x="4776788" y="3405188"/>
          <p14:tracePt t="20791" x="4852988" y="3405188"/>
          <p14:tracePt t="20799" x="4935538" y="3405188"/>
          <p14:tracePt t="20807" x="5026025" y="3405188"/>
          <p14:tracePt t="20815" x="5108575" y="3405188"/>
          <p14:tracePt t="20823" x="5191125" y="3405188"/>
          <p14:tracePt t="20831" x="5253038" y="3405188"/>
          <p14:tracePt t="20839" x="5329238" y="3405188"/>
          <p14:tracePt t="20847" x="5405438" y="3405188"/>
          <p14:tracePt t="20855" x="5461000" y="3405188"/>
          <p14:tracePt t="20863" x="5516563" y="3405188"/>
          <p14:tracePt t="20871" x="5572125" y="3405188"/>
          <p14:tracePt t="20879" x="5607050" y="3405188"/>
          <p14:tracePt t="20887" x="5654675" y="3405188"/>
          <p14:tracePt t="20895" x="5703888" y="3405188"/>
          <p14:tracePt t="20903" x="5738813" y="3405188"/>
          <p14:tracePt t="20911" x="5773738" y="3405188"/>
          <p14:tracePt t="20919" x="5807075" y="3405188"/>
          <p14:tracePt t="20927" x="5842000" y="3405188"/>
          <p14:tracePt t="20935" x="5870575" y="3405188"/>
          <p14:tracePt t="20943" x="5897563" y="3405188"/>
          <p14:tracePt t="20951" x="5932488" y="3405188"/>
          <p14:tracePt t="20959" x="5953125" y="3405188"/>
          <p14:tracePt t="20967" x="5980113" y="3392488"/>
          <p14:tracePt t="20975" x="6000750" y="3392488"/>
          <p14:tracePt t="20983" x="6035675" y="3392488"/>
          <p14:tracePt t="20991" x="6070600" y="3384550"/>
          <p14:tracePt t="20999" x="6097588" y="3378200"/>
          <p14:tracePt t="21007" x="6126163" y="3378200"/>
          <p14:tracePt t="21014" x="6153150" y="3378200"/>
          <p14:tracePt t="21023" x="6181725" y="3378200"/>
          <p14:tracePt t="21031" x="6216650" y="3363913"/>
          <p14:tracePt t="21039" x="6243638" y="3363913"/>
          <p14:tracePt t="21046" x="6257925" y="3357563"/>
          <p14:tracePt t="21055" x="6270625" y="3357563"/>
          <p14:tracePt t="21063" x="6292850" y="3357563"/>
          <p14:tracePt t="21071" x="6299200" y="3357563"/>
          <p14:tracePt t="21079" x="6319838" y="3357563"/>
          <p14:tracePt t="21086" x="6326188" y="3351213"/>
          <p14:tracePt t="21095" x="6334125" y="3351213"/>
          <p14:tracePt t="21103" x="6346825" y="3343275"/>
          <p14:tracePt t="21111" x="6369050" y="3336925"/>
          <p14:tracePt t="21127" x="6381750" y="3328988"/>
          <p14:tracePt t="21143" x="6389688" y="3328988"/>
          <p14:tracePt t="21150" x="6396038" y="3316288"/>
          <p14:tracePt t="21199" x="6396038" y="3308350"/>
          <p14:tracePt t="21214" x="6396038" y="3302000"/>
          <p14:tracePt t="21471" x="6396038" y="3295650"/>
          <p14:tracePt t="21479" x="6410325" y="3267075"/>
          <p14:tracePt t="21487" x="6410325" y="3246438"/>
          <p14:tracePt t="21495" x="6410325" y="3232150"/>
          <p14:tracePt t="21503" x="6416675" y="3232150"/>
          <p14:tracePt t="21511" x="6416675" y="3225800"/>
          <p14:tracePt t="21743" x="6416675" y="3219450"/>
          <p14:tracePt t="21767" x="6410325" y="3219450"/>
          <p14:tracePt t="21775" x="6396038" y="3219450"/>
          <p14:tracePt t="21783" x="6381750" y="3219450"/>
          <p14:tracePt t="21791" x="6369050" y="3219450"/>
          <p14:tracePt t="21798" x="6361113" y="3219450"/>
          <p14:tracePt t="21806" x="6346825" y="3219450"/>
          <p14:tracePt t="21814" x="6326188" y="3219450"/>
          <p14:tracePt t="21823" x="6313488" y="3219450"/>
          <p14:tracePt t="21831" x="6292850" y="3219450"/>
          <p14:tracePt t="21839" x="6270625" y="3219450"/>
          <p14:tracePt t="21847" x="6257925" y="3219450"/>
          <p14:tracePt t="21855" x="6243638" y="3219450"/>
          <p14:tracePt t="21863" x="6237288" y="3219450"/>
          <p14:tracePt t="21871" x="6216650" y="3211513"/>
          <p14:tracePt t="21879" x="6194425" y="3211513"/>
          <p14:tracePt t="21898" x="6167438" y="3211513"/>
          <p14:tracePt t="21902" x="6146800" y="3211513"/>
          <p14:tracePt t="21910" x="6119813" y="3205163"/>
          <p14:tracePt t="21919" x="6084888" y="3205163"/>
          <p14:tracePt t="21927" x="6049963" y="3205163"/>
          <p14:tracePt t="21935" x="6015038" y="3205163"/>
          <p14:tracePt t="21943" x="5959475" y="3205163"/>
          <p14:tracePt t="21951" x="5924550" y="3205163"/>
          <p14:tracePt t="21958" x="5891213" y="3205163"/>
          <p14:tracePt t="21967" x="5835650" y="3190875"/>
          <p14:tracePt t="21975" x="5786438" y="3190875"/>
          <p14:tracePt t="21983" x="5751513" y="3190875"/>
          <p14:tracePt t="21991" x="5718175" y="3190875"/>
          <p14:tracePt t="21998" x="5697538" y="3190875"/>
          <p14:tracePt t="22006" x="5668963" y="3190875"/>
          <p14:tracePt t="22015" x="5648325" y="3190875"/>
          <p14:tracePt t="22023" x="5621338" y="3190875"/>
          <p14:tracePt t="22031" x="5592763" y="3190875"/>
          <p14:tracePt t="22039" x="5557838" y="3190875"/>
          <p14:tracePt t="22047" x="5502275" y="3190875"/>
          <p14:tracePt t="22055" x="5454650" y="3190875"/>
          <p14:tracePt t="22063" x="5399088" y="3190875"/>
          <p14:tracePt t="22071" x="5322888" y="3190875"/>
          <p14:tracePt t="22079" x="5281613" y="3190875"/>
          <p14:tracePt t="22087" x="5211763" y="3190875"/>
          <p14:tracePt t="22094" x="5149850" y="3190875"/>
          <p14:tracePt t="22103" x="5102225" y="3190875"/>
          <p14:tracePt t="22110" x="5059363" y="3190875"/>
          <p14:tracePt t="22119" x="5011738" y="3190875"/>
          <p14:tracePt t="22127" x="4976813" y="3190875"/>
          <p14:tracePt t="22135" x="4935538" y="3190875"/>
          <p14:tracePt t="22143" x="4906963" y="3190875"/>
          <p14:tracePt t="22151" x="4879975" y="3190875"/>
          <p14:tracePt t="22159" x="4852988" y="3190875"/>
          <p14:tracePt t="22167" x="4824413" y="3190875"/>
          <p14:tracePt t="22175" x="4789488" y="3190875"/>
          <p14:tracePt t="22183" x="4762500" y="3190875"/>
          <p14:tracePt t="22190" x="4733925" y="3190875"/>
          <p14:tracePt t="22199" x="4706938" y="3190875"/>
          <p14:tracePt t="22207" x="4679950" y="3190875"/>
          <p14:tracePt t="22214" x="4659313" y="3190875"/>
          <p14:tracePt t="22223" x="4630738" y="3190875"/>
          <p14:tracePt t="22231" x="4610100" y="3190875"/>
          <p14:tracePt t="22239" x="4589463" y="3190875"/>
          <p14:tracePt t="22246" x="4575175" y="3190875"/>
          <p14:tracePt t="22255" x="4560888" y="3190875"/>
          <p14:tracePt t="22271" x="4554538" y="3190875"/>
          <p14:tracePt t="22303" x="4554538" y="3198813"/>
          <p14:tracePt t="22543" x="4548188" y="3198813"/>
          <p14:tracePt t="22551" x="4540250" y="3190875"/>
          <p14:tracePt t="22559" x="4513263" y="3184525"/>
          <p14:tracePt t="22567" x="4471988" y="3163888"/>
          <p14:tracePt t="22575" x="4464050" y="3163888"/>
          <p14:tracePt t="22582" x="4457700" y="3163888"/>
          <p14:tracePt t="22591" x="4451350" y="3155950"/>
          <p14:tracePt t="22598" x="4430713" y="3155950"/>
          <p14:tracePt t="22607" x="4416425" y="3155950"/>
          <p14:tracePt t="22614" x="4402138" y="3155950"/>
          <p14:tracePt t="22631" x="4387850" y="3155950"/>
          <p14:tracePt t="22639" x="4381500" y="3155950"/>
          <p14:tracePt t="22655" x="4375150" y="3155950"/>
          <p14:tracePt t="22663" x="4367213" y="3155950"/>
          <p14:tracePt t="22671" x="4360863" y="3155950"/>
          <p14:tracePt t="22679" x="4354513" y="3155950"/>
          <p14:tracePt t="22687" x="4333875" y="3155950"/>
          <p14:tracePt t="22695" x="4319588" y="3155950"/>
          <p14:tracePt t="22703" x="4311650" y="3155950"/>
          <p14:tracePt t="22711" x="4291013" y="3155950"/>
          <p14:tracePt t="22719" x="4270375" y="3155950"/>
          <p14:tracePt t="22727" x="4249738" y="3155950"/>
          <p14:tracePt t="22735" x="4229100" y="3155950"/>
          <p14:tracePt t="22743" x="4202113" y="3155950"/>
          <p14:tracePt t="22751" x="4173538" y="3155950"/>
          <p14:tracePt t="22759" x="4146550" y="3155950"/>
          <p14:tracePt t="22767" x="4125913" y="3155950"/>
          <p14:tracePt t="22775" x="4097338" y="3155950"/>
          <p14:tracePt t="22782" x="4070350" y="3155950"/>
          <p14:tracePt t="22790" x="4021138" y="3155950"/>
          <p14:tracePt t="22799" x="3965575" y="3155950"/>
          <p14:tracePt t="22807" x="3917950" y="3163888"/>
          <p14:tracePt t="22814" x="3856038" y="3163888"/>
          <p14:tracePt t="22823" x="3800475" y="3170238"/>
          <p14:tracePt t="22831" x="3744913" y="3178175"/>
          <p14:tracePt t="22838" x="3675063" y="3178175"/>
          <p14:tracePt t="22847" x="3613150" y="3178175"/>
          <p14:tracePt t="22855" x="3551238" y="3178175"/>
          <p14:tracePt t="22863" x="3502025" y="3178175"/>
          <p14:tracePt t="22871" x="3454400" y="3178175"/>
          <p14:tracePt t="22880" x="3413125" y="3178175"/>
          <p14:tracePt t="22887" x="3363913" y="3178175"/>
          <p14:tracePt t="22898" x="3316288" y="3178175"/>
          <p14:tracePt t="22902" x="3287713" y="3178175"/>
          <p14:tracePt t="22910" x="3252788" y="3178175"/>
          <p14:tracePt t="22919" x="3219450" y="3178175"/>
          <p14:tracePt t="22927" x="3190875" y="3178175"/>
          <p14:tracePt t="22935" x="3155950" y="3178175"/>
          <p14:tracePt t="22943" x="3128963" y="3178175"/>
          <p14:tracePt t="22951" x="3100388" y="3178175"/>
          <p14:tracePt t="22959" x="3059113" y="3178175"/>
          <p14:tracePt t="22967" x="3003550" y="3178175"/>
          <p14:tracePt t="22975" x="2970213" y="3178175"/>
          <p14:tracePt t="22982" x="2927350" y="3178175"/>
          <p14:tracePt t="22991" x="2873375" y="3178175"/>
          <p14:tracePt t="22998" x="2838450" y="3178175"/>
          <p14:tracePt t="23007" x="2817813" y="3178175"/>
          <p14:tracePt t="23015" x="2789238" y="3178175"/>
          <p14:tracePt t="23023" x="2768600" y="3178175"/>
          <p14:tracePt t="23031" x="2762250" y="3190875"/>
          <p14:tracePt t="23039" x="2741613" y="3190875"/>
          <p14:tracePt t="23047" x="2733675" y="3190875"/>
          <p14:tracePt t="23055" x="2727325" y="3198813"/>
          <p14:tracePt t="23103" x="2727325" y="3205163"/>
          <p14:tracePt t="23110" x="2727325" y="3211513"/>
          <p14:tracePt t="23119" x="2727325" y="3219450"/>
          <p14:tracePt t="23127" x="2733675" y="3232150"/>
          <p14:tracePt t="23135" x="2741613" y="3240088"/>
          <p14:tracePt t="23159" x="2747963" y="3254375"/>
          <p14:tracePt t="23167" x="2754313" y="3260725"/>
          <p14:tracePt t="23175" x="2762250" y="3281363"/>
          <p14:tracePt t="23183" x="2768600" y="3287713"/>
          <p14:tracePt t="23199" x="2768600" y="3302000"/>
          <p14:tracePt t="23214" x="2768600" y="3316288"/>
          <p14:tracePt t="23223" x="2768600" y="3322638"/>
          <p14:tracePt t="23231" x="2768600" y="3343275"/>
          <p14:tracePt t="23239" x="2768600" y="3357563"/>
          <p14:tracePt t="23247" x="2782888" y="3363913"/>
          <p14:tracePt t="23255" x="2789238" y="3378200"/>
          <p14:tracePt t="23263" x="2797175" y="3405188"/>
          <p14:tracePt t="23271" x="2809875" y="3413125"/>
          <p14:tracePt t="23279" x="2809875" y="3427413"/>
          <p14:tracePt t="23287" x="2809875" y="3433763"/>
          <p14:tracePt t="23295" x="2817813" y="3448050"/>
          <p14:tracePt t="23303" x="2824163" y="3454400"/>
          <p14:tracePt t="23319" x="2830513" y="3468688"/>
          <p14:tracePt t="23327" x="2838450" y="3481388"/>
          <p14:tracePt t="23343" x="2844800" y="3495675"/>
          <p14:tracePt t="23351" x="2844800" y="3503613"/>
          <p14:tracePt t="23359" x="2851150" y="3509963"/>
          <p14:tracePt t="23367" x="2859088" y="3524250"/>
          <p14:tracePt t="23382" x="2865438" y="3530600"/>
          <p14:tracePt t="23391" x="2865438" y="3544888"/>
          <p14:tracePt t="23415" x="2873375" y="3551238"/>
          <p14:tracePt t="23423" x="2879725" y="3557588"/>
          <p14:tracePt t="23431" x="2886075" y="3565525"/>
          <p14:tracePt t="23455" x="2894013" y="3571875"/>
          <p14:tracePt t="23471" x="2900363" y="3571875"/>
          <p14:tracePt t="23479" x="2906713" y="3571875"/>
          <p14:tracePt t="23487" x="2914650" y="3571875"/>
          <p14:tracePt t="23503" x="2927350" y="3586163"/>
          <p14:tracePt t="23510" x="2935288" y="3586163"/>
          <p14:tracePt t="23519" x="2941638" y="3586163"/>
          <p14:tracePt t="23526" x="2949575" y="3586163"/>
          <p14:tracePt t="23535" x="2962275" y="3586163"/>
          <p14:tracePt t="23567" x="2970213" y="3586163"/>
          <p14:tracePt t="23582" x="2976563" y="3586163"/>
          <p14:tracePt t="23607" x="2982913" y="3586163"/>
          <p14:tracePt t="23614" x="2990850" y="3586163"/>
          <p14:tracePt t="23623" x="3003550" y="3586163"/>
          <p14:tracePt t="23631" x="3011488" y="3586163"/>
          <p14:tracePt t="23639" x="3017838" y="3586163"/>
          <p14:tracePt t="23646" x="3024188" y="3586163"/>
          <p14:tracePt t="23655" x="3046413" y="3586163"/>
          <p14:tracePt t="23663" x="3052763" y="3586163"/>
          <p14:tracePt t="23671" x="3067050" y="3586163"/>
          <p14:tracePt t="23679" x="3073400" y="3586163"/>
          <p14:tracePt t="23687" x="3087688" y="3586163"/>
          <p14:tracePt t="23695" x="3094038" y="3586163"/>
          <p14:tracePt t="23703" x="3100388" y="3586163"/>
          <p14:tracePt t="23719" x="3108325" y="3586163"/>
          <p14:tracePt t="23727" x="3114675" y="3578225"/>
          <p14:tracePt t="23751" x="3122613" y="3578225"/>
          <p14:tracePt t="23775" x="3135313" y="3565525"/>
          <p14:tracePt t="23799" x="3143250" y="3565525"/>
          <p14:tracePt t="23815" x="3143250" y="3557588"/>
          <p14:tracePt t="23839" x="3149600" y="3551238"/>
          <p14:tracePt t="23863" x="3149600" y="3544888"/>
          <p14:tracePt t="23887" x="3149600" y="3536950"/>
          <p14:tracePt t="23911" x="3155950" y="3536950"/>
          <p14:tracePt t="23919" x="3155950" y="3530600"/>
          <p14:tracePt t="23943" x="3163888" y="3524250"/>
          <p14:tracePt t="23975" x="3163888" y="3516313"/>
          <p14:tracePt t="23991" x="3163888" y="3509963"/>
          <p14:tracePt t="24015" x="3163888" y="3503613"/>
          <p14:tracePt t="24039" x="3163888" y="3495675"/>
          <p14:tracePt t="24055" x="3170238" y="3489325"/>
          <p14:tracePt t="24071" x="3170238" y="3481388"/>
          <p14:tracePt t="24087" x="3170238" y="3475038"/>
          <p14:tracePt t="24103" x="3170238" y="3468688"/>
          <p14:tracePt t="24127" x="3170238" y="3460750"/>
          <p14:tracePt t="24143" x="3170238" y="3454400"/>
          <p14:tracePt t="24167" x="3170238" y="3448050"/>
          <p14:tracePt t="24199" x="3170238" y="3440113"/>
          <p14:tracePt t="24231" x="3170238" y="3427413"/>
          <p14:tracePt t="24271" x="3170238" y="3419475"/>
          <p14:tracePt t="24327" x="3170238" y="3405188"/>
          <p14:tracePt t="24359" x="3170238" y="3398838"/>
          <p14:tracePt t="24391" x="3170238" y="3384550"/>
          <p14:tracePt t="24415" x="3170238" y="3378200"/>
          <p14:tracePt t="26351" x="3170238" y="3363913"/>
          <p14:tracePt t="26367" x="3170238" y="3357563"/>
          <p14:tracePt t="26399" x="3170238" y="3343275"/>
          <p14:tracePt t="26503" x="3170238" y="3351213"/>
          <p14:tracePt t="26687" x="3163888" y="3351213"/>
          <p14:tracePt t="26719" x="3149600" y="3336925"/>
          <p14:tracePt t="26727" x="3135313" y="3328988"/>
          <p14:tracePt t="26735" x="3128963" y="3316288"/>
          <p14:tracePt t="26751" x="3114675" y="3316288"/>
          <p14:tracePt t="26767" x="3114675" y="3308350"/>
          <p14:tracePt t="26775" x="3108325" y="3302000"/>
          <p14:tracePt t="26783" x="3100388" y="3295650"/>
          <p14:tracePt t="26799" x="3094038" y="3295650"/>
          <p14:tracePt t="26815" x="3087688" y="3287713"/>
          <p14:tracePt t="26863" x="3079750" y="3281363"/>
          <p14:tracePt t="26896" x="3073400" y="3281363"/>
          <p14:tracePt t="26999" x="3067050" y="3267075"/>
          <p14:tracePt t="27014" x="3059113" y="3267075"/>
          <p14:tracePt t="27055" x="3059113" y="3254375"/>
          <p14:tracePt t="27119" x="3052763" y="3254375"/>
          <p14:tracePt t="27135" x="3046413" y="3254375"/>
          <p14:tracePt t="27143" x="3032125" y="3254375"/>
          <p14:tracePt t="27159" x="3017838" y="3254375"/>
          <p14:tracePt t="27167" x="3003550" y="3254375"/>
          <p14:tracePt t="27183" x="2997200" y="3254375"/>
          <p14:tracePt t="27191" x="2990850" y="3254375"/>
          <p14:tracePt t="27199" x="2982913" y="3254375"/>
          <p14:tracePt t="27214" x="2976563" y="3254375"/>
          <p14:tracePt t="27230" x="2970213" y="3260725"/>
          <p14:tracePt t="27247" x="2962275" y="3267075"/>
          <p14:tracePt t="27263" x="2955925" y="3275013"/>
          <p14:tracePt t="27271" x="2955925" y="3287713"/>
          <p14:tracePt t="27279" x="2941638" y="3295650"/>
          <p14:tracePt t="27287" x="2941638" y="3302000"/>
          <p14:tracePt t="27295" x="2935288" y="3308350"/>
          <p14:tracePt t="27303" x="2935288" y="3322638"/>
          <p14:tracePt t="27311" x="2927350" y="3328988"/>
          <p14:tracePt t="27327" x="2921000" y="3336925"/>
          <p14:tracePt t="27335" x="2921000" y="3343275"/>
          <p14:tracePt t="27351" x="2921000" y="3351213"/>
          <p14:tracePt t="27359" x="2921000" y="3363913"/>
          <p14:tracePt t="27367" x="2921000" y="3371850"/>
          <p14:tracePt t="27375" x="2914650" y="3384550"/>
          <p14:tracePt t="27391" x="2914650" y="3398838"/>
          <p14:tracePt t="27399" x="2906713" y="3413125"/>
          <p14:tracePt t="27407" x="2900363" y="3413125"/>
          <p14:tracePt t="27414" x="2900363" y="3419475"/>
          <p14:tracePt t="27431" x="2900363" y="3427413"/>
          <p14:tracePt t="27439" x="2894013" y="3433763"/>
          <p14:tracePt t="27447" x="2894013" y="3440113"/>
          <p14:tracePt t="27455" x="2894013" y="3448050"/>
          <p14:tracePt t="27463" x="2894013" y="3454400"/>
          <p14:tracePt t="27471" x="2894013" y="3468688"/>
          <p14:tracePt t="27487" x="2894013" y="3475038"/>
          <p14:tracePt t="27495" x="2894013" y="3481388"/>
          <p14:tracePt t="27511" x="2894013" y="3489325"/>
          <p14:tracePt t="27519" x="2894013" y="3495675"/>
          <p14:tracePt t="27527" x="2894013" y="3503613"/>
          <p14:tracePt t="27543" x="2894013" y="3509963"/>
          <p14:tracePt t="27551" x="2894013" y="3516313"/>
          <p14:tracePt t="27567" x="2894013" y="3524250"/>
          <p14:tracePt t="27615" x="2894013" y="3530600"/>
          <p14:tracePt t="27631" x="2894013" y="3536950"/>
          <p14:tracePt t="27639" x="2900363" y="3536950"/>
          <p14:tracePt t="27647" x="2900363" y="3544888"/>
          <p14:tracePt t="27654" x="2906713" y="3544888"/>
          <p14:tracePt t="27663" x="2906713" y="3551238"/>
          <p14:tracePt t="27671" x="2914650" y="3551238"/>
          <p14:tracePt t="27687" x="2914650" y="3557588"/>
          <p14:tracePt t="27703" x="2927350" y="3565525"/>
          <p14:tracePt t="27735" x="2927350" y="3571875"/>
          <p14:tracePt t="27743" x="2935288" y="3571875"/>
          <p14:tracePt t="27759" x="2941638" y="3571875"/>
          <p14:tracePt t="27775" x="2955925" y="3571875"/>
          <p14:tracePt t="27791" x="2962275" y="3571875"/>
          <p14:tracePt t="27799" x="2970213" y="3571875"/>
          <p14:tracePt t="27807" x="2982913" y="3571875"/>
          <p14:tracePt t="27823" x="2990850" y="3571875"/>
          <p14:tracePt t="27839" x="2997200" y="3571875"/>
          <p14:tracePt t="27863" x="3003550" y="3578225"/>
          <p14:tracePt t="27870" x="3017838" y="3578225"/>
          <p14:tracePt t="27897" x="3032125" y="3578225"/>
          <p14:tracePt t="27903" x="3038475" y="3578225"/>
          <p14:tracePt t="27919" x="3052763" y="3578225"/>
          <p14:tracePt t="27928" x="3067050" y="3578225"/>
          <p14:tracePt t="27943" x="3073400" y="3578225"/>
          <p14:tracePt t="27951" x="3087688" y="3578225"/>
          <p14:tracePt t="27959" x="3094038" y="3578225"/>
          <p14:tracePt t="27967" x="3100388" y="3578225"/>
          <p14:tracePt t="27975" x="3108325" y="3578225"/>
          <p14:tracePt t="27991" x="3114675" y="3578225"/>
          <p14:tracePt t="27999" x="3122613" y="3578225"/>
          <p14:tracePt t="28007" x="3128963" y="3578225"/>
          <p14:tracePt t="28031" x="3135313" y="3578225"/>
          <p14:tracePt t="28039" x="3143250" y="3578225"/>
          <p14:tracePt t="28055" x="3149600" y="3578225"/>
          <p14:tracePt t="28063" x="3155950" y="3571875"/>
          <p14:tracePt t="28079" x="3170238" y="3565525"/>
          <p14:tracePt t="28095" x="3176588" y="3565525"/>
          <p14:tracePt t="28103" x="3176588" y="3557588"/>
          <p14:tracePt t="28119" x="3184525" y="3557588"/>
          <p14:tracePt t="28127" x="3184525" y="3551238"/>
          <p14:tracePt t="28135" x="3190875" y="3544888"/>
          <p14:tracePt t="28142" x="3197225" y="3544888"/>
          <p14:tracePt t="28159" x="3197225" y="3536950"/>
          <p14:tracePt t="28167" x="3205163" y="3536950"/>
          <p14:tracePt t="28175" x="3205163" y="3530600"/>
          <p14:tracePt t="28182" x="3211513" y="3530600"/>
          <p14:tracePt t="28191" x="3219450" y="3524250"/>
          <p14:tracePt t="28207" x="3219450" y="3516313"/>
          <p14:tracePt t="28214" x="3225800" y="3516313"/>
          <p14:tracePt t="28223" x="3232150" y="3509963"/>
          <p14:tracePt t="28247" x="3240088" y="3503613"/>
          <p14:tracePt t="28255" x="3240088" y="3489325"/>
          <p14:tracePt t="28279" x="3246438" y="3481388"/>
          <p14:tracePt t="28286" x="3246438" y="3475038"/>
          <p14:tracePt t="28295" x="3246438" y="3460750"/>
          <p14:tracePt t="28311" x="3252788" y="3454400"/>
          <p14:tracePt t="28327" x="3252788" y="3440113"/>
          <p14:tracePt t="28351" x="3260725" y="3433763"/>
          <p14:tracePt t="28359" x="3260725" y="3427413"/>
          <p14:tracePt t="28367" x="3260725" y="3419475"/>
          <p14:tracePt t="28383" x="3260725" y="3413125"/>
          <p14:tracePt t="28407" x="3260725" y="3405188"/>
          <p14:tracePt t="28431" x="3260725" y="3398838"/>
          <p14:tracePt t="28447" x="3260725" y="3392488"/>
          <p14:tracePt t="28463" x="3260725" y="3384550"/>
          <p14:tracePt t="28495" x="3260725" y="3378200"/>
          <p14:tracePt t="28511" x="3260725" y="3371850"/>
          <p14:tracePt t="28519" x="3260725" y="3363913"/>
          <p14:tracePt t="28543" x="3260725" y="3357563"/>
          <p14:tracePt t="28551" x="3260725" y="3351213"/>
          <p14:tracePt t="28559" x="3252788" y="3343275"/>
          <p14:tracePt t="28582" x="3252788" y="3336925"/>
          <p14:tracePt t="28607" x="3252788" y="3328988"/>
          <p14:tracePt t="28631" x="3252788" y="3322638"/>
          <p14:tracePt t="28639" x="3252788" y="3316288"/>
          <p14:tracePt t="28655" x="3246438" y="3302000"/>
          <p14:tracePt t="28679" x="3246438" y="3295650"/>
          <p14:tracePt t="28687" x="3246438" y="3281363"/>
          <p14:tracePt t="28695" x="3240088" y="3267075"/>
          <p14:tracePt t="28711" x="3240088" y="3260725"/>
          <p14:tracePt t="28719" x="3240088" y="3254375"/>
          <p14:tracePt t="28727" x="3232150" y="3254375"/>
          <p14:tracePt t="28743" x="3232150" y="3246438"/>
          <p14:tracePt t="28751" x="3232150" y="3240088"/>
          <p14:tracePt t="33319" x="3232150" y="3225800"/>
          <p14:tracePt t="33399" x="3232150" y="3219450"/>
          <p14:tracePt t="33487" x="3232150" y="3211513"/>
          <p14:tracePt t="35047" x="3232150" y="3205163"/>
          <p14:tracePt t="35055" x="3232150" y="3190875"/>
          <p14:tracePt t="35095" x="3232150" y="3184525"/>
          <p14:tracePt t="35119" x="3232150" y="3178175"/>
          <p14:tracePt t="35135" x="3225800" y="3178175"/>
          <p14:tracePt t="35143" x="3219450" y="3170238"/>
          <p14:tracePt t="35151" x="3219450" y="3163888"/>
          <p14:tracePt t="35175" x="3211513" y="3163888"/>
          <p14:tracePt t="35183" x="3211513" y="3155950"/>
          <p14:tracePt t="35199" x="3205163" y="3155950"/>
          <p14:tracePt t="35207" x="3197225" y="3155950"/>
          <p14:tracePt t="35215" x="3190875" y="3155950"/>
          <p14:tracePt t="35223" x="3176588" y="3155950"/>
          <p14:tracePt t="35247" x="3170238" y="3155950"/>
          <p14:tracePt t="35254" x="3149600" y="3149600"/>
          <p14:tracePt t="35271" x="3143250" y="3149600"/>
          <p14:tracePt t="35279" x="3128963" y="3149600"/>
          <p14:tracePt t="35287" x="3122613" y="3149600"/>
          <p14:tracePt t="35295" x="3114675" y="3149600"/>
          <p14:tracePt t="35303" x="3100388" y="3149600"/>
          <p14:tracePt t="35311" x="3087688" y="3149600"/>
          <p14:tracePt t="35327" x="3079750" y="3149600"/>
          <p14:tracePt t="35335" x="3059113" y="3149600"/>
          <p14:tracePt t="35343" x="3052763" y="3149600"/>
          <p14:tracePt t="35351" x="3046413" y="3149600"/>
          <p14:tracePt t="35359" x="3038475" y="3149600"/>
          <p14:tracePt t="35367" x="3032125" y="3149600"/>
          <p14:tracePt t="35375" x="3017838" y="3149600"/>
          <p14:tracePt t="35391" x="3011488" y="3149600"/>
          <p14:tracePt t="35399" x="3003550" y="3149600"/>
          <p14:tracePt t="35407" x="2990850" y="3149600"/>
          <p14:tracePt t="35423" x="2982913" y="3155950"/>
          <p14:tracePt t="35431" x="2976563" y="3155950"/>
          <p14:tracePt t="35439" x="2970213" y="3163888"/>
          <p14:tracePt t="35446" x="2970213" y="3170238"/>
          <p14:tracePt t="35455" x="2962275" y="3178175"/>
          <p14:tracePt t="35479" x="2955925" y="3184525"/>
          <p14:tracePt t="35503" x="2949575" y="3198813"/>
          <p14:tracePt t="35519" x="2941638" y="3211513"/>
          <p14:tracePt t="35535" x="2941638" y="3219450"/>
          <p14:tracePt t="35543" x="2941638" y="3232150"/>
          <p14:tracePt t="35551" x="2941638" y="3240088"/>
          <p14:tracePt t="35567" x="2941638" y="3246438"/>
          <p14:tracePt t="35575" x="2941638" y="3254375"/>
          <p14:tracePt t="35591" x="2941638" y="3260725"/>
          <p14:tracePt t="35598" x="2941638" y="3275013"/>
          <p14:tracePt t="35606" x="2941638" y="3281363"/>
          <p14:tracePt t="35614" x="2941638" y="3295650"/>
          <p14:tracePt t="35623" x="2941638" y="3308350"/>
          <p14:tracePt t="35631" x="2941638" y="3328988"/>
          <p14:tracePt t="35639" x="2941638" y="3336925"/>
          <p14:tracePt t="35646" x="2949575" y="3357563"/>
          <p14:tracePt t="35655" x="2949575" y="3363913"/>
          <p14:tracePt t="35663" x="2955925" y="3378200"/>
          <p14:tracePt t="35671" x="2962275" y="3398838"/>
          <p14:tracePt t="35679" x="2976563" y="3405188"/>
          <p14:tracePt t="35687" x="2982913" y="3419475"/>
          <p14:tracePt t="35695" x="2997200" y="3427413"/>
          <p14:tracePt t="35703" x="3003550" y="3433763"/>
          <p14:tracePt t="35711" x="3024188" y="3448050"/>
          <p14:tracePt t="35719" x="3038475" y="3454400"/>
          <p14:tracePt t="35727" x="3052763" y="3460750"/>
          <p14:tracePt t="35735" x="3059113" y="3468688"/>
          <p14:tracePt t="35743" x="3079750" y="3475038"/>
          <p14:tracePt t="35751" x="3100388" y="3481388"/>
          <p14:tracePt t="35759" x="3108325" y="3489325"/>
          <p14:tracePt t="35775" x="3122613" y="3489325"/>
          <p14:tracePt t="35782" x="3128963" y="3489325"/>
          <p14:tracePt t="35791" x="3135313" y="3489325"/>
          <p14:tracePt t="35839" x="3143250" y="3489325"/>
          <p14:tracePt t="35879" x="3149600" y="3489325"/>
          <p14:tracePt t="35895" x="3163888" y="3489325"/>
          <p14:tracePt t="35903" x="3170238" y="3489325"/>
          <p14:tracePt t="35910" x="3176588" y="3489325"/>
          <p14:tracePt t="36111" x="3176588" y="3481388"/>
          <p14:tracePt t="36127" x="3176588" y="3475038"/>
          <p14:tracePt t="36239" x="3176588" y="3468688"/>
          <p14:tracePt t="36567" x="3176588" y="3460750"/>
          <p14:tracePt t="36575" x="3176588" y="3440113"/>
          <p14:tracePt t="36751" x="3170238" y="3440113"/>
          <p14:tracePt t="36759" x="3163888" y="3440113"/>
          <p14:tracePt t="36767" x="3155950" y="3440113"/>
          <p14:tracePt t="36775" x="3143250" y="3448050"/>
          <p14:tracePt t="36791" x="3135313" y="3454400"/>
          <p14:tracePt t="37583" x="3135313" y="3460750"/>
          <p14:tracePt t="37703" x="3143250" y="3468688"/>
          <p14:tracePt t="38255" x="3149600" y="3468688"/>
          <p14:tracePt t="38263" x="3155950" y="3468688"/>
          <p14:tracePt t="40751" x="3170238" y="3468688"/>
          <p14:tracePt t="40759" x="3184525" y="3475038"/>
          <p14:tracePt t="40767" x="3190875" y="3475038"/>
          <p14:tracePt t="40783" x="3205163" y="3475038"/>
          <p14:tracePt t="40791" x="3211513" y="3475038"/>
          <p14:tracePt t="40807" x="3219450" y="3481388"/>
          <p14:tracePt t="40815" x="3232150" y="3481388"/>
          <p14:tracePt t="40831" x="3246438" y="3481388"/>
          <p14:tracePt t="40846" x="3252788" y="3489325"/>
          <p14:tracePt t="40943" x="3260725" y="3489325"/>
          <p14:tracePt t="40951" x="3260725" y="3481388"/>
          <p14:tracePt t="40959" x="3267075" y="3475038"/>
          <p14:tracePt t="40975" x="3273425" y="3460750"/>
          <p14:tracePt t="40982" x="3281363" y="3454400"/>
          <p14:tracePt t="40998" x="3281363" y="3448050"/>
          <p14:tracePt t="41087" x="3281363" y="3440113"/>
          <p14:tracePt t="41095" x="3281363" y="3433763"/>
          <p14:tracePt t="41103" x="3273425" y="3413125"/>
          <p14:tracePt t="41119" x="3260725" y="3398838"/>
          <p14:tracePt t="41127" x="3252788" y="3384550"/>
          <p14:tracePt t="41135" x="3246438" y="3378200"/>
          <p14:tracePt t="41143" x="3225800" y="3357563"/>
          <p14:tracePt t="41151" x="3225800" y="3351213"/>
          <p14:tracePt t="41159" x="3211513" y="3343275"/>
          <p14:tracePt t="41167" x="3205163" y="3328988"/>
          <p14:tracePt t="41175" x="3197225" y="3322638"/>
          <p14:tracePt t="41183" x="3184525" y="3302000"/>
          <p14:tracePt t="41191" x="3184525" y="3287713"/>
          <p14:tracePt t="41199" x="3170238" y="3281363"/>
          <p14:tracePt t="41207" x="3170238" y="3275013"/>
          <p14:tracePt t="41214" x="3170238" y="3267075"/>
          <p14:tracePt t="41239" x="3170238" y="3260725"/>
          <p14:tracePt t="41247" x="3170238" y="3254375"/>
          <p14:tracePt t="41263" x="3170238" y="3240088"/>
          <p14:tracePt t="41271" x="3176588" y="3240088"/>
          <p14:tracePt t="41279" x="3184525" y="3232150"/>
          <p14:tracePt t="41287" x="3190875" y="3225800"/>
          <p14:tracePt t="41295" x="3211513" y="3225800"/>
          <p14:tracePt t="41303" x="3225800" y="3225800"/>
          <p14:tracePt t="41311" x="3246438" y="3225800"/>
          <p14:tracePt t="41319" x="3267075" y="3225800"/>
          <p14:tracePt t="41327" x="3287713" y="3225800"/>
          <p14:tracePt t="41334" x="3302000" y="3225800"/>
          <p14:tracePt t="41343" x="3322638" y="3225800"/>
          <p14:tracePt t="41351" x="3343275" y="3225800"/>
          <p14:tracePt t="41359" x="3349625" y="3225800"/>
          <p14:tracePt t="41367" x="3363913" y="3225800"/>
          <p14:tracePt t="41375" x="3370263" y="3225800"/>
          <p14:tracePt t="41382" x="3378200" y="3225800"/>
          <p14:tracePt t="41399" x="3392488" y="3232150"/>
          <p14:tracePt t="41431" x="3392488" y="3240088"/>
          <p14:tracePt t="41439" x="3398838" y="3240088"/>
          <p14:tracePt t="41455" x="3398838" y="3246438"/>
          <p14:tracePt t="41471" x="3398838" y="3260725"/>
          <p14:tracePt t="41487" x="3398838" y="3267075"/>
          <p14:tracePt t="41503" x="3398838" y="3281363"/>
          <p14:tracePt t="41527" x="3405188" y="3287713"/>
          <p14:tracePt t="41535" x="3413125" y="3287713"/>
          <p14:tracePt t="41743" x="3413125" y="3295650"/>
          <p14:tracePt t="41775" x="3405188" y="3295650"/>
          <p14:tracePt t="41791" x="3398838" y="3295650"/>
          <p14:tracePt t="41903" x="3392488" y="3295650"/>
          <p14:tracePt t="41919" x="3384550" y="3295650"/>
          <p14:tracePt t="41959" x="3384550" y="3287713"/>
          <p14:tracePt t="41983" x="3378200" y="3287713"/>
          <p14:tracePt t="41991" x="3363913" y="3281363"/>
          <p14:tracePt t="42007" x="3349625" y="3275013"/>
          <p14:tracePt t="42023" x="3336925" y="3267075"/>
          <p14:tracePt t="42031" x="3336925" y="3260725"/>
          <p14:tracePt t="42039" x="3328988" y="3260725"/>
          <p14:tracePt t="42047" x="3328988" y="3254375"/>
          <p14:tracePt t="42054" x="3316288" y="3254375"/>
          <p14:tracePt t="42063" x="3308350" y="3246438"/>
          <p14:tracePt t="42071" x="3302000" y="3240088"/>
          <p14:tracePt t="42079" x="3281363" y="3232150"/>
          <p14:tracePt t="42095" x="3273425" y="3232150"/>
          <p14:tracePt t="42103" x="3267075" y="3232150"/>
          <p14:tracePt t="42111" x="3260725" y="3232150"/>
          <p14:tracePt t="42119" x="3252788" y="3225800"/>
          <p14:tracePt t="42127" x="3246438" y="3225800"/>
          <p14:tracePt t="42135" x="3232150" y="3219450"/>
          <p14:tracePt t="42151" x="3225800" y="3219450"/>
          <p14:tracePt t="42159" x="3211513" y="3219450"/>
          <p14:tracePt t="42167" x="3205163" y="3211513"/>
          <p14:tracePt t="42174" x="3197225" y="3211513"/>
          <p14:tracePt t="42191" x="3190875" y="3211513"/>
          <p14:tracePt t="42207" x="3176588" y="3211513"/>
          <p14:tracePt t="42231" x="3170238" y="3211513"/>
          <p14:tracePt t="42255" x="3155950" y="3211513"/>
          <p14:tracePt t="42263" x="3149600" y="3211513"/>
          <p14:tracePt t="42271" x="3143250" y="3211513"/>
          <p14:tracePt t="42279" x="3135313" y="3211513"/>
          <p14:tracePt t="42287" x="3122613" y="3211513"/>
          <p14:tracePt t="42295" x="3114675" y="3211513"/>
          <p14:tracePt t="42303" x="3108325" y="3211513"/>
          <p14:tracePt t="42311" x="3100388" y="3211513"/>
          <p14:tracePt t="42319" x="3094038" y="3211513"/>
          <p14:tracePt t="42327" x="3087688" y="3211513"/>
          <p14:tracePt t="42351" x="3079750" y="3211513"/>
          <p14:tracePt t="42423" x="3073400" y="3211513"/>
          <p14:tracePt t="42447" x="3067050" y="3211513"/>
          <p14:tracePt t="42463" x="3067050" y="3219450"/>
          <p14:tracePt t="42479" x="3067050" y="3232150"/>
          <p14:tracePt t="42487" x="3067050" y="3240088"/>
          <p14:tracePt t="42671" x="3059113" y="3240088"/>
          <p14:tracePt t="42687" x="3046413" y="3240088"/>
          <p14:tracePt t="43127" x="3038475" y="3240088"/>
          <p14:tracePt t="43143" x="3032125" y="3240088"/>
          <p14:tracePt t="43151" x="3024188" y="3240088"/>
          <p14:tracePt t="43167" x="3011488" y="3240088"/>
          <p14:tracePt t="43175" x="2997200" y="3240088"/>
          <p14:tracePt t="43183" x="2970213" y="3240088"/>
          <p14:tracePt t="43191" x="2949575" y="3240088"/>
          <p14:tracePt t="43199" x="2921000" y="3240088"/>
          <p14:tracePt t="43207" x="2894013" y="3240088"/>
          <p14:tracePt t="43214" x="2873375" y="3240088"/>
          <p14:tracePt t="43223" x="2859088" y="3240088"/>
          <p14:tracePt t="43231" x="2851150" y="3240088"/>
          <p14:tracePt t="43239" x="2844800" y="3240088"/>
          <p14:tracePt t="43247" x="2838450" y="3240088"/>
          <p14:tracePt t="43255" x="2830513" y="3240088"/>
          <p14:tracePt t="43263" x="2824163" y="3240088"/>
          <p14:tracePt t="43279" x="2809875" y="3240088"/>
          <p14:tracePt t="43287" x="2803525" y="3240088"/>
          <p14:tracePt t="43294" x="2789238" y="3240088"/>
          <p14:tracePt t="43303" x="2774950" y="3240088"/>
          <p14:tracePt t="43311" x="2762250" y="3240088"/>
          <p14:tracePt t="43319" x="2747963" y="3240088"/>
          <p14:tracePt t="43327" x="2733675" y="3240088"/>
          <p14:tracePt t="43335" x="2713038" y="3240088"/>
          <p14:tracePt t="43343" x="2700338" y="3240088"/>
          <p14:tracePt t="43351" x="2678113" y="3240088"/>
          <p14:tracePt t="43359" x="2665413" y="3240088"/>
          <p14:tracePt t="43367" x="2657475" y="3240088"/>
          <p14:tracePt t="43375" x="2651125" y="3240088"/>
          <p14:tracePt t="43382" x="2644775" y="3240088"/>
          <p14:tracePt t="43391" x="2636838" y="3240088"/>
          <p14:tracePt t="43399" x="2630488" y="3240088"/>
          <p14:tracePt t="43414" x="2624138" y="3240088"/>
          <p14:tracePt t="45255" x="2630488" y="3240088"/>
          <p14:tracePt t="45271" x="2636838" y="3240088"/>
          <p14:tracePt t="45279" x="2651125" y="3240088"/>
          <p14:tracePt t="45295" x="2657475" y="3240088"/>
          <p14:tracePt t="45303" x="2665413" y="3240088"/>
          <p14:tracePt t="45311" x="2671763" y="3240088"/>
          <p14:tracePt t="45583" x="2678113" y="3240088"/>
          <p14:tracePt t="45591" x="2686050" y="3240088"/>
          <p14:tracePt t="45600" x="2692400" y="3240088"/>
          <p14:tracePt t="45623" x="2700338" y="3240088"/>
          <p14:tracePt t="45631" x="2706688" y="3240088"/>
          <p14:tracePt t="45639" x="2713038" y="3240088"/>
          <p14:tracePt t="45727" x="2720975" y="3240088"/>
          <p14:tracePt t="45743" x="2727325" y="3240088"/>
          <p14:tracePt t="46847" x="2713038" y="3240088"/>
          <p14:tracePt t="46863" x="2706688" y="3240088"/>
          <p14:tracePt t="46871" x="2692400" y="3240088"/>
          <p14:tracePt t="46887" x="2686050" y="3240088"/>
          <p14:tracePt t="46895" x="2678113" y="3240088"/>
          <p14:tracePt t="46903" x="2671763" y="3240088"/>
          <p14:tracePt t="46911" x="2657475" y="3232150"/>
          <p14:tracePt t="46919" x="2651125" y="3232150"/>
          <p14:tracePt t="46927" x="2644775" y="3232150"/>
          <p14:tracePt t="46943" x="2636838" y="3232150"/>
          <p14:tracePt t="47007" x="2630488" y="3232150"/>
          <p14:tracePt t="47015" x="2624138" y="3232150"/>
          <p14:tracePt t="47023" x="2609850" y="3219450"/>
          <p14:tracePt t="47031" x="2601913" y="3219450"/>
          <p14:tracePt t="47039" x="2581275" y="3219450"/>
          <p14:tracePt t="47047" x="2574925" y="3219450"/>
          <p14:tracePt t="47055" x="2560638" y="3219450"/>
          <p14:tracePt t="47063" x="2554288" y="3219450"/>
          <p14:tracePt t="47071" x="2540000" y="3219450"/>
          <p14:tracePt t="47087" x="2533650" y="3211513"/>
          <p14:tracePt t="47103" x="2527300" y="3211513"/>
          <p14:tracePt t="47119" x="2519363" y="3211513"/>
          <p14:tracePt t="47151" x="2513013" y="3211513"/>
          <p14:tracePt t="47167" x="2498725" y="3211513"/>
          <p14:tracePt t="47191" x="2478088" y="3205163"/>
          <p14:tracePt t="47207" x="2471738" y="3205163"/>
          <p14:tracePt t="47214" x="2457450" y="3198813"/>
          <p14:tracePt t="47231" x="2451100" y="3198813"/>
          <p14:tracePt t="47287" x="2443163" y="3190875"/>
          <p14:tracePt t="47295" x="2436813" y="3190875"/>
          <p14:tracePt t="47303" x="2428875" y="3190875"/>
          <p14:tracePt t="47311" x="2422525" y="3190875"/>
          <p14:tracePt t="47319" x="2416175" y="3190875"/>
          <p14:tracePt t="47327" x="2408238" y="3190875"/>
          <p14:tracePt t="47351" x="2401888" y="3190875"/>
          <p14:tracePt t="47775" x="2395538" y="3184525"/>
          <p14:tracePt t="47799" x="2381250" y="3178175"/>
          <p14:tracePt t="47839" x="2374900" y="3170238"/>
          <p14:tracePt t="47959" x="2366963" y="3163888"/>
          <p14:tracePt t="47991" x="2354263" y="3155950"/>
          <p14:tracePt t="48103" x="2354263" y="3149600"/>
          <p14:tracePt t="48367" x="2346325" y="3149600"/>
          <p14:tracePt t="48383" x="2339975" y="3149600"/>
          <p14:tracePt t="48407" x="2332038" y="3149600"/>
          <p14:tracePt t="48415" x="2325688" y="3149600"/>
          <p14:tracePt t="48423" x="2319338" y="3149600"/>
          <p14:tracePt t="48463" x="2311400" y="3149600"/>
          <p14:tracePt t="48479" x="2305050" y="3155950"/>
          <p14:tracePt t="48511" x="2298700" y="3155950"/>
          <p14:tracePt t="48519" x="2290763" y="3155950"/>
          <p14:tracePt t="48535" x="2284413" y="3155950"/>
          <p14:tracePt t="48551" x="2278063" y="3155950"/>
          <p14:tracePt t="48559" x="2278063" y="3163888"/>
          <p14:tracePt t="48575" x="2270125" y="3163888"/>
          <p14:tracePt t="48607" x="2263775" y="3163888"/>
          <p14:tracePt t="48623" x="2263775" y="3170238"/>
          <p14:tracePt t="48639" x="2255838" y="3170238"/>
          <p14:tracePt t="48655" x="2249488" y="3178175"/>
          <p14:tracePt t="48663" x="2243138" y="3178175"/>
          <p14:tracePt t="48671" x="2235200" y="3178175"/>
          <p14:tracePt t="48695" x="2235200" y="3184525"/>
          <p14:tracePt t="48703" x="2228850" y="3184525"/>
          <p14:tracePt t="48711" x="2228850" y="3190875"/>
          <p14:tracePt t="48727" x="2222500" y="3198813"/>
          <p14:tracePt t="48743" x="2214563" y="3198813"/>
          <p14:tracePt t="48751" x="2214563" y="3205163"/>
          <p14:tracePt t="48767" x="2214563" y="3211513"/>
          <p14:tracePt t="48782" x="2201863" y="3219450"/>
          <p14:tracePt t="48791" x="2201863" y="3225800"/>
          <p14:tracePt t="48823" x="2201863" y="3232150"/>
          <p14:tracePt t="48839" x="2193925" y="3246438"/>
          <p14:tracePt t="48855" x="2193925" y="3254375"/>
          <p14:tracePt t="48879" x="2193925" y="3267075"/>
          <p14:tracePt t="48895" x="2193925" y="3275013"/>
          <p14:tracePt t="48902" x="2193925" y="3287713"/>
          <p14:tracePt t="48919" x="2193925" y="3295650"/>
          <p14:tracePt t="48927" x="2193925" y="3308350"/>
          <p14:tracePt t="48943" x="2193925" y="3322638"/>
          <p14:tracePt t="48951" x="2193925" y="3328988"/>
          <p14:tracePt t="48967" x="2193925" y="3336925"/>
          <p14:tracePt t="48991" x="2193925" y="3351213"/>
          <p14:tracePt t="49015" x="2193925" y="3357563"/>
          <p14:tracePt t="49031" x="2193925" y="3371850"/>
          <p14:tracePt t="49047" x="2193925" y="3378200"/>
          <p14:tracePt t="49063" x="2193925" y="3392488"/>
          <p14:tracePt t="49071" x="2193925" y="3398838"/>
          <p14:tracePt t="49087" x="2201863" y="3413125"/>
          <p14:tracePt t="49103" x="2201863" y="3419475"/>
          <p14:tracePt t="49111" x="2208213" y="3433763"/>
          <p14:tracePt t="49119" x="2214563" y="3440113"/>
          <p14:tracePt t="49127" x="2214563" y="3448050"/>
          <p14:tracePt t="49135" x="2222500" y="3448050"/>
          <p14:tracePt t="49151" x="2228850" y="3454400"/>
          <p14:tracePt t="49167" x="2235200" y="3460750"/>
          <p14:tracePt t="49215" x="2243138" y="3460750"/>
          <p14:tracePt t="49223" x="2249488" y="3468688"/>
          <p14:tracePt t="49231" x="2255838" y="3468688"/>
          <p14:tracePt t="49239" x="2263775" y="3475038"/>
          <p14:tracePt t="49255" x="2270125" y="3481388"/>
          <p14:tracePt t="49263" x="2278063" y="3481388"/>
          <p14:tracePt t="49279" x="2284413" y="3489325"/>
          <p14:tracePt t="49287" x="2305050" y="3495675"/>
          <p14:tracePt t="49303" x="2319338" y="3503613"/>
          <p14:tracePt t="49311" x="2325688" y="3509963"/>
          <p14:tracePt t="49319" x="2332038" y="3509963"/>
          <p14:tracePt t="49327" x="2346325" y="3509963"/>
          <p14:tracePt t="49335" x="2354263" y="3509963"/>
          <p14:tracePt t="49343" x="2354263" y="3516313"/>
          <p14:tracePt t="49351" x="2360613" y="3516313"/>
          <p14:tracePt t="49359" x="2366963" y="3516313"/>
          <p14:tracePt t="49367" x="2374900" y="3516313"/>
          <p14:tracePt t="49375" x="2381250" y="3524250"/>
          <p14:tracePt t="49383" x="2387600" y="3524250"/>
          <p14:tracePt t="49391" x="2395538" y="3524250"/>
          <p14:tracePt t="49407" x="2401888" y="3524250"/>
          <p14:tracePt t="49414" x="2408238" y="3524250"/>
          <p14:tracePt t="49423" x="2416175" y="3524250"/>
          <p14:tracePt t="49431" x="2436813" y="3524250"/>
          <p14:tracePt t="49439" x="2451100" y="3524250"/>
          <p14:tracePt t="49446" x="2457450" y="3524250"/>
          <p14:tracePt t="49455" x="2463800" y="3524250"/>
          <p14:tracePt t="49471" x="2471738" y="3524250"/>
          <p14:tracePt t="49479" x="2484438" y="3524250"/>
          <p14:tracePt t="49495" x="2492375" y="3524250"/>
          <p14:tracePt t="49503" x="2505075" y="3516313"/>
          <p14:tracePt t="49527" x="2519363" y="3516313"/>
          <p14:tracePt t="49535" x="2533650" y="3509963"/>
          <p14:tracePt t="49551" x="2547938" y="3503613"/>
          <p14:tracePt t="49567" x="2554288" y="3503613"/>
          <p14:tracePt t="49575" x="2568575" y="3503613"/>
          <p14:tracePt t="49590" x="2574925" y="3503613"/>
          <p14:tracePt t="49599" x="2581275" y="3495675"/>
          <p14:tracePt t="49607" x="2589213" y="3495675"/>
          <p14:tracePt t="49614" x="2595563" y="3489325"/>
          <p14:tracePt t="49631" x="2601913" y="3481388"/>
          <p14:tracePt t="49639" x="2609850" y="3481388"/>
          <p14:tracePt t="49655" x="2616200" y="3481388"/>
          <p14:tracePt t="49663" x="2616200" y="3475038"/>
          <p14:tracePt t="49679" x="2630488" y="3468688"/>
          <p14:tracePt t="49703" x="2636838" y="3460750"/>
          <p14:tracePt t="49735" x="2644775" y="3454400"/>
          <p14:tracePt t="49751" x="2651125" y="3448050"/>
          <p14:tracePt t="49767" x="2657475" y="3440113"/>
          <p14:tracePt t="49791" x="2657475" y="3427413"/>
          <p14:tracePt t="49807" x="2657475" y="3419475"/>
          <p14:tracePt t="49814" x="2657475" y="3405188"/>
          <p14:tracePt t="49831" x="2657475" y="3398838"/>
          <p14:tracePt t="49846" x="2657475" y="3384550"/>
          <p14:tracePt t="49855" x="2657475" y="3371850"/>
          <p14:tracePt t="49863" x="2651125" y="3363913"/>
          <p14:tracePt t="49881" x="2644775" y="3336925"/>
          <p14:tracePt t="49895" x="2636838" y="3322638"/>
          <p14:tracePt t="49903" x="2630488" y="3322638"/>
          <p14:tracePt t="49911" x="2624138" y="3316288"/>
          <p14:tracePt t="49919" x="2624138" y="3308350"/>
          <p14:tracePt t="49935" x="2616200" y="3295650"/>
          <p14:tracePt t="49943" x="2609850" y="3287713"/>
          <p14:tracePt t="49959" x="2601913" y="3281363"/>
          <p14:tracePt t="49967" x="2601913" y="3267075"/>
          <p14:tracePt t="49975" x="2595563" y="3260725"/>
          <p14:tracePt t="49991" x="2581275" y="3246438"/>
          <p14:tracePt t="49998" x="2574925" y="3240088"/>
          <p14:tracePt t="50007" x="2568575" y="3232150"/>
          <p14:tracePt t="50023" x="2554288" y="3219450"/>
          <p14:tracePt t="50031" x="2547938" y="3211513"/>
          <p14:tracePt t="50039" x="2540000" y="3205163"/>
          <p14:tracePt t="50047" x="2527300" y="3190875"/>
          <p14:tracePt t="50055" x="2519363" y="3190875"/>
          <p14:tracePt t="50063" x="2513013" y="3178175"/>
          <p14:tracePt t="50071" x="2492375" y="3170238"/>
          <p14:tracePt t="50079" x="2492375" y="3163888"/>
          <p14:tracePt t="50087" x="2471738" y="3149600"/>
          <p14:tracePt t="50095" x="2463800" y="3143250"/>
          <p14:tracePt t="50103" x="2451100" y="3143250"/>
          <p14:tracePt t="50111" x="2443163" y="3128963"/>
          <p14:tracePt t="50119" x="2436813" y="3128963"/>
          <p14:tracePt t="50127" x="2422525" y="3122613"/>
          <p14:tracePt t="50143" x="2416175" y="3114675"/>
          <p14:tracePt t="50151" x="2401888" y="3108325"/>
          <p14:tracePt t="50167" x="2387600" y="3101975"/>
          <p14:tracePt t="50175" x="2381250" y="3094038"/>
          <p14:tracePt t="50182" x="2374900" y="3094038"/>
          <p14:tracePt t="50199" x="2360613" y="3094038"/>
          <p14:tracePt t="50214" x="2354263" y="3094038"/>
          <p14:tracePt t="50239" x="2346325" y="3094038"/>
          <p14:tracePt t="50246" x="2339975" y="3094038"/>
          <p14:tracePt t="50263" x="2332038" y="3094038"/>
          <p14:tracePt t="50287" x="2325688" y="3094038"/>
          <p14:tracePt t="50295" x="2319338" y="3094038"/>
          <p14:tracePt t="50303" x="2311400" y="3094038"/>
          <p14:tracePt t="50327" x="2305050" y="3094038"/>
          <p14:tracePt t="50335" x="2298700" y="3094038"/>
          <p14:tracePt t="50351" x="2284413" y="3094038"/>
          <p14:tracePt t="50367" x="2278063" y="3094038"/>
          <p14:tracePt t="50399" x="2270125" y="3094038"/>
          <p14:tracePt t="50407" x="2263775" y="3101975"/>
          <p14:tracePt t="50423" x="2255838" y="3101975"/>
          <p14:tracePt t="50430" x="2255838" y="3108325"/>
          <p14:tracePt t="50446" x="2243138" y="3114675"/>
          <p14:tracePt t="50455" x="2243138" y="3122613"/>
          <p14:tracePt t="50463" x="2235200" y="3122613"/>
          <p14:tracePt t="50479" x="2228850" y="3128963"/>
          <p14:tracePt t="50495" x="2222500" y="3128963"/>
          <p14:tracePt t="50503" x="2214563" y="3143250"/>
          <p14:tracePt t="50519" x="2208213" y="3143250"/>
          <p14:tracePt t="50527" x="2208213" y="3149600"/>
          <p14:tracePt t="50543" x="2201863" y="3163888"/>
          <p14:tracePt t="50551" x="2193925" y="3163888"/>
          <p14:tracePt t="50575" x="2187575" y="3170238"/>
          <p14:tracePt t="50590" x="2187575" y="3178175"/>
          <p14:tracePt t="50599" x="2181225" y="3184525"/>
          <p14:tracePt t="50614" x="2173288" y="3190875"/>
          <p14:tracePt t="50623" x="2166938" y="3205163"/>
          <p14:tracePt t="50646" x="2159000" y="3219450"/>
          <p14:tracePt t="50655" x="2152650" y="3219450"/>
          <p14:tracePt t="50663" x="2152650" y="3225800"/>
          <p14:tracePt t="50670" x="2146300" y="3232150"/>
          <p14:tracePt t="50679" x="2146300" y="3240088"/>
          <p14:tracePt t="50687" x="2146300" y="3246438"/>
          <p14:tracePt t="50703" x="2146300" y="3254375"/>
          <p14:tracePt t="50711" x="2132013" y="3260725"/>
          <p14:tracePt t="50719" x="2132013" y="3267075"/>
          <p14:tracePt t="50727" x="2132013" y="3275013"/>
          <p14:tracePt t="50735" x="2132013" y="3281363"/>
          <p14:tracePt t="50743" x="2132013" y="3287713"/>
          <p14:tracePt t="50750" x="2132013" y="3295650"/>
          <p14:tracePt t="50758" x="2132013" y="3302000"/>
          <p14:tracePt t="50766" x="2132013" y="3308350"/>
          <p14:tracePt t="50783" x="2132013" y="3322638"/>
          <p14:tracePt t="50791" x="2132013" y="3328988"/>
          <p14:tracePt t="50807" x="2132013" y="3343275"/>
          <p14:tracePt t="50814" x="2132013" y="3357563"/>
          <p14:tracePt t="50823" x="2132013" y="3371850"/>
          <p14:tracePt t="50831" x="2138363" y="3378200"/>
          <p14:tracePt t="50839" x="2138363" y="3384550"/>
          <p14:tracePt t="50847" x="2152650" y="3405188"/>
          <p14:tracePt t="50863" x="2173288" y="3419475"/>
          <p14:tracePt t="50870" x="2181225" y="3427413"/>
          <p14:tracePt t="50879" x="2187575" y="3433763"/>
          <p14:tracePt t="50896" x="2193925" y="3440113"/>
          <p14:tracePt t="50903" x="2193925" y="3448050"/>
          <p14:tracePt t="50910" x="2201863" y="3454400"/>
          <p14:tracePt t="50927" x="2214563" y="3460750"/>
          <p14:tracePt t="50935" x="2222500" y="3460750"/>
          <p14:tracePt t="50943" x="2243138" y="3468688"/>
          <p14:tracePt t="50951" x="2243138" y="3475038"/>
          <p14:tracePt t="50959" x="2255838" y="3475038"/>
          <p14:tracePt t="50967" x="2270125" y="3495675"/>
          <p14:tracePt t="50975" x="2284413" y="3495675"/>
          <p14:tracePt t="50982" x="2298700" y="3495675"/>
          <p14:tracePt t="50991" x="2311400" y="3495675"/>
          <p14:tracePt t="50999" x="2319338" y="3495675"/>
          <p14:tracePt t="51007" x="2346325" y="3503613"/>
          <p14:tracePt t="51015" x="2366963" y="3503613"/>
          <p14:tracePt t="51023" x="2387600" y="3503613"/>
          <p14:tracePt t="51031" x="2408238" y="3503613"/>
          <p14:tracePt t="51039" x="2428875" y="3503613"/>
          <p14:tracePt t="51047" x="2457450" y="3503613"/>
          <p14:tracePt t="51055" x="2471738" y="3503613"/>
          <p14:tracePt t="51063" x="2492375" y="3503613"/>
          <p14:tracePt t="51071" x="2498725" y="3503613"/>
          <p14:tracePt t="51079" x="2513013" y="3503613"/>
          <p14:tracePt t="51086" x="2519363" y="3503613"/>
          <p14:tracePt t="51095" x="2540000" y="3503613"/>
          <p14:tracePt t="51103" x="2547938" y="3503613"/>
          <p14:tracePt t="51111" x="2554288" y="3495675"/>
          <p14:tracePt t="51119" x="2568575" y="3489325"/>
          <p14:tracePt t="51127" x="2589213" y="3475038"/>
          <p14:tracePt t="51135" x="2595563" y="3468688"/>
          <p14:tracePt t="51143" x="2616200" y="3454400"/>
          <p14:tracePt t="51151" x="2630488" y="3448050"/>
          <p14:tracePt t="51159" x="2644775" y="3440113"/>
          <p14:tracePt t="51175" x="2651125" y="3433763"/>
          <p14:tracePt t="51183" x="2657475" y="3427413"/>
          <p14:tracePt t="51191" x="2665413" y="3419475"/>
          <p14:tracePt t="51215" x="2665413" y="3405188"/>
          <p14:tracePt t="51223" x="2665413" y="3398838"/>
          <p14:tracePt t="51231" x="2671763" y="3384550"/>
          <p14:tracePt t="51247" x="2671763" y="3378200"/>
          <p14:tracePt t="51254" x="2671763" y="3363913"/>
          <p14:tracePt t="51263" x="2671763" y="3357563"/>
          <p14:tracePt t="51295" x="2671763" y="3351213"/>
          <p14:tracePt t="51399" x="2671763" y="3343275"/>
          <p14:tracePt t="51439" x="2671763" y="3336925"/>
          <p14:tracePt t="51591" x="2665413" y="3328988"/>
          <p14:tracePt t="51607" x="2665413" y="3322638"/>
          <p14:tracePt t="51639" x="2665413" y="3316288"/>
          <p14:tracePt t="51671" x="2657475" y="3308350"/>
          <p14:tracePt t="51687" x="2657475" y="3302000"/>
          <p14:tracePt t="51695" x="2657475" y="3295650"/>
          <p14:tracePt t="51711" x="2651125" y="3287713"/>
          <p14:tracePt t="51727" x="2644775" y="3281363"/>
          <p14:tracePt t="51735" x="2636838" y="3281363"/>
          <p14:tracePt t="51743" x="2636838" y="3275013"/>
          <p14:tracePt t="51767" x="2630488" y="3267075"/>
          <p14:tracePt t="51815" x="2630488" y="3260725"/>
          <p14:tracePt t="52303" x="2630488" y="3254375"/>
          <p14:tracePt t="52327" x="2644775" y="3254375"/>
          <p14:tracePt t="52351" x="2651125" y="3254375"/>
          <p14:tracePt t="52399" x="2657475" y="3254375"/>
          <p14:tracePt t="52415" x="2665413" y="3254375"/>
          <p14:tracePt t="52430" x="2671763" y="3254375"/>
          <p14:tracePt t="52447" x="2686050" y="3254375"/>
          <p14:tracePt t="52455" x="2692400" y="3254375"/>
          <p14:tracePt t="52463" x="2713038" y="3254375"/>
          <p14:tracePt t="52471" x="2733675" y="3254375"/>
          <p14:tracePt t="52479" x="2747963" y="3254375"/>
          <p14:tracePt t="52487" x="2762250" y="3254375"/>
          <p14:tracePt t="52495" x="2782888" y="3254375"/>
          <p14:tracePt t="52503" x="2797175" y="3254375"/>
          <p14:tracePt t="52511" x="2817813" y="3254375"/>
          <p14:tracePt t="52519" x="2838450" y="3254375"/>
          <p14:tracePt t="52527" x="2859088" y="3254375"/>
          <p14:tracePt t="52535" x="2873375" y="3254375"/>
          <p14:tracePt t="52543" x="2894013" y="3254375"/>
          <p14:tracePt t="52551" x="2914650" y="3254375"/>
          <p14:tracePt t="52559" x="2941638" y="3254375"/>
          <p14:tracePt t="52567" x="2955925" y="3254375"/>
          <p14:tracePt t="52575" x="2982913" y="3254375"/>
          <p14:tracePt t="52582" x="3024188" y="3254375"/>
          <p14:tracePt t="52591" x="3059113" y="3254375"/>
          <p14:tracePt t="52599" x="3094038" y="3254375"/>
          <p14:tracePt t="52607" x="3135313" y="3254375"/>
          <p14:tracePt t="52614" x="3184525" y="3254375"/>
          <p14:tracePt t="52623" x="3219450" y="3254375"/>
          <p14:tracePt t="52631" x="3252788" y="3254375"/>
          <p14:tracePt t="52639" x="3287713" y="3254375"/>
          <p14:tracePt t="52647" x="3302000" y="3254375"/>
          <p14:tracePt t="52655" x="3322638" y="3254375"/>
          <p14:tracePt t="52663" x="3343275" y="3254375"/>
          <p14:tracePt t="52670" x="3357563" y="3254375"/>
          <p14:tracePt t="52679" x="3363913" y="3254375"/>
          <p14:tracePt t="52687" x="3378200" y="3246438"/>
          <p14:tracePt t="52695" x="3384550" y="3246438"/>
          <p14:tracePt t="52703" x="3398838" y="3246438"/>
          <p14:tracePt t="52718" x="3405188" y="3246438"/>
          <p14:tracePt t="52759" x="3405188" y="3240088"/>
          <p14:tracePt t="52775" x="3413125" y="3232150"/>
          <p14:tracePt t="52783" x="3419475" y="3232150"/>
          <p14:tracePt t="52791" x="3419475" y="3225800"/>
          <p14:tracePt t="52807" x="3425825" y="3219450"/>
          <p14:tracePt t="52823" x="3425825" y="3211513"/>
          <p14:tracePt t="52847" x="3425825" y="3205163"/>
          <p14:tracePt t="52887" x="3425825" y="3198813"/>
          <p14:tracePt t="52903" x="3425825" y="3190875"/>
          <p14:tracePt t="52935" x="3419475" y="3184525"/>
          <p14:tracePt t="52983" x="3413125" y="3184525"/>
          <p14:tracePt t="52999" x="3405188" y="3178175"/>
          <p14:tracePt t="53015" x="3398838" y="3178175"/>
          <p14:tracePt t="53031" x="3398838" y="3170238"/>
          <p14:tracePt t="53038" x="3392488" y="3170238"/>
          <p14:tracePt t="53047" x="3384550" y="3163888"/>
          <p14:tracePt t="53063" x="3378200" y="3163888"/>
          <p14:tracePt t="53071" x="3370263" y="3163888"/>
          <p14:tracePt t="53087" x="3363913" y="3163888"/>
          <p14:tracePt t="53103" x="3357563" y="3163888"/>
          <p14:tracePt t="53111" x="3349625" y="3163888"/>
          <p14:tracePt t="53119" x="3336925" y="3149600"/>
          <p14:tracePt t="53143" x="3322638" y="3149600"/>
          <p14:tracePt t="53175" x="3316288" y="3149600"/>
          <p14:tracePt t="53191" x="3295650" y="3149600"/>
          <p14:tracePt t="53199" x="3287713" y="3149600"/>
          <p14:tracePt t="53207" x="3273425" y="3149600"/>
          <p14:tracePt t="53214" x="3267075" y="3149600"/>
          <p14:tracePt t="53223" x="3246438" y="3149600"/>
          <p14:tracePt t="53231" x="3225800" y="3149600"/>
          <p14:tracePt t="53239" x="3211513" y="3149600"/>
          <p14:tracePt t="53247" x="3197225" y="3149600"/>
          <p14:tracePt t="53264" x="3176588" y="3149600"/>
          <p14:tracePt t="53280" x="3170238" y="3149600"/>
          <p14:tracePt t="53287" x="3163888" y="3149600"/>
          <p14:tracePt t="53295" x="3155950" y="3149600"/>
          <p14:tracePt t="53303" x="3143250" y="3149600"/>
          <p14:tracePt t="53311" x="3128963" y="3149600"/>
          <p14:tracePt t="53319" x="3100388" y="3149600"/>
          <p14:tracePt t="53327" x="3079750" y="3149600"/>
          <p14:tracePt t="53335" x="3059113" y="3149600"/>
          <p14:tracePt t="53343" x="3046413" y="3149600"/>
          <p14:tracePt t="53351" x="3024188" y="3149600"/>
          <p14:tracePt t="53359" x="3003550" y="3149600"/>
          <p14:tracePt t="53366" x="2982913" y="3149600"/>
          <p14:tracePt t="53375" x="2970213" y="3149600"/>
          <p14:tracePt t="53383" x="2955925" y="3155950"/>
          <p14:tracePt t="53391" x="2935288" y="3163888"/>
          <p14:tracePt t="53399" x="2914650" y="3170238"/>
          <p14:tracePt t="53407" x="2906713" y="3170238"/>
          <p14:tracePt t="53414" x="2900363" y="3178175"/>
          <p14:tracePt t="53423" x="2894013" y="3178175"/>
          <p14:tracePt t="53431" x="2886075" y="3178175"/>
          <p14:tracePt t="53439" x="2873375" y="3184525"/>
          <p14:tracePt t="53455" x="2865438" y="3190875"/>
          <p14:tracePt t="53470" x="2859088" y="3198813"/>
          <p14:tracePt t="53487" x="2851150" y="3205163"/>
          <p14:tracePt t="53503" x="2844800" y="3211513"/>
          <p14:tracePt t="53519" x="2844800" y="3219450"/>
          <p14:tracePt t="53527" x="2838450" y="3225800"/>
          <p14:tracePt t="53535" x="2838450" y="3232150"/>
          <p14:tracePt t="53543" x="2838450" y="3240088"/>
          <p14:tracePt t="53551" x="2838450" y="3246438"/>
          <p14:tracePt t="53559" x="2830513" y="3260725"/>
          <p14:tracePt t="53575" x="2830513" y="3267075"/>
          <p14:tracePt t="53582" x="2830513" y="3281363"/>
          <p14:tracePt t="53591" x="2830513" y="3287713"/>
          <p14:tracePt t="53599" x="2830513" y="3295650"/>
          <p14:tracePt t="53607" x="2830513" y="3302000"/>
          <p14:tracePt t="53614" x="2830513" y="3308350"/>
          <p14:tracePt t="53623" x="2830513" y="3328988"/>
          <p14:tracePt t="53631" x="2830513" y="3336925"/>
          <p14:tracePt t="53639" x="2830513" y="3343275"/>
          <p14:tracePt t="53647" x="2830513" y="3357563"/>
          <p14:tracePt t="53655" x="2830513" y="3371850"/>
          <p14:tracePt t="53663" x="2830513" y="3378200"/>
          <p14:tracePt t="53671" x="2838450" y="3398838"/>
          <p14:tracePt t="53679" x="2844800" y="3413125"/>
          <p14:tracePt t="53687" x="2844800" y="3427413"/>
          <p14:tracePt t="53695" x="2844800" y="3440113"/>
          <p14:tracePt t="53703" x="2851150" y="3454400"/>
          <p14:tracePt t="53711" x="2859088" y="3460750"/>
          <p14:tracePt t="53719" x="2865438" y="3475038"/>
          <p14:tracePt t="53727" x="2879725" y="3495675"/>
          <p14:tracePt t="53735" x="2879725" y="3503613"/>
          <p14:tracePt t="53743" x="2886075" y="3503613"/>
          <p14:tracePt t="53751" x="2894013" y="3509963"/>
          <p14:tracePt t="53759" x="2900363" y="3524250"/>
          <p14:tracePt t="53767" x="2914650" y="3530600"/>
          <p14:tracePt t="53775" x="2914650" y="3536950"/>
          <p14:tracePt t="53782" x="2921000" y="3536950"/>
          <p14:tracePt t="53791" x="2927350" y="3544888"/>
          <p14:tracePt t="53807" x="2935288" y="3551238"/>
          <p14:tracePt t="53823" x="2949575" y="3557588"/>
          <p14:tracePt t="53847" x="2955925" y="3565525"/>
          <p14:tracePt t="53855" x="2970213" y="3565525"/>
          <p14:tracePt t="53863" x="2990850" y="3571875"/>
          <p14:tracePt t="53881" x="3024188" y="3571875"/>
          <p14:tracePt t="53887" x="3046413" y="3571875"/>
          <p14:tracePt t="53895" x="3073400" y="3586163"/>
          <p14:tracePt t="53903" x="3100388" y="3586163"/>
          <p14:tracePt t="53911" x="3122613" y="3586163"/>
          <p14:tracePt t="53919" x="3135313" y="3586163"/>
          <p14:tracePt t="53927" x="3149600" y="3586163"/>
          <p14:tracePt t="53935" x="3170238" y="3586163"/>
          <p14:tracePt t="53943" x="3190875" y="3586163"/>
          <p14:tracePt t="53951" x="3205163" y="3586163"/>
          <p14:tracePt t="53959" x="3211513" y="3586163"/>
          <p14:tracePt t="53967" x="3225800" y="3586163"/>
          <p14:tracePt t="53975" x="3232150" y="3586163"/>
          <p14:tracePt t="53982" x="3252788" y="3586163"/>
          <p14:tracePt t="53990" x="3273425" y="3578225"/>
          <p14:tracePt t="53998" x="3295650" y="3565525"/>
          <p14:tracePt t="54007" x="3308350" y="3557588"/>
          <p14:tracePt t="54014" x="3322638" y="3551238"/>
          <p14:tracePt t="54023" x="3343275" y="3536950"/>
          <p14:tracePt t="54030" x="3349625" y="3530600"/>
          <p14:tracePt t="54040" x="3370263" y="3524250"/>
          <p14:tracePt t="54047" x="3384550" y="3516313"/>
          <p14:tracePt t="54063" x="3392488" y="3509963"/>
          <p14:tracePt t="54079" x="3405188" y="3495675"/>
          <p14:tracePt t="54095" x="3413125" y="3489325"/>
          <p14:tracePt t="54111" x="3425825" y="3475038"/>
          <p14:tracePt t="54119" x="3425825" y="3468688"/>
          <p14:tracePt t="54127" x="3425825" y="3454400"/>
          <p14:tracePt t="54135" x="3425825" y="3440113"/>
          <p14:tracePt t="54143" x="3433763" y="3427413"/>
          <p14:tracePt t="54151" x="3440113" y="3413125"/>
          <p14:tracePt t="54159" x="3440113" y="3392488"/>
          <p14:tracePt t="54167" x="3446463" y="3371850"/>
          <p14:tracePt t="54174" x="3446463" y="3351213"/>
          <p14:tracePt t="54183" x="3454400" y="3336925"/>
          <p14:tracePt t="54191" x="3454400" y="3316288"/>
          <p14:tracePt t="54199" x="3454400" y="3302000"/>
          <p14:tracePt t="54207" x="3454400" y="3295650"/>
          <p14:tracePt t="54214" x="3460750" y="3287713"/>
          <p14:tracePt t="54223" x="3460750" y="3275013"/>
          <p14:tracePt t="54231" x="3460750" y="3267075"/>
          <p14:tracePt t="54239" x="3460750" y="3260725"/>
          <p14:tracePt t="54247" x="3460750" y="3254375"/>
          <p14:tracePt t="54263" x="3460750" y="3246438"/>
          <p14:tracePt t="54271" x="3460750" y="3232150"/>
          <p14:tracePt t="54287" x="3460750" y="3225800"/>
          <p14:tracePt t="54303" x="3460750" y="3211513"/>
          <p14:tracePt t="54319" x="3460750" y="3205163"/>
          <p14:tracePt t="54326" x="3460750" y="3198813"/>
          <p14:tracePt t="54335" x="3460750" y="3190875"/>
          <p14:tracePt t="54343" x="3454400" y="3184525"/>
          <p14:tracePt t="54350" x="3454400" y="3178175"/>
          <p14:tracePt t="54359" x="3454400" y="3170238"/>
          <p14:tracePt t="54367" x="3446463" y="3170238"/>
          <p14:tracePt t="54399" x="3446463" y="3163888"/>
          <p14:tracePt t="54439" x="3440113" y="3149600"/>
          <p14:tracePt t="54463" x="3433763" y="3143250"/>
          <p14:tracePt t="54487" x="3425825" y="3135313"/>
          <p14:tracePt t="54495" x="3425825" y="3128963"/>
          <p14:tracePt t="54527" x="3419475" y="3114675"/>
          <p14:tracePt t="54599" x="3405188" y="3114675"/>
          <p14:tracePt t="54615" x="3398838" y="3114675"/>
          <p14:tracePt t="54623" x="3384550" y="3108325"/>
          <p14:tracePt t="54631" x="3378200" y="3108325"/>
          <p14:tracePt t="54639" x="3370263" y="3108325"/>
          <p14:tracePt t="54655" x="3357563" y="3108325"/>
          <p14:tracePt t="54663" x="3349625" y="3108325"/>
          <p14:tracePt t="54671" x="3343275" y="3108325"/>
          <p14:tracePt t="54679" x="3336925" y="3108325"/>
          <p14:tracePt t="54687" x="3328988" y="3108325"/>
          <p14:tracePt t="54695" x="3322638" y="3108325"/>
          <p14:tracePt t="54703" x="3316288" y="3108325"/>
          <p14:tracePt t="54711" x="3308350" y="3108325"/>
          <p14:tracePt t="54727" x="3302000" y="3108325"/>
          <p14:tracePt t="54735" x="3287713" y="3108325"/>
          <p14:tracePt t="54743" x="3273425" y="3108325"/>
          <p14:tracePt t="54751" x="3267075" y="3108325"/>
          <p14:tracePt t="54759" x="3260725" y="3108325"/>
          <p14:tracePt t="54767" x="3246438" y="3108325"/>
          <p14:tracePt t="54775" x="3240088" y="3108325"/>
          <p14:tracePt t="55127" x="3232150" y="3108325"/>
          <p14:tracePt t="55151" x="3225800" y="3108325"/>
          <p14:tracePt t="55159" x="3211513" y="3108325"/>
          <p14:tracePt t="55175" x="3205163" y="3108325"/>
          <p14:tracePt t="55183" x="3197225" y="3108325"/>
          <p14:tracePt t="55207" x="3190875" y="3108325"/>
          <p14:tracePt t="55255" x="3184525" y="3108325"/>
          <p14:tracePt t="55335" x="3176588" y="3108325"/>
          <p14:tracePt t="55351" x="3170238" y="3108325"/>
          <p14:tracePt t="55367" x="3163888" y="3108325"/>
          <p14:tracePt t="55375" x="3149600" y="3122613"/>
          <p14:tracePt t="55423" x="3135313" y="3122613"/>
          <p14:tracePt t="55623" x="3128963" y="3122613"/>
          <p14:tracePt t="55639" x="3122613" y="3128963"/>
          <p14:tracePt t="55655" x="3114675" y="3128963"/>
          <p14:tracePt t="55663" x="3114675" y="3135313"/>
          <p14:tracePt t="55670" x="3108325" y="3143250"/>
          <p14:tracePt t="55687" x="3100388" y="3149600"/>
          <p14:tracePt t="55711" x="3094038" y="3149600"/>
          <p14:tracePt t="55719" x="3087688" y="3163888"/>
          <p14:tracePt t="55735" x="3079750" y="3170238"/>
          <p14:tracePt t="55743" x="3079750" y="3178175"/>
          <p14:tracePt t="55751" x="3073400" y="3190875"/>
          <p14:tracePt t="55759" x="3067050" y="3190875"/>
          <p14:tracePt t="55767" x="3067050" y="3198813"/>
          <p14:tracePt t="55775" x="3067050" y="3205163"/>
          <p14:tracePt t="55783" x="3067050" y="3211513"/>
          <p14:tracePt t="55791" x="3059113" y="3225800"/>
          <p14:tracePt t="55799" x="3059113" y="3232150"/>
          <p14:tracePt t="55807" x="3052763" y="3246438"/>
          <p14:tracePt t="55814" x="3052763" y="3254375"/>
          <p14:tracePt t="55823" x="3046413" y="3267075"/>
          <p14:tracePt t="55839" x="3046413" y="3275013"/>
          <p14:tracePt t="55847" x="3038475" y="3281363"/>
          <p14:tracePt t="55863" x="3038475" y="3287713"/>
          <p14:tracePt t="55871" x="3038475" y="3295650"/>
          <p14:tracePt t="55880" x="3024188" y="3302000"/>
          <p14:tracePt t="55897" x="3024188" y="3316288"/>
          <p14:tracePt t="55902" x="3024188" y="3322638"/>
          <p14:tracePt t="55911" x="3024188" y="3336925"/>
          <p14:tracePt t="55927" x="3024188" y="3343275"/>
          <p14:tracePt t="55935" x="3024188" y="3351213"/>
          <p14:tracePt t="55943" x="3024188" y="3357563"/>
          <p14:tracePt t="55951" x="3024188" y="3371850"/>
          <p14:tracePt t="55959" x="3024188" y="3378200"/>
          <p14:tracePt t="55975" x="3024188" y="3384550"/>
          <p14:tracePt t="55982" x="3024188" y="3392488"/>
          <p14:tracePt t="55991" x="3024188" y="3398838"/>
          <p14:tracePt t="55999" x="3024188" y="3405188"/>
          <p14:tracePt t="56014" x="3024188" y="3413125"/>
          <p14:tracePt t="56023" x="3024188" y="3419475"/>
          <p14:tracePt t="56031" x="3032125" y="3427413"/>
          <p14:tracePt t="56047" x="3032125" y="3448050"/>
          <p14:tracePt t="56063" x="3038475" y="3454400"/>
          <p14:tracePt t="56071" x="3046413" y="3454400"/>
          <p14:tracePt t="56078" x="3046413" y="3460750"/>
          <p14:tracePt t="56086" x="3046413" y="3468688"/>
          <p14:tracePt t="56095" x="3052763" y="3475038"/>
          <p14:tracePt t="56111" x="3067050" y="3489325"/>
          <p14:tracePt t="56119" x="3073400" y="3503613"/>
          <p14:tracePt t="56127" x="3079750" y="3503613"/>
          <p14:tracePt t="56135" x="3094038" y="3509963"/>
          <p14:tracePt t="56143" x="3100388" y="3524250"/>
          <p14:tracePt t="56151" x="3108325" y="3530600"/>
          <p14:tracePt t="56159" x="3128963" y="3536950"/>
          <p14:tracePt t="56175" x="3143250" y="3544888"/>
          <p14:tracePt t="56183" x="3155950" y="3544888"/>
          <p14:tracePt t="56191" x="3170238" y="3544888"/>
          <p14:tracePt t="56199" x="3184525" y="3544888"/>
          <p14:tracePt t="56207" x="3205163" y="3544888"/>
          <p14:tracePt t="56214" x="3219450" y="3544888"/>
          <p14:tracePt t="56223" x="3240088" y="3544888"/>
          <p14:tracePt t="56231" x="3260725" y="3544888"/>
          <p14:tracePt t="56239" x="3267075" y="3544888"/>
          <p14:tracePt t="56246" x="3287713" y="3544888"/>
          <p14:tracePt t="56255" x="3302000" y="3544888"/>
          <p14:tracePt t="56263" x="3316288" y="3544888"/>
          <p14:tracePt t="56271" x="3336925" y="3544888"/>
          <p14:tracePt t="56280" x="3343275" y="3544888"/>
          <p14:tracePt t="56287" x="3357563" y="3530600"/>
          <p14:tracePt t="56295" x="3370263" y="3524250"/>
          <p14:tracePt t="56303" x="3370263" y="3516313"/>
          <p14:tracePt t="56311" x="3384550" y="3495675"/>
          <p14:tracePt t="56319" x="3392488" y="3489325"/>
          <p14:tracePt t="56327" x="3398838" y="3481388"/>
          <p14:tracePt t="56335" x="3405188" y="3468688"/>
          <p14:tracePt t="56374" x="3405188" y="3460750"/>
          <p14:tracePt t="56983" x="3405188" y="3454400"/>
          <p14:tracePt t="57015" x="3413125" y="3448050"/>
          <p14:tracePt t="57039" x="3413125" y="3440113"/>
          <p14:tracePt t="57071" x="3413125" y="3433763"/>
          <p14:tracePt t="58143" x="3405188" y="3433763"/>
          <p14:tracePt t="58151" x="3384550" y="3433763"/>
          <p14:tracePt t="58271" x="3370263" y="3433763"/>
          <p14:tracePt t="58295" x="3363913" y="3448050"/>
          <p14:tracePt t="58303" x="3357563" y="3448050"/>
          <p14:tracePt t="58311" x="3349625" y="3454400"/>
          <p14:tracePt t="58319" x="3336925" y="3460750"/>
          <p14:tracePt t="58327" x="3316288" y="3475038"/>
          <p14:tracePt t="58335" x="3287713" y="3489325"/>
          <p14:tracePt t="58343" x="3273425" y="3495675"/>
          <p14:tracePt t="58351" x="3260725" y="3495675"/>
          <p14:tracePt t="58359" x="3240088" y="3509963"/>
          <p14:tracePt t="58367" x="3232150" y="3509963"/>
          <p14:tracePt t="58375" x="3219450" y="3516313"/>
          <p14:tracePt t="58391" x="3211513" y="3516313"/>
          <p14:tracePt t="58407" x="3197225" y="3516313"/>
          <p14:tracePt t="58414" x="3190875" y="3524250"/>
          <p14:tracePt t="58431" x="3176588" y="3524250"/>
          <p14:tracePt t="58439" x="3170238" y="3524250"/>
          <p14:tracePt t="58455" x="3163888" y="3524250"/>
          <p14:tracePt t="58535" x="3155950" y="3524250"/>
          <p14:tracePt t="58711" x="3163888" y="3524250"/>
          <p14:tracePt t="58719" x="3176588" y="3524250"/>
          <p14:tracePt t="58727" x="3190875" y="3524250"/>
          <p14:tracePt t="58735" x="3197225" y="3524250"/>
          <p14:tracePt t="58743" x="3219450" y="3524250"/>
          <p14:tracePt t="58751" x="3225800" y="3524250"/>
          <p14:tracePt t="58759" x="3246438" y="3524250"/>
          <p14:tracePt t="58775" x="3252788" y="3524250"/>
          <p14:tracePt t="58782" x="3260725" y="3524250"/>
          <p14:tracePt t="58791" x="3260725" y="3516313"/>
          <p14:tracePt t="58807" x="3267075" y="3516313"/>
          <p14:tracePt t="58815" x="3273425" y="3516313"/>
          <p14:tracePt t="58839" x="3281363" y="3516313"/>
          <p14:tracePt t="59015" x="3281363" y="3509963"/>
          <p14:tracePt t="59063" x="3281363" y="3503613"/>
          <p14:tracePt t="59103" x="3281363" y="3489325"/>
          <p14:tracePt t="59263" x="3287713" y="3489325"/>
          <p14:tracePt t="59271" x="3295650" y="3489325"/>
          <p14:tracePt t="59279" x="3302000" y="3489325"/>
          <p14:tracePt t="59287" x="3308350" y="3489325"/>
          <p14:tracePt t="59295" x="3316288" y="3489325"/>
          <p14:tracePt t="59303" x="3322638" y="3489325"/>
          <p14:tracePt t="59319" x="3328988" y="3489325"/>
          <p14:tracePt t="59343" x="3343275" y="3489325"/>
          <p14:tracePt t="59367" x="3349625" y="3489325"/>
          <p14:tracePt t="59391" x="3363913" y="3489325"/>
          <p14:tracePt t="59575" x="3370263" y="3489325"/>
          <p14:tracePt t="59719" x="3370263" y="3481388"/>
          <p14:tracePt t="59743" x="3370263" y="3468688"/>
          <p14:tracePt t="59751" x="3363913" y="3460750"/>
          <p14:tracePt t="59759" x="3349625" y="3454400"/>
          <p14:tracePt t="59767" x="3343275" y="3454400"/>
          <p14:tracePt t="59775" x="3336925" y="3440113"/>
          <p14:tracePt t="59791" x="3328988" y="3433763"/>
          <p14:tracePt t="59934" x="3316288" y="3419475"/>
          <p14:tracePt t="59943" x="3287713" y="3405188"/>
          <p14:tracePt t="59951" x="3252788" y="3398838"/>
          <p14:tracePt t="59959" x="3240088" y="3392488"/>
          <p14:tracePt t="59967" x="3232150" y="3384550"/>
          <p14:tracePt t="59975" x="3219450" y="3384550"/>
          <p14:tracePt t="59983" x="3205163" y="3384550"/>
          <p14:tracePt t="59999" x="3197225" y="3384550"/>
          <p14:tracePt t="60023" x="3184525" y="3378200"/>
          <p14:tracePt t="60031" x="3176588" y="3378200"/>
          <p14:tracePt t="60039" x="3170238" y="3371850"/>
          <p14:tracePt t="60047" x="3163888" y="3371850"/>
          <p14:tracePt t="60055" x="3149600" y="3371850"/>
          <p14:tracePt t="60063" x="3135313" y="3371850"/>
          <p14:tracePt t="60071" x="3122613" y="3378200"/>
          <p14:tracePt t="60079" x="3100388" y="3384550"/>
          <p14:tracePt t="60087" x="3079750" y="3398838"/>
          <p14:tracePt t="60095" x="3073400" y="3405188"/>
          <p14:tracePt t="60103" x="3059113" y="3413125"/>
          <p14:tracePt t="60111" x="3046413" y="3419475"/>
          <p14:tracePt t="60119" x="3032125" y="3427413"/>
          <p14:tracePt t="60127" x="3017838" y="3433763"/>
          <p14:tracePt t="60135" x="3003550" y="3440113"/>
          <p14:tracePt t="60143" x="3003550" y="3448050"/>
          <p14:tracePt t="60151" x="3003550" y="3468688"/>
          <p14:tracePt t="60159" x="3011488" y="3489325"/>
          <p14:tracePt t="60167" x="3024188" y="3503613"/>
          <p14:tracePt t="60175" x="3094038" y="3516313"/>
          <p14:tracePt t="60182" x="3122613" y="3516313"/>
          <p14:tracePt t="60191" x="3128963" y="3524250"/>
          <p14:tracePt t="60199" x="3135313" y="3524250"/>
          <p14:tracePt t="60214" x="3143250" y="3530600"/>
          <p14:tracePt t="60223" x="3149600" y="3536950"/>
          <p14:tracePt t="60231" x="3155950" y="3544888"/>
          <p14:tracePt t="60239" x="3163888" y="3544888"/>
          <p14:tracePt t="60247" x="3170238" y="3544888"/>
          <p14:tracePt t="60423" x="3155950" y="3536950"/>
          <p14:tracePt t="60431" x="3149600" y="3530600"/>
          <p14:tracePt t="60439" x="3135313" y="3524250"/>
          <p14:tracePt t="60447" x="3128963" y="3524250"/>
          <p14:tracePt t="60455" x="3128963" y="3509963"/>
          <p14:tracePt t="60479" x="3128963" y="3503613"/>
          <p14:tracePt t="60495" x="3128963" y="3495675"/>
          <p14:tracePt t="60503" x="3114675" y="3489325"/>
          <p14:tracePt t="60519" x="3100388" y="3475038"/>
          <p14:tracePt t="60527" x="3087688" y="3475038"/>
          <p14:tracePt t="60535" x="3073400" y="3468688"/>
          <p14:tracePt t="60543" x="3067050" y="3460750"/>
          <p14:tracePt t="60551" x="3046413" y="3454400"/>
          <p14:tracePt t="60559" x="3032125" y="3440113"/>
          <p14:tracePt t="60567" x="3017838" y="3433763"/>
          <p14:tracePt t="60575" x="3011488" y="3433763"/>
          <p14:tracePt t="60582" x="3003550" y="3427413"/>
          <p14:tracePt t="60599" x="2990850" y="3427413"/>
          <p14:tracePt t="60607" x="2990850" y="3419475"/>
          <p14:tracePt t="60614" x="2976563" y="3413125"/>
          <p14:tracePt t="60623" x="2970213" y="3413125"/>
          <p14:tracePt t="60631" x="2955925" y="3405188"/>
          <p14:tracePt t="60647" x="2941638" y="3398838"/>
          <p14:tracePt t="60655" x="2935288" y="3392488"/>
          <p14:tracePt t="60767" x="2949575" y="3392488"/>
          <p14:tracePt t="60775" x="2997200" y="3392488"/>
          <p14:tracePt t="60783" x="3067050" y="3392488"/>
          <p14:tracePt t="60791" x="3128963" y="3392488"/>
          <p14:tracePt t="60799" x="3205163" y="3392488"/>
          <p14:tracePt t="60807" x="3287713" y="3392488"/>
          <p14:tracePt t="60814" x="3349625" y="3392488"/>
          <p14:tracePt t="60823" x="3413125" y="3392488"/>
          <p14:tracePt t="60831" x="3468688" y="3392488"/>
          <p14:tracePt t="60838" x="3536950" y="3392488"/>
          <p14:tracePt t="60847" x="3598863" y="3392488"/>
          <p14:tracePt t="60855" x="3654425" y="3392488"/>
          <p14:tracePt t="60863" x="3703638" y="3392488"/>
          <p14:tracePt t="60871" x="3765550" y="3392488"/>
          <p14:tracePt t="60880" x="3814763" y="3392488"/>
          <p14:tracePt t="60898" x="3944938" y="3378200"/>
          <p14:tracePt t="60902" x="4008438" y="3371850"/>
          <p14:tracePt t="60911" x="4064000" y="3371850"/>
          <p14:tracePt t="60919" x="4125913" y="3371850"/>
          <p14:tracePt t="60927" x="4202113" y="3363913"/>
          <p14:tracePt t="60934" x="4284663" y="3363913"/>
          <p14:tracePt t="60943" x="4346575" y="3363913"/>
          <p14:tracePt t="60951" x="4422775" y="3363913"/>
          <p14:tracePt t="60959" x="4484688" y="3363913"/>
          <p14:tracePt t="60967" x="4533900" y="3363913"/>
          <p14:tracePt t="60975" x="4589463" y="3363913"/>
          <p14:tracePt t="60982" x="4637088" y="3363913"/>
          <p14:tracePt t="60991" x="4692650" y="3363913"/>
          <p14:tracePt t="60999" x="4733925" y="3363913"/>
          <p14:tracePt t="61007" x="4783138" y="3363913"/>
          <p14:tracePt t="61014" x="4832350" y="3363913"/>
          <p14:tracePt t="61023" x="4865688" y="3363913"/>
          <p14:tracePt t="61031" x="4921250" y="3363913"/>
          <p14:tracePt t="61039" x="4997450" y="3363913"/>
          <p14:tracePt t="61046" x="5059363" y="3363913"/>
          <p14:tracePt t="61055" x="5114925" y="3363913"/>
          <p14:tracePt t="61063" x="5191125" y="3363913"/>
          <p14:tracePt t="61071" x="5253038" y="3363913"/>
          <p14:tracePt t="61079" x="5329238" y="3363913"/>
          <p14:tracePt t="61087" x="5392738" y="3363913"/>
          <p14:tracePt t="61095" x="5461000" y="3363913"/>
          <p14:tracePt t="61103" x="5530850" y="3363913"/>
          <p14:tracePt t="61111" x="5586413" y="3363913"/>
          <p14:tracePt t="61119" x="5641975" y="3363913"/>
          <p14:tracePt t="61127" x="5697538" y="3363913"/>
          <p14:tracePt t="61135" x="5751513" y="3363913"/>
          <p14:tracePt t="61143" x="5821363" y="3363913"/>
          <p14:tracePt t="61151" x="5876925" y="3363913"/>
          <p14:tracePt t="61159" x="5938838" y="3363913"/>
          <p14:tracePt t="61166" x="6000750" y="3363913"/>
          <p14:tracePt t="61175" x="6056313" y="3363913"/>
          <p14:tracePt t="61182" x="6105525" y="3363913"/>
          <p14:tracePt t="61191" x="6140450" y="3363913"/>
          <p14:tracePt t="61199" x="6188075" y="3363913"/>
          <p14:tracePt t="61207" x="6216650" y="3363913"/>
          <p14:tracePt t="61214" x="6243638" y="3363913"/>
          <p14:tracePt t="61223" x="6264275" y="3363913"/>
          <p14:tracePt t="61231" x="6284913" y="3363913"/>
          <p14:tracePt t="61239" x="6305550" y="3363913"/>
          <p14:tracePt t="61247" x="6334125" y="3363913"/>
          <p14:tracePt t="61255" x="6354763" y="3363913"/>
          <p14:tracePt t="61263" x="6369050" y="3363913"/>
          <p14:tracePt t="61271" x="6389688" y="3363913"/>
          <p14:tracePt t="61279" x="6410325" y="3363913"/>
          <p14:tracePt t="61288" x="6437313" y="3363913"/>
          <p14:tracePt t="61295" x="6451600" y="3363913"/>
          <p14:tracePt t="61303" x="6472238" y="3363913"/>
          <p14:tracePt t="61311" x="6492875" y="3363913"/>
          <p14:tracePt t="61319" x="6513513" y="3363913"/>
          <p14:tracePt t="61327" x="6534150" y="3363913"/>
          <p14:tracePt t="61335" x="6562725" y="3363913"/>
          <p14:tracePt t="61343" x="6583363" y="3363913"/>
          <p14:tracePt t="61351" x="6604000" y="3363913"/>
          <p14:tracePt t="61359" x="6630988" y="3363913"/>
          <p14:tracePt t="61367" x="6651625" y="3363913"/>
          <p14:tracePt t="61375" x="6672263" y="3363913"/>
          <p14:tracePt t="61382" x="6680200" y="3363913"/>
          <p14:tracePt t="61391" x="6692900" y="3363913"/>
          <p14:tracePt t="61399" x="6700838" y="3363913"/>
          <p14:tracePt t="61423" x="6707188" y="3363913"/>
          <p14:tracePt t="61431" x="6721475" y="3357563"/>
          <p14:tracePt t="61439" x="6727825" y="3357563"/>
          <p14:tracePt t="61447" x="6742113" y="3357563"/>
          <p14:tracePt t="61455" x="6756400" y="3357563"/>
          <p14:tracePt t="61463" x="6769100" y="3357563"/>
          <p14:tracePt t="61471" x="6789738" y="3357563"/>
          <p14:tracePt t="61479" x="6797675" y="3357563"/>
          <p14:tracePt t="61487" x="6804025" y="3357563"/>
          <p14:tracePt t="61495" x="6811963" y="3357563"/>
          <p14:tracePt t="63479" x="6818313" y="3357563"/>
          <p14:tracePt t="63735" x="6818313" y="3351213"/>
          <p14:tracePt t="63767" x="6818313" y="3343275"/>
          <p14:tracePt t="63783" x="6818313" y="3328988"/>
          <p14:tracePt t="63919" x="6818313" y="3322638"/>
          <p14:tracePt t="63959" x="6818313" y="3316288"/>
          <p14:tracePt t="63966" x="6818313" y="3308350"/>
          <p14:tracePt t="63991" x="6818313" y="3302000"/>
          <p14:tracePt t="64015" x="6818313" y="3295650"/>
          <p14:tracePt t="64030" x="6818313" y="3287713"/>
          <p14:tracePt t="64039" x="6811963" y="3287713"/>
          <p14:tracePt t="64055" x="6811963" y="3281363"/>
          <p14:tracePt t="64063" x="6804025" y="3275013"/>
          <p14:tracePt t="64071" x="6804025" y="3267075"/>
          <p14:tracePt t="64079" x="6804025" y="3260725"/>
          <p14:tracePt t="64095" x="6804025" y="3254375"/>
          <p14:tracePt t="64103" x="6804025" y="3246438"/>
          <p14:tracePt t="64119" x="6804025" y="3240088"/>
          <p14:tracePt t="64127" x="6797675" y="3232150"/>
          <p14:tracePt t="64143" x="6797675" y="3225800"/>
          <p14:tracePt t="64167" x="6797675" y="3219450"/>
          <p14:tracePt t="64175" x="6797675" y="3211513"/>
          <p14:tracePt t="64182" x="6789738" y="3198813"/>
          <p14:tracePt t="64207" x="6789738" y="3190875"/>
          <p14:tracePt t="64214" x="6789738" y="3184525"/>
          <p14:tracePt t="64223" x="6789738" y="3178175"/>
          <p14:tracePt t="64231" x="6783388" y="3163888"/>
          <p14:tracePt t="64239" x="6783388" y="3149600"/>
          <p14:tracePt t="64247" x="6777038" y="3128963"/>
          <p14:tracePt t="64255" x="6769100" y="3108325"/>
          <p14:tracePt t="64263" x="6769100" y="3087688"/>
          <p14:tracePt t="64271" x="6762750" y="3073400"/>
          <p14:tracePt t="64279" x="6762750" y="3052763"/>
          <p14:tracePt t="64287" x="6762750" y="3032125"/>
          <p14:tracePt t="64295" x="6756400" y="2997200"/>
          <p14:tracePt t="64303" x="6748463" y="2962275"/>
          <p14:tracePt t="64311" x="6748463" y="2935288"/>
          <p14:tracePt t="64319" x="6748463" y="2906713"/>
          <p14:tracePt t="64326" x="6748463" y="2886075"/>
          <p14:tracePt t="64335" x="6748463" y="2879725"/>
          <p14:tracePt t="64343" x="6748463" y="2865438"/>
          <p14:tracePt t="64351" x="6748463" y="2852738"/>
          <p14:tracePt t="64359" x="6748463" y="2844800"/>
          <p14:tracePt t="64375" x="6748463" y="2832100"/>
          <p14:tracePt t="64382" x="6756400" y="2832100"/>
          <p14:tracePt t="64399" x="6762750" y="2824163"/>
          <p14:tracePt t="64407" x="6777038" y="2817813"/>
          <p14:tracePt t="64423" x="6789738" y="2809875"/>
          <p14:tracePt t="64431" x="6804025" y="2809875"/>
          <p14:tracePt t="64439" x="6811963" y="2809875"/>
          <p14:tracePt t="64447" x="6824663" y="2803525"/>
          <p14:tracePt t="64455" x="6832600" y="2803525"/>
          <p14:tracePt t="64463" x="6845300" y="2803525"/>
          <p14:tracePt t="64471" x="6853238" y="2803525"/>
          <p14:tracePt t="64479" x="6859588" y="2803525"/>
          <p14:tracePt t="64487" x="6865938" y="2803525"/>
          <p14:tracePt t="64495" x="6873875" y="2803525"/>
          <p14:tracePt t="64503" x="6888163" y="2803525"/>
          <p14:tracePt t="64511" x="6894513" y="2803525"/>
          <p14:tracePt t="64527" x="6900863" y="2803525"/>
          <p14:tracePt t="64535" x="6908800" y="2803525"/>
          <p14:tracePt t="64590" x="6915150" y="2803525"/>
          <p14:tracePt t="64599" x="6915150" y="2809875"/>
          <p14:tracePt t="64623" x="6915150" y="2817813"/>
          <p14:tracePt t="64631" x="6915150" y="2832100"/>
          <p14:tracePt t="64639" x="6915150" y="2844800"/>
          <p14:tracePt t="64647" x="6915150" y="2859088"/>
          <p14:tracePt t="64655" x="6915150" y="2865438"/>
          <p14:tracePt t="64663" x="6915150" y="2886075"/>
          <p14:tracePt t="64671" x="6921500" y="2906713"/>
          <p14:tracePt t="64679" x="6921500" y="2914650"/>
          <p14:tracePt t="64687" x="6921500" y="2928938"/>
          <p14:tracePt t="64695" x="6929438" y="2949575"/>
          <p14:tracePt t="64703" x="6935788" y="2970213"/>
          <p14:tracePt t="64711" x="6950075" y="2990850"/>
          <p14:tracePt t="64719" x="6970713" y="3025775"/>
          <p14:tracePt t="64735" x="6985000" y="3046413"/>
          <p14:tracePt t="64743" x="6997700" y="3059113"/>
          <p14:tracePt t="64751" x="7026275" y="3087688"/>
          <p14:tracePt t="64759" x="7032625" y="3101975"/>
          <p14:tracePt t="64767" x="7053263" y="3122613"/>
          <p14:tracePt t="64775" x="7081838" y="3143250"/>
          <p14:tracePt t="64783" x="7115175" y="3178175"/>
          <p14:tracePt t="64791" x="7150100" y="3205163"/>
          <p14:tracePt t="64799" x="7178675" y="3232150"/>
          <p14:tracePt t="64807" x="7205663" y="3240088"/>
          <p14:tracePt t="64814" x="7240588" y="3267075"/>
          <p14:tracePt t="64823" x="7267575" y="3287713"/>
          <p14:tracePt t="64831" x="7296150" y="3302000"/>
          <p14:tracePt t="64839" x="7310438" y="3302000"/>
          <p14:tracePt t="64846" x="7323138" y="3316288"/>
          <p14:tracePt t="64855" x="7331075" y="3322638"/>
          <p14:tracePt t="64863" x="7343775" y="3322638"/>
          <p14:tracePt t="64870" x="7358063" y="3328988"/>
          <p14:tracePt t="64880" x="7378700" y="3343275"/>
          <p14:tracePt t="64898" x="7407275" y="3343275"/>
          <p14:tracePt t="64903" x="7413625" y="3351213"/>
          <p14:tracePt t="64911" x="7434263" y="3351213"/>
          <p14:tracePt t="64919" x="7440613" y="3357563"/>
          <p14:tracePt t="64927" x="7448550" y="3357563"/>
          <p14:tracePt t="65031" x="7448550" y="3363913"/>
          <p14:tracePt t="65039" x="7440613" y="3363913"/>
          <p14:tracePt t="65047" x="7413625" y="3363913"/>
          <p14:tracePt t="65055" x="7399338" y="3363913"/>
          <p14:tracePt t="65063" x="7378700" y="3363913"/>
          <p14:tracePt t="65071" x="7364413" y="3363913"/>
          <p14:tracePt t="65079" x="7351713" y="3363913"/>
          <p14:tracePt t="65087" x="7337425" y="3363913"/>
          <p14:tracePt t="65119" x="7331075" y="3363913"/>
          <p14:tracePt t="65151" x="7323138" y="3363913"/>
          <p14:tracePt t="65159" x="7323138" y="3357563"/>
          <p14:tracePt t="65167" x="7316788" y="3357563"/>
          <p14:tracePt t="65175" x="7310438" y="3351213"/>
          <p14:tracePt t="65183" x="7302500" y="3343275"/>
          <p14:tracePt t="65207" x="7296150" y="3336925"/>
          <p14:tracePt t="65223" x="7296150" y="3328988"/>
          <p14:tracePt t="65231" x="7288213" y="3322638"/>
          <p14:tracePt t="65263" x="7288213" y="3308350"/>
          <p14:tracePt t="65279" x="7281863" y="3302000"/>
          <p14:tracePt t="65295" x="7275513" y="3295650"/>
          <p14:tracePt t="65383" x="7275513" y="3287713"/>
          <p14:tracePt t="65447" x="7281863" y="3287713"/>
          <p14:tracePt t="65455" x="7288213" y="3287713"/>
          <p14:tracePt t="65463" x="7310438" y="3287713"/>
          <p14:tracePt t="65471" x="7316788" y="3287713"/>
          <p14:tracePt t="65479" x="7331075" y="3287713"/>
          <p14:tracePt t="65495" x="7343775" y="3287713"/>
          <p14:tracePt t="65503" x="7358063" y="3287713"/>
          <p14:tracePt t="65519" x="7364413" y="3287713"/>
          <p14:tracePt t="65527" x="7372350" y="3287713"/>
          <p14:tracePt t="65535" x="7378700" y="3287713"/>
          <p14:tracePt t="65551" x="7385050" y="3287713"/>
          <p14:tracePt t="65567" x="7392988" y="3287713"/>
          <p14:tracePt t="65575" x="7399338" y="3287713"/>
          <p14:tracePt t="65607" x="7407275" y="3281363"/>
          <p14:tracePt t="65839" x="7407275" y="3275013"/>
          <p14:tracePt t="65863" x="7407275" y="3267075"/>
          <p14:tracePt t="65871" x="7413625" y="3260725"/>
          <p14:tracePt t="66023" x="7419975" y="3260725"/>
          <p14:tracePt t="66031" x="7440613" y="3260725"/>
          <p14:tracePt t="66039" x="7448550" y="3260725"/>
          <p14:tracePt t="66047" x="7461250" y="3260725"/>
          <p14:tracePt t="66055" x="7469188" y="3260725"/>
          <p14:tracePt t="66063" x="7475538" y="3260725"/>
          <p14:tracePt t="66071" x="7489825" y="3260725"/>
          <p14:tracePt t="66079" x="7496175" y="3267075"/>
          <p14:tracePt t="66087" x="7504113" y="3267075"/>
          <p14:tracePt t="66095" x="7510463" y="3267075"/>
          <p14:tracePt t="66102" x="7516813" y="3267075"/>
          <p14:tracePt t="66119" x="7524750" y="3267075"/>
          <p14:tracePt t="66831" x="7516813" y="3267075"/>
          <p14:tracePt t="66839" x="7510463" y="3275013"/>
          <p14:tracePt t="66863" x="7496175" y="3281363"/>
          <p14:tracePt t="66871" x="7489825" y="3281363"/>
          <p14:tracePt t="66881" x="7489825" y="3287713"/>
          <p14:tracePt t="66903" x="7483475" y="3287713"/>
          <p14:tracePt t="66919" x="7475538" y="3287713"/>
          <p14:tracePt t="66927" x="7469188" y="3295650"/>
          <p14:tracePt t="66959" x="7461250" y="3302000"/>
          <p14:tracePt t="66983" x="7454900" y="3308350"/>
          <p14:tracePt t="67167" x="7448550" y="3308350"/>
          <p14:tracePt t="67183" x="7448550" y="3316288"/>
          <p14:tracePt t="67191" x="7440613" y="3316288"/>
          <p14:tracePt t="67199" x="7427913" y="3316288"/>
          <p14:tracePt t="67207" x="7413625" y="3316288"/>
          <p14:tracePt t="67214" x="7399338" y="3316288"/>
          <p14:tracePt t="67223" x="7385050" y="3316288"/>
          <p14:tracePt t="67231" x="7364413" y="3316288"/>
          <p14:tracePt t="67239" x="7358063" y="3316288"/>
          <p14:tracePt t="67247" x="7337425" y="3316288"/>
          <p14:tracePt t="67254" x="7310438" y="3316288"/>
          <p14:tracePt t="67263" x="7267575" y="3316288"/>
          <p14:tracePt t="67271" x="7240588" y="3316288"/>
          <p14:tracePt t="67279" x="7212013" y="3316288"/>
          <p14:tracePt t="67287" x="7185025" y="3316288"/>
          <p14:tracePt t="67295" x="7158038" y="3316288"/>
          <p14:tracePt t="67303" x="7115175" y="3302000"/>
          <p14:tracePt t="67311" x="7081838" y="3295650"/>
          <p14:tracePt t="67319" x="7026275" y="3281363"/>
          <p14:tracePt t="67326" x="6985000" y="3267075"/>
          <p14:tracePt t="67334" x="6921500" y="3260725"/>
          <p14:tracePt t="67343" x="6859588" y="3254375"/>
          <p14:tracePt t="67351" x="6789738" y="3225800"/>
          <p14:tracePt t="67359" x="6735763" y="3219450"/>
          <p14:tracePt t="67367" x="6672263" y="3211513"/>
          <p14:tracePt t="67375" x="6624638" y="3190875"/>
          <p14:tracePt t="67382" x="6596063" y="3184525"/>
          <p14:tracePt t="67391" x="6569075" y="3178175"/>
          <p14:tracePt t="67399" x="6542088" y="3163888"/>
          <p14:tracePt t="67407" x="6534150" y="3163888"/>
          <p14:tracePt t="67414" x="6527800" y="3163888"/>
          <p14:tracePt t="67471" x="6519863" y="3163888"/>
          <p14:tracePt t="67647" x="6519863" y="3170238"/>
          <p14:tracePt t="67655" x="6527800" y="3178175"/>
          <p14:tracePt t="67662" x="6527800" y="3184525"/>
          <p14:tracePt t="67671" x="6542088" y="3211513"/>
          <p14:tracePt t="67679" x="6575425" y="3225800"/>
          <p14:tracePt t="67695" x="6575425" y="3232150"/>
          <p14:tracePt t="67855" x="6583363" y="3232150"/>
          <p14:tracePt t="67879" x="6596063" y="3232150"/>
          <p14:tracePt t="67887" x="6616700" y="3232150"/>
          <p14:tracePt t="67895" x="6638925" y="3240088"/>
          <p14:tracePt t="67903" x="6680200" y="3267075"/>
          <p14:tracePt t="67911" x="6721475" y="3287713"/>
          <p14:tracePt t="67919" x="6783388" y="3316288"/>
          <p14:tracePt t="67927" x="6832600" y="3343275"/>
          <p14:tracePt t="67934" x="6880225" y="3378200"/>
          <p14:tracePt t="67943" x="6915150" y="3398838"/>
          <p14:tracePt t="67951" x="6929438" y="3419475"/>
          <p14:tracePt t="67959" x="6956425" y="3440113"/>
          <p14:tracePt t="67967" x="6985000" y="3468688"/>
          <p14:tracePt t="67975" x="7005638" y="3481388"/>
          <p14:tracePt t="67982" x="7032625" y="3503613"/>
          <p14:tracePt t="67991" x="7053263" y="3524250"/>
          <p14:tracePt t="67999" x="7067550" y="3530600"/>
          <p14:tracePt t="68007" x="7081838" y="3551238"/>
          <p14:tracePt t="68014" x="7088188" y="3565525"/>
          <p14:tracePt t="68023" x="7094538" y="3565525"/>
          <p14:tracePt t="68039" x="7102475" y="3578225"/>
          <p14:tracePt t="68447" x="7108825" y="3578225"/>
          <p14:tracePt t="68463" x="7115175" y="3592513"/>
          <p14:tracePt t="68471" x="7115175" y="3600450"/>
          <p14:tracePt t="68479" x="7115175" y="3606800"/>
          <p14:tracePt t="68487" x="7123113" y="3627438"/>
          <p14:tracePt t="68510" x="7123113" y="3641725"/>
          <p14:tracePt t="68519" x="7129463" y="3648075"/>
          <p14:tracePt t="68551" x="7129463" y="3654425"/>
          <p14:tracePt t="68575" x="7137400" y="3668713"/>
          <p14:tracePt t="68592" x="7143750" y="3668713"/>
          <p14:tracePt t="68607" x="7150100" y="3668713"/>
          <p14:tracePt t="68823" x="7150100" y="3676650"/>
          <p14:tracePt t="68831" x="7143750" y="3689350"/>
          <p14:tracePt t="68839" x="7094538" y="3697288"/>
          <p14:tracePt t="68846" x="7053263" y="3724275"/>
          <p14:tracePt t="68855" x="7011988" y="3751263"/>
          <p14:tracePt t="68863" x="6970713" y="3779838"/>
          <p14:tracePt t="68871" x="6915150" y="3827463"/>
          <p14:tracePt t="68880" x="6859588" y="3862388"/>
          <p14:tracePt t="68897" x="6748463" y="3925888"/>
          <p14:tracePt t="68902" x="6700838" y="3952875"/>
          <p14:tracePt t="68910" x="6659563" y="3973513"/>
          <p14:tracePt t="68919" x="6645275" y="3979863"/>
          <p14:tracePt t="68927" x="6630988" y="3987800"/>
          <p14:tracePt t="68935" x="6616700" y="3994150"/>
          <p14:tracePt t="68943" x="6610350" y="4008438"/>
          <p14:tracePt t="68951" x="6604000" y="4008438"/>
          <p14:tracePt t="68975" x="6596063" y="4014788"/>
          <p14:tracePt t="68983" x="6596063" y="4022725"/>
          <p14:tracePt t="68991" x="6589713" y="4022725"/>
          <p14:tracePt t="69191" x="6589713" y="4014788"/>
          <p14:tracePt t="69199" x="6596063" y="4014788"/>
          <p14:tracePt t="69207" x="6624638" y="4000500"/>
          <p14:tracePt t="69214" x="6645275" y="3994150"/>
          <p14:tracePt t="69223" x="6672263" y="3987800"/>
          <p14:tracePt t="69231" x="6721475" y="3967163"/>
          <p14:tracePt t="69239" x="6769100" y="3959225"/>
          <p14:tracePt t="69246" x="6838950" y="3946525"/>
          <p14:tracePt t="69255" x="6894513" y="3932238"/>
          <p14:tracePt t="69263" x="6970713" y="3932238"/>
          <p14:tracePt t="69271" x="7046913" y="3925888"/>
          <p14:tracePt t="69279" x="7115175" y="3925888"/>
          <p14:tracePt t="69287" x="7164388" y="3925888"/>
          <p14:tracePt t="69295" x="7212013" y="3925888"/>
          <p14:tracePt t="69303" x="7246938" y="3925888"/>
          <p14:tracePt t="69311" x="7296150" y="3925888"/>
          <p14:tracePt t="69319" x="7331075" y="3925888"/>
          <p14:tracePt t="69327" x="7372350" y="3932238"/>
          <p14:tracePt t="69335" x="7413625" y="3946525"/>
          <p14:tracePt t="69343" x="7448550" y="3946525"/>
          <p14:tracePt t="69351" x="7489825" y="3959225"/>
          <p14:tracePt t="69359" x="7516813" y="3959225"/>
          <p14:tracePt t="69367" x="7531100" y="3967163"/>
          <p14:tracePt t="69375" x="7572375" y="3973513"/>
          <p14:tracePt t="69382" x="7593013" y="3979863"/>
          <p14:tracePt t="69391" x="7621588" y="3994150"/>
          <p14:tracePt t="69399" x="7642225" y="3994150"/>
          <p14:tracePt t="69407" x="7677150" y="4008438"/>
          <p14:tracePt t="69415" x="7689850" y="4022725"/>
          <p14:tracePt t="69423" x="7697788" y="4029075"/>
          <p14:tracePt t="69431" x="7718425" y="4043363"/>
          <p14:tracePt t="69439" x="7731125" y="4056063"/>
          <p14:tracePt t="69447" x="7739063" y="4064000"/>
          <p14:tracePt t="69455" x="7753350" y="4076700"/>
          <p14:tracePt t="69471" x="7759700" y="4084638"/>
          <p14:tracePt t="69479" x="7766050" y="4098925"/>
          <p14:tracePt t="69487" x="7773988" y="4111625"/>
          <p14:tracePt t="69495" x="7780338" y="4125913"/>
          <p14:tracePt t="69503" x="7780338" y="4132263"/>
          <p14:tracePt t="69511" x="7786688" y="4146550"/>
          <p14:tracePt t="69519" x="7786688" y="4167188"/>
          <p14:tracePt t="69527" x="7794625" y="4195763"/>
          <p14:tracePt t="69535" x="7794625" y="4202113"/>
          <p14:tracePt t="69543" x="7794625" y="4222750"/>
          <p14:tracePt t="69551" x="7794625" y="4237038"/>
          <p14:tracePt t="69559" x="7794625" y="4243388"/>
          <p14:tracePt t="69567" x="7794625" y="4249738"/>
          <p14:tracePt t="69575" x="7786688" y="4271963"/>
          <p14:tracePt t="69583" x="7780338" y="4284663"/>
          <p14:tracePt t="69591" x="7766050" y="4298950"/>
          <p14:tracePt t="69599" x="7753350" y="4305300"/>
          <p14:tracePt t="69607" x="7731125" y="4333875"/>
          <p14:tracePt t="69614" x="7710488" y="4348163"/>
          <p14:tracePt t="69622" x="7697788" y="4360863"/>
          <p14:tracePt t="69631" x="7683500" y="4375150"/>
          <p14:tracePt t="69639" x="7669213" y="4389438"/>
          <p14:tracePt t="69647" x="7642225" y="4416425"/>
          <p14:tracePt t="69655" x="7607300" y="4445000"/>
          <p14:tracePt t="69663" x="7586663" y="4451350"/>
          <p14:tracePt t="69671" x="7558088" y="4478338"/>
          <p14:tracePt t="69679" x="7516813" y="4498975"/>
          <p14:tracePt t="69687" x="7489825" y="4513263"/>
          <p14:tracePt t="69695" x="7440613" y="4541838"/>
          <p14:tracePt t="69703" x="7399338" y="4568825"/>
          <p14:tracePt t="69711" x="7337425" y="4589463"/>
          <p14:tracePt t="69719" x="7296150" y="4610100"/>
          <p14:tracePt t="69727" x="7240588" y="4624388"/>
          <p14:tracePt t="69735" x="7191375" y="4645025"/>
          <p14:tracePt t="69743" x="7115175" y="4659313"/>
          <p14:tracePt t="69751" x="7061200" y="4672013"/>
          <p14:tracePt t="69759" x="6997700" y="4679950"/>
          <p14:tracePt t="69767" x="6935788" y="4679950"/>
          <p14:tracePt t="69775" x="6873875" y="4686300"/>
          <p14:tracePt t="69782" x="6804025" y="4694238"/>
          <p14:tracePt t="69791" x="6748463" y="4694238"/>
          <p14:tracePt t="69799" x="6686550" y="4694238"/>
          <p14:tracePt t="69807" x="6645275" y="4694238"/>
          <p14:tracePt t="69815" x="6624638" y="4694238"/>
          <p14:tracePt t="69831" x="6616700" y="4694238"/>
          <p14:tracePt t="69911" x="6624638" y="4694238"/>
          <p14:tracePt t="69919" x="6630988" y="4694238"/>
          <p14:tracePt t="69926" x="6645275" y="4694238"/>
          <p14:tracePt t="69935" x="6651625" y="4694238"/>
          <p14:tracePt t="69942" x="6659563" y="4686300"/>
          <p14:tracePt t="69951" x="6665913" y="4686300"/>
          <p14:tracePt t="69967" x="6672263" y="4686300"/>
          <p14:tracePt t="70055" x="6680200" y="4686300"/>
          <p14:tracePt t="70071" x="6686550" y="4686300"/>
          <p14:tracePt t="70095" x="6692900" y="4686300"/>
          <p14:tracePt t="70111" x="6700838" y="4686300"/>
          <p14:tracePt t="70119" x="6707188" y="4686300"/>
          <p14:tracePt t="70231" x="6692900" y="4686300"/>
          <p14:tracePt t="70239" x="6672263" y="4686300"/>
          <p14:tracePt t="70246" x="6665913" y="4686300"/>
          <p14:tracePt t="70255" x="6645275" y="4686300"/>
          <p14:tracePt t="70263" x="6638925" y="4686300"/>
          <p14:tracePt t="70270" x="6616700" y="4686300"/>
          <p14:tracePt t="70279" x="6610350" y="4686300"/>
          <p14:tracePt t="70287" x="6589713" y="4686300"/>
          <p14:tracePt t="70295" x="6569075" y="4686300"/>
          <p14:tracePt t="70311" x="6548438" y="4694238"/>
          <p14:tracePt t="70327" x="6542088" y="4694238"/>
          <p14:tracePt t="70335" x="6542088" y="4700588"/>
          <p14:tracePt t="70343" x="6542088" y="4706938"/>
          <p14:tracePt t="70351" x="6554788" y="4714875"/>
          <p14:tracePt t="70543" x="6562725" y="4714875"/>
          <p14:tracePt t="70567" x="6562725" y="4706938"/>
          <p14:tracePt t="70591" x="6562725" y="4700588"/>
          <p14:tracePt t="70607" x="6562725" y="4694238"/>
          <p14:tracePt t="70615" x="6562725" y="4686300"/>
          <p14:tracePt t="70679" x="6569075" y="4686300"/>
          <p14:tracePt t="71143" x="6575425" y="4686300"/>
          <p14:tracePt t="71335" x="6575425" y="4679950"/>
          <p14:tracePt t="74663" x="6589713" y="4665663"/>
          <p14:tracePt t="74670" x="6596063" y="4665663"/>
          <p14:tracePt t="74679" x="6610350" y="4659313"/>
          <p14:tracePt t="74687" x="6630988" y="4659313"/>
          <p14:tracePt t="74695" x="6645275" y="4651375"/>
          <p14:tracePt t="74703" x="6672263" y="4645025"/>
          <p14:tracePt t="74712" x="6700838" y="4638675"/>
          <p14:tracePt t="74719" x="6748463" y="4638675"/>
          <p14:tracePt t="74727" x="6797675" y="4638675"/>
          <p14:tracePt t="74735" x="6853238" y="4638675"/>
          <p14:tracePt t="74743" x="6888163" y="4638675"/>
          <p14:tracePt t="74751" x="6929438" y="4638675"/>
          <p14:tracePt t="74759" x="6970713" y="4638675"/>
          <p14:tracePt t="74767" x="7011988" y="4638675"/>
          <p14:tracePt t="74775" x="7032625" y="4638675"/>
          <p14:tracePt t="74783" x="7046913" y="4638675"/>
          <p14:tracePt t="74791" x="7061200" y="4638675"/>
          <p14:tracePt t="74799" x="7067550" y="4638675"/>
          <p14:tracePt t="74839" x="7073900" y="4638675"/>
          <p14:tracePt t="75079" x="7073900" y="4630738"/>
          <p14:tracePt t="75103" x="7073900" y="4624388"/>
          <p14:tracePt t="75119" x="7073900" y="4618038"/>
          <p14:tracePt t="75143" x="7073900" y="4610100"/>
          <p14:tracePt t="75183" x="7081838" y="4597400"/>
          <p14:tracePt t="75215" x="7088188" y="4597400"/>
          <p14:tracePt t="75815" x="7094538" y="4597400"/>
          <p14:tracePt t="75967" x="7094538" y="4589463"/>
          <p14:tracePt t="75983" x="7094538" y="4583113"/>
          <p14:tracePt t="75999" x="7088188" y="4575175"/>
          <p14:tracePt t="76007" x="7081838" y="4575175"/>
          <p14:tracePt t="76014" x="7081838" y="4568825"/>
          <p14:tracePt t="76031" x="7073900" y="4562475"/>
          <p14:tracePt t="76231" x="7073900" y="4554538"/>
          <p14:tracePt t="81399" x="7073900" y="4541838"/>
          <p14:tracePt t="81407" x="7081838" y="4533900"/>
          <p14:tracePt t="81415" x="7088188" y="4533900"/>
          <p14:tracePt t="81431" x="7088188" y="4527550"/>
          <p14:tracePt t="81439" x="7094538" y="4527550"/>
          <p14:tracePt t="81455" x="7102475" y="4513263"/>
          <p14:tracePt t="81463" x="7108825" y="4513263"/>
          <p14:tracePt t="81471" x="7129463" y="4498975"/>
          <p14:tracePt t="81479" x="7137400" y="4498975"/>
          <p14:tracePt t="81487" x="7137400" y="4492625"/>
          <p14:tracePt t="81495" x="7143750" y="4492625"/>
          <p14:tracePt t="81511" x="7158038" y="4486275"/>
          <p14:tracePt t="81527" x="7164388" y="4478338"/>
          <p14:tracePt t="81535" x="7170738" y="4478338"/>
          <p14:tracePt t="81551" x="7170738" y="4471988"/>
          <p14:tracePt t="81679" x="7178675" y="4471988"/>
          <p14:tracePt t="82823" x="7199313" y="4471988"/>
          <p14:tracePt t="82830" x="7226300" y="4471988"/>
          <p14:tracePt t="82839" x="7267575" y="4471988"/>
          <p14:tracePt t="82847" x="7302500" y="4471988"/>
          <p14:tracePt t="82855" x="7351713" y="4471988"/>
          <p14:tracePt t="82863" x="7407275" y="4471988"/>
          <p14:tracePt t="82871" x="7454900" y="4471988"/>
          <p14:tracePt t="82880" x="7516813" y="4478338"/>
          <p14:tracePt t="82898" x="7634288" y="4492625"/>
          <p14:tracePt t="82903" x="7669213" y="4506913"/>
          <p14:tracePt t="82911" x="7710488" y="4506913"/>
          <p14:tracePt t="82919" x="7759700" y="4506913"/>
          <p14:tracePt t="82927" x="7786688" y="4506913"/>
          <p14:tracePt t="82934" x="7821613" y="4506913"/>
          <p14:tracePt t="82943" x="7862888" y="4506913"/>
          <p14:tracePt t="82951" x="7912100" y="4498975"/>
          <p14:tracePt t="82959" x="7932738" y="4478338"/>
          <p14:tracePt t="82967" x="7967663" y="4465638"/>
          <p14:tracePt t="82975" x="8008938" y="4430713"/>
          <p14:tracePt t="82983" x="8029575" y="4395788"/>
          <p14:tracePt t="82991" x="8056563" y="4354513"/>
          <p14:tracePt t="82999" x="8085138" y="4305300"/>
          <p14:tracePt t="83007" x="8105775" y="4264025"/>
          <p14:tracePt t="83015" x="8126413" y="4216400"/>
          <p14:tracePt t="83023" x="8140700" y="4175125"/>
          <p14:tracePt t="83031" x="8147050" y="4140200"/>
          <p14:tracePt t="83039" x="8161338" y="4119563"/>
          <p14:tracePt t="83047" x="8161338" y="4105275"/>
          <p14:tracePt t="83055" x="8167688" y="4090988"/>
          <p14:tracePt t="83271" x="8175625" y="4090988"/>
          <p14:tracePt t="83279" x="8181975" y="4084638"/>
          <p14:tracePt t="83295" x="8175625" y="4064000"/>
          <p14:tracePt t="83319" x="8175625" y="4056063"/>
          <p14:tracePt t="83327" x="8175625" y="4049713"/>
          <p14:tracePt t="83343" x="8175625" y="4043363"/>
          <p14:tracePt t="83352" x="8175625" y="4029075"/>
          <p14:tracePt t="83368" x="8175625" y="4022725"/>
          <p14:tracePt t="83375" x="8175625" y="4008438"/>
          <p14:tracePt t="83391" x="8175625" y="3994150"/>
          <p14:tracePt t="83398" x="8175625" y="3987800"/>
          <p14:tracePt t="83407" x="8175625" y="3979863"/>
          <p14:tracePt t="83414" x="8175625" y="3967163"/>
          <p14:tracePt t="83423" x="8181975" y="3946525"/>
          <p14:tracePt t="83431" x="8181975" y="3925888"/>
          <p14:tracePt t="83439" x="8181975" y="3911600"/>
          <p14:tracePt t="83447" x="8181975" y="3897313"/>
          <p14:tracePt t="83455" x="8181975" y="3876675"/>
          <p14:tracePt t="83463" x="8181975" y="3862388"/>
          <p14:tracePt t="83471" x="8181975" y="3849688"/>
          <p14:tracePt t="83479" x="8181975" y="3835400"/>
          <p14:tracePt t="83487" x="8181975" y="3827463"/>
          <p14:tracePt t="83495" x="8175625" y="3814763"/>
          <p14:tracePt t="83503" x="8175625" y="3806825"/>
          <p14:tracePt t="83543" x="8175625" y="3800475"/>
          <p14:tracePt t="83559" x="8175625" y="3794125"/>
          <p14:tracePt t="83815" x="8175625" y="3786188"/>
          <p14:tracePt t="83880" x="8175625" y="3779838"/>
          <p14:tracePt t="83895" x="8167688" y="3773488"/>
          <p14:tracePt t="83903" x="8161338" y="3765550"/>
          <p14:tracePt t="83911" x="8161338" y="3759200"/>
          <p14:tracePt t="83919" x="8153400" y="3759200"/>
          <p14:tracePt t="83927" x="8153400" y="3751263"/>
          <p14:tracePt t="83943" x="8147050" y="3744913"/>
          <p14:tracePt t="83959" x="8140700" y="3738563"/>
          <p14:tracePt t="83967" x="8132763" y="3730625"/>
          <p14:tracePt t="83975" x="8126413" y="3724275"/>
          <p14:tracePt t="83982" x="8120063" y="3724275"/>
          <p14:tracePt t="83999" x="8112125" y="3724275"/>
          <p14:tracePt t="84087" x="8105775" y="3724275"/>
          <p14:tracePt t="84095" x="8099425" y="3724275"/>
          <p14:tracePt t="84103" x="8091488" y="3724275"/>
          <p14:tracePt t="84111" x="8070850" y="3724275"/>
          <p14:tracePt t="84119" x="8064500" y="3724275"/>
          <p14:tracePt t="84127" x="8056563" y="3724275"/>
          <p14:tracePt t="84143" x="8050213" y="3724275"/>
          <p14:tracePt t="84183" x="8050213" y="3730625"/>
          <p14:tracePt t="84191" x="8056563" y="3744913"/>
          <p14:tracePt t="84311" x="8050213" y="3744913"/>
          <p14:tracePt t="84383" x="8035925" y="3744913"/>
          <p14:tracePt t="84391" x="8023225" y="3744913"/>
          <p14:tracePt t="84398" x="7994650" y="3744913"/>
          <p14:tracePt t="84406" x="7974013" y="3744913"/>
          <p14:tracePt t="84414" x="7939088" y="3744913"/>
          <p14:tracePt t="84423" x="7918450" y="3744913"/>
          <p14:tracePt t="84431" x="7905750" y="3744913"/>
          <p14:tracePt t="84439" x="7897813" y="3744913"/>
          <p14:tracePt t="84447" x="7883525" y="3738563"/>
          <p14:tracePt t="84455" x="7870825" y="3730625"/>
          <p14:tracePt t="84463" x="7862888" y="3724275"/>
          <p14:tracePt t="84471" x="7835900" y="3703638"/>
          <p14:tracePt t="84479" x="7821613" y="3689350"/>
          <p14:tracePt t="84487" x="7807325" y="3676650"/>
          <p14:tracePt t="84495" x="7794625" y="3641725"/>
          <p14:tracePt t="84503" x="7773988" y="3606800"/>
          <p14:tracePt t="84511" x="7745413" y="3557588"/>
          <p14:tracePt t="84519" x="7724775" y="3503613"/>
          <p14:tracePt t="84527" x="7704138" y="3433763"/>
          <p14:tracePt t="84535" x="7677150" y="3363913"/>
          <p14:tracePt t="84543" x="7662863" y="3308350"/>
          <p14:tracePt t="84551" x="7656513" y="3254375"/>
          <p14:tracePt t="84559" x="7648575" y="3205163"/>
          <p14:tracePt t="84566" x="7648575" y="3149600"/>
          <p14:tracePt t="84575" x="7648575" y="3114675"/>
          <p14:tracePt t="84583" x="7648575" y="3073400"/>
          <p14:tracePt t="84591" x="7648575" y="3025775"/>
          <p14:tracePt t="84598" x="7648575" y="2982913"/>
          <p14:tracePt t="84607" x="7648575" y="2955925"/>
          <p14:tracePt t="84614" x="7648575" y="2914650"/>
          <p14:tracePt t="84623" x="7648575" y="2859088"/>
          <p14:tracePt t="84631" x="7648575" y="2809875"/>
          <p14:tracePt t="84639" x="7648575" y="2768600"/>
          <p14:tracePt t="84647" x="7656513" y="2720975"/>
          <p14:tracePt t="84655" x="7662863" y="2671763"/>
          <p14:tracePt t="84663" x="7677150" y="2624138"/>
          <p14:tracePt t="84671" x="7689850" y="2582863"/>
          <p14:tracePt t="84679" x="7718425" y="2547938"/>
          <p14:tracePt t="84687" x="7731125" y="2527300"/>
          <p14:tracePt t="84695" x="7753350" y="2506663"/>
          <p14:tracePt t="84703" x="7800975" y="2484438"/>
          <p14:tracePt t="84711" x="7842250" y="2478088"/>
          <p14:tracePt t="84719" x="7883525" y="2471738"/>
          <p14:tracePt t="84727" x="7918450" y="2471738"/>
          <p14:tracePt t="84735" x="7974013" y="2471738"/>
          <p14:tracePt t="84743" x="8023225" y="2471738"/>
          <p14:tracePt t="84751" x="8078788" y="2471738"/>
          <p14:tracePt t="84759" x="8126413" y="2484438"/>
          <p14:tracePt t="84766" x="8147050" y="2492375"/>
          <p14:tracePt t="84775" x="8188325" y="2498725"/>
          <p14:tracePt t="84782" x="8229600" y="2527300"/>
          <p14:tracePt t="84791" x="8258175" y="2540000"/>
          <p14:tracePt t="84799" x="8293100" y="2560638"/>
          <p14:tracePt t="84807" x="8305800" y="2568575"/>
          <p14:tracePt t="84814" x="8326438" y="2595563"/>
          <p14:tracePt t="84823" x="8355013" y="2616200"/>
          <p14:tracePt t="84831" x="8369300" y="2636838"/>
          <p14:tracePt t="84839" x="8382000" y="2659063"/>
          <p14:tracePt t="84847" x="8389938" y="2671763"/>
          <p14:tracePt t="84855" x="8410575" y="2700338"/>
          <p14:tracePt t="84863" x="8431213" y="2733675"/>
          <p14:tracePt t="84870" x="8451850" y="2776538"/>
          <p14:tracePt t="84881" x="8466138" y="2803525"/>
          <p14:tracePt t="84887" x="8466138" y="2838450"/>
          <p14:tracePt t="84895" x="8466138" y="2865438"/>
          <p14:tracePt t="84903" x="8472488" y="2914650"/>
          <p14:tracePt t="84911" x="8472488" y="2949575"/>
          <p14:tracePt t="84919" x="8472488" y="2982913"/>
          <p14:tracePt t="84927" x="8472488" y="3032125"/>
          <p14:tracePt t="84935" x="8472488" y="3087688"/>
          <p14:tracePt t="84943" x="8424863" y="3178175"/>
          <p14:tracePt t="84951" x="8361363" y="3275013"/>
          <p14:tracePt t="84959" x="8313738" y="3343275"/>
          <p14:tracePt t="84967" x="8272463" y="3405188"/>
          <p14:tracePt t="84975" x="8216900" y="3489325"/>
          <p14:tracePt t="84982" x="8188325" y="3530600"/>
          <p14:tracePt t="84990" x="8132763" y="3586163"/>
          <p14:tracePt t="84999" x="8099425" y="3621088"/>
          <p14:tracePt t="85007" x="8056563" y="3668713"/>
          <p14:tracePt t="85014" x="8023225" y="3717925"/>
          <p14:tracePt t="85023" x="7988300" y="3744913"/>
          <p14:tracePt t="85031" x="7932738" y="3773488"/>
          <p14:tracePt t="85039" x="7877175" y="3800475"/>
          <p14:tracePt t="85046" x="7850188" y="3814763"/>
          <p14:tracePt t="85055" x="7786688" y="3835400"/>
          <p14:tracePt t="85063" x="7766050" y="3841750"/>
          <p14:tracePt t="85070" x="7759700" y="3841750"/>
          <p14:tracePt t="85079" x="7745413" y="3841750"/>
          <p14:tracePt t="85087" x="7739063" y="3841750"/>
          <p14:tracePt t="85487" x="7745413" y="3841750"/>
          <p14:tracePt t="85551" x="7753350" y="3835400"/>
          <p14:tracePt t="85655" x="7766050" y="3821113"/>
          <p14:tracePt t="85679" x="7766050" y="3806825"/>
          <p14:tracePt t="85687" x="7766050" y="3800475"/>
          <p14:tracePt t="85695" x="7766050" y="3779838"/>
          <p14:tracePt t="85703" x="7766050" y="3759200"/>
          <p14:tracePt t="85711" x="7766050" y="3724275"/>
          <p14:tracePt t="85719" x="7766050" y="3683000"/>
          <p14:tracePt t="85727" x="7766050" y="3633788"/>
          <p14:tracePt t="85735" x="7766050" y="3586163"/>
          <p14:tracePt t="85743" x="7773988" y="3530600"/>
          <p14:tracePt t="85751" x="7794625" y="3481388"/>
          <p14:tracePt t="85759" x="7807325" y="3433763"/>
          <p14:tracePt t="85767" x="7835900" y="3371850"/>
          <p14:tracePt t="85775" x="7870825" y="3328988"/>
          <p14:tracePt t="85782" x="7918450" y="3275013"/>
          <p14:tracePt t="85791" x="7947025" y="3240088"/>
          <p14:tracePt t="85799" x="8002588" y="3205163"/>
          <p14:tracePt t="85807" x="8043863" y="3178175"/>
          <p14:tracePt t="85814" x="8085138" y="3155950"/>
          <p14:tracePt t="85823" x="8140700" y="3143250"/>
          <p14:tracePt t="85831" x="8188325" y="3122613"/>
          <p14:tracePt t="85839" x="8243888" y="3122613"/>
          <p14:tracePt t="85847" x="8272463" y="3114675"/>
          <p14:tracePt t="85854" x="8305800" y="3114675"/>
          <p14:tracePt t="85863" x="8326438" y="3114675"/>
          <p14:tracePt t="85871" x="8340725" y="3114675"/>
          <p14:tracePt t="85880" x="8361363" y="3114675"/>
          <p14:tracePt t="85898" x="8396288" y="3135313"/>
          <p14:tracePt t="85902" x="8410575" y="3149600"/>
          <p14:tracePt t="85911" x="8424863" y="3170238"/>
          <p14:tracePt t="85919" x="8451850" y="3211513"/>
          <p14:tracePt t="85927" x="8466138" y="3260725"/>
          <p14:tracePt t="85935" x="8486775" y="3328988"/>
          <p14:tracePt t="85943" x="8513763" y="3398838"/>
          <p14:tracePt t="85951" x="8528050" y="3460750"/>
          <p14:tracePt t="85959" x="8528050" y="3509963"/>
          <p14:tracePt t="85967" x="8528050" y="3571875"/>
          <p14:tracePt t="85975" x="8528050" y="3633788"/>
          <p14:tracePt t="85982" x="8528050" y="3683000"/>
          <p14:tracePt t="85991" x="8507413" y="3730625"/>
          <p14:tracePt t="85999" x="8472488" y="3773488"/>
          <p14:tracePt t="86007" x="8458200" y="3814763"/>
          <p14:tracePt t="86014" x="8437563" y="3835400"/>
          <p14:tracePt t="86023" x="8431213" y="3849688"/>
          <p14:tracePt t="86031" x="8416925" y="3856038"/>
          <p14:tracePt t="86231" x="8424863" y="3856038"/>
          <p14:tracePt t="86263" x="8424863" y="3849688"/>
          <p14:tracePt t="86407" x="8431213" y="3841750"/>
          <p14:tracePt t="86710" x="8431213" y="3835400"/>
          <p14:tracePt t="86727" x="8431213" y="3827463"/>
          <p14:tracePt t="86735" x="8416925" y="3821113"/>
          <p14:tracePt t="86743" x="8402638" y="3794125"/>
          <p14:tracePt t="86751" x="8382000" y="3779838"/>
          <p14:tracePt t="86759" x="8369300" y="3759200"/>
          <p14:tracePt t="86767" x="8355013" y="3738563"/>
          <p14:tracePt t="86775" x="8348663" y="3724275"/>
          <p14:tracePt t="86783" x="8326438" y="3703638"/>
          <p14:tracePt t="86791" x="8320088" y="3689350"/>
          <p14:tracePt t="86799" x="8305800" y="3676650"/>
          <p14:tracePt t="86815" x="8299450" y="3662363"/>
          <p14:tracePt t="86823" x="8285163" y="3648075"/>
          <p14:tracePt t="86831" x="8285163" y="3633788"/>
          <p14:tracePt t="86839" x="8278813" y="3613150"/>
          <p14:tracePt t="86847" x="8278813" y="3586163"/>
          <p14:tracePt t="86855" x="8278813" y="3544888"/>
          <p14:tracePt t="86863" x="8278813" y="3503613"/>
          <p14:tracePt t="86871" x="8278813" y="3460750"/>
          <p14:tracePt t="86880" x="8278813" y="3433763"/>
          <p14:tracePt t="86898" x="8278813" y="3384550"/>
          <p14:tracePt t="86902" x="8278813" y="3371850"/>
          <p14:tracePt t="86911" x="8278813" y="3351213"/>
          <p14:tracePt t="86919" x="8285163" y="3322638"/>
          <p14:tracePt t="86927" x="8293100" y="3316288"/>
          <p14:tracePt t="86935" x="8313738" y="3295650"/>
          <p14:tracePt t="86943" x="8320088" y="3281363"/>
          <p14:tracePt t="86950" x="8334375" y="3260725"/>
          <p14:tracePt t="86959" x="8355013" y="3246438"/>
          <p14:tracePt t="86967" x="8361363" y="3240088"/>
          <p14:tracePt t="86975" x="8375650" y="3232150"/>
          <p14:tracePt t="86982" x="8389938" y="3232150"/>
          <p14:tracePt t="86991" x="8389938" y="3219450"/>
          <p14:tracePt t="87215" x="8402638" y="3211513"/>
          <p14:tracePt t="87223" x="8431213" y="3190875"/>
          <p14:tracePt t="87231" x="8451850" y="3184525"/>
          <p14:tracePt t="87239" x="8493125" y="3178175"/>
          <p14:tracePt t="87247" x="8528050" y="3178175"/>
          <p14:tracePt t="87255" x="8562975" y="3163888"/>
          <p14:tracePt t="87263" x="8589963" y="3163888"/>
          <p14:tracePt t="87271" x="8618538" y="3163888"/>
          <p14:tracePt t="87279" x="8631238" y="3163888"/>
          <p14:tracePt t="87286" x="8645525" y="3163888"/>
          <p14:tracePt t="87295" x="8666163" y="3163888"/>
          <p14:tracePt t="87303" x="8672513" y="3170238"/>
          <p14:tracePt t="87311" x="8686800" y="3184525"/>
          <p14:tracePt t="87319" x="8701088" y="3198813"/>
          <p14:tracePt t="87327" x="8701088" y="3211513"/>
          <p14:tracePt t="87335" x="8707438" y="3240088"/>
          <p14:tracePt t="87343" x="8707438" y="3260725"/>
          <p14:tracePt t="87351" x="8707438" y="3267075"/>
          <p14:tracePt t="87359" x="8707438" y="3287713"/>
          <p14:tracePt t="87367" x="8707438" y="3308350"/>
          <p14:tracePt t="87375" x="8701088" y="3336925"/>
          <p14:tracePt t="87382" x="8686800" y="3371850"/>
          <p14:tracePt t="87391" x="8680450" y="3384550"/>
          <p14:tracePt t="87399" x="8666163" y="3398838"/>
          <p14:tracePt t="87414" x="8651875" y="3405188"/>
          <p14:tracePt t="87431" x="8645525" y="3419475"/>
          <p14:tracePt t="87511" x="8645525" y="3398838"/>
          <p14:tracePt t="87519" x="8645525" y="3378200"/>
          <p14:tracePt t="87527" x="8645525" y="3363913"/>
          <p14:tracePt t="87535" x="8645525" y="3328988"/>
          <p14:tracePt t="87543" x="8645525" y="3308350"/>
          <p14:tracePt t="87551" x="8645525" y="3287713"/>
          <p14:tracePt t="87559" x="8651875" y="3267075"/>
          <p14:tracePt t="87567" x="8680450" y="3240088"/>
          <p14:tracePt t="87575" x="8686800" y="3232150"/>
          <p14:tracePt t="87583" x="8715375" y="3211513"/>
          <p14:tracePt t="87591" x="8736013" y="3198813"/>
          <p14:tracePt t="87598" x="8756650" y="3190875"/>
          <p14:tracePt t="87607" x="8791575" y="3178175"/>
          <p14:tracePt t="87614" x="8804275" y="3178175"/>
          <p14:tracePt t="87623" x="8824913" y="3178175"/>
          <p14:tracePt t="87631" x="8839200" y="3178175"/>
          <p14:tracePt t="87639" x="8847138" y="3178175"/>
          <p14:tracePt t="87646" x="8859838" y="3178175"/>
          <p14:tracePt t="87655" x="8867775" y="3178175"/>
          <p14:tracePt t="87663" x="8874125" y="3178175"/>
          <p14:tracePt t="87671" x="8888413" y="3178175"/>
          <p14:tracePt t="87679" x="8894763" y="3178175"/>
          <p14:tracePt t="87687" x="8901113" y="3184525"/>
          <p14:tracePt t="87695" x="8909050" y="3184525"/>
          <p14:tracePt t="87711" x="8915400" y="3190875"/>
          <p14:tracePt t="87727" x="8921750" y="3205163"/>
          <p14:tracePt t="87735" x="8929688" y="3219450"/>
          <p14:tracePt t="87743" x="8929688" y="3240088"/>
          <p14:tracePt t="87751" x="8929688" y="3254375"/>
          <p14:tracePt t="87759" x="8936038" y="3281363"/>
          <p14:tracePt t="87767" x="8936038" y="3302000"/>
          <p14:tracePt t="87775" x="8936038" y="3316288"/>
          <p14:tracePt t="87783" x="8936038" y="3328988"/>
          <p14:tracePt t="87943" x="8943975" y="3328988"/>
          <p14:tracePt t="88023" x="8943975" y="3343275"/>
          <p14:tracePt t="88031" x="8943975" y="3371850"/>
          <p14:tracePt t="88039" x="8943975" y="3378200"/>
          <p14:tracePt t="88183" x="8943975" y="3371850"/>
          <p14:tracePt t="88191" x="8943975" y="3357563"/>
          <p14:tracePt t="88199" x="8936038" y="3351213"/>
          <p14:tracePt t="88214" x="8929688" y="3328988"/>
          <p14:tracePt t="88223" x="8921750" y="3322638"/>
          <p14:tracePt t="88247" x="8915400" y="3308350"/>
          <p14:tracePt t="88255" x="8909050" y="3302000"/>
          <p14:tracePt t="88375" x="8901113" y="3295650"/>
          <p14:tracePt t="88551" x="8894763" y="3287713"/>
          <p14:tracePt t="88615" x="8888413" y="3287713"/>
          <p14:tracePt t="88623" x="8888413" y="3302000"/>
          <p14:tracePt t="88631" x="8888413" y="3308350"/>
          <p14:tracePt t="88815" x="8888413" y="3302000"/>
          <p14:tracePt t="88831" x="8888413" y="3287713"/>
          <p14:tracePt t="88839" x="8874125" y="3260725"/>
          <p14:tracePt t="88846" x="8853488" y="3219450"/>
          <p14:tracePt t="88855" x="8824913" y="3184525"/>
          <p14:tracePt t="88863" x="8812213" y="3149600"/>
          <p14:tracePt t="88871" x="8770938" y="3108325"/>
          <p14:tracePt t="88879" x="8728075" y="3067050"/>
          <p14:tracePt t="88887" x="8680450" y="3017838"/>
          <p14:tracePt t="88898" x="8610600" y="2962275"/>
          <p14:tracePt t="88903" x="8507413" y="2894013"/>
          <p14:tracePt t="88911" x="8375650" y="2809875"/>
          <p14:tracePt t="88919" x="8229600" y="2727325"/>
          <p14:tracePt t="88927" x="8029575" y="2624138"/>
          <p14:tracePt t="88935" x="7862888" y="2519363"/>
          <p14:tracePt t="88943" x="7572375" y="2401888"/>
          <p14:tracePt t="88951" x="7358063" y="2298700"/>
          <p14:tracePt t="88958" x="7102475" y="2193925"/>
          <p14:tracePt t="88967" x="6797675" y="2062163"/>
          <p14:tracePt t="88975" x="6478588" y="1952625"/>
          <p14:tracePt t="88982" x="6119813" y="1841500"/>
          <p14:tracePt t="88991" x="5745163" y="1744663"/>
          <p14:tracePt t="88999" x="5440363" y="1709738"/>
          <p14:tracePt t="89007" x="5108575" y="1654175"/>
          <p14:tracePt t="89014" x="4727575" y="1612900"/>
          <p14:tracePt t="89023" x="4360863" y="1543050"/>
          <p14:tracePt t="89031" x="3973513" y="1495425"/>
          <p14:tracePt t="89039" x="3606800" y="1439863"/>
          <p14:tracePt t="89046" x="3281363" y="1384300"/>
          <p14:tracePt t="89055" x="2970213" y="1357313"/>
          <p14:tracePt t="89063" x="2700338" y="1308100"/>
          <p14:tracePt t="89071" x="2422525" y="1260475"/>
          <p14:tracePt t="89079" x="2187575" y="1239838"/>
          <p14:tracePt t="89087" x="2020888" y="1204913"/>
          <p14:tracePt t="89095" x="1903413" y="1196975"/>
          <p14:tracePt t="89103" x="1744663" y="1176338"/>
          <p14:tracePt t="89111" x="1598613" y="1149350"/>
          <p14:tracePt t="89119" x="1460500" y="1128713"/>
          <p14:tracePt t="89127" x="1204913" y="1108075"/>
          <p14:tracePt t="89135" x="1011238" y="1079500"/>
          <p14:tracePt t="89143" x="809625" y="1038225"/>
          <p14:tracePt t="89151" x="671513" y="1031875"/>
          <p14:tracePt t="89159" x="484188" y="996950"/>
          <p14:tracePt t="89167" x="325438" y="976313"/>
          <p14:tracePt t="89175" x="193675" y="941388"/>
          <p14:tracePt t="89182" x="96838" y="906463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5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36" name="Google Shape;636;p35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Expectation Maximization Results</a:t>
            </a:r>
            <a:endParaRPr/>
          </a:p>
        </p:txBody>
      </p:sp>
      <p:sp>
        <p:nvSpPr>
          <p:cNvPr id="637" name="Google Shape;637;p3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638" name="Google Shape;638;p35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AFTER SOME ITERATIONS</a:t>
            </a:r>
            <a:endParaRPr/>
          </a:p>
        </p:txBody>
      </p:sp>
      <p:sp>
        <p:nvSpPr>
          <p:cNvPr id="644" name="Google Shape;644;p36"/>
          <p:cNvSpPr txBox="1">
            <a:spLocks noGrp="1"/>
          </p:cNvSpPr>
          <p:nvPr>
            <p:ph type="body" idx="1"/>
          </p:nvPr>
        </p:nvSpPr>
        <p:spPr>
          <a:xfrm>
            <a:off x="95550" y="1348700"/>
            <a:ext cx="8952900" cy="92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2000"/>
              <a:t>Iterate until any stop conditions: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max iteration</a:t>
            </a:r>
            <a:r>
              <a:rPr lang="en" sz="2000"/>
              <a:t>, or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converged </a:t>
            </a:r>
            <a:r>
              <a:rPr lang="en" sz="2000"/>
              <a:t>(changes below threshold).</a:t>
            </a:r>
            <a:endParaRPr sz="2000"/>
          </a:p>
        </p:txBody>
      </p:sp>
      <p:sp>
        <p:nvSpPr>
          <p:cNvPr id="645" name="Google Shape;645;p3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graphicFrame>
        <p:nvGraphicFramePr>
          <p:cNvPr id="646" name="Google Shape;646;p36"/>
          <p:cNvGraphicFramePr/>
          <p:nvPr/>
        </p:nvGraphicFramePr>
        <p:xfrm>
          <a:off x="191425" y="2274755"/>
          <a:ext cx="6625575" cy="2773665"/>
        </p:xfrm>
        <a:graphic>
          <a:graphicData uri="http://schemas.openxmlformats.org/drawingml/2006/table">
            <a:tbl>
              <a:tblPr>
                <a:noFill/>
                <a:tableStyleId>{58435441-2011-46E0-9767-547DBE263A97}</a:tableStyleId>
              </a:tblPr>
              <a:tblGrid>
                <a:gridCol w="222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 i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Iterations </a:t>
                      </a:r>
                      <a:r>
                        <a:rPr lang="en" sz="1600" i="1">
                          <a:solidFill>
                            <a:srgbClr val="263248"/>
                          </a:solidFill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(e.g. max 10)</a:t>
                      </a:r>
                      <a:endParaRPr sz="1600"/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 i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θ</a:t>
                      </a:r>
                      <a:r>
                        <a:rPr lang="en" sz="1600" b="1" i="1" baseline="-250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</a:t>
                      </a:r>
                      <a:endParaRPr sz="1600" b="1" i="1" baseline="-25000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0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 i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θ</a:t>
                      </a:r>
                      <a:r>
                        <a:rPr lang="en" sz="1600" b="1" i="1" baseline="-250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</a:t>
                      </a:r>
                      <a:endParaRPr sz="1600" b="1"/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i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Δ (MSE)</a:t>
                      </a:r>
                      <a:endParaRPr sz="1600" b="1" i="1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0.6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0.5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0.7810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1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0.713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0.581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0.1390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2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0.745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0.569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0.0342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3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0.768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0.550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0.0298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4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0.783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0.535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0.0212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5</a:t>
                      </a:r>
                      <a:endParaRPr sz="1600" b="1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0.791</a:t>
                      </a:r>
                      <a:endParaRPr sz="1600" b="1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0" marB="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0.526</a:t>
                      </a:r>
                      <a:endParaRPr sz="1600" b="1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0" marB="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0.0120</a:t>
                      </a:r>
                      <a:endParaRPr sz="1600" b="1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0" marB="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6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0.795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0.522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0.0057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7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0.796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0.521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0.0014</a:t>
                      </a:r>
                      <a:endParaRPr sz="1600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8</a:t>
                      </a:r>
                      <a:endParaRPr sz="1600" b="1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0.796</a:t>
                      </a:r>
                      <a:endParaRPr sz="1600" b="1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0.520</a:t>
                      </a:r>
                      <a:endParaRPr sz="1600" b="1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0.0010</a:t>
                      </a:r>
                      <a:endParaRPr sz="1600" b="1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9</a:t>
                      </a:r>
                      <a:endParaRPr sz="1600">
                        <a:solidFill>
                          <a:srgbClr val="FF0000"/>
                        </a:solidFill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0.796</a:t>
                      </a:r>
                      <a:endParaRPr sz="1600">
                        <a:solidFill>
                          <a:srgbClr val="FF0000"/>
                        </a:solidFill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0.520</a:t>
                      </a:r>
                      <a:endParaRPr sz="1600">
                        <a:solidFill>
                          <a:srgbClr val="FF0000"/>
                        </a:solidFill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0000"/>
                          </a:solidFill>
                          <a:latin typeface="Roboto Condensed Light"/>
                          <a:ea typeface="Roboto Condensed Light"/>
                          <a:cs typeface="Roboto Condensed Light"/>
                          <a:sym typeface="Roboto Condensed Light"/>
                        </a:rPr>
                        <a:t>0.0000</a:t>
                      </a:r>
                      <a:endParaRPr sz="1600">
                        <a:solidFill>
                          <a:srgbClr val="FF0000"/>
                        </a:solidFill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47" name="Google Shape;647;p36"/>
          <p:cNvSpPr txBox="1"/>
          <p:nvPr/>
        </p:nvSpPr>
        <p:spPr>
          <a:xfrm>
            <a:off x="7312500" y="3966400"/>
            <a:ext cx="1831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If Threshold = 0.001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648" name="Google Shape;648;p36"/>
          <p:cNvSpPr txBox="1"/>
          <p:nvPr/>
        </p:nvSpPr>
        <p:spPr>
          <a:xfrm>
            <a:off x="7151150" y="3046400"/>
            <a:ext cx="14874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If Threshold = 0.01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cxnSp>
        <p:nvCxnSpPr>
          <p:cNvPr id="649" name="Google Shape;649;p36"/>
          <p:cNvCxnSpPr>
            <a:stCxn id="648" idx="1"/>
          </p:cNvCxnSpPr>
          <p:nvPr/>
        </p:nvCxnSpPr>
        <p:spPr>
          <a:xfrm flipH="1">
            <a:off x="6410150" y="3261350"/>
            <a:ext cx="741000" cy="6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" name="Google Shape;650;p36"/>
          <p:cNvCxnSpPr>
            <a:stCxn id="647" idx="1"/>
          </p:cNvCxnSpPr>
          <p:nvPr/>
        </p:nvCxnSpPr>
        <p:spPr>
          <a:xfrm flipH="1">
            <a:off x="6378300" y="4181350"/>
            <a:ext cx="934200" cy="54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1" name="Google Shape;651;p36"/>
          <p:cNvSpPr/>
          <p:nvPr/>
        </p:nvSpPr>
        <p:spPr>
          <a:xfrm>
            <a:off x="308176" y="622080"/>
            <a:ext cx="307185" cy="307204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2" name="Google Shape;652;p36"/>
          <p:cNvGrpSpPr/>
          <p:nvPr/>
        </p:nvGrpSpPr>
        <p:grpSpPr>
          <a:xfrm>
            <a:off x="76475" y="76200"/>
            <a:ext cx="1521500" cy="225900"/>
            <a:chOff x="76475" y="76200"/>
            <a:chExt cx="1521500" cy="225900"/>
          </a:xfrm>
        </p:grpSpPr>
        <p:sp>
          <p:nvSpPr>
            <p:cNvPr id="653" name="Google Shape;653;p36">
              <a:hlinkClick r:id="rId3" action="ppaction://hlinksldjump"/>
            </p:cNvPr>
            <p:cNvSpPr/>
            <p:nvPr/>
          </p:nvSpPr>
          <p:spPr>
            <a:xfrm>
              <a:off x="764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Dosis"/>
                  <a:ea typeface="Dosis"/>
                  <a:cs typeface="Dosis"/>
                  <a:sym typeface="Dosis"/>
                </a:rPr>
                <a:t>Overview</a:t>
              </a:r>
              <a:endParaRPr sz="1200"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851575" y="76200"/>
              <a:ext cx="746400" cy="225900"/>
            </a:xfrm>
            <a:prstGeom prst="roundRect">
              <a:avLst>
                <a:gd name="adj" fmla="val 16667"/>
              </a:avLst>
            </a:prstGeom>
            <a:solidFill>
              <a:srgbClr val="CC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Dosis"/>
                  <a:ea typeface="Dosis"/>
                  <a:cs typeface="Dosis"/>
                  <a:sym typeface="Dosis"/>
                </a:rPr>
                <a:t>Update</a:t>
              </a:r>
              <a:endParaRPr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67993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54" x="4873625" y="2181225"/>
          <p14:tracePt t="217" x="4873625" y="2173288"/>
          <p14:tracePt t="233" x="4873625" y="2160588"/>
          <p14:tracePt t="241" x="4873625" y="2152650"/>
          <p14:tracePt t="265" x="4873625" y="2138363"/>
          <p14:tracePt t="281" x="4873625" y="2132013"/>
          <p14:tracePt t="321" x="4873625" y="2125663"/>
          <p14:tracePt t="345" x="4865688" y="2111375"/>
          <p14:tracePt t="393" x="4865688" y="2105025"/>
          <p14:tracePt t="577" x="4865688" y="2097088"/>
          <p14:tracePt t="4089" x="4865688" y="2090738"/>
          <p14:tracePt t="4097" x="4859338" y="2084388"/>
          <p14:tracePt t="4145" x="4865688" y="2084388"/>
          <p14:tracePt t="4153" x="4914900" y="2105025"/>
          <p14:tracePt t="4441" x="4906963" y="2097088"/>
          <p14:tracePt t="4449" x="4900613" y="2097088"/>
          <p14:tracePt t="8713" x="4900613" y="2090738"/>
          <p14:tracePt t="8721" x="4894263" y="2090738"/>
          <p14:tracePt t="8729" x="4886325" y="2090738"/>
          <p14:tracePt t="8889" x="4894263" y="2090738"/>
          <p14:tracePt t="8905" x="4900613" y="2090738"/>
          <p14:tracePt t="8913" x="4906963" y="2090738"/>
          <p14:tracePt t="8929" x="4914900" y="2084388"/>
          <p14:tracePt t="8937" x="4929188" y="2084388"/>
          <p14:tracePt t="8945" x="4941888" y="2076450"/>
          <p14:tracePt t="8953" x="4949825" y="2076450"/>
          <p14:tracePt t="8961" x="4962525" y="2070100"/>
          <p14:tracePt t="8969" x="4976813" y="2070100"/>
          <p14:tracePt t="8977" x="4983163" y="2070100"/>
          <p14:tracePt t="8985" x="5005388" y="2070100"/>
          <p14:tracePt t="8993" x="5018088" y="2070100"/>
          <p14:tracePt t="9001" x="5026025" y="2062163"/>
          <p14:tracePt t="9009" x="5053013" y="2055813"/>
          <p14:tracePt t="9017" x="5073650" y="2049463"/>
          <p14:tracePt t="9026" x="5087938" y="2049463"/>
          <p14:tracePt t="9033" x="5108575" y="2041525"/>
          <p14:tracePt t="9042" x="5129213" y="2041525"/>
          <p14:tracePt t="9049" x="5149850" y="2035175"/>
          <p14:tracePt t="9057" x="5156200" y="2035175"/>
          <p14:tracePt t="9065" x="5178425" y="2035175"/>
          <p14:tracePt t="9073" x="5191125" y="2035175"/>
          <p14:tracePt t="9081" x="5219700" y="2020888"/>
          <p14:tracePt t="9089" x="5232400" y="2020888"/>
          <p14:tracePt t="9097" x="5240338" y="2020888"/>
          <p14:tracePt t="9105" x="5260975" y="2020888"/>
          <p14:tracePt t="9113" x="5281613" y="2014538"/>
          <p14:tracePt t="9121" x="5295900" y="2014538"/>
          <p14:tracePt t="9129" x="5308600" y="2014538"/>
          <p14:tracePt t="9137" x="5329238" y="2014538"/>
          <p14:tracePt t="9145" x="5337175" y="2008188"/>
          <p14:tracePt t="9153" x="5357813" y="2008188"/>
          <p14:tracePt t="9161" x="5378450" y="2008188"/>
          <p14:tracePt t="9169" x="5392738" y="2000250"/>
          <p14:tracePt t="9177" x="5413375" y="2000250"/>
          <p14:tracePt t="9185" x="5427663" y="1993900"/>
          <p14:tracePt t="9193" x="5448300" y="1993900"/>
          <p14:tracePt t="9201" x="5468938" y="1987550"/>
          <p14:tracePt t="9209" x="5489575" y="1987550"/>
          <p14:tracePt t="9217" x="5495925" y="1987550"/>
          <p14:tracePt t="9226" x="5516563" y="1987550"/>
          <p14:tracePt t="9233" x="5537200" y="1987550"/>
          <p14:tracePt t="9242" x="5551488" y="1973263"/>
          <p14:tracePt t="9249" x="5565775" y="1973263"/>
          <p14:tracePt t="9257" x="5586413" y="1973263"/>
          <p14:tracePt t="9265" x="5592763" y="1965325"/>
          <p14:tracePt t="9273" x="5607050" y="1965325"/>
          <p14:tracePt t="9281" x="5613400" y="1965325"/>
          <p14:tracePt t="9289" x="5621338" y="1965325"/>
          <p14:tracePt t="9297" x="5627688" y="1965325"/>
          <p14:tracePt t="9361" x="5634038" y="1965325"/>
          <p14:tracePt t="9377" x="5634038" y="1973263"/>
          <p14:tracePt t="9385" x="5634038" y="1979613"/>
          <p14:tracePt t="9593" x="5634038" y="1973263"/>
          <p14:tracePt t="9657" x="5634038" y="1965325"/>
          <p14:tracePt t="9689" x="5641975" y="1965325"/>
          <p14:tracePt t="9705" x="5648325" y="1965325"/>
          <p14:tracePt t="9745" x="5654675" y="1965325"/>
          <p14:tracePt t="9761" x="5662613" y="1965325"/>
          <p14:tracePt t="9769" x="5668963" y="1958975"/>
          <p14:tracePt t="9777" x="5675313" y="1958975"/>
          <p14:tracePt t="9785" x="5697538" y="1958975"/>
          <p14:tracePt t="9793" x="5710238" y="1958975"/>
          <p14:tracePt t="9801" x="5730875" y="1958975"/>
          <p14:tracePt t="9809" x="5745163" y="1958975"/>
          <p14:tracePt t="9817" x="5751513" y="1958975"/>
          <p14:tracePt t="9826" x="5765800" y="1958975"/>
          <p14:tracePt t="9833" x="5780088" y="1958975"/>
          <p14:tracePt t="9849" x="5794375" y="1958975"/>
          <p14:tracePt t="9857" x="5800725" y="1958975"/>
          <p14:tracePt t="9865" x="5815013" y="1958975"/>
          <p14:tracePt t="9873" x="5835650" y="1958975"/>
          <p14:tracePt t="9882" x="5856288" y="1958975"/>
          <p14:tracePt t="9892" x="5876925" y="1958975"/>
          <p14:tracePt t="9897" x="5897563" y="1958975"/>
          <p14:tracePt t="9905" x="5918200" y="1958975"/>
          <p14:tracePt t="9913" x="5924550" y="1958975"/>
          <p14:tracePt t="9921" x="5946775" y="1958975"/>
          <p14:tracePt t="9929" x="5953125" y="1958975"/>
          <p14:tracePt t="9937" x="5959475" y="1958975"/>
          <p14:tracePt t="9945" x="5973763" y="1958975"/>
          <p14:tracePt t="9961" x="5980113" y="1958975"/>
          <p14:tracePt t="9969" x="5988050" y="1958975"/>
          <p14:tracePt t="10073" x="5994400" y="1958975"/>
          <p14:tracePt t="10137" x="6000750" y="1958975"/>
          <p14:tracePt t="10145" x="6015038" y="1958975"/>
          <p14:tracePt t="10153" x="6029325" y="1958975"/>
          <p14:tracePt t="10161" x="6035675" y="1958975"/>
          <p14:tracePt t="10169" x="6043613" y="1958975"/>
          <p14:tracePt t="10177" x="6056313" y="1958975"/>
          <p14:tracePt t="10185" x="6076950" y="1965325"/>
          <p14:tracePt t="10193" x="6097588" y="1965325"/>
          <p14:tracePt t="10201" x="6105525" y="1965325"/>
          <p14:tracePt t="10209" x="6111875" y="1965325"/>
          <p14:tracePt t="10217" x="6119813" y="1965325"/>
          <p14:tracePt t="10226" x="6132513" y="1973263"/>
          <p14:tracePt t="10233" x="6146800" y="1973263"/>
          <p14:tracePt t="10242" x="6153150" y="1979613"/>
          <p14:tracePt t="10249" x="6167438" y="1979613"/>
          <p14:tracePt t="10257" x="6188075" y="1979613"/>
          <p14:tracePt t="10265" x="6208713" y="1979613"/>
          <p14:tracePt t="10273" x="6216650" y="1979613"/>
          <p14:tracePt t="10281" x="6229350" y="1979613"/>
          <p14:tracePt t="10289" x="6249988" y="1979613"/>
          <p14:tracePt t="10297" x="6257925" y="1979613"/>
          <p14:tracePt t="10305" x="6270625" y="1979613"/>
          <p14:tracePt t="10313" x="6284913" y="1979613"/>
          <p14:tracePt t="10321" x="6299200" y="1979613"/>
          <p14:tracePt t="10329" x="6319838" y="1979613"/>
          <p14:tracePt t="10337" x="6326188" y="1979613"/>
          <p14:tracePt t="10345" x="6340475" y="1993900"/>
          <p14:tracePt t="10353" x="6346825" y="1993900"/>
          <p14:tracePt t="10369" x="6361113" y="1993900"/>
          <p14:tracePt t="10377" x="6369050" y="1993900"/>
          <p14:tracePt t="10385" x="6375400" y="1993900"/>
          <p14:tracePt t="10401" x="6396038" y="1993900"/>
          <p14:tracePt t="10409" x="6402388" y="2000250"/>
          <p14:tracePt t="10417" x="6410325" y="2000250"/>
          <p14:tracePt t="10425" x="6423025" y="2000250"/>
          <p14:tracePt t="10433" x="6437313" y="2000250"/>
          <p14:tracePt t="10442" x="6443663" y="2000250"/>
          <p14:tracePt t="10449" x="6457950" y="2000250"/>
          <p14:tracePt t="10457" x="6465888" y="2000250"/>
          <p14:tracePt t="10489" x="6478588" y="2000250"/>
          <p14:tracePt t="10545" x="6478588" y="2008188"/>
          <p14:tracePt t="10561" x="6486525" y="2008188"/>
          <p14:tracePt t="10569" x="6492875" y="2014538"/>
          <p14:tracePt t="10577" x="6499225" y="2014538"/>
          <p14:tracePt t="10585" x="6507163" y="2020888"/>
          <p14:tracePt t="10593" x="6519863" y="2020888"/>
          <p14:tracePt t="10601" x="6534150" y="2028825"/>
          <p14:tracePt t="10609" x="6554788" y="2041525"/>
          <p14:tracePt t="10617" x="6562725" y="2041525"/>
          <p14:tracePt t="10626" x="6575425" y="2041525"/>
          <p14:tracePt t="10633" x="6596063" y="2049463"/>
          <p14:tracePt t="10641" x="6610350" y="2055813"/>
          <p14:tracePt t="10649" x="6630988" y="2062163"/>
          <p14:tracePt t="10657" x="6659563" y="2084388"/>
          <p14:tracePt t="10665" x="6665913" y="2090738"/>
          <p14:tracePt t="10673" x="6680200" y="2097088"/>
          <p14:tracePt t="10681" x="6692900" y="2117725"/>
          <p14:tracePt t="10689" x="6727825" y="2146300"/>
          <p14:tracePt t="10705" x="6756400" y="2173288"/>
          <p14:tracePt t="10713" x="6762750" y="2187575"/>
          <p14:tracePt t="10721" x="6777038" y="2201863"/>
          <p14:tracePt t="10729" x="6804025" y="2208213"/>
          <p14:tracePt t="10737" x="6818313" y="2222500"/>
          <p14:tracePt t="10753" x="6824663" y="2236788"/>
          <p14:tracePt t="10761" x="6838950" y="2243138"/>
          <p14:tracePt t="10769" x="6838950" y="2249488"/>
          <p14:tracePt t="10777" x="6853238" y="2263775"/>
          <p14:tracePt t="10785" x="6865938" y="2263775"/>
          <p14:tracePt t="10793" x="6865938" y="2270125"/>
          <p14:tracePt t="10801" x="6873875" y="2284413"/>
          <p14:tracePt t="10809" x="6880225" y="2284413"/>
          <p14:tracePt t="10817" x="6880225" y="2290763"/>
          <p14:tracePt t="10826" x="6880225" y="2298700"/>
          <p14:tracePt t="10833" x="6888163" y="2305050"/>
          <p14:tracePt t="10849" x="6894513" y="2305050"/>
          <p14:tracePt t="10865" x="6894513" y="2319338"/>
          <p14:tracePt t="10873" x="6900863" y="2319338"/>
          <p14:tracePt t="10889" x="6900863" y="2325688"/>
          <p14:tracePt t="10905" x="6900863" y="2339975"/>
          <p14:tracePt t="10913" x="6900863" y="2346325"/>
          <p14:tracePt t="10929" x="6900863" y="2354263"/>
          <p14:tracePt t="10945" x="6900863" y="2360613"/>
          <p14:tracePt t="10961" x="6900863" y="2366963"/>
          <p14:tracePt t="10993" x="6900863" y="2381250"/>
          <p14:tracePt t="11001" x="6908800" y="2381250"/>
          <p14:tracePt t="11169" x="6888163" y="2381250"/>
          <p14:tracePt t="11177" x="6873875" y="2381250"/>
          <p14:tracePt t="11185" x="6853238" y="2374900"/>
          <p14:tracePt t="11193" x="6832600" y="2360613"/>
          <p14:tracePt t="11201" x="6804025" y="2346325"/>
          <p14:tracePt t="11217" x="6789738" y="2346325"/>
          <p14:tracePt t="11226" x="6783388" y="2346325"/>
          <p14:tracePt t="11233" x="6783388" y="2339975"/>
          <p14:tracePt t="11273" x="6777038" y="2339975"/>
          <p14:tracePt t="11281" x="6769100" y="2325688"/>
          <p14:tracePt t="11297" x="6762750" y="2325688"/>
          <p14:tracePt t="11305" x="6756400" y="2319338"/>
          <p14:tracePt t="11313" x="6748463" y="2311400"/>
          <p14:tracePt t="11321" x="6742113" y="2311400"/>
          <p14:tracePt t="11329" x="6742113" y="2305050"/>
          <p14:tracePt t="11337" x="6721475" y="2305050"/>
          <p14:tracePt t="11353" x="6700838" y="2290763"/>
          <p14:tracePt t="11361" x="6686550" y="2284413"/>
          <p14:tracePt t="11369" x="6680200" y="2284413"/>
          <p14:tracePt t="11377" x="6672263" y="2284413"/>
          <p14:tracePt t="11385" x="6665913" y="2284413"/>
          <p14:tracePt t="11393" x="6645275" y="2278063"/>
          <p14:tracePt t="11409" x="6624638" y="2270125"/>
          <p14:tracePt t="11417" x="6616700" y="2270125"/>
          <p14:tracePt t="11426" x="6604000" y="2263775"/>
          <p14:tracePt t="11433" x="6596063" y="2263775"/>
          <p14:tracePt t="11442" x="6575425" y="2257425"/>
          <p14:tracePt t="11449" x="6562725" y="2249488"/>
          <p14:tracePt t="11457" x="6534150" y="2243138"/>
          <p14:tracePt t="11465" x="6519863" y="2243138"/>
          <p14:tracePt t="11473" x="6499225" y="2236788"/>
          <p14:tracePt t="11481" x="6472238" y="2228850"/>
          <p14:tracePt t="11489" x="6451600" y="2228850"/>
          <p14:tracePt t="11497" x="6443663" y="2228850"/>
          <p14:tracePt t="11505" x="6423025" y="2228850"/>
          <p14:tracePt t="11513" x="6402388" y="2228850"/>
          <p14:tracePt t="11521" x="6389688" y="2228850"/>
          <p14:tracePt t="11529" x="6369050" y="2228850"/>
          <p14:tracePt t="11537" x="6346825" y="2228850"/>
          <p14:tracePt t="11545" x="6319838" y="2228850"/>
          <p14:tracePt t="11553" x="6292850" y="2228850"/>
          <p14:tracePt t="11561" x="6257925" y="2228850"/>
          <p14:tracePt t="11569" x="6249988" y="2228850"/>
          <p14:tracePt t="11577" x="6229350" y="2228850"/>
          <p14:tracePt t="11585" x="6208713" y="2228850"/>
          <p14:tracePt t="11593" x="6188075" y="2228850"/>
          <p14:tracePt t="11601" x="6173788" y="2228850"/>
          <p14:tracePt t="11609" x="6161088" y="2228850"/>
          <p14:tracePt t="11617" x="6153150" y="2228850"/>
          <p14:tracePt t="11633" x="6146800" y="2228850"/>
          <p14:tracePt t="11641" x="6140450" y="2228850"/>
          <p14:tracePt t="11649" x="6140450" y="2236788"/>
          <p14:tracePt t="11657" x="6132513" y="2243138"/>
          <p14:tracePt t="11673" x="6132513" y="2249488"/>
          <p14:tracePt t="11681" x="6126163" y="2257425"/>
          <p14:tracePt t="11689" x="6126163" y="2263775"/>
          <p14:tracePt t="11697" x="6126163" y="2278063"/>
          <p14:tracePt t="11705" x="6126163" y="2284413"/>
          <p14:tracePt t="11713" x="6126163" y="2290763"/>
          <p14:tracePt t="11721" x="6126163" y="2305050"/>
          <p14:tracePt t="11737" x="6119813" y="2319338"/>
          <p14:tracePt t="11745" x="6119813" y="2325688"/>
          <p14:tracePt t="11753" x="6119813" y="2339975"/>
          <p14:tracePt t="11777" x="6119813" y="2354263"/>
          <p14:tracePt t="11785" x="6119813" y="2360613"/>
          <p14:tracePt t="11793" x="6126163" y="2366963"/>
          <p14:tracePt t="11801" x="6140450" y="2387600"/>
          <p14:tracePt t="11809" x="6146800" y="2395538"/>
          <p14:tracePt t="11817" x="6153150" y="2401888"/>
          <p14:tracePt t="11826" x="6167438" y="2416175"/>
          <p14:tracePt t="11833" x="6181725" y="2430463"/>
          <p14:tracePt t="11842" x="6202363" y="2436813"/>
          <p14:tracePt t="11849" x="6216650" y="2443163"/>
          <p14:tracePt t="11857" x="6237288" y="2451100"/>
          <p14:tracePt t="11865" x="6243638" y="2451100"/>
          <p14:tracePt t="11873" x="6257925" y="2457450"/>
          <p14:tracePt t="11881" x="6270625" y="2457450"/>
          <p14:tracePt t="11889" x="6278563" y="2457450"/>
          <p14:tracePt t="11905" x="6284913" y="2457450"/>
          <p14:tracePt t="12009" x="6299200" y="2457450"/>
          <p14:tracePt t="12017" x="6305550" y="2457450"/>
          <p14:tracePt t="12025" x="6326188" y="2471738"/>
          <p14:tracePt t="12033" x="6326188" y="2478088"/>
          <p14:tracePt t="12233" x="6326188" y="2471738"/>
          <p14:tracePt t="12241" x="6319838" y="2463800"/>
          <p14:tracePt t="12265" x="6319838" y="2457450"/>
          <p14:tracePt t="12586" x="6319838" y="2451100"/>
          <p14:tracePt t="12641" x="6313488" y="2451100"/>
          <p14:tracePt t="12697" x="6299200" y="2451100"/>
          <p14:tracePt t="12721" x="6292850" y="2451100"/>
          <p14:tracePt t="13961" x="6299200" y="2451100"/>
          <p14:tracePt t="14049" x="6305550" y="2451100"/>
          <p14:tracePt t="14057" x="6313488" y="2451100"/>
          <p14:tracePt t="14065" x="6326188" y="2451100"/>
          <p14:tracePt t="14081" x="6334125" y="2451100"/>
          <p14:tracePt t="14089" x="6346825" y="2451100"/>
          <p14:tracePt t="14097" x="6354763" y="2451100"/>
          <p14:tracePt t="14105" x="6361113" y="2451100"/>
          <p14:tracePt t="14113" x="6369050" y="2451100"/>
          <p14:tracePt t="14121" x="6375400" y="2451100"/>
          <p14:tracePt t="14129" x="6381750" y="2451100"/>
          <p14:tracePt t="14137" x="6389688" y="2451100"/>
          <p14:tracePt t="14153" x="6396038" y="2451100"/>
          <p14:tracePt t="14161" x="6410325" y="2451100"/>
          <p14:tracePt t="14177" x="6416675" y="2451100"/>
          <p14:tracePt t="14185" x="6430963" y="2451100"/>
          <p14:tracePt t="14193" x="6437313" y="2451100"/>
          <p14:tracePt t="14201" x="6457950" y="2451100"/>
          <p14:tracePt t="14209" x="6472238" y="2451100"/>
          <p14:tracePt t="14217" x="6486525" y="2451100"/>
          <p14:tracePt t="14225" x="6507163" y="2451100"/>
          <p14:tracePt t="14233" x="6534150" y="2451100"/>
          <p14:tracePt t="14242" x="6554788" y="2451100"/>
          <p14:tracePt t="14249" x="6583363" y="2451100"/>
          <p14:tracePt t="14257" x="6604000" y="2451100"/>
          <p14:tracePt t="14265" x="6638925" y="2451100"/>
          <p14:tracePt t="14273" x="6680200" y="2451100"/>
          <p14:tracePt t="14281" x="6707188" y="2451100"/>
          <p14:tracePt t="14289" x="6742113" y="2451100"/>
          <p14:tracePt t="14297" x="6783388" y="2451100"/>
          <p14:tracePt t="14305" x="6811963" y="2451100"/>
          <p14:tracePt t="14313" x="6845300" y="2451100"/>
          <p14:tracePt t="14321" x="6865938" y="2451100"/>
          <p14:tracePt t="14329" x="6888163" y="2451100"/>
          <p14:tracePt t="14337" x="6894513" y="2451100"/>
          <p14:tracePt t="14345" x="6900863" y="2451100"/>
          <p14:tracePt t="14353" x="6908800" y="2451100"/>
          <p14:tracePt t="14458" x="6894513" y="2451100"/>
          <p14:tracePt t="14465" x="6888163" y="2451100"/>
          <p14:tracePt t="14473" x="6873875" y="2443163"/>
          <p14:tracePt t="14481" x="6859588" y="2430463"/>
          <p14:tracePt t="14489" x="6845300" y="2430463"/>
          <p14:tracePt t="14497" x="6838950" y="2422525"/>
          <p14:tracePt t="14505" x="6832600" y="2416175"/>
          <p14:tracePt t="14513" x="6818313" y="2416175"/>
          <p14:tracePt t="14529" x="6789738" y="2401888"/>
          <p14:tracePt t="14545" x="6769100" y="2395538"/>
          <p14:tracePt t="14553" x="6748463" y="2395538"/>
          <p14:tracePt t="14561" x="6742113" y="2395538"/>
          <p14:tracePt t="14569" x="6721475" y="2387600"/>
          <p14:tracePt t="14577" x="6700838" y="2387600"/>
          <p14:tracePt t="14585" x="6680200" y="2387600"/>
          <p14:tracePt t="14593" x="6659563" y="2374900"/>
          <p14:tracePt t="14601" x="6638925" y="2374900"/>
          <p14:tracePt t="14617" x="6630988" y="2374900"/>
          <p14:tracePt t="14625" x="6624638" y="2374900"/>
          <p14:tracePt t="15425" x="6630988" y="2374900"/>
          <p14:tracePt t="15433" x="6638925" y="2366963"/>
          <p14:tracePt t="15457" x="6645275" y="2366963"/>
          <p14:tracePt t="15497" x="6651625" y="2366963"/>
          <p14:tracePt t="16217" x="6659563" y="2366963"/>
          <p14:tracePt t="16225" x="6665913" y="2366963"/>
          <p14:tracePt t="16601" x="6665913" y="2360613"/>
          <p14:tracePt t="16625" x="6665913" y="2354263"/>
          <p14:tracePt t="17001" x="6665913" y="2346325"/>
          <p14:tracePt t="17073" x="6659563" y="2346325"/>
          <p14:tracePt t="17097" x="6651625" y="2346325"/>
          <p14:tracePt t="17337" x="6651625" y="2354263"/>
          <p14:tracePt t="17353" x="6651625" y="2360613"/>
          <p14:tracePt t="17369" x="6651625" y="2366963"/>
          <p14:tracePt t="17417" x="6651625" y="2374900"/>
          <p14:tracePt t="17657" x="6651625" y="2381250"/>
          <p14:tracePt t="17665" x="6659563" y="2387600"/>
          <p14:tracePt t="17681" x="6665913" y="2395538"/>
          <p14:tracePt t="17737" x="6672263" y="2401888"/>
          <p14:tracePt t="17753" x="6686550" y="2409825"/>
          <p14:tracePt t="17777" x="6692900" y="2416175"/>
          <p14:tracePt t="17793" x="6707188" y="2416175"/>
          <p14:tracePt t="17801" x="6727825" y="2436813"/>
          <p14:tracePt t="17809" x="6735763" y="2443163"/>
          <p14:tracePt t="17817" x="6762750" y="2457450"/>
          <p14:tracePt t="17826" x="6777038" y="2471738"/>
          <p14:tracePt t="17833" x="6818313" y="2498725"/>
          <p14:tracePt t="17842" x="6845300" y="2513013"/>
          <p14:tracePt t="17849" x="6880225" y="2540000"/>
          <p14:tracePt t="17857" x="6908800" y="2560638"/>
          <p14:tracePt t="17865" x="6929438" y="2574925"/>
          <p14:tracePt t="17873" x="6956425" y="2603500"/>
          <p14:tracePt t="17892" x="7005638" y="2630488"/>
          <p14:tracePt t="17897" x="7026275" y="2659063"/>
          <p14:tracePt t="17905" x="7032625" y="2659063"/>
          <p14:tracePt t="17913" x="7038975" y="2679700"/>
          <p14:tracePt t="17921" x="7061200" y="2713038"/>
          <p14:tracePt t="17929" x="7067550" y="2733675"/>
          <p14:tracePt t="17937" x="7067550" y="2741613"/>
          <p14:tracePt t="17945" x="7067550" y="2762250"/>
          <p14:tracePt t="17953" x="7067550" y="2782888"/>
          <p14:tracePt t="17961" x="7067550" y="2803525"/>
          <p14:tracePt t="17969" x="7067550" y="2809875"/>
          <p14:tracePt t="17977" x="7067550" y="2824163"/>
          <p14:tracePt t="17985" x="7067550" y="2838450"/>
          <p14:tracePt t="18001" x="7067550" y="2852738"/>
          <p14:tracePt t="18081" x="7067550" y="2859088"/>
          <p14:tracePt t="18505" x="7073900" y="2859088"/>
          <p14:tracePt t="18529" x="7081838" y="2859088"/>
          <p14:tracePt t="18585" x="7088188" y="2852738"/>
          <p14:tracePt t="18617" x="7088188" y="2844800"/>
          <p14:tracePt t="18665" x="7088188" y="2838450"/>
          <p14:tracePt t="18769" x="7088188" y="2832100"/>
          <p14:tracePt t="18825" x="7088188" y="2838450"/>
          <p14:tracePt t="19073" x="7081838" y="2838450"/>
          <p14:tracePt t="19081" x="7081838" y="2844800"/>
          <p14:tracePt t="19105" x="7088188" y="2859088"/>
          <p14:tracePt t="19121" x="7102475" y="2879725"/>
          <p14:tracePt t="19137" x="7102475" y="2886075"/>
          <p14:tracePt t="19386" x="7102475" y="2879725"/>
          <p14:tracePt t="20001" x="7094538" y="2879725"/>
          <p14:tracePt t="20009" x="7073900" y="2900363"/>
          <p14:tracePt t="20017" x="7067550" y="2928938"/>
          <p14:tracePt t="20025" x="7046913" y="2941638"/>
          <p14:tracePt t="20033" x="7038975" y="2955925"/>
          <p14:tracePt t="20042" x="7038975" y="2962275"/>
          <p14:tracePt t="20073" x="7032625" y="2962275"/>
          <p14:tracePt t="20089" x="7032625" y="2970213"/>
          <p14:tracePt t="20105" x="7026275" y="2982913"/>
          <p14:tracePt t="20121" x="7026275" y="2997200"/>
          <p14:tracePt t="20129" x="7026275" y="3005138"/>
          <p14:tracePt t="20137" x="7026275" y="3011488"/>
          <p14:tracePt t="20289" x="7026275" y="3005138"/>
          <p14:tracePt t="20305" x="7026275" y="2997200"/>
          <p14:tracePt t="20337" x="7026275" y="2990850"/>
          <p14:tracePt t="20353" x="7011988" y="2990850"/>
          <p14:tracePt t="20361" x="7005638" y="3005138"/>
          <p14:tracePt t="20369" x="6991350" y="3017838"/>
          <p14:tracePt t="20377" x="6970713" y="3032125"/>
          <p14:tracePt t="20385" x="6956425" y="3046413"/>
          <p14:tracePt t="20393" x="6921500" y="3094038"/>
          <p14:tracePt t="20401" x="6865938" y="3128963"/>
          <p14:tracePt t="20409" x="6811963" y="3178175"/>
          <p14:tracePt t="20417" x="6742113" y="3225800"/>
          <p14:tracePt t="20426" x="6630988" y="3308350"/>
          <p14:tracePt t="20433" x="6443663" y="3419475"/>
          <p14:tracePt t="20442" x="6229350" y="3530600"/>
          <p14:tracePt t="20449" x="6008688" y="3654425"/>
          <p14:tracePt t="20457" x="5862638" y="3724275"/>
          <p14:tracePt t="20465" x="5710238" y="3786188"/>
          <p14:tracePt t="20473" x="5600700" y="3841750"/>
          <p14:tracePt t="20481" x="5537200" y="3862388"/>
          <p14:tracePt t="20489" x="5481638" y="3890963"/>
          <p14:tracePt t="20497" x="5448300" y="3911600"/>
          <p14:tracePt t="20505" x="5434013" y="3925888"/>
          <p14:tracePt t="20513" x="5427663" y="3925888"/>
          <p14:tracePt t="20521" x="5405438" y="3946525"/>
          <p14:tracePt t="20537" x="5399088" y="3959225"/>
          <p14:tracePt t="20545" x="5392738" y="3967163"/>
          <p14:tracePt t="20553" x="5384800" y="3973513"/>
          <p14:tracePt t="20561" x="5378450" y="3987800"/>
          <p14:tracePt t="20569" x="5372100" y="3994150"/>
          <p14:tracePt t="20577" x="5364163" y="4014788"/>
          <p14:tracePt t="20585" x="5364163" y="4022725"/>
          <p14:tracePt t="20593" x="5364163" y="4029075"/>
          <p14:tracePt t="20601" x="5351463" y="4049713"/>
          <p14:tracePt t="20609" x="5343525" y="4049713"/>
          <p14:tracePt t="20617" x="5343525" y="4056063"/>
          <p14:tracePt t="20626" x="5337175" y="4070350"/>
          <p14:tracePt t="20633" x="5329238" y="4084638"/>
          <p14:tracePt t="20642" x="5322888" y="4090988"/>
          <p14:tracePt t="20649" x="5316538" y="4098925"/>
          <p14:tracePt t="20657" x="5316538" y="4105275"/>
          <p14:tracePt t="20665" x="5302250" y="4119563"/>
          <p14:tracePt t="20673" x="5295900" y="4140200"/>
          <p14:tracePt t="20681" x="5287963" y="4152900"/>
          <p14:tracePt t="20689" x="5281613" y="4167188"/>
          <p14:tracePt t="20697" x="5267325" y="4181475"/>
          <p14:tracePt t="20705" x="5246688" y="4216400"/>
          <p14:tracePt t="20713" x="5232400" y="4229100"/>
          <p14:tracePt t="20721" x="5219700" y="4249738"/>
          <p14:tracePt t="20729" x="5211763" y="4271963"/>
          <p14:tracePt t="20737" x="5191125" y="4305300"/>
          <p14:tracePt t="20745" x="5178425" y="4340225"/>
          <p14:tracePt t="20753" x="5170488" y="4360863"/>
          <p14:tracePt t="20761" x="5164138" y="4368800"/>
          <p14:tracePt t="20769" x="5156200" y="4381500"/>
          <p14:tracePt t="20777" x="5156200" y="4395788"/>
          <p14:tracePt t="20785" x="5156200" y="4410075"/>
          <p14:tracePt t="20801" x="5156200" y="4416425"/>
          <p14:tracePt t="20817" x="5156200" y="4422775"/>
          <p14:tracePt t="20833" x="5156200" y="4430713"/>
          <p14:tracePt t="20873" x="5156200" y="4437063"/>
          <p14:tracePt t="20889" x="5156200" y="4451350"/>
          <p14:tracePt t="20897" x="5156200" y="4457700"/>
          <p14:tracePt t="20905" x="5164138" y="4457700"/>
          <p14:tracePt t="21137" x="5170488" y="4451350"/>
          <p14:tracePt t="21153" x="5178425" y="4457700"/>
          <p14:tracePt t="21161" x="5184775" y="4457700"/>
          <p14:tracePt t="21169" x="5205413" y="4465638"/>
          <p14:tracePt t="21177" x="5226050" y="4478338"/>
          <p14:tracePt t="21185" x="5253038" y="4486275"/>
          <p14:tracePt t="21193" x="5287963" y="4506913"/>
          <p14:tracePt t="21201" x="5329238" y="4513263"/>
          <p14:tracePt t="21209" x="5364163" y="4527550"/>
          <p14:tracePt t="21217" x="5405438" y="4548188"/>
          <p14:tracePt t="21225" x="5448300" y="4562475"/>
          <p14:tracePt t="21233" x="5495925" y="4575175"/>
          <p14:tracePt t="21242" x="5537200" y="4589463"/>
          <p14:tracePt t="21249" x="5578475" y="4610100"/>
          <p14:tracePt t="21257" x="5634038" y="4624388"/>
          <p14:tracePt t="21265" x="5675313" y="4630738"/>
          <p14:tracePt t="21273" x="5730875" y="4651375"/>
          <p14:tracePt t="21281" x="5773738" y="4665663"/>
          <p14:tracePt t="21289" x="5821363" y="4679950"/>
          <p14:tracePt t="21297" x="5870575" y="4686300"/>
          <p14:tracePt t="21305" x="5918200" y="4700588"/>
          <p14:tracePt t="21313" x="5938838" y="4714875"/>
          <p14:tracePt t="21321" x="5988050" y="4727575"/>
          <p14:tracePt t="21329" x="6015038" y="4727575"/>
          <p14:tracePt t="21337" x="6070600" y="4727575"/>
          <p14:tracePt t="21345" x="6097588" y="4741863"/>
          <p14:tracePt t="21353" x="6126163" y="4741863"/>
          <p14:tracePt t="21361" x="6140450" y="4741863"/>
          <p14:tracePt t="21369" x="6153150" y="4741863"/>
          <p14:tracePt t="21377" x="6167438" y="4741863"/>
          <p14:tracePt t="21385" x="6181725" y="4741863"/>
          <p14:tracePt t="21393" x="6188075" y="4741863"/>
          <p14:tracePt t="21401" x="6194425" y="4741863"/>
          <p14:tracePt t="21441" x="6202363" y="4741863"/>
          <p14:tracePt t="21497" x="6208713" y="4741863"/>
          <p14:tracePt t="21505" x="6216650" y="4741863"/>
          <p14:tracePt t="21513" x="6223000" y="4741863"/>
          <p14:tracePt t="21529" x="6237288" y="4741863"/>
          <p14:tracePt t="21537" x="6243638" y="4748213"/>
          <p14:tracePt t="21545" x="6264275" y="4756150"/>
          <p14:tracePt t="21553" x="6284913" y="4756150"/>
          <p14:tracePt t="21561" x="6299200" y="4770438"/>
          <p14:tracePt t="21569" x="6326188" y="4776788"/>
          <p14:tracePt t="21577" x="6361113" y="4791075"/>
          <p14:tracePt t="21585" x="6381750" y="4803775"/>
          <p14:tracePt t="21593" x="6410325" y="4818063"/>
          <p14:tracePt t="21601" x="6437313" y="4832350"/>
          <p14:tracePt t="21609" x="6443663" y="4838700"/>
          <p14:tracePt t="21617" x="6457950" y="4845050"/>
          <p14:tracePt t="22009" x="6465888" y="4845050"/>
          <p14:tracePt t="22073" x="6465888" y="4852988"/>
          <p14:tracePt t="22097" x="6472238" y="4852988"/>
          <p14:tracePt t="22113" x="6478588" y="4852988"/>
          <p14:tracePt t="22161" x="6486525" y="4852988"/>
          <p14:tracePt t="22169" x="6492875" y="4859338"/>
          <p14:tracePt t="22177" x="6499225" y="4867275"/>
          <p14:tracePt t="22185" x="6513513" y="4879975"/>
          <p14:tracePt t="22209" x="6513513" y="4887913"/>
          <p14:tracePt t="22401" x="6499225" y="4887913"/>
          <p14:tracePt t="22409" x="6478588" y="4887913"/>
          <p14:tracePt t="22417" x="6443663" y="4900613"/>
          <p14:tracePt t="22425" x="6381750" y="4908550"/>
          <p14:tracePt t="22433" x="6284913" y="4908550"/>
          <p14:tracePt t="22442" x="6111875" y="4929188"/>
          <p14:tracePt t="22449" x="5780088" y="4984750"/>
          <p14:tracePt t="22457" x="5378450" y="5040313"/>
          <p14:tracePt t="22465" x="4976813" y="5094288"/>
          <p14:tracePt t="22545" x="1516063" y="5122863"/>
          <p14:tracePt t="22553" x="1460500" y="5116513"/>
          <p14:tracePt t="22561" x="1439863" y="5108575"/>
          <p14:tracePt t="22577" x="1433513" y="5108575"/>
          <p14:tracePt t="22617" x="1425575" y="5108575"/>
          <p14:tracePt t="22625" x="1419225" y="5108575"/>
          <p14:tracePt t="22633" x="1398588" y="5108575"/>
          <p14:tracePt t="22642" x="1370013" y="5108575"/>
          <p14:tracePt t="22649" x="1336675" y="5108575"/>
          <p14:tracePt t="22657" x="1273175" y="5108575"/>
          <p14:tracePt t="22665" x="1238250" y="5108575"/>
          <p14:tracePt t="22673" x="1204913" y="5108575"/>
          <p14:tracePt t="22681" x="1184275" y="5108575"/>
          <p14:tracePt t="22689" x="1169988" y="5108575"/>
          <p14:tracePt t="22697" x="1155700" y="5102225"/>
          <p14:tracePt t="22745" x="1128713" y="5087938"/>
          <p14:tracePt t="22753" x="1093788" y="5073650"/>
          <p14:tracePt t="22761" x="1038225" y="5060950"/>
          <p14:tracePt t="22769" x="990600" y="5032375"/>
          <p14:tracePt t="22777" x="920750" y="4997450"/>
          <p14:tracePt t="22785" x="879475" y="4991100"/>
          <p14:tracePt t="22793" x="830263" y="4970463"/>
          <p14:tracePt t="22801" x="803275" y="4964113"/>
          <p14:tracePt t="22809" x="795338" y="4964113"/>
          <p14:tracePt t="22817" x="795338" y="4956175"/>
          <p14:tracePt t="22841" x="803275" y="4956175"/>
          <p14:tracePt t="22849" x="823913" y="4949825"/>
          <p14:tracePt t="22857" x="844550" y="4949825"/>
          <p14:tracePt t="22865" x="865188" y="4949825"/>
          <p14:tracePt t="22873" x="879475" y="4949825"/>
          <p14:tracePt t="22881" x="892175" y="4949825"/>
          <p14:tracePt t="22894" x="900113" y="4949825"/>
          <p14:tracePt t="22897" x="920750" y="4949825"/>
          <p14:tracePt t="22905" x="927100" y="4949825"/>
          <p14:tracePt t="22913" x="941388" y="4949825"/>
          <p14:tracePt t="22921" x="947738" y="4949825"/>
          <p14:tracePt t="22929" x="968375" y="4949825"/>
          <p14:tracePt t="22937" x="982663" y="4949825"/>
          <p14:tracePt t="22945" x="1011238" y="4949825"/>
          <p14:tracePt t="22953" x="1023938" y="4949825"/>
          <p14:tracePt t="22961" x="1065213" y="4943475"/>
          <p14:tracePt t="22969" x="1108075" y="4943475"/>
          <p14:tracePt t="22977" x="1149350" y="4935538"/>
          <p14:tracePt t="22985" x="1190625" y="4929188"/>
          <p14:tracePt t="22993" x="1246188" y="4929188"/>
          <p14:tracePt t="23001" x="1273175" y="4914900"/>
          <p14:tracePt t="23009" x="1301750" y="4914900"/>
          <p14:tracePt t="23017" x="1322388" y="4914900"/>
          <p14:tracePt t="23025" x="1336675" y="4914900"/>
          <p14:tracePt t="23042" x="1343025" y="4914900"/>
          <p14:tracePt t="23073" x="1349375" y="4914900"/>
          <p14:tracePt t="23089" x="1363663" y="4914900"/>
          <p14:tracePt t="23097" x="1384300" y="4908550"/>
          <p14:tracePt t="23105" x="1404938" y="4908550"/>
          <p14:tracePt t="23113" x="1425575" y="4900613"/>
          <p14:tracePt t="23121" x="1439863" y="4900613"/>
          <p14:tracePt t="23129" x="1454150" y="4894263"/>
          <p14:tracePt t="23137" x="1474788" y="4887913"/>
          <p14:tracePt t="23145" x="1495425" y="4879975"/>
          <p14:tracePt t="23153" x="1509713" y="4873625"/>
          <p14:tracePt t="23161" x="1530350" y="4873625"/>
          <p14:tracePt t="23169" x="1536700" y="4867275"/>
          <p14:tracePt t="23177" x="1550988" y="4859338"/>
          <p14:tracePt t="23193" x="1563688" y="4852988"/>
          <p14:tracePt t="23217" x="1577975" y="4852988"/>
          <p14:tracePt t="23337" x="1577975" y="4845050"/>
          <p14:tracePt t="25609" x="1585913" y="4845050"/>
          <p14:tracePt t="25721" x="1585913" y="4838700"/>
          <p14:tracePt t="25729" x="1598613" y="4838700"/>
          <p14:tracePt t="25745" x="1612900" y="4838700"/>
          <p14:tracePt t="25753" x="1619250" y="4838700"/>
          <p14:tracePt t="25761" x="1639888" y="4838700"/>
          <p14:tracePt t="25769" x="1647825" y="4832350"/>
          <p14:tracePt t="25777" x="1660525" y="4832350"/>
          <p14:tracePt t="25785" x="1668463" y="4832350"/>
          <p14:tracePt t="25793" x="1703388" y="4818063"/>
          <p14:tracePt t="25801" x="1724025" y="4811713"/>
          <p14:tracePt t="25809" x="1751013" y="4803775"/>
          <p14:tracePt t="25817" x="1792288" y="4797425"/>
          <p14:tracePt t="25825" x="1847850" y="4776788"/>
          <p14:tracePt t="25833" x="1897063" y="4770438"/>
          <p14:tracePt t="25841" x="1973263" y="4762500"/>
          <p14:tracePt t="25849" x="2028825" y="4741863"/>
          <p14:tracePt t="25857" x="2105025" y="4735513"/>
          <p14:tracePt t="25865" x="2201863" y="4700588"/>
          <p14:tracePt t="25873" x="2332038" y="4651375"/>
          <p14:tracePt t="25881" x="2478088" y="4597400"/>
          <p14:tracePt t="25910" x="3024188" y="4360863"/>
          <p14:tracePt t="25913" x="3273425" y="4257675"/>
          <p14:tracePt t="25921" x="3509963" y="4146550"/>
          <p14:tracePt t="25929" x="3738563" y="4064000"/>
          <p14:tracePt t="25937" x="3973513" y="3952875"/>
          <p14:tracePt t="25945" x="4187825" y="3870325"/>
          <p14:tracePt t="25953" x="4422775" y="3759200"/>
          <p14:tracePt t="25961" x="4659313" y="3654425"/>
          <p14:tracePt t="25969" x="4810125" y="3592513"/>
          <p14:tracePt t="25977" x="5011738" y="3516313"/>
          <p14:tracePt t="25985" x="5156200" y="3475038"/>
          <p14:tracePt t="25993" x="5287963" y="3440113"/>
          <p14:tracePt t="26001" x="5384800" y="3419475"/>
          <p14:tracePt t="26009" x="5448300" y="3405188"/>
          <p14:tracePt t="26017" x="5516563" y="3398838"/>
          <p14:tracePt t="26026" x="5545138" y="3398838"/>
          <p14:tracePt t="26033" x="5572125" y="3398838"/>
          <p14:tracePt t="26042" x="5600700" y="3398838"/>
          <p14:tracePt t="26049" x="5621338" y="3398838"/>
          <p14:tracePt t="26057" x="5641975" y="3398838"/>
          <p14:tracePt t="26065" x="5668963" y="3398838"/>
          <p14:tracePt t="26073" x="5710238" y="3398838"/>
          <p14:tracePt t="26081" x="5773738" y="3398838"/>
          <p14:tracePt t="26089" x="5827713" y="3405188"/>
          <p14:tracePt t="26097" x="5903913" y="3413125"/>
          <p14:tracePt t="26105" x="5988050" y="3419475"/>
          <p14:tracePt t="26113" x="6035675" y="3419475"/>
          <p14:tracePt t="26121" x="6097588" y="3433763"/>
          <p14:tracePt t="26129" x="6181725" y="3448050"/>
          <p14:tracePt t="26137" x="6264275" y="3454400"/>
          <p14:tracePt t="26145" x="6369050" y="3454400"/>
          <p14:tracePt t="26153" x="6457950" y="3454400"/>
          <p14:tracePt t="26161" x="6596063" y="3489325"/>
          <p14:tracePt t="26169" x="6748463" y="3495675"/>
          <p14:tracePt t="26177" x="6880225" y="3524250"/>
          <p14:tracePt t="26185" x="6977063" y="3530600"/>
          <p14:tracePt t="26193" x="7073900" y="3551238"/>
          <p14:tracePt t="26201" x="7143750" y="3565525"/>
          <p14:tracePt t="26209" x="7205663" y="3571875"/>
          <p14:tracePt t="26217" x="7240588" y="3586163"/>
          <p14:tracePt t="26226" x="7281863" y="3600450"/>
          <p14:tracePt t="26233" x="7337425" y="3613150"/>
          <p14:tracePt t="26242" x="7385050" y="3621088"/>
          <p14:tracePt t="26249" x="7434263" y="3641725"/>
          <p14:tracePt t="26257" x="7469188" y="3641725"/>
          <p14:tracePt t="26265" x="7475538" y="3641725"/>
          <p14:tracePt t="26273" x="7483475" y="3641725"/>
          <p14:tracePt t="26281" x="7489825" y="3641725"/>
          <p14:tracePt t="26305" x="7496175" y="3641725"/>
          <p14:tracePt t="26329" x="7510463" y="3641725"/>
          <p14:tracePt t="26337" x="7516813" y="3641725"/>
          <p14:tracePt t="26345" x="7537450" y="3641725"/>
          <p14:tracePt t="26353" x="7545388" y="3641725"/>
          <p14:tracePt t="26361" x="7551738" y="3641725"/>
          <p14:tracePt t="26369" x="7558088" y="3641725"/>
          <p14:tracePt t="26385" x="7566025" y="3641725"/>
          <p14:tracePt t="26625" x="7572375" y="3633788"/>
          <p14:tracePt t="26641" x="7572375" y="3627438"/>
          <p14:tracePt t="26785" x="7572375" y="3621088"/>
          <p14:tracePt t="26793" x="7566025" y="3621088"/>
          <p14:tracePt t="26841" x="7566025" y="3613150"/>
          <p14:tracePt t="27393" x="7566025" y="3621088"/>
          <p14:tracePt t="27401" x="7566025" y="3627438"/>
          <p14:tracePt t="27409" x="7566025" y="3633788"/>
          <p14:tracePt t="27417" x="7566025" y="3641725"/>
          <p14:tracePt t="27657" x="7558088" y="3641725"/>
          <p14:tracePt t="27673" x="7558088" y="3627438"/>
          <p14:tracePt t="27689" x="7558088" y="3621088"/>
          <p14:tracePt t="27729" x="7551738" y="3613150"/>
          <p14:tracePt t="27873" x="7545388" y="3600450"/>
          <p14:tracePt t="27889" x="7537450" y="3600450"/>
          <p14:tracePt t="27897" x="7531100" y="3600450"/>
          <p14:tracePt t="27905" x="7524750" y="3600450"/>
          <p14:tracePt t="27921" x="7516813" y="3600450"/>
          <p14:tracePt t="27937" x="7504113" y="3592513"/>
          <p14:tracePt t="27961" x="7496175" y="3592513"/>
          <p14:tracePt t="27977" x="7489825" y="3592513"/>
          <p14:tracePt t="27993" x="7483475" y="3592513"/>
          <p14:tracePt t="28001" x="7475538" y="3592513"/>
          <p14:tracePt t="28009" x="7469188" y="3592513"/>
          <p14:tracePt t="28017" x="7461250" y="3592513"/>
          <p14:tracePt t="28042" x="7454900" y="3592513"/>
          <p14:tracePt t="28057" x="7448550" y="3592513"/>
          <p14:tracePt t="28073" x="7440613" y="3592513"/>
          <p14:tracePt t="28097" x="7434263" y="3592513"/>
          <p14:tracePt t="28105" x="7427913" y="3586163"/>
          <p14:tracePt t="28113" x="7419975" y="3586163"/>
          <p14:tracePt t="28137" x="7413625" y="3586163"/>
          <p14:tracePt t="28145" x="7407275" y="3578225"/>
          <p14:tracePt t="28498" x="7399338" y="3578225"/>
          <p14:tracePt t="28545" x="7392988" y="3578225"/>
          <p14:tracePt t="28561" x="7392988" y="3586163"/>
          <p14:tracePt t="28593" x="7385050" y="3586163"/>
          <p14:tracePt t="28617" x="7378700" y="3600450"/>
          <p14:tracePt t="29905" x="7364413" y="3606800"/>
          <p14:tracePt t="29913" x="7351713" y="3613150"/>
          <p14:tracePt t="29921" x="7331075" y="3621088"/>
          <p14:tracePt t="29929" x="7316788" y="3627438"/>
          <p14:tracePt t="29937" x="7288213" y="3641725"/>
          <p14:tracePt t="29945" x="7234238" y="3654425"/>
          <p14:tracePt t="29953" x="7178675" y="3683000"/>
          <p14:tracePt t="29961" x="7115175" y="3703638"/>
          <p14:tracePt t="29969" x="7038975" y="3730625"/>
          <p14:tracePt t="29977" x="6962775" y="3759200"/>
          <p14:tracePt t="29985" x="6888163" y="3800475"/>
          <p14:tracePt t="29993" x="6811963" y="3827463"/>
          <p14:tracePt t="30001" x="6762750" y="3849688"/>
          <p14:tracePt t="30009" x="6707188" y="3870325"/>
          <p14:tracePt t="30017" x="6680200" y="3883025"/>
          <p14:tracePt t="30025" x="6645275" y="3903663"/>
          <p14:tracePt t="30033" x="6638925" y="3911600"/>
          <p14:tracePt t="30042" x="6604000" y="3938588"/>
          <p14:tracePt t="30049" x="6583363" y="3973513"/>
          <p14:tracePt t="30057" x="6542088" y="4022725"/>
          <p14:tracePt t="30065" x="6534150" y="4035425"/>
          <p14:tracePt t="30073" x="6513513" y="4056063"/>
          <p14:tracePt t="30081" x="6486525" y="4090988"/>
          <p14:tracePt t="30089" x="6472238" y="4098925"/>
          <p14:tracePt t="30097" x="6465888" y="4119563"/>
          <p14:tracePt t="30105" x="6443663" y="4146550"/>
          <p14:tracePt t="30113" x="6430963" y="4167188"/>
          <p14:tracePt t="30121" x="6430963" y="4175125"/>
          <p14:tracePt t="30129" x="6423025" y="4195763"/>
          <p14:tracePt t="30137" x="6416675" y="4195763"/>
          <p14:tracePt t="30145" x="6410325" y="4202113"/>
          <p14:tracePt t="30169" x="6402388" y="4208463"/>
          <p14:tracePt t="30177" x="6396038" y="4208463"/>
          <p14:tracePt t="30185" x="6389688" y="4216400"/>
          <p14:tracePt t="30225" x="6381750" y="4216400"/>
          <p14:tracePt t="30233" x="6375400" y="4216400"/>
          <p14:tracePt t="30249" x="6369050" y="4216400"/>
          <p14:tracePt t="30257" x="6369050" y="4195763"/>
          <p14:tracePt t="30265" x="6369050" y="4175125"/>
          <p14:tracePt t="30273" x="6369050" y="4152900"/>
          <p14:tracePt t="30281" x="6369050" y="4125913"/>
          <p14:tracePt t="30289" x="6369050" y="4119563"/>
          <p14:tracePt t="30297" x="6375400" y="4090988"/>
          <p14:tracePt t="30305" x="6375400" y="4084638"/>
          <p14:tracePt t="30313" x="6375400" y="4070350"/>
          <p14:tracePt t="30321" x="6375400" y="4064000"/>
          <p14:tracePt t="30329" x="6375400" y="4049713"/>
          <p14:tracePt t="30345" x="6375400" y="4035425"/>
          <p14:tracePt t="30385" x="6375400" y="4029075"/>
          <p14:tracePt t="30441" x="6375400" y="4022725"/>
          <p14:tracePt t="30489" x="6369050" y="4014788"/>
          <p14:tracePt t="30521" x="6361113" y="4008438"/>
          <p14:tracePt t="30537" x="6361113" y="4000500"/>
          <p14:tracePt t="30553" x="6361113" y="3987800"/>
          <p14:tracePt t="30633" x="6361113" y="3979863"/>
          <p14:tracePt t="30641" x="6361113" y="3973513"/>
          <p14:tracePt t="30649" x="6361113" y="3967163"/>
          <p14:tracePt t="30705" x="6361113" y="3959225"/>
          <p14:tracePt t="30721" x="6369050" y="3959225"/>
          <p14:tracePt t="30729" x="6375400" y="3959225"/>
          <p14:tracePt t="30737" x="6402388" y="3959225"/>
          <p14:tracePt t="30745" x="6423025" y="3959225"/>
          <p14:tracePt t="30753" x="6451600" y="3959225"/>
          <p14:tracePt t="30761" x="6472238" y="3959225"/>
          <p14:tracePt t="30769" x="6507163" y="3959225"/>
          <p14:tracePt t="30777" x="6534150" y="3959225"/>
          <p14:tracePt t="30785" x="6554788" y="3959225"/>
          <p14:tracePt t="30793" x="6575425" y="3959225"/>
          <p14:tracePt t="30801" x="6589713" y="3959225"/>
          <p14:tracePt t="30809" x="6604000" y="3959225"/>
          <p14:tracePt t="30817" x="6616700" y="3959225"/>
          <p14:tracePt t="30825" x="6638925" y="3959225"/>
          <p14:tracePt t="30833" x="6651625" y="3959225"/>
          <p14:tracePt t="30841" x="6659563" y="3952875"/>
          <p14:tracePt t="30849" x="6672263" y="3952875"/>
          <p14:tracePt t="30857" x="6692900" y="3938588"/>
          <p14:tracePt t="30873" x="6700838" y="3938588"/>
          <p14:tracePt t="31041" x="6686550" y="3938588"/>
          <p14:tracePt t="31057" x="6672263" y="3938588"/>
          <p14:tracePt t="31065" x="6665913" y="3938588"/>
          <p14:tracePt t="31089" x="6651625" y="3938588"/>
          <p14:tracePt t="31097" x="6645275" y="3938588"/>
          <p14:tracePt t="31113" x="6630988" y="3938588"/>
          <p14:tracePt t="31121" x="6624638" y="3938588"/>
          <p14:tracePt t="31129" x="6616700" y="3938588"/>
          <p14:tracePt t="31137" x="6610350" y="3938588"/>
          <p14:tracePt t="31145" x="6596063" y="3938588"/>
          <p14:tracePt t="31161" x="6589713" y="3938588"/>
          <p14:tracePt t="31169" x="6583363" y="3938588"/>
          <p14:tracePt t="31177" x="6575425" y="3938588"/>
          <p14:tracePt t="31185" x="6569075" y="3938588"/>
          <p14:tracePt t="31193" x="6562725" y="3938588"/>
          <p14:tracePt t="31201" x="6554788" y="3938588"/>
          <p14:tracePt t="31209" x="6542088" y="3938588"/>
          <p14:tracePt t="31226" x="6534150" y="3938588"/>
          <p14:tracePt t="31233" x="6519863" y="3938588"/>
          <p14:tracePt t="31249" x="6513513" y="3938588"/>
          <p14:tracePt t="31265" x="6507163" y="3938588"/>
          <p14:tracePt t="31273" x="6499225" y="3938588"/>
          <p14:tracePt t="31289" x="6492875" y="3938588"/>
          <p14:tracePt t="31305" x="6486525" y="3938588"/>
          <p14:tracePt t="31313" x="6478588" y="3938588"/>
          <p14:tracePt t="31329" x="6472238" y="3938588"/>
          <p14:tracePt t="31409" x="6472238" y="3932238"/>
          <p14:tracePt t="31441" x="6478588" y="3932238"/>
          <p14:tracePt t="31449" x="6499225" y="3932238"/>
          <p14:tracePt t="31457" x="6513513" y="3932238"/>
          <p14:tracePt t="31465" x="6527800" y="3932238"/>
          <p14:tracePt t="31473" x="6554788" y="3932238"/>
          <p14:tracePt t="31481" x="6575425" y="3932238"/>
          <p14:tracePt t="31489" x="6596063" y="3932238"/>
          <p14:tracePt t="31497" x="6624638" y="3932238"/>
          <p14:tracePt t="31505" x="6651625" y="3932238"/>
          <p14:tracePt t="31513" x="6672263" y="3932238"/>
          <p14:tracePt t="31521" x="6692900" y="3932238"/>
          <p14:tracePt t="31529" x="6721475" y="3932238"/>
          <p14:tracePt t="31537" x="6748463" y="3932238"/>
          <p14:tracePt t="31545" x="6769100" y="3932238"/>
          <p14:tracePt t="31553" x="6789738" y="3932238"/>
          <p14:tracePt t="31561" x="6797675" y="3932238"/>
          <p14:tracePt t="31569" x="6818313" y="3932238"/>
          <p14:tracePt t="31577" x="6832600" y="3932238"/>
          <p14:tracePt t="31585" x="6838950" y="3932238"/>
          <p14:tracePt t="31729" x="6824663" y="3932238"/>
          <p14:tracePt t="31737" x="6818313" y="3932238"/>
          <p14:tracePt t="31905" x="6811963" y="3932238"/>
          <p14:tracePt t="31913" x="6804025" y="3932238"/>
          <p14:tracePt t="31937" x="6797675" y="3932238"/>
          <p14:tracePt t="31953" x="6783388" y="3932238"/>
          <p14:tracePt t="31961" x="6777038" y="3932238"/>
          <p14:tracePt t="31969" x="6762750" y="3932238"/>
          <p14:tracePt t="31985" x="6756400" y="3932238"/>
          <p14:tracePt t="31993" x="6735763" y="3932238"/>
          <p14:tracePt t="32009" x="6727825" y="3932238"/>
          <p14:tracePt t="32017" x="6715125" y="3932238"/>
          <p14:tracePt t="32041" x="6707188" y="3932238"/>
          <p14:tracePt t="32065" x="6700838" y="3932238"/>
          <p14:tracePt t="32081" x="6692900" y="3932238"/>
          <p14:tracePt t="34401" x="6692900" y="3917950"/>
          <p14:tracePt t="34521" x="6700838" y="3917950"/>
          <p14:tracePt t="34529" x="6707188" y="3917950"/>
          <p14:tracePt t="34537" x="6715125" y="3917950"/>
          <p14:tracePt t="34561" x="6721475" y="3917950"/>
          <p14:tracePt t="34585" x="6727825" y="3917950"/>
          <p14:tracePt t="34609" x="6735763" y="3917950"/>
          <p14:tracePt t="34617" x="6742113" y="3917950"/>
          <p14:tracePt t="34633" x="6748463" y="3917950"/>
          <p14:tracePt t="34649" x="6756400" y="3917950"/>
          <p14:tracePt t="34657" x="6762750" y="3917950"/>
          <p14:tracePt t="34665" x="6769100" y="3917950"/>
          <p14:tracePt t="34673" x="6777038" y="3911600"/>
          <p14:tracePt t="34681" x="6783388" y="3911600"/>
          <p14:tracePt t="34689" x="6789738" y="3911600"/>
          <p14:tracePt t="34705" x="6797675" y="3911600"/>
          <p14:tracePt t="34713" x="6804025" y="3911600"/>
          <p14:tracePt t="34721" x="6811963" y="3911600"/>
          <p14:tracePt t="34737" x="6818313" y="3911600"/>
          <p14:tracePt t="34745" x="6824663" y="3911600"/>
          <p14:tracePt t="34753" x="6832600" y="3911600"/>
          <p14:tracePt t="34769" x="6838950" y="3911600"/>
          <p14:tracePt t="34777" x="6853238" y="3911600"/>
          <p14:tracePt t="34785" x="6859588" y="3911600"/>
          <p14:tracePt t="34793" x="6865938" y="3911600"/>
          <p14:tracePt t="34801" x="6873875" y="3911600"/>
          <p14:tracePt t="34809" x="6880225" y="3911600"/>
          <p14:tracePt t="34817" x="6888163" y="3911600"/>
          <p14:tracePt t="34826" x="6900863" y="3911600"/>
          <p14:tracePt t="34841" x="6908800" y="3911600"/>
          <p14:tracePt t="34849" x="6921500" y="3911600"/>
          <p14:tracePt t="34865" x="6942138" y="3911600"/>
          <p14:tracePt t="34877" x="6962775" y="3911600"/>
          <p14:tracePt t="34881" x="6977063" y="3911600"/>
          <p14:tracePt t="34889" x="6991350" y="3911600"/>
          <p14:tracePt t="34897" x="6997700" y="3911600"/>
          <p14:tracePt t="34905" x="7011988" y="3911600"/>
          <p14:tracePt t="34921" x="7018338" y="3911600"/>
          <p14:tracePt t="34929" x="7032625" y="3911600"/>
          <p14:tracePt t="34953" x="7038975" y="3911600"/>
          <p14:tracePt t="34977" x="7053263" y="3911600"/>
          <p14:tracePt t="35001" x="7061200" y="3911600"/>
          <p14:tracePt t="35009" x="7073900" y="3911600"/>
          <p14:tracePt t="35017" x="7081838" y="3911600"/>
          <p14:tracePt t="35026" x="7088188" y="3911600"/>
          <p14:tracePt t="35033" x="7094538" y="3911600"/>
          <p14:tracePt t="35043" x="7108825" y="3911600"/>
          <p14:tracePt t="35049" x="7115175" y="3911600"/>
          <p14:tracePt t="35057" x="7123113" y="3911600"/>
          <p14:tracePt t="35105" x="7129463" y="3911600"/>
          <p14:tracePt t="35129" x="7137400" y="3911600"/>
          <p14:tracePt t="35137" x="7143750" y="3917950"/>
          <p14:tracePt t="35154" x="7150100" y="3917950"/>
          <p14:tracePt t="35169" x="7164388" y="3925888"/>
          <p14:tracePt t="35193" x="7170738" y="3925888"/>
          <p14:tracePt t="35201" x="7191375" y="3938588"/>
          <p14:tracePt t="35241" x="7205663" y="3938588"/>
          <p14:tracePt t="35249" x="7212013" y="3946525"/>
          <p14:tracePt t="35297" x="7226300" y="3952875"/>
          <p14:tracePt t="35306" x="7240588" y="3967163"/>
          <p14:tracePt t="35313" x="7254875" y="3973513"/>
          <p14:tracePt t="35321" x="7261225" y="3979863"/>
          <p14:tracePt t="35329" x="7267575" y="3987800"/>
          <p14:tracePt t="35337" x="7275513" y="3994150"/>
          <p14:tracePt t="35361" x="7281863" y="4000500"/>
          <p14:tracePt t="35409" x="7288213" y="4014788"/>
          <p14:tracePt t="35425" x="7288213" y="4022725"/>
          <p14:tracePt t="35441" x="7296150" y="4035425"/>
          <p14:tracePt t="35457" x="7296150" y="4043363"/>
          <p14:tracePt t="35473" x="7296150" y="4049713"/>
          <p14:tracePt t="35481" x="7296150" y="4056063"/>
          <p14:tracePt t="35489" x="7302500" y="4064000"/>
          <p14:tracePt t="35505" x="7302500" y="4070350"/>
          <p14:tracePt t="35521" x="7302500" y="4084638"/>
          <p14:tracePt t="35545" x="7302500" y="4090988"/>
          <p14:tracePt t="35577" x="7302500" y="4105275"/>
          <p14:tracePt t="35601" x="7302500" y="4111625"/>
          <p14:tracePt t="35625" x="7302500" y="4125913"/>
          <p14:tracePt t="35642" x="7302500" y="4132263"/>
          <p14:tracePt t="35649" x="7302500" y="4146550"/>
          <p14:tracePt t="35673" x="7302500" y="4152900"/>
          <p14:tracePt t="35689" x="7302500" y="4160838"/>
          <p14:tracePt t="35705" x="7302500" y="4167188"/>
          <p14:tracePt t="35713" x="7302500" y="4175125"/>
          <p14:tracePt t="35737" x="7302500" y="4187825"/>
          <p14:tracePt t="35745" x="7302500" y="4195763"/>
          <p14:tracePt t="35761" x="7302500" y="4202113"/>
          <p14:tracePt t="35785" x="7302500" y="4208463"/>
          <p14:tracePt t="35833" x="7302500" y="4216400"/>
          <p14:tracePt t="36801" x="7302500" y="4222750"/>
          <p14:tracePt t="36825" x="7302500" y="4229100"/>
          <p14:tracePt t="37041" x="7302500" y="4222750"/>
          <p14:tracePt t="38409" x="7302500" y="4216400"/>
          <p14:tracePt t="38425" x="7296150" y="4216400"/>
          <p14:tracePt t="38433" x="7288213" y="4216400"/>
          <p14:tracePt t="38441" x="7281863" y="4216400"/>
          <p14:tracePt t="38481" x="7275513" y="4216400"/>
          <p14:tracePt t="38497" x="7275513" y="4222750"/>
          <p14:tracePt t="38569" x="7267575" y="4229100"/>
          <p14:tracePt t="38593" x="7261225" y="4237038"/>
          <p14:tracePt t="38617" x="7254875" y="4237038"/>
          <p14:tracePt t="38625" x="7246938" y="4237038"/>
          <p14:tracePt t="38633" x="7240588" y="4243388"/>
          <p14:tracePt t="38641" x="7226300" y="4249738"/>
          <p14:tracePt t="38649" x="7205663" y="4257675"/>
          <p14:tracePt t="38657" x="7178675" y="4264025"/>
          <p14:tracePt t="38665" x="7150100" y="4271963"/>
          <p14:tracePt t="38673" x="7094538" y="4292600"/>
          <p14:tracePt t="38681" x="7032625" y="4313238"/>
          <p14:tracePt t="38689" x="6962775" y="4340225"/>
          <p14:tracePt t="38697" x="6900863" y="4375150"/>
          <p14:tracePt t="38705" x="6832600" y="4410075"/>
          <p14:tracePt t="38713" x="6783388" y="4437063"/>
          <p14:tracePt t="38721" x="6735763" y="4465638"/>
          <p14:tracePt t="38729" x="6715125" y="4478338"/>
          <p14:tracePt t="38737" x="6692900" y="4498975"/>
          <p14:tracePt t="38745" x="6659563" y="4513263"/>
          <p14:tracePt t="38753" x="6645275" y="4533900"/>
          <p14:tracePt t="38761" x="6624638" y="4541838"/>
          <p14:tracePt t="38769" x="6604000" y="4554538"/>
          <p14:tracePt t="38777" x="6596063" y="4562475"/>
          <p14:tracePt t="38785" x="6583363" y="4575175"/>
          <p14:tracePt t="38793" x="6569075" y="4589463"/>
          <p14:tracePt t="38801" x="6562725" y="4597400"/>
          <p14:tracePt t="38809" x="6554788" y="4603750"/>
          <p14:tracePt t="38817" x="6554788" y="4610100"/>
          <p14:tracePt t="38826" x="6548438" y="4618038"/>
          <p14:tracePt t="38833" x="6542088" y="4624388"/>
          <p14:tracePt t="38842" x="6542088" y="4630738"/>
          <p14:tracePt t="38849" x="6534150" y="4630738"/>
          <p14:tracePt t="38857" x="6534150" y="4638675"/>
          <p14:tracePt t="38865" x="6519863" y="4645025"/>
          <p14:tracePt t="38873" x="6519863" y="4651375"/>
          <p14:tracePt t="38892" x="6513513" y="4651375"/>
          <p14:tracePt t="38897" x="6513513" y="4659313"/>
          <p14:tracePt t="38905" x="6507163" y="4659313"/>
          <p14:tracePt t="38914" x="6499225" y="4672013"/>
          <p14:tracePt t="38921" x="6492875" y="4672013"/>
          <p14:tracePt t="38929" x="6486525" y="4679950"/>
          <p14:tracePt t="38937" x="6465888" y="4686300"/>
          <p14:tracePt t="38945" x="6451600" y="4686300"/>
          <p14:tracePt t="38953" x="6430963" y="4694238"/>
          <p14:tracePt t="38961" x="6416675" y="4694238"/>
          <p14:tracePt t="38969" x="6389688" y="4694238"/>
          <p14:tracePt t="38977" x="6375400" y="4694238"/>
          <p14:tracePt t="38985" x="6361113" y="4700588"/>
          <p14:tracePt t="38993" x="6346825" y="4700588"/>
          <p14:tracePt t="39001" x="6340475" y="4700588"/>
          <p14:tracePt t="39017" x="6326188" y="4700588"/>
          <p14:tracePt t="39177" x="6340475" y="4700588"/>
          <p14:tracePt t="39185" x="6369050" y="4700588"/>
          <p14:tracePt t="39193" x="6389688" y="4700588"/>
          <p14:tracePt t="39201" x="6416675" y="4694238"/>
          <p14:tracePt t="39209" x="6465888" y="4679950"/>
          <p14:tracePt t="39217" x="6507163" y="4672013"/>
          <p14:tracePt t="39226" x="6562725" y="4659313"/>
          <p14:tracePt t="39233" x="6604000" y="4651375"/>
          <p14:tracePt t="39242" x="6659563" y="4645025"/>
          <p14:tracePt t="39249" x="6700838" y="4645025"/>
          <p14:tracePt t="39257" x="6748463" y="4624388"/>
          <p14:tracePt t="39265" x="6769100" y="4618038"/>
          <p14:tracePt t="39273" x="6789738" y="4610100"/>
          <p14:tracePt t="39281" x="6811963" y="4610100"/>
          <p14:tracePt t="39289" x="6818313" y="4610100"/>
          <p14:tracePt t="39297" x="6832600" y="4597400"/>
          <p14:tracePt t="39305" x="6838950" y="4597400"/>
          <p14:tracePt t="39313" x="6845300" y="4597400"/>
          <p14:tracePt t="39610" x="6853238" y="4597400"/>
          <p14:tracePt t="39681" x="6859588" y="4589463"/>
          <p14:tracePt t="40297" x="6865938" y="4583113"/>
          <p14:tracePt t="40345" x="6865938" y="4575175"/>
          <p14:tracePt t="40369" x="6859588" y="4568825"/>
          <p14:tracePt t="40393" x="6859588" y="4562475"/>
          <p14:tracePt t="40401" x="6853238" y="4562475"/>
          <p14:tracePt t="40409" x="6845300" y="4562475"/>
          <p14:tracePt t="40417" x="6838950" y="4554538"/>
          <p14:tracePt t="40457" x="6832600" y="4554538"/>
          <p14:tracePt t="40465" x="6824663" y="4554538"/>
          <p14:tracePt t="40481" x="6818313" y="4554538"/>
          <p14:tracePt t="40497" x="6811963" y="4554538"/>
          <p14:tracePt t="40505" x="6804025" y="4554538"/>
          <p14:tracePt t="40513" x="6797675" y="4554538"/>
          <p14:tracePt t="40569" x="6789738" y="4554538"/>
          <p14:tracePt t="40577" x="6783388" y="4554538"/>
          <p14:tracePt t="40698" x="6777038" y="4554538"/>
          <p14:tracePt t="40793" x="6769100" y="4554538"/>
          <p14:tracePt t="40961" x="6769100" y="4548188"/>
          <p14:tracePt t="40969" x="6762750" y="4541838"/>
          <p14:tracePt t="40977" x="6762750" y="4533900"/>
          <p14:tracePt t="41001" x="6756400" y="4527550"/>
          <p14:tracePt t="41010" x="6756400" y="4521200"/>
          <p14:tracePt t="41017" x="6756400" y="4513263"/>
          <p14:tracePt t="41026" x="6756400" y="4506913"/>
          <p14:tracePt t="41033" x="6756400" y="4492625"/>
          <p14:tracePt t="41042" x="6756400" y="4486275"/>
          <p14:tracePt t="41057" x="6756400" y="4478338"/>
          <p14:tracePt t="41065" x="6756400" y="4471988"/>
          <p14:tracePt t="41073" x="6756400" y="4465638"/>
          <p14:tracePt t="41081" x="6762750" y="4451350"/>
          <p14:tracePt t="41089" x="6769100" y="4430713"/>
          <p14:tracePt t="41097" x="6783388" y="4410075"/>
          <p14:tracePt t="41105" x="6789738" y="4395788"/>
          <p14:tracePt t="41113" x="6811963" y="4389438"/>
          <p14:tracePt t="41121" x="6811963" y="4368800"/>
          <p14:tracePt t="41129" x="6824663" y="4360863"/>
          <p14:tracePt t="41137" x="6838950" y="4333875"/>
          <p14:tracePt t="41145" x="6853238" y="4305300"/>
          <p14:tracePt t="41153" x="6873875" y="4264025"/>
          <p14:tracePt t="41161" x="6880225" y="4243388"/>
          <p14:tracePt t="41169" x="6888163" y="4222750"/>
          <p14:tracePt t="41177" x="6900863" y="4216400"/>
          <p14:tracePt t="41185" x="6908800" y="4208463"/>
          <p14:tracePt t="41193" x="6915150" y="4208463"/>
          <p14:tracePt t="41201" x="6929438" y="4202113"/>
          <p14:tracePt t="41401" x="6929438" y="4187825"/>
          <p14:tracePt t="41417" x="6929438" y="4181475"/>
          <p14:tracePt t="41425" x="6935788" y="4160838"/>
          <p14:tracePt t="41433" x="6942138" y="4140200"/>
          <p14:tracePt t="41442" x="6956425" y="4119563"/>
          <p14:tracePt t="41449" x="6977063" y="4098925"/>
          <p14:tracePt t="41457" x="6991350" y="4076700"/>
          <p14:tracePt t="41465" x="7005638" y="4070350"/>
          <p14:tracePt t="41473" x="7011988" y="4056063"/>
          <p14:tracePt t="41481" x="7032625" y="4043363"/>
          <p14:tracePt t="41489" x="7038975" y="4035425"/>
          <p14:tracePt t="41497" x="7053263" y="4014788"/>
          <p14:tracePt t="41505" x="7067550" y="4008438"/>
          <p14:tracePt t="41513" x="7067550" y="4000500"/>
          <p14:tracePt t="41521" x="7081838" y="4000500"/>
          <p14:tracePt t="41529" x="7081838" y="3994150"/>
          <p14:tracePt t="41545" x="7088188" y="3987800"/>
          <p14:tracePt t="41601" x="7094538" y="3979863"/>
          <p14:tracePt t="43354" x="7102475" y="3979863"/>
          <p14:tracePt t="43361" x="7102475" y="3973513"/>
          <p14:tracePt t="43601" x="7102475" y="3952875"/>
          <p14:tracePt t="43609" x="7094538" y="3952875"/>
          <p14:tracePt t="43618" x="7094538" y="3946525"/>
          <p14:tracePt t="43633" x="7094538" y="3938588"/>
          <p14:tracePt t="43641" x="7094538" y="3932238"/>
          <p14:tracePt t="43649" x="7094538" y="3925888"/>
          <p14:tracePt t="43681" x="7094538" y="3917950"/>
          <p14:tracePt t="43689" x="7094538" y="3911600"/>
          <p14:tracePt t="43697" x="7094538" y="3903663"/>
          <p14:tracePt t="43729" x="7102475" y="3897313"/>
          <p14:tracePt t="43785" x="7108825" y="3897313"/>
          <p14:tracePt t="43897" x="7108825" y="3890963"/>
          <p14:tracePt t="44121" x="7115175" y="3890963"/>
          <p14:tracePt t="44169" x="7123113" y="3883025"/>
          <p14:tracePt t="44345" x="7129463" y="3883025"/>
          <p14:tracePt t="44442" x="7137400" y="3876675"/>
          <p14:tracePt t="44897" x="7143750" y="3883025"/>
          <p14:tracePt t="44905" x="7143750" y="3890963"/>
          <p14:tracePt t="44921" x="7143750" y="3903663"/>
          <p14:tracePt t="44937" x="7143750" y="3917950"/>
          <p14:tracePt t="44945" x="7143750" y="3925888"/>
          <p14:tracePt t="44961" x="7143750" y="3938588"/>
          <p14:tracePt t="44969" x="7143750" y="3946525"/>
          <p14:tracePt t="44977" x="7158038" y="3952875"/>
          <p14:tracePt t="44985" x="7158038" y="3959225"/>
          <p14:tracePt t="44993" x="7158038" y="3967163"/>
          <p14:tracePt t="45001" x="7158038" y="3973513"/>
          <p14:tracePt t="45009" x="7158038" y="3979863"/>
          <p14:tracePt t="45017" x="7158038" y="3987800"/>
          <p14:tracePt t="45026" x="7158038" y="4000500"/>
          <p14:tracePt t="45041" x="7158038" y="4014788"/>
          <p14:tracePt t="45049" x="7158038" y="4022725"/>
          <p14:tracePt t="45057" x="7158038" y="4035425"/>
          <p14:tracePt t="45065" x="7158038" y="4049713"/>
          <p14:tracePt t="45073" x="7158038" y="4056063"/>
          <p14:tracePt t="45081" x="7158038" y="4064000"/>
          <p14:tracePt t="45097" x="7158038" y="4070350"/>
          <p14:tracePt t="45113" x="7158038" y="4076700"/>
          <p14:tracePt t="45121" x="7158038" y="4084638"/>
          <p14:tracePt t="45129" x="7158038" y="4090988"/>
          <p14:tracePt t="45137" x="7158038" y="4098925"/>
          <p14:tracePt t="45145" x="7158038" y="4105275"/>
          <p14:tracePt t="45153" x="7158038" y="4111625"/>
          <p14:tracePt t="45161" x="7158038" y="4125913"/>
          <p14:tracePt t="45177" x="7158038" y="4132263"/>
          <p14:tracePt t="45185" x="7158038" y="4146550"/>
          <p14:tracePt t="45209" x="7158038" y="4152900"/>
          <p14:tracePt t="45217" x="7158038" y="4160838"/>
          <p14:tracePt t="45226" x="7158038" y="4167188"/>
          <p14:tracePt t="45249" x="7158038" y="4175125"/>
          <p14:tracePt t="45257" x="7158038" y="4181475"/>
          <p14:tracePt t="45265" x="7158038" y="4187825"/>
          <p14:tracePt t="45361" x="7164388" y="4195763"/>
          <p14:tracePt t="45369" x="7170738" y="4195763"/>
          <p14:tracePt t="45377" x="7178675" y="4208463"/>
          <p14:tracePt t="45393" x="7191375" y="4216400"/>
          <p14:tracePt t="45401" x="7199313" y="4216400"/>
          <p14:tracePt t="45577" x="7205663" y="4216400"/>
          <p14:tracePt t="45633" x="7205663" y="4208463"/>
          <p14:tracePt t="45641" x="7205663" y="4202113"/>
          <p14:tracePt t="45817" x="7205663" y="4195763"/>
          <p14:tracePt t="48473" x="7205663" y="4187825"/>
          <p14:tracePt t="48481" x="7205663" y="4181475"/>
          <p14:tracePt t="48705" x="7205663" y="4175125"/>
          <p14:tracePt t="48713" x="7199313" y="4167188"/>
          <p14:tracePt t="48721" x="7191375" y="4160838"/>
          <p14:tracePt t="48729" x="7191375" y="4152900"/>
          <p14:tracePt t="48753" x="7191375" y="4146550"/>
          <p14:tracePt t="48785" x="7185025" y="4140200"/>
          <p14:tracePt t="48793" x="7185025" y="4132263"/>
          <p14:tracePt t="48801" x="7185025" y="4125913"/>
          <p14:tracePt t="48809" x="7185025" y="4105275"/>
          <p14:tracePt t="48817" x="7178675" y="4084638"/>
          <p14:tracePt t="48826" x="7178675" y="4070350"/>
          <p14:tracePt t="48833" x="7178675" y="4049713"/>
          <p14:tracePt t="48841" x="7178675" y="4029075"/>
          <p14:tracePt t="48849" x="7178675" y="4014788"/>
          <p14:tracePt t="48857" x="7178675" y="4000500"/>
          <p14:tracePt t="48865" x="7178675" y="3994150"/>
          <p14:tracePt t="48873" x="7178675" y="3987800"/>
          <p14:tracePt t="48892" x="7178675" y="3979863"/>
          <p14:tracePt t="49553" x="7178675" y="3973513"/>
          <p14:tracePt t="53217" x="7178675" y="3987800"/>
          <p14:tracePt t="53225" x="7150100" y="4029075"/>
          <p14:tracePt t="53233" x="7137400" y="4043363"/>
          <p14:tracePt t="53241" x="7123113" y="4056063"/>
          <p14:tracePt t="53249" x="7115175" y="4070350"/>
          <p14:tracePt t="53361" x="7115175" y="4049713"/>
          <p14:tracePt t="53369" x="7115175" y="4022725"/>
          <p14:tracePt t="53377" x="7115175" y="4014788"/>
          <p14:tracePt t="53385" x="7115175" y="3994150"/>
          <p14:tracePt t="53393" x="7115175" y="3987800"/>
          <p14:tracePt t="53401" x="7115175" y="3973513"/>
          <p14:tracePt t="53409" x="7115175" y="3952875"/>
          <p14:tracePt t="53417" x="7115175" y="3925888"/>
          <p14:tracePt t="53425" x="7123113" y="3897313"/>
          <p14:tracePt t="53433" x="7123113" y="3876675"/>
          <p14:tracePt t="53441" x="7129463" y="3849688"/>
          <p14:tracePt t="53449" x="7137400" y="3794125"/>
          <p14:tracePt t="53457" x="7150100" y="3744913"/>
          <p14:tracePt t="53465" x="7158038" y="3717925"/>
          <p14:tracePt t="53473" x="7170738" y="3662363"/>
          <p14:tracePt t="53481" x="7170738" y="3586163"/>
          <p14:tracePt t="53489" x="7199313" y="3516313"/>
          <p14:tracePt t="53497" x="7226300" y="3440113"/>
          <p14:tracePt t="53505" x="7234238" y="3405188"/>
          <p14:tracePt t="53513" x="7246938" y="3357563"/>
          <p14:tracePt t="53521" x="7267575" y="3295650"/>
          <p14:tracePt t="53529" x="7267575" y="3281363"/>
          <p14:tracePt t="53537" x="7267575" y="3267075"/>
          <p14:tracePt t="53545" x="7275513" y="3254375"/>
          <p14:tracePt t="53553" x="7275513" y="3246438"/>
          <p14:tracePt t="53569" x="7275513" y="3240088"/>
          <p14:tracePt t="53585" x="7281863" y="3240088"/>
          <p14:tracePt t="53593" x="7288213" y="3246438"/>
          <p14:tracePt t="53601" x="7316788" y="3275013"/>
          <p14:tracePt t="53609" x="7323138" y="3287713"/>
          <p14:tracePt t="53865" x="7323138" y="3281363"/>
          <p14:tracePt t="53889" x="7323138" y="3275013"/>
          <p14:tracePt t="53945" x="7323138" y="3267075"/>
          <p14:tracePt t="53953" x="7323138" y="3260725"/>
          <p14:tracePt t="53961" x="7323138" y="3254375"/>
          <p14:tracePt t="53977" x="7323138" y="3246438"/>
          <p14:tracePt t="53985" x="7323138" y="3240088"/>
          <p14:tracePt t="54009" x="7323138" y="3232150"/>
          <p14:tracePt t="54017" x="7323138" y="3225800"/>
          <p14:tracePt t="54026" x="7323138" y="3219450"/>
          <p14:tracePt t="54049" x="7323138" y="3211513"/>
          <p14:tracePt t="54057" x="7323138" y="3205163"/>
          <p14:tracePt t="54065" x="7323138" y="3198813"/>
          <p14:tracePt t="54089" x="7323138" y="3190875"/>
          <p14:tracePt t="54105" x="7323138" y="3184525"/>
          <p14:tracePt t="54113" x="7323138" y="3178175"/>
          <p14:tracePt t="54137" x="7323138" y="3170238"/>
          <p14:tracePt t="54153" x="7323138" y="3163888"/>
          <p14:tracePt t="54161" x="7323138" y="3155950"/>
          <p14:tracePt t="54169" x="7316788" y="3155950"/>
          <p14:tracePt t="54185" x="7316788" y="3149600"/>
          <p14:tracePt t="54193" x="7316788" y="3143250"/>
          <p14:tracePt t="54201" x="7316788" y="3135313"/>
          <p14:tracePt t="54217" x="7316788" y="3122613"/>
          <p14:tracePt t="54233" x="7316788" y="3114675"/>
          <p14:tracePt t="54242" x="7310438" y="3108325"/>
          <p14:tracePt t="54249" x="7310438" y="3101975"/>
          <p14:tracePt t="54257" x="7310438" y="3094038"/>
          <p14:tracePt t="54265" x="7296150" y="3081338"/>
          <p14:tracePt t="54273" x="7288213" y="3073400"/>
          <p14:tracePt t="54281" x="7288213" y="3067050"/>
          <p14:tracePt t="54297" x="7288213" y="3052763"/>
          <p14:tracePt t="54305" x="7288213" y="3038475"/>
          <p14:tracePt t="54313" x="7288213" y="3025775"/>
          <p14:tracePt t="54321" x="7288213" y="3017838"/>
          <p14:tracePt t="54329" x="7275513" y="3005138"/>
          <p14:tracePt t="54337" x="7275513" y="2990850"/>
          <p14:tracePt t="54345" x="7267575" y="2976563"/>
          <p14:tracePt t="54361" x="7267575" y="2955925"/>
          <p14:tracePt t="54377" x="7267575" y="2941638"/>
          <p14:tracePt t="54385" x="7267575" y="2928938"/>
          <p14:tracePt t="54393" x="7267575" y="2914650"/>
          <p14:tracePt t="54401" x="7275513" y="2914650"/>
          <p14:tracePt t="54409" x="7275513" y="2906713"/>
          <p14:tracePt t="54417" x="7281863" y="2900363"/>
          <p14:tracePt t="54433" x="7288213" y="2900363"/>
          <p14:tracePt t="54442" x="7296150" y="2900363"/>
          <p14:tracePt t="54457" x="7302500" y="2906713"/>
          <p14:tracePt t="54633" x="7302500" y="2894013"/>
          <p14:tracePt t="54641" x="7310438" y="2879725"/>
          <p14:tracePt t="54649" x="7316788" y="2879725"/>
          <p14:tracePt t="54657" x="7316788" y="2859088"/>
          <p14:tracePt t="54665" x="7316788" y="2852738"/>
          <p14:tracePt t="54673" x="7323138" y="2832100"/>
          <p14:tracePt t="54681" x="7331075" y="2803525"/>
          <p14:tracePt t="54689" x="7337425" y="2789238"/>
          <p14:tracePt t="54697" x="7343775" y="2762250"/>
          <p14:tracePt t="54705" x="7351713" y="2755900"/>
          <p14:tracePt t="54713" x="7364413" y="2727325"/>
          <p14:tracePt t="54729" x="7372350" y="2706688"/>
          <p14:tracePt t="54737" x="7378700" y="2692400"/>
          <p14:tracePt t="54745" x="7385050" y="2679700"/>
          <p14:tracePt t="54753" x="7392988" y="2665413"/>
          <p14:tracePt t="54761" x="7392988" y="2659063"/>
          <p14:tracePt t="54769" x="7392988" y="2651125"/>
          <p14:tracePt t="54777" x="7399338" y="2636838"/>
          <p14:tracePt t="54785" x="7399338" y="2630488"/>
          <p14:tracePt t="54793" x="7413625" y="2609850"/>
          <p14:tracePt t="54801" x="7413625" y="2603500"/>
          <p14:tracePt t="54809" x="7413625" y="2595563"/>
          <p14:tracePt t="54817" x="7413625" y="2582863"/>
          <p14:tracePt t="54826" x="7413625" y="2568575"/>
          <p14:tracePt t="54842" x="7413625" y="2554288"/>
          <p14:tracePt t="54857" x="7413625" y="2547938"/>
          <p14:tracePt t="54875" x="7419975" y="2540000"/>
          <p14:tracePt t="54897" x="7419975" y="2533650"/>
          <p14:tracePt t="55289" x="7419975" y="2527300"/>
          <p14:tracePt t="55297" x="7419975" y="2519363"/>
          <p14:tracePt t="55305" x="7419975" y="2513013"/>
          <p14:tracePt t="55313" x="7427913" y="2506663"/>
          <p14:tracePt t="55321" x="7434263" y="2506663"/>
          <p14:tracePt t="55337" x="7448550" y="2513013"/>
          <p14:tracePt t="55345" x="7454900" y="2513013"/>
          <p14:tracePt t="55705" x="7454900" y="2506663"/>
          <p14:tracePt t="55793" x="7448550" y="2498725"/>
          <p14:tracePt t="55825" x="7448550" y="2506663"/>
          <p14:tracePt t="55833" x="7448550" y="2527300"/>
          <p14:tracePt t="55841" x="7461250" y="2547938"/>
          <p14:tracePt t="55969" x="7461250" y="2554288"/>
          <p14:tracePt t="55993" x="7461250" y="2547938"/>
          <p14:tracePt t="56009" x="7461250" y="2540000"/>
          <p14:tracePt t="56017" x="7461250" y="2533650"/>
          <p14:tracePt t="56025" x="7448550" y="2527300"/>
          <p14:tracePt t="56033" x="7440613" y="2519363"/>
          <p14:tracePt t="56041" x="7427913" y="2513013"/>
          <p14:tracePt t="56049" x="7413625" y="2498725"/>
          <p14:tracePt t="56057" x="7399338" y="2492375"/>
          <p14:tracePt t="56065" x="7392988" y="2478088"/>
          <p14:tracePt t="56073" x="7372350" y="2471738"/>
          <p14:tracePt t="56081" x="7358063" y="2463800"/>
          <p14:tracePt t="56089" x="7337425" y="2457450"/>
          <p14:tracePt t="56097" x="7302500" y="2443163"/>
          <p14:tracePt t="56105" x="7296150" y="2436813"/>
          <p14:tracePt t="56113" x="7281863" y="2430463"/>
          <p14:tracePt t="56121" x="7261225" y="2422525"/>
          <p14:tracePt t="56129" x="7254875" y="2422525"/>
          <p14:tracePt t="56137" x="7240588" y="2416175"/>
          <p14:tracePt t="56145" x="7234238" y="2409825"/>
          <p14:tracePt t="56153" x="7219950" y="2409825"/>
          <p14:tracePt t="56161" x="7205663" y="2401888"/>
          <p14:tracePt t="56169" x="7191375" y="2395538"/>
          <p14:tracePt t="56177" x="7185025" y="2387600"/>
          <p14:tracePt t="56185" x="7164388" y="2387600"/>
          <p14:tracePt t="56193" x="7143750" y="2374900"/>
          <p14:tracePt t="56201" x="7115175" y="2360613"/>
          <p14:tracePt t="56209" x="7094538" y="2354263"/>
          <p14:tracePt t="56217" x="7073900" y="2346325"/>
          <p14:tracePt t="56226" x="7053263" y="2333625"/>
          <p14:tracePt t="56233" x="7018338" y="2325688"/>
          <p14:tracePt t="56242" x="6991350" y="2311400"/>
          <p14:tracePt t="56249" x="6962775" y="2298700"/>
          <p14:tracePt t="56257" x="6935788" y="2290763"/>
          <p14:tracePt t="56265" x="6921500" y="2290763"/>
          <p14:tracePt t="56273" x="6900863" y="2278063"/>
          <p14:tracePt t="56297" x="6894513" y="2270125"/>
          <p14:tracePt t="56313" x="6880225" y="2270125"/>
          <p14:tracePt t="56337" x="6873875" y="2263775"/>
          <p14:tracePt t="56353" x="6859588" y="2257425"/>
          <p14:tracePt t="56369" x="6853238" y="2249488"/>
          <p14:tracePt t="56377" x="6845300" y="2249488"/>
          <p14:tracePt t="56393" x="6838950" y="2249488"/>
          <p14:tracePt t="56409" x="6832600" y="2249488"/>
          <p14:tracePt t="56417" x="6832600" y="2243138"/>
          <p14:tracePt t="56473" x="6818313" y="2236788"/>
          <p14:tracePt t="56513" x="6811963" y="2236788"/>
          <p14:tracePt t="56529" x="6811963" y="2228850"/>
          <p14:tracePt t="56545" x="6797675" y="2228850"/>
          <p14:tracePt t="56585" x="6789738" y="2222500"/>
          <p14:tracePt t="56609" x="6777038" y="2222500"/>
          <p14:tracePt t="56625" x="6769100" y="2222500"/>
          <p14:tracePt t="56649" x="6762750" y="2222500"/>
          <p14:tracePt t="56657" x="6756400" y="2222500"/>
          <p14:tracePt t="56681" x="6742113" y="2214563"/>
          <p14:tracePt t="56705" x="6735763" y="2214563"/>
          <p14:tracePt t="56729" x="6727825" y="2214563"/>
          <p14:tracePt t="56737" x="6721475" y="2214563"/>
          <p14:tracePt t="56745" x="6715125" y="2214563"/>
          <p14:tracePt t="56761" x="6700838" y="2214563"/>
          <p14:tracePt t="56769" x="6692900" y="2214563"/>
          <p14:tracePt t="56777" x="6686550" y="2214563"/>
          <p14:tracePt t="56785" x="6680200" y="2214563"/>
          <p14:tracePt t="56793" x="6665913" y="2214563"/>
          <p14:tracePt t="56801" x="6659563" y="2214563"/>
          <p14:tracePt t="56809" x="6645275" y="2214563"/>
          <p14:tracePt t="56817" x="6630988" y="2214563"/>
          <p14:tracePt t="56826" x="6610350" y="2222500"/>
          <p14:tracePt t="56833" x="6596063" y="2228850"/>
          <p14:tracePt t="56842" x="6589713" y="2236788"/>
          <p14:tracePt t="56849" x="6569075" y="2236788"/>
          <p14:tracePt t="56857" x="6562725" y="2243138"/>
          <p14:tracePt t="56865" x="6548438" y="2243138"/>
          <p14:tracePt t="56873" x="6542088" y="2249488"/>
          <p14:tracePt t="56881" x="6534150" y="2249488"/>
          <p14:tracePt t="56892" x="6534150" y="2257425"/>
          <p14:tracePt t="56897" x="6527800" y="2257425"/>
          <p14:tracePt t="56905" x="6527800" y="2263775"/>
          <p14:tracePt t="56953" x="6527800" y="2270125"/>
          <p14:tracePt t="56977" x="6527800" y="2278063"/>
          <p14:tracePt t="56985" x="6527800" y="2290763"/>
          <p14:tracePt t="56993" x="6534150" y="2298700"/>
          <p14:tracePt t="57001" x="6548438" y="2305050"/>
          <p14:tracePt t="57145" x="6548438" y="2298700"/>
          <p14:tracePt t="57153" x="6548438" y="2284413"/>
          <p14:tracePt t="57161" x="6548438" y="2278063"/>
          <p14:tracePt t="57185" x="6548438" y="2270125"/>
          <p14:tracePt t="57201" x="6548438" y="2263775"/>
          <p14:tracePt t="57265" x="6548438" y="2257425"/>
          <p14:tracePt t="57985" x="6554788" y="2257425"/>
          <p14:tracePt t="58001" x="6562725" y="2257425"/>
          <p14:tracePt t="58017" x="6569075" y="2257425"/>
          <p14:tracePt t="58113" x="6575425" y="2257425"/>
          <p14:tracePt t="58121" x="6583363" y="2257425"/>
          <p14:tracePt t="58145" x="6589713" y="2257425"/>
          <p14:tracePt t="59145" x="6596063" y="2249488"/>
          <p14:tracePt t="59161" x="6596063" y="2243138"/>
          <p14:tracePt t="59177" x="6596063" y="2236788"/>
          <p14:tracePt t="59201" x="6604000" y="2222500"/>
          <p14:tracePt t="59257" x="6604000" y="2214563"/>
          <p14:tracePt t="59313" x="6604000" y="2208213"/>
          <p14:tracePt t="59377" x="6604000" y="2201863"/>
          <p14:tracePt t="59393" x="6604000" y="2193925"/>
          <p14:tracePt t="59425" x="6610350" y="2187575"/>
          <p14:tracePt t="59449" x="6610350" y="2181225"/>
          <p14:tracePt t="59457" x="6610350" y="2173288"/>
          <p14:tracePt t="59473" x="6616700" y="2166938"/>
          <p14:tracePt t="59497" x="6616700" y="2152650"/>
          <p14:tracePt t="59505" x="6624638" y="2152650"/>
          <p14:tracePt t="59513" x="6624638" y="2146300"/>
          <p14:tracePt t="59529" x="6630988" y="2132013"/>
          <p14:tracePt t="59545" x="6638925" y="2125663"/>
          <p14:tracePt t="59561" x="6645275" y="2117725"/>
          <p14:tracePt t="59569" x="6651625" y="2117725"/>
          <p14:tracePt t="59577" x="6651625" y="2111375"/>
          <p14:tracePt t="59585" x="6659563" y="2111375"/>
          <p14:tracePt t="59593" x="6659563" y="2105025"/>
          <p14:tracePt t="59602" x="6665913" y="2097088"/>
          <p14:tracePt t="59609" x="6672263" y="2097088"/>
          <p14:tracePt t="59617" x="6672263" y="2090738"/>
          <p14:tracePt t="59633" x="6672263" y="2084388"/>
          <p14:tracePt t="59665" x="6680200" y="2076450"/>
          <p14:tracePt t="60465" x="6680200" y="2070100"/>
          <p14:tracePt t="60513" x="6680200" y="2062163"/>
          <p14:tracePt t="60545" x="6680200" y="2055813"/>
          <p14:tracePt t="60553" x="6680200" y="2049463"/>
          <p14:tracePt t="60569" x="6665913" y="2049463"/>
          <p14:tracePt t="60617" x="6665913" y="2041525"/>
          <p14:tracePt t="60649" x="6659563" y="2041525"/>
          <p14:tracePt t="61465" x="6659563" y="2049463"/>
          <p14:tracePt t="61481" x="6665913" y="2049463"/>
          <p14:tracePt t="64097" x="6665913" y="2055813"/>
          <p14:tracePt t="64129" x="6672263" y="2055813"/>
          <p14:tracePt t="64145" x="6672263" y="2062163"/>
          <p14:tracePt t="64169" x="6672263" y="2070100"/>
          <p14:tracePt t="64177" x="6672263" y="2084388"/>
          <p14:tracePt t="64185" x="6672263" y="2090738"/>
          <p14:tracePt t="64193" x="6672263" y="2097088"/>
          <p14:tracePt t="64201" x="6672263" y="2111375"/>
          <p14:tracePt t="64217" x="6672263" y="2125663"/>
          <p14:tracePt t="64225" x="6672263" y="2132013"/>
          <p14:tracePt t="64243" x="6672263" y="2146300"/>
          <p14:tracePt t="64249" x="6672263" y="2160588"/>
          <p14:tracePt t="64258" x="6672263" y="2181225"/>
          <p14:tracePt t="64265" x="6672263" y="2187575"/>
          <p14:tracePt t="64273" x="6672263" y="2208213"/>
          <p14:tracePt t="64281" x="6665913" y="2228850"/>
          <p14:tracePt t="64289" x="6665913" y="2236788"/>
          <p14:tracePt t="64297" x="6665913" y="2257425"/>
          <p14:tracePt t="64305" x="6651625" y="2270125"/>
          <p14:tracePt t="64313" x="6645275" y="2278063"/>
          <p14:tracePt t="64321" x="6645275" y="2298700"/>
          <p14:tracePt t="64329" x="6638925" y="2305050"/>
          <p14:tracePt t="64337" x="6630988" y="2311400"/>
          <p14:tracePt t="64353" x="6630988" y="2325688"/>
          <p14:tracePt t="64361" x="6624638" y="2333625"/>
          <p14:tracePt t="64409" x="6624638" y="2346325"/>
          <p14:tracePt t="64417" x="6616700" y="2346325"/>
          <p14:tracePt t="64433" x="6616700" y="2354263"/>
          <p14:tracePt t="64449" x="6616700" y="2360613"/>
          <p14:tracePt t="64457" x="6610350" y="2366963"/>
          <p14:tracePt t="64465" x="6610350" y="2374900"/>
          <p14:tracePt t="64481" x="6610350" y="2381250"/>
          <p14:tracePt t="64513" x="6610350" y="2387600"/>
          <p14:tracePt t="66577" x="6616700" y="2381250"/>
          <p14:tracePt t="66793" x="6624638" y="2374900"/>
          <p14:tracePt t="66801" x="6624638" y="2360613"/>
          <p14:tracePt t="66809" x="6624638" y="2346325"/>
          <p14:tracePt t="66817" x="6624638" y="2325688"/>
          <p14:tracePt t="66826" x="6610350" y="2319338"/>
          <p14:tracePt t="66833" x="6589713" y="2284413"/>
          <p14:tracePt t="66841" x="6562725" y="2270125"/>
          <p14:tracePt t="66849" x="6534150" y="2243138"/>
          <p14:tracePt t="66857" x="6492875" y="2208213"/>
          <p14:tracePt t="66865" x="6451600" y="2181225"/>
          <p14:tracePt t="66873" x="6334125" y="2097088"/>
          <p14:tracePt t="66881" x="6194425" y="1993900"/>
          <p14:tracePt t="66894" x="5980113" y="1868488"/>
          <p14:tracePt t="66897" x="5703888" y="1724025"/>
          <p14:tracePt t="66905" x="5392738" y="1577975"/>
          <p14:tracePt t="66913" x="5102225" y="1446213"/>
          <p14:tracePt t="66921" x="4776788" y="1308100"/>
          <p14:tracePt t="66929" x="4484688" y="1176338"/>
          <p14:tracePt t="66937" x="4160838" y="1044575"/>
          <p14:tracePt t="66945" x="3856038" y="920750"/>
          <p14:tracePt t="66953" x="3578225" y="844550"/>
          <p14:tracePt t="66961" x="3273425" y="741363"/>
          <p14:tracePt t="66969" x="2990850" y="665163"/>
          <p14:tracePt t="66977" x="2692400" y="588963"/>
          <p14:tracePt t="66985" x="2408238" y="498475"/>
          <p14:tracePt t="66993" x="2146300" y="422275"/>
          <p14:tracePt t="67001" x="1903413" y="360363"/>
          <p14:tracePt t="67009" x="1668463" y="249238"/>
          <p14:tracePt t="67017" x="1522413" y="222250"/>
          <p14:tracePt t="67026" x="1328738" y="138113"/>
          <p14:tracePt t="67033" x="1169988" y="76200"/>
          <p14:tracePt t="67042" x="1052513" y="20638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660" name="Google Shape;660;p3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COMPLETE VS INCOMPLETE DATA</a:t>
            </a:r>
            <a:endParaRPr/>
          </a:p>
        </p:txBody>
      </p:sp>
      <p:sp>
        <p:nvSpPr>
          <p:cNvPr id="661" name="Google Shape;661;p37"/>
          <p:cNvSpPr/>
          <p:nvPr/>
        </p:nvSpPr>
        <p:spPr>
          <a:xfrm>
            <a:off x="308176" y="622080"/>
            <a:ext cx="307185" cy="307204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2" name="Google Shape;66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725" y="1327351"/>
            <a:ext cx="1939866" cy="1382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37"/>
          <p:cNvPicPr preferRelativeResize="0"/>
          <p:nvPr/>
        </p:nvPicPr>
        <p:blipFill rotWithShape="1">
          <a:blip r:embed="rId4">
            <a:alphaModFix/>
          </a:blip>
          <a:srcRect t="11698" r="45773" b="12875"/>
          <a:stretch/>
        </p:blipFill>
        <p:spPr>
          <a:xfrm>
            <a:off x="814284" y="1327344"/>
            <a:ext cx="1850217" cy="129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4" name="Google Shape;664;p37"/>
          <p:cNvGrpSpPr/>
          <p:nvPr/>
        </p:nvGrpSpPr>
        <p:grpSpPr>
          <a:xfrm>
            <a:off x="435825" y="3027150"/>
            <a:ext cx="2607125" cy="1609350"/>
            <a:chOff x="6108425" y="1992300"/>
            <a:chExt cx="2607125" cy="1609350"/>
          </a:xfrm>
        </p:grpSpPr>
        <p:pic>
          <p:nvPicPr>
            <p:cNvPr id="665" name="Google Shape;665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1225" y="1992300"/>
              <a:ext cx="1984325" cy="1609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6" name="Google Shape;666;p37"/>
            <p:cNvPicPr preferRelativeResize="0"/>
            <p:nvPr/>
          </p:nvPicPr>
          <p:blipFill rotWithShape="1">
            <a:blip r:embed="rId4">
              <a:alphaModFix/>
            </a:blip>
            <a:srcRect t="43065" r="89689" b="42527"/>
            <a:stretch/>
          </p:blipFill>
          <p:spPr>
            <a:xfrm>
              <a:off x="6108425" y="2113650"/>
              <a:ext cx="595201" cy="454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7" name="Google Shape;667;p37"/>
            <p:cNvPicPr preferRelativeResize="0"/>
            <p:nvPr/>
          </p:nvPicPr>
          <p:blipFill rotWithShape="1">
            <a:blip r:embed="rId4">
              <a:alphaModFix/>
            </a:blip>
            <a:srcRect l="742" t="57618" r="89464" b="28037"/>
            <a:stretch/>
          </p:blipFill>
          <p:spPr>
            <a:xfrm>
              <a:off x="6123375" y="3027600"/>
              <a:ext cx="565300" cy="4527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8" name="Google Shape;668;p37"/>
          <p:cNvGrpSpPr/>
          <p:nvPr/>
        </p:nvGrpSpPr>
        <p:grpSpPr>
          <a:xfrm>
            <a:off x="5338512" y="3027150"/>
            <a:ext cx="2064072" cy="1609350"/>
            <a:chOff x="5670975" y="2490425"/>
            <a:chExt cx="2064072" cy="1609350"/>
          </a:xfrm>
        </p:grpSpPr>
        <p:pic>
          <p:nvPicPr>
            <p:cNvPr id="669" name="Google Shape;669;p37"/>
            <p:cNvPicPr preferRelativeResize="0"/>
            <p:nvPr/>
          </p:nvPicPr>
          <p:blipFill rotWithShape="1">
            <a:blip r:embed="rId5">
              <a:alphaModFix/>
            </a:blip>
            <a:srcRect r="77447"/>
            <a:stretch/>
          </p:blipFill>
          <p:spPr>
            <a:xfrm>
              <a:off x="6263300" y="2490425"/>
              <a:ext cx="447525" cy="16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37"/>
            <p:cNvSpPr txBox="1"/>
            <p:nvPr/>
          </p:nvSpPr>
          <p:spPr>
            <a:xfrm>
              <a:off x="6710847" y="2554850"/>
              <a:ext cx="10242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Calibri"/>
                  <a:ea typeface="Calibri"/>
                  <a:cs typeface="Calibri"/>
                  <a:sym typeface="Calibri"/>
                </a:rPr>
                <a:t>0.796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7"/>
            <p:cNvSpPr txBox="1"/>
            <p:nvPr/>
          </p:nvSpPr>
          <p:spPr>
            <a:xfrm>
              <a:off x="6710847" y="3461825"/>
              <a:ext cx="10242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Calibri"/>
                  <a:ea typeface="Calibri"/>
                  <a:cs typeface="Calibri"/>
                  <a:sym typeface="Calibri"/>
                </a:rPr>
                <a:t>0.520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72" name="Google Shape;672;p37"/>
            <p:cNvPicPr preferRelativeResize="0"/>
            <p:nvPr/>
          </p:nvPicPr>
          <p:blipFill rotWithShape="1">
            <a:blip r:embed="rId4">
              <a:alphaModFix/>
            </a:blip>
            <a:srcRect t="43065" r="89689" b="42527"/>
            <a:stretch/>
          </p:blipFill>
          <p:spPr>
            <a:xfrm>
              <a:off x="5670975" y="2602225"/>
              <a:ext cx="595201" cy="454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3" name="Google Shape;673;p37"/>
            <p:cNvPicPr preferRelativeResize="0"/>
            <p:nvPr/>
          </p:nvPicPr>
          <p:blipFill rotWithShape="1">
            <a:blip r:embed="rId4">
              <a:alphaModFix/>
            </a:blip>
            <a:srcRect l="742" t="57618" r="89464" b="28037"/>
            <a:stretch/>
          </p:blipFill>
          <p:spPr>
            <a:xfrm>
              <a:off x="5685925" y="3516175"/>
              <a:ext cx="565300" cy="452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4" name="Google Shape;674;p37"/>
          <p:cNvSpPr txBox="1"/>
          <p:nvPr/>
        </p:nvSpPr>
        <p:spPr>
          <a:xfrm>
            <a:off x="675338" y="2620725"/>
            <a:ext cx="23676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 likelihood:</a:t>
            </a:r>
            <a:endParaRPr/>
          </a:p>
        </p:txBody>
      </p:sp>
      <p:sp>
        <p:nvSpPr>
          <p:cNvPr id="675" name="Google Shape;675;p37"/>
          <p:cNvSpPr txBox="1"/>
          <p:nvPr/>
        </p:nvSpPr>
        <p:spPr>
          <a:xfrm>
            <a:off x="5228727" y="2709650"/>
            <a:ext cx="26856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Estimation (8th iteration):</a:t>
            </a:r>
            <a:endParaRPr/>
          </a:p>
        </p:txBody>
      </p:sp>
    </p:spTree>
  </p:cSld>
  <p:clrMapOvr>
    <a:masterClrMapping/>
  </p:clrMapOvr>
  <p:transition advTm="107975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631" x="6430963" y="1868488"/>
          <p14:tracePt t="639" x="6389688" y="1862138"/>
          <p14:tracePt t="647" x="6340475" y="1847850"/>
          <p14:tracePt t="655" x="6284913" y="1847850"/>
          <p14:tracePt t="662" x="6223000" y="1835150"/>
          <p14:tracePt t="671" x="6161088" y="1827213"/>
          <p14:tracePt t="679" x="6056313" y="1814513"/>
          <p14:tracePt t="687" x="5932488" y="1792288"/>
          <p14:tracePt t="695" x="5738813" y="1785938"/>
          <p14:tracePt t="702" x="5607050" y="1785938"/>
          <p14:tracePt t="711" x="5516563" y="1785938"/>
          <p14:tracePt t="719" x="5434013" y="1785938"/>
          <p14:tracePt t="726" x="5384800" y="1785938"/>
          <p14:tracePt t="735" x="5329238" y="1785938"/>
          <p14:tracePt t="743" x="5295900" y="1785938"/>
          <p14:tracePt t="751" x="5253038" y="1800225"/>
          <p14:tracePt t="759" x="5205413" y="1800225"/>
          <p14:tracePt t="767" x="5156200" y="1806575"/>
          <p14:tracePt t="775" x="5135563" y="1806575"/>
          <p14:tracePt t="782" x="5129213" y="1806575"/>
          <p14:tracePt t="790" x="5114925" y="1806575"/>
          <p14:tracePt t="4023" x="5108575" y="1806575"/>
          <p14:tracePt t="4063" x="5102225" y="1806575"/>
          <p14:tracePt t="4071" x="5094288" y="1806575"/>
          <p14:tracePt t="4079" x="5087938" y="1806575"/>
          <p14:tracePt t="4094" x="5073650" y="1806575"/>
          <p14:tracePt t="4102" x="5053013" y="1806575"/>
          <p14:tracePt t="4111" x="5046663" y="1806575"/>
          <p14:tracePt t="4119" x="5038725" y="1806575"/>
          <p14:tracePt t="4126" x="5026025" y="1806575"/>
          <p14:tracePt t="4135" x="5011738" y="1806575"/>
          <p14:tracePt t="4151" x="4997450" y="1806575"/>
          <p14:tracePt t="4159" x="4991100" y="1806575"/>
          <p14:tracePt t="4191" x="4983163" y="1806575"/>
          <p14:tracePt t="4199" x="4976813" y="1806575"/>
          <p14:tracePt t="4215" x="4962525" y="1806575"/>
          <p14:tracePt t="4223" x="4956175" y="1806575"/>
          <p14:tracePt t="4231" x="4949825" y="1814513"/>
          <p14:tracePt t="4239" x="4921250" y="1827213"/>
          <p14:tracePt t="4247" x="4900613" y="1847850"/>
          <p14:tracePt t="4255" x="4886325" y="1862138"/>
          <p14:tracePt t="4263" x="4886325" y="1876425"/>
          <p14:tracePt t="4271" x="4873625" y="1889125"/>
          <p14:tracePt t="4279" x="4873625" y="1897063"/>
          <p14:tracePt t="4287" x="4873625" y="1903413"/>
          <p14:tracePt t="4303" x="4873625" y="1917700"/>
          <p14:tracePt t="4310" x="4873625" y="1924050"/>
          <p14:tracePt t="4326" x="4873625" y="1938338"/>
          <p14:tracePt t="4335" x="4873625" y="1944688"/>
          <p14:tracePt t="4351" x="4879975" y="1958975"/>
          <p14:tracePt t="4359" x="4886325" y="1973263"/>
          <p14:tracePt t="4367" x="4894263" y="1973263"/>
          <p14:tracePt t="4758" x="4886325" y="1973263"/>
          <p14:tracePt t="4783" x="4879975" y="1973263"/>
          <p14:tracePt t="4799" x="4873625" y="1973263"/>
          <p14:tracePt t="4807" x="4865688" y="1979613"/>
          <p14:tracePt t="4815" x="4859338" y="1987550"/>
          <p14:tracePt t="4823" x="4852988" y="1987550"/>
          <p14:tracePt t="4831" x="4845050" y="1993900"/>
          <p14:tracePt t="4839" x="4832350" y="1993900"/>
          <p14:tracePt t="4855" x="4818063" y="2000250"/>
          <p14:tracePt t="4863" x="4810125" y="2000250"/>
          <p14:tracePt t="4871" x="4803775" y="2008188"/>
          <p14:tracePt t="4879" x="4797425" y="2014538"/>
          <p14:tracePt t="4895" x="4789488" y="2020888"/>
          <p14:tracePt t="4903" x="4789488" y="2028825"/>
          <p14:tracePt t="4911" x="4789488" y="2041525"/>
          <p14:tracePt t="4919" x="4789488" y="2055813"/>
          <p14:tracePt t="5271" x="4783138" y="2055813"/>
          <p14:tracePt t="5278" x="4776788" y="2055813"/>
          <p14:tracePt t="5287" x="4768850" y="2062163"/>
          <p14:tracePt t="5294" x="4756150" y="2070100"/>
          <p14:tracePt t="5303" x="4741863" y="2084388"/>
          <p14:tracePt t="5310" x="4733925" y="2090738"/>
          <p14:tracePt t="5335" x="4721225" y="2097088"/>
          <p14:tracePt t="5343" x="4713288" y="2097088"/>
          <p14:tracePt t="5351" x="4713288" y="2105025"/>
          <p14:tracePt t="5359" x="4706938" y="2105025"/>
          <p14:tracePt t="5399" x="4700588" y="2111375"/>
          <p14:tracePt t="7367" x="4727575" y="2105025"/>
          <p14:tracePt t="7383" x="4756150" y="2105025"/>
          <p14:tracePt t="7607" x="4789488" y="2105025"/>
          <p14:tracePt t="7615" x="4797425" y="2105025"/>
          <p14:tracePt t="7855" x="4797425" y="2097088"/>
          <p14:tracePt t="7863" x="4797425" y="2090738"/>
          <p14:tracePt t="7887" x="4797425" y="2084388"/>
          <p14:tracePt t="8111" x="4797425" y="2076450"/>
          <p14:tracePt t="8255" x="4803775" y="2076450"/>
          <p14:tracePt t="8535" x="4810125" y="2076450"/>
          <p14:tracePt t="8751" x="4810125" y="2062163"/>
          <p14:tracePt t="8767" x="4803775" y="2049463"/>
          <p14:tracePt t="11223" x="4810125" y="2049463"/>
          <p14:tracePt t="11239" x="4810125" y="2041525"/>
          <p14:tracePt t="11287" x="4810125" y="2035175"/>
          <p14:tracePt t="11295" x="4810125" y="2028825"/>
          <p14:tracePt t="11310" x="4810125" y="2020888"/>
          <p14:tracePt t="11871" x="4810125" y="2028825"/>
          <p14:tracePt t="11879" x="4832350" y="2049463"/>
          <p14:tracePt t="12351" x="4832350" y="2055813"/>
          <p14:tracePt t="12359" x="4832350" y="2062163"/>
          <p14:tracePt t="12367" x="4832350" y="2076450"/>
          <p14:tracePt t="12375" x="4824413" y="2090738"/>
          <p14:tracePt t="12383" x="4803775" y="2125663"/>
          <p14:tracePt t="12392" x="4797425" y="2132013"/>
          <p14:tracePt t="12399" x="4783138" y="2152650"/>
          <p14:tracePt t="12407" x="4768850" y="2187575"/>
          <p14:tracePt t="12415" x="4748213" y="2222500"/>
          <p14:tracePt t="12423" x="4713288" y="2257425"/>
          <p14:tracePt t="12431" x="4692650" y="2290763"/>
          <p14:tracePt t="12439" x="4665663" y="2325688"/>
          <p14:tracePt t="12447" x="4630738" y="2366963"/>
          <p14:tracePt t="12455" x="4610100" y="2401888"/>
          <p14:tracePt t="12463" x="4583113" y="2436813"/>
          <p14:tracePt t="12471" x="4554538" y="2484438"/>
          <p14:tracePt t="12479" x="4540250" y="2527300"/>
          <p14:tracePt t="12486" x="4513263" y="2574925"/>
          <p14:tracePt t="12495" x="4506913" y="2630488"/>
          <p14:tracePt t="12503" x="4478338" y="2692400"/>
          <p14:tracePt t="12511" x="4451350" y="2741613"/>
          <p14:tracePt t="12519" x="4422775" y="2817813"/>
          <p14:tracePt t="12526" x="4410075" y="2859088"/>
          <p14:tracePt t="12535" x="4375150" y="2914650"/>
          <p14:tracePt t="12543" x="4367213" y="2949575"/>
          <p14:tracePt t="12550" x="4367213" y="2976563"/>
          <p14:tracePt t="12559" x="4367213" y="2982913"/>
          <p14:tracePt t="12567" x="4367213" y="2990850"/>
          <p14:tracePt t="13071" x="4360863" y="2990850"/>
          <p14:tracePt t="13231" x="4346575" y="2990850"/>
          <p14:tracePt t="13247" x="4346575" y="2997200"/>
          <p14:tracePt t="13263" x="4340225" y="2997200"/>
          <p14:tracePt t="13271" x="4340225" y="3005138"/>
          <p14:tracePt t="13279" x="4325938" y="3011488"/>
          <p14:tracePt t="13287" x="4305300" y="3011488"/>
          <p14:tracePt t="13295" x="4305300" y="3017838"/>
          <p14:tracePt t="13303" x="4298950" y="3017838"/>
          <p14:tracePt t="13311" x="4291013" y="3017838"/>
          <p14:tracePt t="13335" x="4284663" y="3017838"/>
          <p14:tracePt t="13351" x="4284663" y="3005138"/>
          <p14:tracePt t="13358" x="4284663" y="2997200"/>
          <p14:tracePt t="13366" x="4284663" y="2976563"/>
          <p14:tracePt t="13375" x="4284663" y="2955925"/>
          <p14:tracePt t="13383" x="4284663" y="2941638"/>
          <p14:tracePt t="13391" x="4291013" y="2928938"/>
          <p14:tracePt t="13399" x="4298950" y="2921000"/>
          <p14:tracePt t="13407" x="4319588" y="2900363"/>
          <p14:tracePt t="13415" x="4325938" y="2886075"/>
          <p14:tracePt t="13423" x="4340225" y="2873375"/>
          <p14:tracePt t="13431" x="4346575" y="2859088"/>
          <p14:tracePt t="13439" x="4354513" y="2852738"/>
          <p14:tracePt t="13447" x="4360863" y="2844800"/>
          <p14:tracePt t="13462" x="4381500" y="2824163"/>
          <p14:tracePt t="13479" x="4387850" y="2824163"/>
          <p14:tracePt t="13487" x="4410075" y="2817813"/>
          <p14:tracePt t="13494" x="4416425" y="2817813"/>
          <p14:tracePt t="13502" x="4437063" y="2817813"/>
          <p14:tracePt t="13511" x="4457700" y="2817813"/>
          <p14:tracePt t="13519" x="4484688" y="2817813"/>
          <p14:tracePt t="13526" x="4519613" y="2817813"/>
          <p14:tracePt t="13535" x="4568825" y="2817813"/>
          <p14:tracePt t="13543" x="4616450" y="2817813"/>
          <p14:tracePt t="13551" x="4659313" y="2817813"/>
          <p14:tracePt t="13559" x="4700588" y="2824163"/>
          <p14:tracePt t="13567" x="4727575" y="2832100"/>
          <p14:tracePt t="13575" x="4762500" y="2838450"/>
          <p14:tracePt t="13583" x="4768850" y="2838450"/>
          <p14:tracePt t="13591" x="4776788" y="2838450"/>
          <p14:tracePt t="13607" x="4776788" y="2844800"/>
          <p14:tracePt t="13639" x="4776788" y="2852738"/>
          <p14:tracePt t="13655" x="4776788" y="2859088"/>
          <p14:tracePt t="13663" x="4776788" y="2865438"/>
          <p14:tracePt t="13671" x="4776788" y="2879725"/>
          <p14:tracePt t="13679" x="4776788" y="2894013"/>
          <p14:tracePt t="13967" x="4783138" y="2886075"/>
          <p14:tracePt t="15167" x="4789488" y="2886075"/>
          <p14:tracePt t="15191" x="4797425" y="2886075"/>
          <p14:tracePt t="15207" x="4797425" y="2894013"/>
          <p14:tracePt t="15223" x="4797425" y="2914650"/>
          <p14:tracePt t="15230" x="4797425" y="2928938"/>
          <p14:tracePt t="15239" x="4797425" y="2949575"/>
          <p14:tracePt t="15247" x="4797425" y="2976563"/>
          <p14:tracePt t="15255" x="4789488" y="3005138"/>
          <p14:tracePt t="15263" x="4768850" y="3052763"/>
          <p14:tracePt t="15271" x="4762500" y="3094038"/>
          <p14:tracePt t="15278" x="4756150" y="3122613"/>
          <p14:tracePt t="15287" x="4748213" y="3143250"/>
          <p14:tracePt t="15295" x="4741863" y="3170238"/>
          <p14:tracePt t="15303" x="4741863" y="3184525"/>
          <p14:tracePt t="15311" x="4741863" y="3190875"/>
          <p14:tracePt t="15318" x="4741863" y="3205163"/>
          <p14:tracePt t="15326" x="4741863" y="3211513"/>
          <p14:tracePt t="15335" x="4741863" y="3219450"/>
          <p14:tracePt t="15343" x="4741863" y="3232150"/>
          <p14:tracePt t="15351" x="4741863" y="3254375"/>
          <p14:tracePt t="15359" x="4741863" y="3260725"/>
          <p14:tracePt t="15510" x="4733925" y="3260725"/>
          <p14:tracePt t="15759" x="4741863" y="3260725"/>
          <p14:tracePt t="15767" x="4762500" y="3281363"/>
          <p14:tracePt t="15775" x="4783138" y="3295650"/>
          <p14:tracePt t="15783" x="4797425" y="3308350"/>
          <p14:tracePt t="15792" x="4803775" y="3316288"/>
          <p14:tracePt t="15799" x="4824413" y="3328988"/>
          <p14:tracePt t="15808" x="4838700" y="3336925"/>
          <p14:tracePt t="15815" x="4845050" y="3343275"/>
          <p14:tracePt t="15822" x="4873625" y="3357563"/>
          <p14:tracePt t="15831" x="4879975" y="3363913"/>
          <p14:tracePt t="15838" x="4886325" y="3363913"/>
          <p14:tracePt t="15847" x="4900613" y="3371850"/>
          <p14:tracePt t="15855" x="4921250" y="3384550"/>
          <p14:tracePt t="15863" x="4929188" y="3392488"/>
          <p14:tracePt t="15871" x="4941888" y="3398838"/>
          <p14:tracePt t="15878" x="4970463" y="3413125"/>
          <p14:tracePt t="15893" x="4983163" y="3419475"/>
          <p14:tracePt t="15894" x="5011738" y="3427413"/>
          <p14:tracePt t="15903" x="5026025" y="3440113"/>
          <p14:tracePt t="15910" x="5046663" y="3448050"/>
          <p14:tracePt t="15919" x="5073650" y="3454400"/>
          <p14:tracePt t="15926" x="5080000" y="3468688"/>
          <p14:tracePt t="15935" x="5094288" y="3475038"/>
          <p14:tracePt t="15951" x="5102225" y="3475038"/>
          <p14:tracePt t="16031" x="5102225" y="3481388"/>
          <p14:tracePt t="16038" x="5102225" y="3489325"/>
          <p14:tracePt t="16047" x="5094288" y="3495675"/>
          <p14:tracePt t="16055" x="5073650" y="3516313"/>
          <p14:tracePt t="16063" x="5038725" y="3530600"/>
          <p14:tracePt t="16071" x="4962525" y="3557588"/>
          <p14:tracePt t="16079" x="4859338" y="3586163"/>
          <p14:tracePt t="16087" x="4748213" y="3606800"/>
          <p14:tracePt t="16094" x="4527550" y="3641725"/>
          <p14:tracePt t="16103" x="4311650" y="3668713"/>
          <p14:tracePt t="16111" x="4167188" y="3697288"/>
          <p14:tracePt t="16119" x="4029075" y="3717925"/>
          <p14:tracePt t="16126" x="3911600" y="3717925"/>
          <p14:tracePt t="16135" x="3827463" y="3717925"/>
          <p14:tracePt t="16143" x="3779838" y="3717925"/>
          <p14:tracePt t="16151" x="3751263" y="3717925"/>
          <p14:tracePt t="16159" x="3724275" y="3724275"/>
          <p14:tracePt t="16423" x="3716338" y="3724275"/>
          <p14:tracePt t="16431" x="3695700" y="3724275"/>
          <p14:tracePt t="16439" x="3683000" y="3709988"/>
          <p14:tracePt t="16447" x="3675063" y="3697288"/>
          <p14:tracePt t="16455" x="3654425" y="3676650"/>
          <p14:tracePt t="16463" x="3633788" y="3648075"/>
          <p14:tracePt t="16471" x="3613150" y="3621088"/>
          <p14:tracePt t="16479" x="3565525" y="3565525"/>
          <p14:tracePt t="16487" x="3516313" y="3516313"/>
          <p14:tracePt t="16494" x="3460750" y="3460750"/>
          <p14:tracePt t="16503" x="3413125" y="3413125"/>
          <p14:tracePt t="16511" x="3357563" y="3371850"/>
          <p14:tracePt t="16518" x="3316288" y="3343275"/>
          <p14:tracePt t="16526" x="3260725" y="3316288"/>
          <p14:tracePt t="16535" x="3219450" y="3302000"/>
          <p14:tracePt t="16543" x="3149600" y="3281363"/>
          <p14:tracePt t="16551" x="3087688" y="3267075"/>
          <p14:tracePt t="16559" x="3017838" y="3246438"/>
          <p14:tracePt t="16567" x="2955925" y="3225800"/>
          <p14:tracePt t="16575" x="2879725" y="3205163"/>
          <p14:tracePt t="16583" x="2782888" y="3198813"/>
          <p14:tracePt t="16591" x="2713038" y="3190875"/>
          <p14:tracePt t="16599" x="2616200" y="3170238"/>
          <p14:tracePt t="16607" x="2527300" y="3170238"/>
          <p14:tracePt t="16615" x="2436813" y="3163888"/>
          <p14:tracePt t="16623" x="2354263" y="3163888"/>
          <p14:tracePt t="16631" x="2243138" y="3135313"/>
          <p14:tracePt t="16639" x="2159000" y="3135313"/>
          <p14:tracePt t="16647" x="2090738" y="3135313"/>
          <p14:tracePt t="16655" x="2006600" y="3135313"/>
          <p14:tracePt t="16663" x="1931988" y="3135313"/>
          <p14:tracePt t="16671" x="1847850" y="3135313"/>
          <p14:tracePt t="16679" x="1771650" y="3149600"/>
          <p14:tracePt t="16687" x="1674813" y="3184525"/>
          <p14:tracePt t="16695" x="1612900" y="3211513"/>
          <p14:tracePt t="16703" x="1536700" y="3246438"/>
          <p14:tracePt t="16711" x="1487488" y="3267075"/>
          <p14:tracePt t="16719" x="1433513" y="3295650"/>
          <p14:tracePt t="16726" x="1384300" y="3322638"/>
          <p14:tracePt t="16735" x="1349375" y="3351213"/>
          <p14:tracePt t="16743" x="1308100" y="3392488"/>
          <p14:tracePt t="16751" x="1281113" y="3419475"/>
          <p14:tracePt t="16760" x="1246188" y="3460750"/>
          <p14:tracePt t="16767" x="1217613" y="3495675"/>
          <p14:tracePt t="16775" x="1204913" y="3530600"/>
          <p14:tracePt t="16783" x="1184275" y="3606800"/>
          <p14:tracePt t="16791" x="1163638" y="3668713"/>
          <p14:tracePt t="16799" x="1155700" y="3730625"/>
          <p14:tracePt t="16807" x="1155700" y="3786188"/>
          <p14:tracePt t="16815" x="1155700" y="3841750"/>
          <p14:tracePt t="16823" x="1155700" y="3897313"/>
          <p14:tracePt t="16831" x="1155700" y="3952875"/>
          <p14:tracePt t="16839" x="1155700" y="4000500"/>
          <p14:tracePt t="16847" x="1155700" y="4056063"/>
          <p14:tracePt t="16855" x="1155700" y="4090988"/>
          <p14:tracePt t="16863" x="1163638" y="4140200"/>
          <p14:tracePt t="16871" x="1163638" y="4181475"/>
          <p14:tracePt t="16878" x="1169988" y="4208463"/>
          <p14:tracePt t="16892" x="1184275" y="4243388"/>
          <p14:tracePt t="16894" x="1196975" y="4278313"/>
          <p14:tracePt t="16903" x="1204913" y="4313238"/>
          <p14:tracePt t="16910" x="1211263" y="4340225"/>
          <p14:tracePt t="16919" x="1225550" y="4381500"/>
          <p14:tracePt t="16926" x="1238250" y="4395788"/>
          <p14:tracePt t="16935" x="1246188" y="4416425"/>
          <p14:tracePt t="16942" x="1260475" y="4451350"/>
          <p14:tracePt t="16951" x="1273175" y="4465638"/>
          <p14:tracePt t="16959" x="1308100" y="4506913"/>
          <p14:tracePt t="16967" x="1322388" y="4527550"/>
          <p14:tracePt t="16975" x="1357313" y="4562475"/>
          <p14:tracePt t="16983" x="1390650" y="4589463"/>
          <p14:tracePt t="16991" x="1425575" y="4618038"/>
          <p14:tracePt t="16999" x="1474788" y="4638675"/>
          <p14:tracePt t="17007" x="1543050" y="4665663"/>
          <p14:tracePt t="17014" x="1606550" y="4694238"/>
          <p14:tracePt t="17023" x="1674813" y="4714875"/>
          <p14:tracePt t="17031" x="1744663" y="4735513"/>
          <p14:tracePt t="17039" x="1806575" y="4748213"/>
          <p14:tracePt t="17047" x="1889125" y="4770438"/>
          <p14:tracePt t="17055" x="1979613" y="4803775"/>
          <p14:tracePt t="17063" x="2049463" y="4811713"/>
          <p14:tracePt t="17071" x="2117725" y="4818063"/>
          <p14:tracePt t="17079" x="2193925" y="4824413"/>
          <p14:tracePt t="17086" x="2263775" y="4838700"/>
          <p14:tracePt t="17095" x="2319338" y="4838700"/>
          <p14:tracePt t="17103" x="2395538" y="4838700"/>
          <p14:tracePt t="17111" x="2471738" y="4838700"/>
          <p14:tracePt t="17119" x="2540000" y="4838700"/>
          <p14:tracePt t="17126" x="2616200" y="4838700"/>
          <p14:tracePt t="17135" x="2686050" y="4838700"/>
          <p14:tracePt t="17142" x="2762250" y="4832350"/>
          <p14:tracePt t="17151" x="2838450" y="4824413"/>
          <p14:tracePt t="17159" x="2914650" y="4811713"/>
          <p14:tracePt t="17167" x="2976563" y="4803775"/>
          <p14:tracePt t="17175" x="3046413" y="4791075"/>
          <p14:tracePt t="17183" x="3094038" y="4770438"/>
          <p14:tracePt t="17191" x="3163888" y="4762500"/>
          <p14:tracePt t="17199" x="3197225" y="4741863"/>
          <p14:tracePt t="17207" x="3232150" y="4721225"/>
          <p14:tracePt t="17215" x="3273425" y="4694238"/>
          <p14:tracePt t="17223" x="3308350" y="4672013"/>
          <p14:tracePt t="17231" x="3336925" y="4638675"/>
          <p14:tracePt t="17239" x="3357563" y="4618038"/>
          <p14:tracePt t="17246" x="3378200" y="4562475"/>
          <p14:tracePt t="17255" x="3398838" y="4527550"/>
          <p14:tracePt t="17263" x="3419475" y="4465638"/>
          <p14:tracePt t="17271" x="3440113" y="4389438"/>
          <p14:tracePt t="17279" x="3446463" y="4319588"/>
          <p14:tracePt t="17287" x="3446463" y="4222750"/>
          <p14:tracePt t="17295" x="3446463" y="4140200"/>
          <p14:tracePt t="17303" x="3446463" y="4056063"/>
          <p14:tracePt t="17311" x="3446463" y="3987800"/>
          <p14:tracePt t="17319" x="3446463" y="3932238"/>
          <p14:tracePt t="17326" x="3446463" y="3876675"/>
          <p14:tracePt t="17335" x="3425825" y="3814763"/>
          <p14:tracePt t="17343" x="3413125" y="3765550"/>
          <p14:tracePt t="17351" x="3384550" y="3717925"/>
          <p14:tracePt t="17359" x="3363913" y="3668713"/>
          <p14:tracePt t="17366" x="3336925" y="3627438"/>
          <p14:tracePt t="17375" x="3316288" y="3578225"/>
          <p14:tracePt t="17383" x="3287713" y="3544888"/>
          <p14:tracePt t="17391" x="3287713" y="3530600"/>
          <p14:tracePt t="17398" x="3281363" y="3516313"/>
          <p14:tracePt t="17407" x="3273425" y="3509963"/>
          <p14:tracePt t="17415" x="3273425" y="3503613"/>
          <p14:tracePt t="17871" x="3281363" y="3503613"/>
          <p14:tracePt t="17879" x="3287713" y="3503613"/>
          <p14:tracePt t="17887" x="3302000" y="3503613"/>
          <p14:tracePt t="17894" x="3322638" y="3503613"/>
          <p14:tracePt t="17903" x="3343275" y="3503613"/>
          <p14:tracePt t="17911" x="3363913" y="3503613"/>
          <p14:tracePt t="17919" x="3384550" y="3503613"/>
          <p14:tracePt t="17926" x="3413125" y="3503613"/>
          <p14:tracePt t="17935" x="3433763" y="3503613"/>
          <p14:tracePt t="17943" x="3454400" y="3503613"/>
          <p14:tracePt t="17951" x="3481388" y="3495675"/>
          <p14:tracePt t="17959" x="3495675" y="3495675"/>
          <p14:tracePt t="17967" x="3522663" y="3489325"/>
          <p14:tracePt t="17975" x="3551238" y="3475038"/>
          <p14:tracePt t="17983" x="3571875" y="3475038"/>
          <p14:tracePt t="17991" x="3578225" y="3475038"/>
          <p14:tracePt t="17999" x="3592513" y="3468688"/>
          <p14:tracePt t="18007" x="3598863" y="3468688"/>
          <p14:tracePt t="18015" x="3606800" y="3468688"/>
          <p14:tracePt t="18023" x="3613150" y="3460750"/>
          <p14:tracePt t="18031" x="3627438" y="3460750"/>
          <p14:tracePt t="18039" x="3648075" y="3460750"/>
          <p14:tracePt t="18238" x="3648075" y="3454400"/>
          <p14:tracePt t="18246" x="3654425" y="3454400"/>
          <p14:tracePt t="18263" x="3654425" y="3448050"/>
          <p14:tracePt t="18271" x="3654425" y="3440113"/>
          <p14:tracePt t="18319" x="3654425" y="3433763"/>
          <p14:tracePt t="18335" x="3662363" y="3433763"/>
          <p14:tracePt t="18359" x="3668713" y="3433763"/>
          <p14:tracePt t="18367" x="3675063" y="3433763"/>
          <p14:tracePt t="18375" x="3683000" y="3433763"/>
          <p14:tracePt t="18391" x="3689350" y="3433763"/>
          <p14:tracePt t="18759" x="3695700" y="3427413"/>
          <p14:tracePt t="18775" x="3703638" y="3427413"/>
          <p14:tracePt t="19103" x="3709988" y="3427413"/>
          <p14:tracePt t="19126" x="3716338" y="3427413"/>
          <p14:tracePt t="20442" x="5337175" y="3621088"/>
          <p14:tracePt t="20562" x="5384800" y="3621088"/>
          <p14:tracePt t="20568" x="5392738" y="3621088"/>
          <p14:tracePt t="20592" x="5454650" y="3621088"/>
          <p14:tracePt t="20601" x="5510213" y="3621088"/>
          <p14:tracePt t="20620" x="5621338" y="3621088"/>
          <p14:tracePt t="20623" x="5703888" y="3621088"/>
          <p14:tracePt t="20632" x="5815013" y="3621088"/>
          <p14:tracePt t="20638" x="5924550" y="3621088"/>
          <p14:tracePt t="20647" x="6076950" y="3621088"/>
          <p14:tracePt t="20654" x="6229350" y="3621088"/>
          <p14:tracePt t="20663" x="6402388" y="3621088"/>
          <p14:tracePt t="20671" x="6569075" y="3621088"/>
          <p14:tracePt t="20679" x="6742113" y="3621088"/>
          <p14:tracePt t="20686" x="6873875" y="3621088"/>
          <p14:tracePt t="20695" x="6970713" y="3621088"/>
          <p14:tracePt t="20703" x="7046913" y="3621088"/>
          <p14:tracePt t="20711" x="7081838" y="3621088"/>
          <p14:tracePt t="20719" x="7102475" y="3621088"/>
          <p14:tracePt t="20775" x="7102475" y="3613150"/>
          <p14:tracePt t="20791" x="7102475" y="3606800"/>
          <p14:tracePt t="20830" x="7102475" y="3600450"/>
          <p14:tracePt t="20847" x="7102475" y="3592513"/>
          <p14:tracePt t="20866" x="7102475" y="3586163"/>
          <p14:tracePt t="20903" x="7102475" y="3578225"/>
          <p14:tracePt t="20919" x="7094538" y="3571875"/>
          <p14:tracePt t="20935" x="7081838" y="3571875"/>
          <p14:tracePt t="20943" x="7073900" y="3571875"/>
          <p14:tracePt t="20951" x="7061200" y="3571875"/>
          <p14:tracePt t="20958" x="7053263" y="3565525"/>
          <p14:tracePt t="20967" x="7046913" y="3557588"/>
          <p14:tracePt t="20975" x="7038975" y="3557588"/>
          <p14:tracePt t="21031" x="7032625" y="3557588"/>
          <p14:tracePt t="21047" x="7026275" y="3557588"/>
          <p14:tracePt t="21055" x="7011988" y="3557588"/>
          <p14:tracePt t="21063" x="7005638" y="3557588"/>
          <p14:tracePt t="21071" x="6997700" y="3557588"/>
          <p14:tracePt t="21079" x="6985000" y="3557588"/>
          <p14:tracePt t="21087" x="6970713" y="3551238"/>
          <p14:tracePt t="21111" x="6962775" y="3544888"/>
          <p14:tracePt t="21286" x="6956425" y="3544888"/>
          <p14:tracePt t="21856" x="6950075" y="3544888"/>
          <p14:tracePt t="22231" x="6942138" y="3544888"/>
          <p14:tracePt t="22303" x="6935788" y="3544888"/>
          <p14:tracePt t="22823" x="6929438" y="3544888"/>
          <p14:tracePt t="23871" x="6921500" y="3544888"/>
          <p14:tracePt t="24311" x="6921500" y="3551238"/>
          <p14:tracePt t="24359" x="6921500" y="3557588"/>
          <p14:tracePt t="24407" x="6929438" y="3557588"/>
          <p14:tracePt t="24439" x="6935788" y="3565525"/>
          <p14:tracePt t="24447" x="6942138" y="3565525"/>
          <p14:tracePt t="24455" x="6956425" y="3565525"/>
          <p14:tracePt t="24463" x="6956425" y="3571875"/>
          <p14:tracePt t="24471" x="6962775" y="3578225"/>
          <p14:tracePt t="24478" x="6977063" y="3578225"/>
          <p14:tracePt t="24486" x="6991350" y="3578225"/>
          <p14:tracePt t="24495" x="6997700" y="3586163"/>
          <p14:tracePt t="24502" x="7011988" y="3600450"/>
          <p14:tracePt t="24511" x="7038975" y="3600450"/>
          <p14:tracePt t="24518" x="7046913" y="3606800"/>
          <p14:tracePt t="24526" x="7061200" y="3613150"/>
          <p14:tracePt t="24535" x="7073900" y="3621088"/>
          <p14:tracePt t="24543" x="7094538" y="3627438"/>
          <p14:tracePt t="24551" x="7102475" y="3633788"/>
          <p14:tracePt t="24559" x="7123113" y="3648075"/>
          <p14:tracePt t="24575" x="7137400" y="3662363"/>
          <p14:tracePt t="24582" x="7143750" y="3668713"/>
          <p14:tracePt t="24591" x="7150100" y="3676650"/>
          <p14:tracePt t="24607" x="7158038" y="3697288"/>
          <p14:tracePt t="24615" x="7158038" y="3703638"/>
          <p14:tracePt t="24623" x="7164388" y="3709988"/>
          <p14:tracePt t="24631" x="7170738" y="3724275"/>
          <p14:tracePt t="24639" x="7170738" y="3738563"/>
          <p14:tracePt t="24647" x="7170738" y="3744913"/>
          <p14:tracePt t="24655" x="7170738" y="3759200"/>
          <p14:tracePt t="24663" x="7170738" y="3773488"/>
          <p14:tracePt t="24671" x="7178675" y="3773488"/>
          <p14:tracePt t="24679" x="7178675" y="3786188"/>
          <p14:tracePt t="24687" x="7185025" y="3800475"/>
          <p14:tracePt t="24694" x="7191375" y="3806825"/>
          <p14:tracePt t="24703" x="7191375" y="3814763"/>
          <p14:tracePt t="24711" x="7191375" y="3827463"/>
          <p14:tracePt t="24718" x="7199313" y="3835400"/>
          <p14:tracePt t="24735" x="7199313" y="3841750"/>
          <p14:tracePt t="24911" x="7205663" y="3841750"/>
          <p14:tracePt t="24935" x="7212013" y="3849688"/>
          <p14:tracePt t="24942" x="7212013" y="3856038"/>
          <p14:tracePt t="24958" x="7226300" y="3856038"/>
          <p14:tracePt t="24983" x="7234238" y="3862388"/>
          <p14:tracePt t="25223" x="7246938" y="3862388"/>
          <p14:tracePt t="25279" x="7254875" y="3862388"/>
          <p14:tracePt t="25287" x="7254875" y="3870325"/>
          <p14:tracePt t="25294" x="7261225" y="3870325"/>
          <p14:tracePt t="25319" x="7267575" y="3883025"/>
          <p14:tracePt t="25783" x="7281863" y="3883025"/>
          <p14:tracePt t="25799" x="7281863" y="3890963"/>
          <p14:tracePt t="25806" x="7288213" y="3897313"/>
          <p14:tracePt t="25815" x="7296150" y="3903663"/>
          <p14:tracePt t="25831" x="7310438" y="3917950"/>
          <p14:tracePt t="25838" x="7316788" y="3925888"/>
          <p14:tracePt t="25847" x="7323138" y="3932238"/>
          <p14:tracePt t="25855" x="7323138" y="3938588"/>
          <p14:tracePt t="25871" x="7337425" y="3946525"/>
          <p14:tracePt t="25879" x="7343775" y="3959225"/>
          <p14:tracePt t="25910" x="7343775" y="3967163"/>
          <p14:tracePt t="25926" x="7351713" y="3973513"/>
          <p14:tracePt t="25943" x="7351713" y="3979863"/>
          <p14:tracePt t="25959" x="7351713" y="3987800"/>
          <p14:tracePt t="25975" x="7358063" y="3987800"/>
          <p14:tracePt t="26015" x="7358063" y="4000500"/>
          <p14:tracePt t="26031" x="7358063" y="4008438"/>
          <p14:tracePt t="26047" x="7358063" y="4022725"/>
          <p14:tracePt t="26055" x="7358063" y="4029075"/>
          <p14:tracePt t="26063" x="7337425" y="4043363"/>
          <p14:tracePt t="26071" x="7316788" y="4056063"/>
          <p14:tracePt t="26078" x="7296150" y="4070350"/>
          <p14:tracePt t="26087" x="7281863" y="4084638"/>
          <p14:tracePt t="26094" x="7246938" y="4098925"/>
          <p14:tracePt t="26103" x="7240588" y="4098925"/>
          <p14:tracePt t="26111" x="7234238" y="4111625"/>
          <p14:tracePt t="26118" x="7219950" y="4119563"/>
          <p14:tracePt t="26126" x="7212013" y="4132263"/>
          <p14:tracePt t="26135" x="7205663" y="4132263"/>
          <p14:tracePt t="26143" x="7199313" y="4140200"/>
          <p14:tracePt t="26151" x="7170738" y="4160838"/>
          <p14:tracePt t="26159" x="7158038" y="4167188"/>
          <p14:tracePt t="26167" x="7129463" y="4187825"/>
          <p14:tracePt t="26175" x="7102475" y="4208463"/>
          <p14:tracePt t="26183" x="7088188" y="4237038"/>
          <p14:tracePt t="26191" x="7067550" y="4257675"/>
          <p14:tracePt t="26198" x="7046913" y="4292600"/>
          <p14:tracePt t="26207" x="7038975" y="4313238"/>
          <p14:tracePt t="26215" x="7026275" y="4333875"/>
          <p14:tracePt t="26223" x="7011988" y="4368800"/>
          <p14:tracePt t="26231" x="6991350" y="4410075"/>
          <p14:tracePt t="26239" x="6991350" y="4422775"/>
          <p14:tracePt t="26247" x="6985000" y="4451350"/>
          <p14:tracePt t="26255" x="6977063" y="4465638"/>
          <p14:tracePt t="26263" x="6962775" y="4506913"/>
          <p14:tracePt t="26271" x="6956425" y="4527550"/>
          <p14:tracePt t="26280" x="6950075" y="4541838"/>
          <p14:tracePt t="26287" x="6929438" y="4562475"/>
          <p14:tracePt t="26295" x="6921500" y="4575175"/>
          <p14:tracePt t="26303" x="6900863" y="4597400"/>
          <p14:tracePt t="26310" x="6888163" y="4610100"/>
          <p14:tracePt t="26319" x="6873875" y="4610100"/>
          <p14:tracePt t="26327" x="6859588" y="4624388"/>
          <p14:tracePt t="26335" x="6845300" y="4624388"/>
          <p14:tracePt t="26342" x="6832600" y="4624388"/>
          <p14:tracePt t="26351" x="6824663" y="4630738"/>
          <p14:tracePt t="26359" x="6818313" y="4630738"/>
          <p14:tracePt t="26367" x="6804025" y="4638675"/>
          <p14:tracePt t="26383" x="6789738" y="4638675"/>
          <p14:tracePt t="26455" x="6783388" y="4638675"/>
          <p14:tracePt t="26479" x="6777038" y="4638675"/>
          <p14:tracePt t="26487" x="6762750" y="4638675"/>
          <p14:tracePt t="26503" x="6762750" y="4624388"/>
          <p14:tracePt t="26519" x="6762750" y="4618038"/>
          <p14:tracePt t="26527" x="6762750" y="4610100"/>
          <p14:tracePt t="26535" x="6762750" y="4603750"/>
          <p14:tracePt t="26551" x="6762750" y="4597400"/>
          <p14:tracePt t="26583" x="6762750" y="4589463"/>
          <p14:tracePt t="26655" x="6762750" y="4583113"/>
          <p14:tracePt t="26687" x="6762750" y="4575175"/>
          <p14:tracePt t="26743" x="6762750" y="4568825"/>
          <p14:tracePt t="26774" x="6769100" y="4562475"/>
          <p14:tracePt t="26798" x="6769100" y="4554538"/>
          <p14:tracePt t="26823" x="6769100" y="4548188"/>
          <p14:tracePt t="27207" x="6777038" y="4548188"/>
          <p14:tracePt t="27215" x="6783388" y="4548188"/>
          <p14:tracePt t="27239" x="6789738" y="4548188"/>
          <p14:tracePt t="27255" x="6797675" y="4548188"/>
          <p14:tracePt t="27287" x="6804025" y="4548188"/>
          <p14:tracePt t="27399" x="6811963" y="4548188"/>
          <p14:tracePt t="27462" x="6818313" y="4548188"/>
          <p14:tracePt t="27487" x="6824663" y="4548188"/>
          <p14:tracePt t="27495" x="6832600" y="4548188"/>
          <p14:tracePt t="27502" x="6838950" y="4548188"/>
          <p14:tracePt t="27518" x="6845300" y="4548188"/>
          <p14:tracePt t="27535" x="6859588" y="4548188"/>
          <p14:tracePt t="27551" x="6865938" y="4548188"/>
          <p14:tracePt t="27567" x="6880225" y="4548188"/>
          <p14:tracePt t="27575" x="6888163" y="4548188"/>
          <p14:tracePt t="27591" x="6900863" y="4548188"/>
          <p14:tracePt t="27599" x="6915150" y="4548188"/>
          <p14:tracePt t="27607" x="6921500" y="4541838"/>
          <p14:tracePt t="27615" x="6929438" y="4541838"/>
          <p14:tracePt t="27623" x="6935788" y="4541838"/>
          <p14:tracePt t="27631" x="6950075" y="4533900"/>
          <p14:tracePt t="27647" x="6956425" y="4533900"/>
          <p14:tracePt t="27655" x="6970713" y="4533900"/>
          <p14:tracePt t="27670" x="6985000" y="4527550"/>
          <p14:tracePt t="27678" x="6991350" y="4527550"/>
          <p14:tracePt t="27687" x="6997700" y="4527550"/>
          <p14:tracePt t="27694" x="7005638" y="4527550"/>
          <p14:tracePt t="27703" x="7011988" y="4521200"/>
          <p14:tracePt t="27710" x="7018338" y="4521200"/>
          <p14:tracePt t="27726" x="7026275" y="4521200"/>
          <p14:tracePt t="27735" x="7032625" y="4513263"/>
          <p14:tracePt t="27743" x="7038975" y="4513263"/>
          <p14:tracePt t="27751" x="7053263" y="4506913"/>
          <p14:tracePt t="27767" x="7061200" y="4498975"/>
          <p14:tracePt t="27775" x="7073900" y="4498975"/>
          <p14:tracePt t="27783" x="7088188" y="4498975"/>
          <p14:tracePt t="27791" x="7102475" y="4498975"/>
          <p14:tracePt t="27798" x="7108825" y="4492625"/>
          <p14:tracePt t="27807" x="7115175" y="4492625"/>
          <p14:tracePt t="27815" x="7137400" y="4486275"/>
          <p14:tracePt t="27823" x="7143750" y="4486275"/>
          <p14:tracePt t="27831" x="7150100" y="4486275"/>
          <p14:tracePt t="27839" x="7158038" y="4478338"/>
          <p14:tracePt t="27847" x="7170738" y="4478338"/>
          <p14:tracePt t="27855" x="7178675" y="4478338"/>
          <p14:tracePt t="27863" x="7185025" y="4478338"/>
          <p14:tracePt t="27871" x="7191375" y="4478338"/>
          <p14:tracePt t="27879" x="7199313" y="4478338"/>
          <p14:tracePt t="28191" x="7205663" y="4471988"/>
          <p14:tracePt t="28319" x="7219950" y="4471988"/>
          <p14:tracePt t="28327" x="7226300" y="4471988"/>
          <p14:tracePt t="28335" x="7267575" y="4471988"/>
          <p14:tracePt t="28343" x="7275513" y="4471988"/>
          <p14:tracePt t="28350" x="7281863" y="4471988"/>
          <p14:tracePt t="28607" x="7281863" y="4465638"/>
          <p14:tracePt t="28631" x="7281863" y="4457700"/>
          <p14:tracePt t="28647" x="7267575" y="4451350"/>
          <p14:tracePt t="28663" x="7246938" y="4437063"/>
          <p14:tracePt t="28671" x="7226300" y="4437063"/>
          <p14:tracePt t="28679" x="7199313" y="4430713"/>
          <p14:tracePt t="28687" x="7185025" y="4422775"/>
          <p14:tracePt t="28695" x="7158038" y="4410075"/>
          <p14:tracePt t="28703" x="7143750" y="4410075"/>
          <p14:tracePt t="28711" x="7129463" y="4410075"/>
          <p14:tracePt t="28719" x="7108825" y="4410075"/>
          <p14:tracePt t="28726" x="7094538" y="4402138"/>
          <p14:tracePt t="28735" x="7088188" y="4402138"/>
          <p14:tracePt t="28743" x="7081838" y="4402138"/>
          <p14:tracePt t="28751" x="7067550" y="4402138"/>
          <p14:tracePt t="28759" x="7061200" y="4402138"/>
          <p14:tracePt t="28767" x="7046913" y="4395788"/>
          <p14:tracePt t="28775" x="7038975" y="4395788"/>
          <p14:tracePt t="28783" x="7026275" y="4395788"/>
          <p14:tracePt t="28791" x="7005638" y="4389438"/>
          <p14:tracePt t="28799" x="6991350" y="4389438"/>
          <p14:tracePt t="28807" x="6970713" y="4389438"/>
          <p14:tracePt t="28815" x="6942138" y="4381500"/>
          <p14:tracePt t="28823" x="6894513" y="4375150"/>
          <p14:tracePt t="28831" x="6824663" y="4368800"/>
          <p14:tracePt t="28839" x="6769100" y="4368800"/>
          <p14:tracePt t="28847" x="6715125" y="4348163"/>
          <p14:tracePt t="28854" x="6638925" y="4340225"/>
          <p14:tracePt t="28863" x="6575425" y="4340225"/>
          <p14:tracePt t="28871" x="6499225" y="4313238"/>
          <p14:tracePt t="28879" x="6381750" y="4305300"/>
          <p14:tracePt t="28893" x="6208713" y="4284663"/>
          <p14:tracePt t="28894" x="6015038" y="4284663"/>
          <p14:tracePt t="28903" x="5773738" y="4284663"/>
          <p14:tracePt t="28910" x="5524500" y="4264025"/>
          <p14:tracePt t="28919" x="5295900" y="4249738"/>
          <p14:tracePt t="28926" x="5067300" y="4249738"/>
          <p14:tracePt t="28935" x="4838700" y="4237038"/>
          <p14:tracePt t="28943" x="4624388" y="4229100"/>
          <p14:tracePt t="28951" x="4464050" y="4195763"/>
          <p14:tracePt t="28959" x="4354513" y="4181475"/>
          <p14:tracePt t="28967" x="4284663" y="4167188"/>
          <p14:tracePt t="28975" x="4208463" y="4160838"/>
          <p14:tracePt t="28983" x="4167188" y="4152900"/>
          <p14:tracePt t="28991" x="4132263" y="4152900"/>
          <p14:tracePt t="28999" x="4117975" y="4146550"/>
          <p14:tracePt t="29007" x="4105275" y="4140200"/>
          <p14:tracePt t="29015" x="4097338" y="4140200"/>
          <p14:tracePt t="29167" x="4138613" y="4140200"/>
          <p14:tracePt t="29175" x="4152900" y="4140200"/>
          <p14:tracePt t="29359" x="4152900" y="4132263"/>
          <p14:tracePt t="29367" x="4152900" y="4125913"/>
          <p14:tracePt t="29375" x="4152900" y="4111625"/>
          <p14:tracePt t="29383" x="4146550" y="4098925"/>
          <p14:tracePt t="29391" x="4146550" y="4090988"/>
          <p14:tracePt t="29399" x="4146550" y="4084638"/>
          <p14:tracePt t="29407" x="4146550" y="4070350"/>
          <p14:tracePt t="29415" x="4146550" y="4056063"/>
          <p14:tracePt t="29423" x="4152900" y="4049713"/>
          <p14:tracePt t="29431" x="4152900" y="4043363"/>
          <p14:tracePt t="29439" x="4152900" y="4022725"/>
          <p14:tracePt t="29447" x="4160838" y="4014788"/>
          <p14:tracePt t="29455" x="4160838" y="4008438"/>
          <p14:tracePt t="29463" x="4160838" y="4000500"/>
          <p14:tracePt t="29471" x="4160838" y="3994150"/>
          <p14:tracePt t="29479" x="4167188" y="3987800"/>
          <p14:tracePt t="29495" x="4167188" y="3979863"/>
          <p14:tracePt t="29502" x="4173538" y="3973513"/>
          <p14:tracePt t="29519" x="4181475" y="3967163"/>
          <p14:tracePt t="29526" x="4181475" y="3959225"/>
          <p14:tracePt t="29535" x="4181475" y="3952875"/>
          <p14:tracePt t="29542" x="4181475" y="3946525"/>
          <p14:tracePt t="29551" x="4181475" y="3938588"/>
          <p14:tracePt t="29559" x="4194175" y="3932238"/>
          <p14:tracePt t="29575" x="4194175" y="3925888"/>
          <p14:tracePt t="29583" x="4194175" y="3917950"/>
          <p14:tracePt t="29591" x="4194175" y="3911600"/>
          <p14:tracePt t="29663" x="4194175" y="3903663"/>
          <p14:tracePt t="29831" x="4194175" y="3897313"/>
          <p14:tracePt t="29839" x="4202113" y="3890963"/>
          <p14:tracePt t="30502" x="4202113" y="3883025"/>
          <p14:tracePt t="30519" x="4202113" y="3876675"/>
          <p14:tracePt t="30527" x="4208463" y="3870325"/>
          <p14:tracePt t="30631" x="4214813" y="3870325"/>
          <p14:tracePt t="30775" x="4214813" y="3862388"/>
          <p14:tracePt t="30831" x="4222750" y="3856038"/>
          <p14:tracePt t="31543" x="4222750" y="3849688"/>
          <p14:tracePt t="32095" x="4222750" y="3841750"/>
          <p14:tracePt t="32103" x="4222750" y="3827463"/>
          <p14:tracePt t="32111" x="4222750" y="3821113"/>
          <p14:tracePt t="32119" x="4222750" y="3806825"/>
          <p14:tracePt t="32126" x="4237038" y="3794125"/>
          <p14:tracePt t="32135" x="4243388" y="3786188"/>
          <p14:tracePt t="32142" x="4243388" y="3779838"/>
          <p14:tracePt t="32151" x="4243388" y="3773488"/>
          <p14:tracePt t="32159" x="4243388" y="3759200"/>
          <p14:tracePt t="32167" x="4243388" y="3738563"/>
          <p14:tracePt t="32175" x="4243388" y="3717925"/>
          <p14:tracePt t="32183" x="4249738" y="3683000"/>
          <p14:tracePt t="32191" x="4264025" y="3662363"/>
          <p14:tracePt t="32199" x="4264025" y="3633788"/>
          <p14:tracePt t="32207" x="4278313" y="3600450"/>
          <p14:tracePt t="32215" x="4284663" y="3557588"/>
          <p14:tracePt t="32223" x="4291013" y="3516313"/>
          <p14:tracePt t="32231" x="4305300" y="3475038"/>
          <p14:tracePt t="32239" x="4311650" y="3440113"/>
          <p14:tracePt t="32247" x="4311650" y="3392488"/>
          <p14:tracePt t="32255" x="4311650" y="3357563"/>
          <p14:tracePt t="32263" x="4311650" y="3328988"/>
          <p14:tracePt t="32271" x="4311650" y="3281363"/>
          <p14:tracePt t="32278" x="4311650" y="3254375"/>
          <p14:tracePt t="32287" x="4311650" y="3205163"/>
          <p14:tracePt t="32294" x="4291013" y="3163888"/>
          <p14:tracePt t="32303" x="4278313" y="3122613"/>
          <p14:tracePt t="32310" x="4243388" y="3067050"/>
          <p14:tracePt t="32319" x="4208463" y="3011488"/>
          <p14:tracePt t="32326" x="4181475" y="2962275"/>
          <p14:tracePt t="32335" x="4138613" y="2914650"/>
          <p14:tracePt t="32343" x="4084638" y="2844800"/>
          <p14:tracePt t="32351" x="4035425" y="2782888"/>
          <p14:tracePt t="32359" x="3994150" y="2741613"/>
          <p14:tracePt t="32366" x="3959225" y="2706688"/>
          <p14:tracePt t="32375" x="3897313" y="2665413"/>
          <p14:tracePt t="32382" x="3856038" y="2636838"/>
          <p14:tracePt t="32392" x="3821113" y="2630488"/>
          <p14:tracePt t="32399" x="3759200" y="2609850"/>
          <p14:tracePt t="32407" x="3724275" y="2609850"/>
          <p14:tracePt t="32414" x="3683000" y="2609850"/>
          <p14:tracePt t="32423" x="3641725" y="2609850"/>
          <p14:tracePt t="32431" x="3613150" y="2609850"/>
          <p14:tracePt t="32439" x="3592513" y="2609850"/>
          <p14:tracePt t="32447" x="3571875" y="2616200"/>
          <p14:tracePt t="32455" x="3530600" y="2630488"/>
          <p14:tracePt t="32462" x="3516313" y="2644775"/>
          <p14:tracePt t="32471" x="3502025" y="2659063"/>
          <p14:tracePt t="32479" x="3475038" y="2692400"/>
          <p14:tracePt t="32486" x="3468688" y="2706688"/>
          <p14:tracePt t="32494" x="3454400" y="2727325"/>
          <p14:tracePt t="32503" x="3446463" y="2755900"/>
          <p14:tracePt t="32511" x="3440113" y="2797175"/>
          <p14:tracePt t="32518" x="3419475" y="2838450"/>
          <p14:tracePt t="32526" x="3413125" y="2886075"/>
          <p14:tracePt t="32535" x="3405188" y="2921000"/>
          <p14:tracePt t="32542" x="3398838" y="2955925"/>
          <p14:tracePt t="32551" x="3398838" y="2990850"/>
          <p14:tracePt t="32559" x="3392488" y="3032125"/>
          <p14:tracePt t="32566" x="3392488" y="3073400"/>
          <p14:tracePt t="32575" x="3392488" y="3122613"/>
          <p14:tracePt t="32582" x="3392488" y="3163888"/>
          <p14:tracePt t="32591" x="3392488" y="3205163"/>
          <p14:tracePt t="32598" x="3392488" y="3246438"/>
          <p14:tracePt t="32607" x="3392488" y="3254375"/>
          <p14:tracePt t="32615" x="3392488" y="3295650"/>
          <p14:tracePt t="32623" x="3392488" y="3322638"/>
          <p14:tracePt t="32631" x="3392488" y="3343275"/>
          <p14:tracePt t="32638" x="3392488" y="3371850"/>
          <p14:tracePt t="32647" x="3398838" y="3398838"/>
          <p14:tracePt t="32655" x="3398838" y="3419475"/>
          <p14:tracePt t="32663" x="3405188" y="3448050"/>
          <p14:tracePt t="32671" x="3405188" y="3468688"/>
          <p14:tracePt t="32679" x="3413125" y="3495675"/>
          <p14:tracePt t="32687" x="3413125" y="3509963"/>
          <p14:tracePt t="32694" x="3419475" y="3524250"/>
          <p14:tracePt t="32702" x="3425825" y="3544888"/>
          <p14:tracePt t="32710" x="3433763" y="3557588"/>
          <p14:tracePt t="32719" x="3440113" y="3578225"/>
          <p14:tracePt t="32726" x="3454400" y="3613150"/>
          <p14:tracePt t="32735" x="3460750" y="3627438"/>
          <p14:tracePt t="32743" x="3475038" y="3654425"/>
          <p14:tracePt t="32751" x="3489325" y="3689350"/>
          <p14:tracePt t="32759" x="3516313" y="3730625"/>
          <p14:tracePt t="32767" x="3536950" y="3751263"/>
          <p14:tracePt t="32775" x="3565525" y="3794125"/>
          <p14:tracePt t="32783" x="3578225" y="3814763"/>
          <p14:tracePt t="32791" x="3606800" y="3835400"/>
          <p14:tracePt t="32799" x="3627438" y="3862388"/>
          <p14:tracePt t="32807" x="3641725" y="3870325"/>
          <p14:tracePt t="32815" x="3662363" y="3890963"/>
          <p14:tracePt t="32823" x="3668713" y="3890963"/>
          <p14:tracePt t="32831" x="3683000" y="3897313"/>
          <p14:tracePt t="32838" x="3695700" y="3911600"/>
          <p14:tracePt t="32847" x="3703638" y="3911600"/>
          <p14:tracePt t="32855" x="3709988" y="3911600"/>
          <p14:tracePt t="32863" x="3716338" y="3911600"/>
          <p14:tracePt t="32871" x="3730625" y="3917950"/>
          <p14:tracePt t="32895" x="3738563" y="3917950"/>
          <p14:tracePt t="32967" x="3744913" y="3917950"/>
          <p14:tracePt t="33111" x="3759200" y="3917950"/>
          <p14:tracePt t="33143" x="3759200" y="3911600"/>
          <p14:tracePt t="33167" x="3765550" y="3911600"/>
          <p14:tracePt t="33183" x="3765550" y="3903663"/>
          <p14:tracePt t="33199" x="3771900" y="3903663"/>
          <p14:tracePt t="33207" x="3779838" y="3897313"/>
          <p14:tracePt t="33222" x="3779838" y="3890963"/>
          <p14:tracePt t="33231" x="3786188" y="3883025"/>
          <p14:tracePt t="33247" x="3792538" y="3883025"/>
          <p14:tracePt t="33255" x="3800475" y="3876675"/>
          <p14:tracePt t="33272" x="3800475" y="3870325"/>
          <p14:tracePt t="33278" x="3806825" y="3870325"/>
          <p14:tracePt t="33287" x="3814763" y="3862388"/>
          <p14:tracePt t="33303" x="3835400" y="3856038"/>
          <p14:tracePt t="33311" x="3841750" y="3849688"/>
          <p14:tracePt t="33319" x="3856038" y="3841750"/>
          <p14:tracePt t="33326" x="3868738" y="3835400"/>
          <p14:tracePt t="33335" x="3876675" y="3827463"/>
          <p14:tracePt t="33343" x="3897313" y="3814763"/>
          <p14:tracePt t="33350" x="3911600" y="3806825"/>
          <p14:tracePt t="33359" x="3911600" y="3800475"/>
          <p14:tracePt t="33367" x="3924300" y="3800475"/>
          <p14:tracePt t="33375" x="3924300" y="3794125"/>
          <p14:tracePt t="33382" x="3938588" y="3786188"/>
          <p14:tracePt t="33392" x="3944938" y="3773488"/>
          <p14:tracePt t="33399" x="3952875" y="3773488"/>
          <p14:tracePt t="33407" x="3959225" y="3765550"/>
          <p14:tracePt t="33455" x="3973513" y="3751263"/>
          <p14:tracePt t="33463" x="4000500" y="3730625"/>
          <p14:tracePt t="33471" x="4035425" y="3709988"/>
          <p14:tracePt t="33479" x="4076700" y="3689350"/>
          <p14:tracePt t="33487" x="4138613" y="3662363"/>
          <p14:tracePt t="33494" x="4214813" y="3633788"/>
          <p14:tracePt t="33503" x="4257675" y="3627438"/>
          <p14:tracePt t="33511" x="4264025" y="3621088"/>
          <p14:tracePt t="33535" x="4270375" y="3621088"/>
          <p14:tracePt t="33542" x="4278313" y="3613150"/>
          <p14:tracePt t="33551" x="4284663" y="3613150"/>
          <p14:tracePt t="33567" x="4291013" y="3613150"/>
          <p14:tracePt t="33575" x="4298950" y="3613150"/>
          <p14:tracePt t="33583" x="4311650" y="3627438"/>
          <p14:tracePt t="33591" x="4325938" y="3654425"/>
          <p14:tracePt t="33798" x="4333875" y="3648075"/>
          <p14:tracePt t="33807" x="4340225" y="3648075"/>
          <p14:tracePt t="33815" x="4354513" y="3633788"/>
          <p14:tracePt t="33823" x="4375150" y="3627438"/>
          <p14:tracePt t="33831" x="4395788" y="3627438"/>
          <p14:tracePt t="33839" x="4430713" y="3621088"/>
          <p14:tracePt t="33847" x="4451350" y="3606800"/>
          <p14:tracePt t="33855" x="4478338" y="3606800"/>
          <p14:tracePt t="33863" x="4492625" y="3606800"/>
          <p14:tracePt t="33871" x="4519613" y="3606800"/>
          <p14:tracePt t="33879" x="4540250" y="3606800"/>
          <p14:tracePt t="33893" x="4560888" y="3606800"/>
          <p14:tracePt t="33895" x="4568825" y="3606800"/>
          <p14:tracePt t="33903" x="4583113" y="3606800"/>
          <p14:tracePt t="33919" x="4589463" y="3606800"/>
          <p14:tracePt t="33935" x="4603750" y="3606800"/>
          <p14:tracePt t="33951" x="4610100" y="3606800"/>
          <p14:tracePt t="33959" x="4624388" y="3606800"/>
          <p14:tracePt t="33967" x="4637088" y="3606800"/>
          <p14:tracePt t="33975" x="4651375" y="3606800"/>
          <p14:tracePt t="33983" x="4659313" y="3606800"/>
          <p14:tracePt t="33991" x="4672013" y="3606800"/>
          <p14:tracePt t="33999" x="4686300" y="3613150"/>
          <p14:tracePt t="34015" x="4692650" y="3621088"/>
          <p14:tracePt t="34023" x="4700588" y="3621088"/>
          <p14:tracePt t="34031" x="4700588" y="3627438"/>
          <p14:tracePt t="34039" x="4706938" y="3627438"/>
          <p14:tracePt t="34055" x="4706938" y="3633788"/>
          <p14:tracePt t="34207" x="4713288" y="3633788"/>
          <p14:tracePt t="34222" x="4721225" y="3633788"/>
          <p14:tracePt t="34239" x="4721225" y="3627438"/>
          <p14:tracePt t="34255" x="4721225" y="3621088"/>
          <p14:tracePt t="34270" x="4721225" y="3613150"/>
          <p14:tracePt t="34279" x="4721225" y="3606800"/>
          <p14:tracePt t="34295" x="4721225" y="3600450"/>
          <p14:tracePt t="34303" x="4733925" y="3586163"/>
          <p14:tracePt t="34311" x="4741863" y="3586163"/>
          <p14:tracePt t="34319" x="4762500" y="3578225"/>
          <p14:tracePt t="34327" x="4768850" y="3578225"/>
          <p14:tracePt t="34335" x="4783138" y="3578225"/>
          <p14:tracePt t="34342" x="4789488" y="3571875"/>
          <p14:tracePt t="34351" x="4797425" y="3571875"/>
          <p14:tracePt t="34359" x="4810125" y="3565525"/>
          <p14:tracePt t="34367" x="4818063" y="3565525"/>
          <p14:tracePt t="34383" x="4832350" y="3557588"/>
          <p14:tracePt t="34392" x="4838700" y="3557588"/>
          <p14:tracePt t="34398" x="4852988" y="3551238"/>
          <p14:tracePt t="34407" x="4859338" y="3551238"/>
          <p14:tracePt t="34415" x="4879975" y="3551238"/>
          <p14:tracePt t="34423" x="4886325" y="3551238"/>
          <p14:tracePt t="34431" x="4900613" y="3536950"/>
          <p14:tracePt t="34439" x="4906963" y="3536950"/>
          <p14:tracePt t="34455" x="4929188" y="3530600"/>
          <p14:tracePt t="34479" x="4935538" y="3530600"/>
          <p14:tracePt t="34487" x="4935538" y="3524250"/>
          <p14:tracePt t="34503" x="4949825" y="3516313"/>
          <p14:tracePt t="34518" x="4956175" y="3509963"/>
          <p14:tracePt t="34663" x="4962525" y="3509963"/>
          <p14:tracePt t="34855" x="4962525" y="3503613"/>
          <p14:tracePt t="34863" x="4962525" y="3495675"/>
          <p14:tracePt t="35007" x="4970463" y="3495675"/>
          <p14:tracePt t="35015" x="4976813" y="3509963"/>
          <p14:tracePt t="35031" x="4976813" y="3516313"/>
          <p14:tracePt t="35039" x="4976813" y="3530600"/>
          <p14:tracePt t="35047" x="4983163" y="3530600"/>
          <p14:tracePt t="35055" x="4983163" y="3536950"/>
          <p14:tracePt t="35063" x="4991100" y="3557588"/>
          <p14:tracePt t="35071" x="4991100" y="3565525"/>
          <p14:tracePt t="35079" x="4997450" y="3578225"/>
          <p14:tracePt t="35095" x="5005388" y="3592513"/>
          <p14:tracePt t="35111" x="5005388" y="3600450"/>
          <p14:tracePt t="35119" x="5005388" y="3606800"/>
          <p14:tracePt t="35135" x="5011738" y="3613150"/>
          <p14:tracePt t="35142" x="5018088" y="3621088"/>
          <p14:tracePt t="35183" x="5026025" y="3627438"/>
          <p14:tracePt t="35199" x="5026025" y="3633788"/>
          <p14:tracePt t="35215" x="5032375" y="3633788"/>
          <p14:tracePt t="35223" x="5032375" y="3641725"/>
          <p14:tracePt t="35238" x="5038725" y="3648075"/>
          <p14:tracePt t="35255" x="5046663" y="3648075"/>
          <p14:tracePt t="35295" x="5046663" y="3654425"/>
          <p14:tracePt t="35303" x="5046663" y="3662363"/>
          <p14:tracePt t="35319" x="5053013" y="3668713"/>
          <p14:tracePt t="35326" x="5059363" y="3668713"/>
          <p14:tracePt t="35343" x="5067300" y="3676650"/>
          <p14:tracePt t="35383" x="5073650" y="3683000"/>
          <p14:tracePt t="35463" x="5080000" y="3683000"/>
          <p14:tracePt t="35479" x="5087938" y="3683000"/>
          <p14:tracePt t="35487" x="5094288" y="3683000"/>
          <p14:tracePt t="35575" x="5102225" y="3683000"/>
          <p14:tracePt t="35839" x="5108575" y="3683000"/>
          <p14:tracePt t="37008" x="5114925" y="3683000"/>
          <p14:tracePt t="37023" x="5135563" y="3683000"/>
          <p14:tracePt t="37031" x="5164138" y="3683000"/>
          <p14:tracePt t="37039" x="5191125" y="3683000"/>
          <p14:tracePt t="37047" x="5219700" y="3683000"/>
          <p14:tracePt t="37054" x="5260975" y="3683000"/>
          <p14:tracePt t="37063" x="5295900" y="3683000"/>
          <p14:tracePt t="37071" x="5343525" y="3683000"/>
          <p14:tracePt t="37079" x="5384800" y="3683000"/>
          <p14:tracePt t="37087" x="5427663" y="3683000"/>
          <p14:tracePt t="37095" x="5461000" y="3683000"/>
          <p14:tracePt t="37103" x="5510213" y="3683000"/>
          <p14:tracePt t="37110" x="5545138" y="3683000"/>
          <p14:tracePt t="37119" x="5586413" y="3683000"/>
          <p14:tracePt t="37126" x="5613400" y="3683000"/>
          <p14:tracePt t="37135" x="5641975" y="3683000"/>
          <p14:tracePt t="37143" x="5683250" y="3683000"/>
          <p14:tracePt t="37151" x="5724525" y="3683000"/>
          <p14:tracePt t="37158" x="5751513" y="3683000"/>
          <p14:tracePt t="37167" x="5794375" y="3683000"/>
          <p14:tracePt t="37175" x="5842000" y="3683000"/>
          <p14:tracePt t="37182" x="5870575" y="3683000"/>
          <p14:tracePt t="37191" x="5911850" y="3683000"/>
          <p14:tracePt t="37199" x="5953125" y="3683000"/>
          <p14:tracePt t="37207" x="5973763" y="3683000"/>
          <p14:tracePt t="37215" x="6000750" y="3683000"/>
          <p14:tracePt t="37223" x="6029325" y="3683000"/>
          <p14:tracePt t="37231" x="6056313" y="3683000"/>
          <p14:tracePt t="37239" x="6076950" y="3676650"/>
          <p14:tracePt t="37247" x="6119813" y="3676650"/>
          <p14:tracePt t="37255" x="6153150" y="3662363"/>
          <p14:tracePt t="37263" x="6194425" y="3654425"/>
          <p14:tracePt t="37271" x="6243638" y="3648075"/>
          <p14:tracePt t="37279" x="6292850" y="3648075"/>
          <p14:tracePt t="37287" x="6313488" y="3648075"/>
          <p14:tracePt t="37294" x="6346825" y="3648075"/>
          <p14:tracePt t="37303" x="6369050" y="3648075"/>
          <p14:tracePt t="37310" x="6396038" y="3648075"/>
          <p14:tracePt t="37319" x="6402388" y="3648075"/>
          <p14:tracePt t="37326" x="6416675" y="3633788"/>
          <p14:tracePt t="37335" x="6423025" y="3633788"/>
          <p14:tracePt t="37351" x="6430963" y="3633788"/>
          <p14:tracePt t="37359" x="6443663" y="3627438"/>
          <p14:tracePt t="37367" x="6451600" y="3621088"/>
          <p14:tracePt t="37382" x="6465888" y="3613150"/>
          <p14:tracePt t="37392" x="6472238" y="3613150"/>
          <p14:tracePt t="37399" x="6478588" y="3606800"/>
          <p14:tracePt t="37495" x="6472238" y="3606800"/>
          <p14:tracePt t="37503" x="6430963" y="3606800"/>
          <p14:tracePt t="37511" x="6354763" y="3606800"/>
          <p14:tracePt t="37519" x="6292850" y="3606800"/>
          <p14:tracePt t="37526" x="6216650" y="3627438"/>
          <p14:tracePt t="37535" x="6140450" y="3668713"/>
          <p14:tracePt t="37543" x="6097588" y="3689350"/>
          <p14:tracePt t="37551" x="6056313" y="3703638"/>
          <p14:tracePt t="37559" x="6035675" y="3717925"/>
          <p14:tracePt t="37567" x="6029325" y="3724275"/>
          <p14:tracePt t="37575" x="6021388" y="3730625"/>
          <p14:tracePt t="37583" x="6015038" y="3730625"/>
          <p14:tracePt t="37591" x="6015038" y="3738563"/>
          <p14:tracePt t="37599" x="6008688" y="3744913"/>
          <p14:tracePt t="37607" x="6000750" y="3751263"/>
          <p14:tracePt t="37615" x="5980113" y="3779838"/>
          <p14:tracePt t="37622" x="5959475" y="3800475"/>
          <p14:tracePt t="37631" x="5924550" y="3841750"/>
          <p14:tracePt t="37638" x="5876925" y="3897313"/>
          <p14:tracePt t="37647" x="5842000" y="3932238"/>
          <p14:tracePt t="37655" x="5800725" y="3959225"/>
          <p14:tracePt t="37662" x="5759450" y="3987800"/>
          <p14:tracePt t="37671" x="5745163" y="3994150"/>
          <p14:tracePt t="37679" x="5738813" y="4008438"/>
          <p14:tracePt t="37687" x="5724525" y="4008438"/>
          <p14:tracePt t="37694" x="5724525" y="4014788"/>
          <p14:tracePt t="37710" x="5724525" y="4029075"/>
          <p14:tracePt t="37719" x="5724525" y="4049713"/>
          <p14:tracePt t="37726" x="5724525" y="4056063"/>
          <p14:tracePt t="37735" x="5724525" y="4064000"/>
          <p14:tracePt t="37742" x="5724525" y="4076700"/>
          <p14:tracePt t="37751" x="5730875" y="4076700"/>
          <p14:tracePt t="37783" x="5730875" y="4084638"/>
          <p14:tracePt t="37807" x="5738813" y="4084638"/>
          <p14:tracePt t="37815" x="5745163" y="4084638"/>
          <p14:tracePt t="37823" x="5751513" y="4084638"/>
          <p14:tracePt t="37831" x="5759450" y="4084638"/>
          <p14:tracePt t="37839" x="5765800" y="4084638"/>
          <p14:tracePt t="37855" x="5773738" y="4084638"/>
          <p14:tracePt t="37919" x="5773738" y="4076700"/>
          <p14:tracePt t="37927" x="5773738" y="4070350"/>
          <p14:tracePt t="37934" x="5773738" y="4056063"/>
          <p14:tracePt t="37943" x="5773738" y="4049713"/>
          <p14:tracePt t="37951" x="5773738" y="4035425"/>
          <p14:tracePt t="37959" x="5773738" y="4029075"/>
          <p14:tracePt t="37967" x="5773738" y="4008438"/>
          <p14:tracePt t="37983" x="5765800" y="4000500"/>
          <p14:tracePt t="37991" x="5759450" y="3994150"/>
          <p14:tracePt t="38007" x="5751513" y="3979863"/>
          <p14:tracePt t="38031" x="5745163" y="3979863"/>
          <p14:tracePt t="38038" x="5730875" y="3979863"/>
          <p14:tracePt t="38047" x="5724525" y="3979863"/>
          <p14:tracePt t="38055" x="5703888" y="3979863"/>
          <p14:tracePt t="38063" x="5697538" y="3973513"/>
          <p14:tracePt t="38070" x="5668963" y="3973513"/>
          <p14:tracePt t="38079" x="5634038" y="3967163"/>
          <p14:tracePt t="38087" x="5607050" y="3967163"/>
          <p14:tracePt t="38094" x="5586413" y="3952875"/>
          <p14:tracePt t="38102" x="5565775" y="3952875"/>
          <p14:tracePt t="38110" x="5557838" y="3952875"/>
          <p14:tracePt t="38119" x="5545138" y="3952875"/>
          <p14:tracePt t="38126" x="5537200" y="3952875"/>
          <p14:tracePt t="38135" x="5530850" y="3952875"/>
          <p14:tracePt t="38143" x="5524500" y="3952875"/>
          <p14:tracePt t="38167" x="5516563" y="3952875"/>
          <p14:tracePt t="38175" x="5502275" y="3952875"/>
          <p14:tracePt t="38191" x="5489575" y="3952875"/>
          <p14:tracePt t="38198" x="5475288" y="3952875"/>
          <p14:tracePt t="38207" x="5468938" y="3952875"/>
          <p14:tracePt t="38215" x="5454650" y="3952875"/>
          <p14:tracePt t="38222" x="5448300" y="3952875"/>
          <p14:tracePt t="38231" x="5427663" y="3952875"/>
          <p14:tracePt t="38239" x="5419725" y="3952875"/>
          <p14:tracePt t="38247" x="5405438" y="3952875"/>
          <p14:tracePt t="38255" x="5399088" y="3952875"/>
          <p14:tracePt t="38262" x="5384800" y="3952875"/>
          <p14:tracePt t="38271" x="5372100" y="3959225"/>
          <p14:tracePt t="38279" x="5357813" y="3959225"/>
          <p14:tracePt t="38287" x="5351463" y="3959225"/>
          <p14:tracePt t="38303" x="5343525" y="3973513"/>
          <p14:tracePt t="38318" x="5337175" y="3973513"/>
          <p14:tracePt t="39647" x="5351463" y="3973513"/>
          <p14:tracePt t="39654" x="5384800" y="3973513"/>
          <p14:tracePt t="39663" x="5413375" y="3973513"/>
          <p14:tracePt t="39671" x="5419725" y="3973513"/>
          <p14:tracePt t="39815" x="5413375" y="3973513"/>
          <p14:tracePt t="39831" x="5413375" y="3967163"/>
          <p14:tracePt t="39839" x="5405438" y="3959225"/>
          <p14:tracePt t="39847" x="5399088" y="3959225"/>
          <p14:tracePt t="39855" x="5399088" y="3952875"/>
          <p14:tracePt t="40095" x="5392738" y="3952875"/>
          <p14:tracePt t="40103" x="5392738" y="3932238"/>
          <p14:tracePt t="40111" x="5384800" y="3925888"/>
          <p14:tracePt t="40119" x="5372100" y="3911600"/>
          <p14:tracePt t="40126" x="5364163" y="3903663"/>
          <p14:tracePt t="40135" x="5351463" y="3897313"/>
          <p14:tracePt t="40143" x="5343525" y="3883025"/>
          <p14:tracePt t="40151" x="5337175" y="3876675"/>
          <p14:tracePt t="40159" x="5316538" y="3862388"/>
          <p14:tracePt t="40167" x="5316538" y="3856038"/>
          <p14:tracePt t="40175" x="5302250" y="3835400"/>
          <p14:tracePt t="40191" x="5287963" y="3814763"/>
          <p14:tracePt t="40207" x="5275263" y="3800475"/>
          <p14:tracePt t="40215" x="5260975" y="3779838"/>
          <p14:tracePt t="40223" x="5253038" y="3765550"/>
          <p14:tracePt t="40231" x="5246688" y="3759200"/>
          <p14:tracePt t="40239" x="5240338" y="3724275"/>
          <p14:tracePt t="40247" x="5232400" y="3703638"/>
          <p14:tracePt t="40255" x="5226050" y="3683000"/>
          <p14:tracePt t="40263" x="5219700" y="3668713"/>
          <p14:tracePt t="40271" x="5219700" y="3654425"/>
          <p14:tracePt t="40279" x="5219700" y="3633788"/>
          <p14:tracePt t="40287" x="5219700" y="3621088"/>
          <p14:tracePt t="40294" x="5219700" y="3606800"/>
          <p14:tracePt t="40303" x="5219700" y="3586163"/>
          <p14:tracePt t="40311" x="5226050" y="3565525"/>
          <p14:tracePt t="40319" x="5246688" y="3544888"/>
          <p14:tracePt t="40326" x="5281613" y="3509963"/>
          <p14:tracePt t="40335" x="5329238" y="3475038"/>
          <p14:tracePt t="40343" x="5378450" y="3460750"/>
          <p14:tracePt t="40351" x="5448300" y="3440113"/>
          <p14:tracePt t="40359" x="5516563" y="3427413"/>
          <p14:tracePt t="40367" x="5578475" y="3419475"/>
          <p14:tracePt t="40375" x="5641975" y="3419475"/>
          <p14:tracePt t="40383" x="5689600" y="3419475"/>
          <p14:tracePt t="40391" x="5738813" y="3419475"/>
          <p14:tracePt t="40398" x="5745163" y="3419475"/>
          <p14:tracePt t="40407" x="5751513" y="3419475"/>
          <p14:tracePt t="40447" x="5751513" y="3413125"/>
          <p14:tracePt t="40479" x="5751513" y="3405188"/>
          <p14:tracePt t="40487" x="5745163" y="3405188"/>
          <p14:tracePt t="40495" x="5738813" y="3405188"/>
          <p14:tracePt t="40502" x="5718175" y="3405188"/>
          <p14:tracePt t="40510" x="5697538" y="3405188"/>
          <p14:tracePt t="40518" x="5668963" y="3405188"/>
          <p14:tracePt t="40526" x="5641975" y="3405188"/>
          <p14:tracePt t="40535" x="5600700" y="3405188"/>
          <p14:tracePt t="40543" x="5545138" y="3405188"/>
          <p14:tracePt t="40551" x="5489575" y="3419475"/>
          <p14:tracePt t="40559" x="5427663" y="3448050"/>
          <p14:tracePt t="40567" x="5384800" y="3475038"/>
          <p14:tracePt t="40575" x="5337175" y="3524250"/>
          <p14:tracePt t="40583" x="5302250" y="3571875"/>
          <p14:tracePt t="40591" x="5260975" y="3627438"/>
          <p14:tracePt t="40599" x="5240338" y="3689350"/>
          <p14:tracePt t="40607" x="5232400" y="3773488"/>
          <p14:tracePt t="40615" x="5232400" y="3856038"/>
          <p14:tracePt t="40623" x="5232400" y="3932238"/>
          <p14:tracePt t="40631" x="5232400" y="4000500"/>
          <p14:tracePt t="40638" x="5260975" y="4076700"/>
          <p14:tracePt t="40647" x="5287963" y="4132263"/>
          <p14:tracePt t="40655" x="5322888" y="4187825"/>
          <p14:tracePt t="40663" x="5372100" y="4243388"/>
          <p14:tracePt t="40671" x="5405438" y="4278313"/>
          <p14:tracePt t="40679" x="5427663" y="4305300"/>
          <p14:tracePt t="40687" x="5468938" y="4333875"/>
          <p14:tracePt t="40694" x="5481638" y="4340225"/>
          <p14:tracePt t="40751" x="5489575" y="4340225"/>
          <p14:tracePt t="40758" x="5489575" y="4333875"/>
          <p14:tracePt t="40767" x="5475288" y="4305300"/>
          <p14:tracePt t="40774" x="5461000" y="4292600"/>
          <p14:tracePt t="40782" x="5448300" y="4278313"/>
          <p14:tracePt t="40791" x="5405438" y="4237038"/>
          <p14:tracePt t="40799" x="5384800" y="4208463"/>
          <p14:tracePt t="40807" x="5343525" y="4167188"/>
          <p14:tracePt t="40815" x="5302250" y="4119563"/>
          <p14:tracePt t="40823" x="5267325" y="4056063"/>
          <p14:tracePt t="40831" x="5226050" y="3973513"/>
          <p14:tracePt t="40838" x="5156200" y="3856038"/>
          <p14:tracePt t="40847" x="5129213" y="3765550"/>
          <p14:tracePt t="40855" x="5114925" y="3676650"/>
          <p14:tracePt t="40863" x="5114925" y="3621088"/>
          <p14:tracePt t="40871" x="5114925" y="3565525"/>
          <p14:tracePt t="40879" x="5129213" y="3524250"/>
          <p14:tracePt t="40893" x="5149850" y="3489325"/>
          <p14:tracePt t="40894" x="5184775" y="3448050"/>
          <p14:tracePt t="40902" x="5226050" y="3413125"/>
          <p14:tracePt t="40911" x="5295900" y="3392488"/>
          <p14:tracePt t="40919" x="5364163" y="3378200"/>
          <p14:tracePt t="40926" x="5427663" y="3363913"/>
          <p14:tracePt t="40935" x="5510213" y="3351213"/>
          <p14:tracePt t="40943" x="5592763" y="3336925"/>
          <p14:tracePt t="40950" x="5668963" y="3328988"/>
          <p14:tracePt t="40959" x="5718175" y="3316288"/>
          <p14:tracePt t="40967" x="5738813" y="3316288"/>
          <p14:tracePt t="40975" x="5745163" y="3316288"/>
          <p14:tracePt t="41038" x="5738813" y="3316288"/>
          <p14:tracePt t="41047" x="5675313" y="3322638"/>
          <p14:tracePt t="41055" x="5600700" y="3351213"/>
          <p14:tracePt t="41063" x="5516563" y="3371850"/>
          <p14:tracePt t="41071" x="5399088" y="3433763"/>
          <p14:tracePt t="41079" x="5281613" y="3489325"/>
          <p14:tracePt t="41087" x="5199063" y="3544888"/>
          <p14:tracePt t="41094" x="5114925" y="3627438"/>
          <p14:tracePt t="41103" x="5080000" y="3709988"/>
          <p14:tracePt t="41110" x="5053013" y="3806825"/>
          <p14:tracePt t="41118" x="5053013" y="3903663"/>
          <p14:tracePt t="41126" x="5053013" y="4000500"/>
          <p14:tracePt t="41135" x="5073650" y="4090988"/>
          <p14:tracePt t="41143" x="5135563" y="4208463"/>
          <p14:tracePt t="41151" x="5191125" y="4298950"/>
          <p14:tracePt t="41159" x="5240338" y="4368800"/>
          <p14:tracePt t="41166" x="5281613" y="4422775"/>
          <p14:tracePt t="41175" x="5308600" y="4445000"/>
          <p14:tracePt t="41183" x="5329238" y="4465638"/>
          <p14:tracePt t="41191" x="5337175" y="4465638"/>
          <p14:tracePt t="41247" x="5329238" y="4437063"/>
          <p14:tracePt t="41255" x="5302250" y="4395788"/>
          <p14:tracePt t="41263" x="5281613" y="4348163"/>
          <p14:tracePt t="41271" x="5240338" y="4298950"/>
          <p14:tracePt t="41279" x="5211763" y="4229100"/>
          <p14:tracePt t="41287" x="5170488" y="4146550"/>
          <p14:tracePt t="41294" x="5143500" y="4056063"/>
          <p14:tracePt t="41303" x="5122863" y="3994150"/>
          <p14:tracePt t="41310" x="5108575" y="3917950"/>
          <p14:tracePt t="41318" x="5108575" y="3849688"/>
          <p14:tracePt t="41326" x="5108575" y="3786188"/>
          <p14:tracePt t="41334" x="5122863" y="3717925"/>
          <p14:tracePt t="41342" x="5149850" y="3654425"/>
          <p14:tracePt t="41351" x="5191125" y="3600450"/>
          <p14:tracePt t="41359" x="5253038" y="3536950"/>
          <p14:tracePt t="41366" x="5322888" y="3503613"/>
          <p14:tracePt t="41375" x="5399088" y="3475038"/>
          <p14:tracePt t="41383" x="5481638" y="3440113"/>
          <p14:tracePt t="41392" x="5545138" y="3427413"/>
          <p14:tracePt t="41399" x="5627688" y="3419475"/>
          <p14:tracePt t="41407" x="5662613" y="3419475"/>
          <p14:tracePt t="41415" x="5697538" y="3405188"/>
          <p14:tracePt t="43078" x="5689600" y="3405188"/>
          <p14:tracePt t="43087" x="5675313" y="3405188"/>
          <p14:tracePt t="43095" x="5668963" y="3405188"/>
          <p14:tracePt t="43103" x="5654675" y="3405188"/>
          <p14:tracePt t="43111" x="5648325" y="3405188"/>
          <p14:tracePt t="43119" x="5634038" y="3405188"/>
          <p14:tracePt t="43127" x="5627688" y="3405188"/>
          <p14:tracePt t="43143" x="5621338" y="3405188"/>
          <p14:tracePt t="43151" x="5621338" y="3413125"/>
          <p14:tracePt t="43159" x="5613400" y="3413125"/>
          <p14:tracePt t="43167" x="5607050" y="3419475"/>
          <p14:tracePt t="43175" x="5600700" y="3419475"/>
          <p14:tracePt t="43191" x="5600700" y="3427413"/>
          <p14:tracePt t="43199" x="5592763" y="3427413"/>
          <p14:tracePt t="43207" x="5586413" y="3427413"/>
          <p14:tracePt t="43215" x="5578475" y="3433763"/>
          <p14:tracePt t="43231" x="5565775" y="3440113"/>
          <p14:tracePt t="43255" x="5565775" y="3448050"/>
          <p14:tracePt t="43263" x="5557838" y="3448050"/>
          <p14:tracePt t="43278" x="5557838" y="3460750"/>
          <p14:tracePt t="43294" x="5557838" y="3468688"/>
          <p14:tracePt t="43319" x="5557838" y="3475038"/>
          <p14:tracePt t="43327" x="5557838" y="3481388"/>
          <p14:tracePt t="43335" x="5557838" y="3489325"/>
          <p14:tracePt t="43343" x="5557838" y="3503613"/>
          <p14:tracePt t="43359" x="5551488" y="3509963"/>
          <p14:tracePt t="43399" x="5551488" y="3516313"/>
          <p14:tracePt t="43415" x="5551488" y="3524250"/>
          <p14:tracePt t="43439" x="5551488" y="3530600"/>
          <p14:tracePt t="45087" x="5565775" y="3530600"/>
          <p14:tracePt t="45103" x="5572125" y="3530600"/>
          <p14:tracePt t="45111" x="5578475" y="3530600"/>
          <p14:tracePt t="45119" x="5586413" y="3530600"/>
          <p14:tracePt t="45135" x="5592763" y="3530600"/>
          <p14:tracePt t="45143" x="5607050" y="3530600"/>
          <p14:tracePt t="45151" x="5607050" y="3536950"/>
          <p14:tracePt t="45159" x="5621338" y="3536950"/>
          <p14:tracePt t="45167" x="5634038" y="3544888"/>
          <p14:tracePt t="45175" x="5654675" y="3544888"/>
          <p14:tracePt t="45183" x="5662613" y="3544888"/>
          <p14:tracePt t="45191" x="5689600" y="3551238"/>
          <p14:tracePt t="45199" x="5724525" y="3551238"/>
          <p14:tracePt t="45207" x="5773738" y="3551238"/>
          <p14:tracePt t="45214" x="5821363" y="3557588"/>
          <p14:tracePt t="45223" x="5876925" y="3565525"/>
          <p14:tracePt t="45231" x="5924550" y="3578225"/>
          <p14:tracePt t="45239" x="5980113" y="3586163"/>
          <p14:tracePt t="45247" x="6029325" y="3592513"/>
          <p14:tracePt t="45255" x="6043613" y="3592513"/>
          <p14:tracePt t="45262" x="6076950" y="3600450"/>
          <p14:tracePt t="45271" x="6119813" y="3606800"/>
          <p14:tracePt t="45279" x="6146800" y="3613150"/>
          <p14:tracePt t="45287" x="6194425" y="3613150"/>
          <p14:tracePt t="45294" x="6223000" y="3621088"/>
          <p14:tracePt t="45303" x="6257925" y="3621088"/>
          <p14:tracePt t="45311" x="6278563" y="3621088"/>
          <p14:tracePt t="45319" x="6299200" y="3621088"/>
          <p14:tracePt t="45326" x="6319838" y="3621088"/>
          <p14:tracePt t="45335" x="6346825" y="3621088"/>
          <p14:tracePt t="45343" x="6369050" y="3621088"/>
          <p14:tracePt t="45351" x="6396038" y="3621088"/>
          <p14:tracePt t="45359" x="6423025" y="3621088"/>
          <p14:tracePt t="45366" x="6457950" y="3621088"/>
          <p14:tracePt t="45375" x="6499225" y="3621088"/>
          <p14:tracePt t="45383" x="6527800" y="3621088"/>
          <p14:tracePt t="45391" x="6554788" y="3621088"/>
          <p14:tracePt t="45399" x="6575425" y="3621088"/>
          <p14:tracePt t="45407" x="6596063" y="3621088"/>
          <p14:tracePt t="45415" x="6604000" y="3621088"/>
          <p14:tracePt t="45423" x="6610350" y="3621088"/>
          <p14:tracePt t="45431" x="6616700" y="3621088"/>
          <p14:tracePt t="45567" x="6624638" y="3613150"/>
          <p14:tracePt t="45583" x="6630988" y="3613150"/>
          <p14:tracePt t="45607" x="6638925" y="3606800"/>
          <p14:tracePt t="45615" x="6645275" y="3606800"/>
          <p14:tracePt t="45631" x="6651625" y="3600450"/>
          <p14:tracePt t="45655" x="6659563" y="3600450"/>
          <p14:tracePt t="45671" x="6665913" y="3600450"/>
          <p14:tracePt t="45679" x="6680200" y="3600450"/>
          <p14:tracePt t="45686" x="6686550" y="3600450"/>
          <p14:tracePt t="45695" x="6700838" y="3600450"/>
          <p14:tracePt t="45703" x="6715125" y="3600450"/>
          <p14:tracePt t="45711" x="6727825" y="3600450"/>
          <p14:tracePt t="45727" x="6735763" y="3600450"/>
          <p14:tracePt t="45734" x="6748463" y="3600450"/>
          <p14:tracePt t="45751" x="6756400" y="3600450"/>
          <p14:tracePt t="45759" x="6762750" y="3600450"/>
          <p14:tracePt t="45767" x="6769100" y="3600450"/>
          <p14:tracePt t="45783" x="6777038" y="3600450"/>
          <p14:tracePt t="45799" x="6783388" y="3600450"/>
          <p14:tracePt t="45822" x="6789738" y="3600450"/>
          <p14:tracePt t="45870" x="6797675" y="3600450"/>
          <p14:tracePt t="45887" x="6804025" y="3600450"/>
          <p14:tracePt t="46095" x="6811963" y="3600450"/>
          <p14:tracePt t="46158" x="6818313" y="3600450"/>
          <p14:tracePt t="46167" x="6824663" y="3600450"/>
          <p14:tracePt t="46207" x="6832600" y="3600450"/>
          <p14:tracePt t="46215" x="6838950" y="3600450"/>
          <p14:tracePt t="46231" x="6845300" y="3600450"/>
          <p14:tracePt t="46239" x="6853238" y="3600450"/>
          <p14:tracePt t="48415" x="6838950" y="3600450"/>
          <p14:tracePt t="48431" x="6832600" y="3600450"/>
          <p14:tracePt t="48439" x="6811963" y="3600450"/>
          <p14:tracePt t="48447" x="6804025" y="3600450"/>
          <p14:tracePt t="48455" x="6783388" y="3600450"/>
          <p14:tracePt t="48463" x="6769100" y="3600450"/>
          <p14:tracePt t="48471" x="6756400" y="3600450"/>
          <p14:tracePt t="48479" x="6735763" y="3600450"/>
          <p14:tracePt t="48486" x="6727825" y="3600450"/>
          <p14:tracePt t="48494" x="6715125" y="3600450"/>
          <p14:tracePt t="48503" x="6707188" y="3600450"/>
          <p14:tracePt t="48511" x="6686550" y="3600450"/>
          <p14:tracePt t="48519" x="6665913" y="3600450"/>
          <p14:tracePt t="48527" x="6638925" y="3600450"/>
          <p14:tracePt t="48535" x="6610350" y="3600450"/>
          <p14:tracePt t="48543" x="6583363" y="3600450"/>
          <p14:tracePt t="48551" x="6548438" y="3600450"/>
          <p14:tracePt t="48559" x="6519863" y="3600450"/>
          <p14:tracePt t="48567" x="6492875" y="3600450"/>
          <p14:tracePt t="48575" x="6472238" y="3600450"/>
          <p14:tracePt t="48583" x="6443663" y="3600450"/>
          <p14:tracePt t="48591" x="6430963" y="3600450"/>
          <p14:tracePt t="48599" x="6410325" y="3600450"/>
          <p14:tracePt t="48607" x="6381750" y="3600450"/>
          <p14:tracePt t="48615" x="6361113" y="3600450"/>
          <p14:tracePt t="48623" x="6334125" y="3600450"/>
          <p14:tracePt t="48631" x="6313488" y="3600450"/>
          <p14:tracePt t="48639" x="6299200" y="3600450"/>
          <p14:tracePt t="48647" x="6270625" y="3600450"/>
          <p14:tracePt t="48655" x="6243638" y="3600450"/>
          <p14:tracePt t="48663" x="6216650" y="3600450"/>
          <p14:tracePt t="48671" x="6188075" y="3600450"/>
          <p14:tracePt t="48679" x="6167438" y="3600450"/>
          <p14:tracePt t="48687" x="6140450" y="3600450"/>
          <p14:tracePt t="48694" x="6119813" y="3600450"/>
          <p14:tracePt t="48702" x="6091238" y="3600450"/>
          <p14:tracePt t="48711" x="6064250" y="3600450"/>
          <p14:tracePt t="48719" x="6015038" y="3600450"/>
          <p14:tracePt t="48726" x="5938838" y="3600450"/>
          <p14:tracePt t="48735" x="5876925" y="3600450"/>
          <p14:tracePt t="48742" x="5800725" y="3600450"/>
          <p14:tracePt t="48751" x="5751513" y="3600450"/>
          <p14:tracePt t="48759" x="5703888" y="3606800"/>
          <p14:tracePt t="48766" x="5668963" y="3613150"/>
          <p14:tracePt t="48775" x="5627688" y="3613150"/>
          <p14:tracePt t="48783" x="5600700" y="3627438"/>
          <p14:tracePt t="48791" x="5551488" y="3633788"/>
          <p14:tracePt t="48799" x="5516563" y="3633788"/>
          <p14:tracePt t="48807" x="5468938" y="3633788"/>
          <p14:tracePt t="48815" x="5440363" y="3633788"/>
          <p14:tracePt t="48822" x="5392738" y="3633788"/>
          <p14:tracePt t="48831" x="5357813" y="3633788"/>
          <p14:tracePt t="48839" x="5316538" y="3633788"/>
          <p14:tracePt t="48847" x="5287963" y="3633788"/>
          <p14:tracePt t="48855" x="5253038" y="3633788"/>
          <p14:tracePt t="48862" x="5232400" y="3633788"/>
          <p14:tracePt t="48870" x="5211763" y="3633788"/>
          <p14:tracePt t="48879" x="5199063" y="3633788"/>
          <p14:tracePt t="48887" x="5184775" y="3633788"/>
          <p14:tracePt t="48903" x="5178425" y="3633788"/>
          <p14:tracePt t="48951" x="5164138" y="3633788"/>
          <p14:tracePt t="49703" x="5178425" y="3654425"/>
          <p14:tracePt t="49911" x="5170488" y="3641725"/>
          <p14:tracePt t="49919" x="5164138" y="3627438"/>
          <p14:tracePt t="49983" x="5156200" y="3621088"/>
          <p14:tracePt t="50039" x="5156200" y="3613150"/>
          <p14:tracePt t="53583" x="5156200" y="3606800"/>
          <p14:tracePt t="53591" x="5149850" y="3606800"/>
          <p14:tracePt t="53615" x="5135563" y="3606800"/>
          <p14:tracePt t="53623" x="5122863" y="3606800"/>
          <p14:tracePt t="53631" x="5114925" y="3606800"/>
          <p14:tracePt t="53639" x="5102225" y="3606800"/>
          <p14:tracePt t="53646" x="5094288" y="3606800"/>
          <p14:tracePt t="53655" x="5087938" y="3606800"/>
          <p14:tracePt t="53663" x="5080000" y="3606800"/>
          <p14:tracePt t="53671" x="5073650" y="3606800"/>
          <p14:tracePt t="53687" x="5059363" y="3606800"/>
          <p14:tracePt t="53703" x="5053013" y="3606800"/>
          <p14:tracePt t="53711" x="5032375" y="3613150"/>
          <p14:tracePt t="53718" x="5018088" y="3621088"/>
          <p14:tracePt t="53727" x="5011738" y="3621088"/>
          <p14:tracePt t="53735" x="4997450" y="3627438"/>
          <p14:tracePt t="53743" x="4970463" y="3633788"/>
          <p14:tracePt t="53751" x="4962525" y="3633788"/>
          <p14:tracePt t="53759" x="4949825" y="3633788"/>
          <p14:tracePt t="53767" x="4935538" y="3633788"/>
          <p14:tracePt t="53775" x="4929188" y="3641725"/>
          <p14:tracePt t="53791" x="4914900" y="3641725"/>
          <p14:tracePt t="53799" x="4906963" y="3641725"/>
          <p14:tracePt t="53807" x="4900613" y="3641725"/>
          <p14:tracePt t="53815" x="4894263" y="3648075"/>
          <p14:tracePt t="53831" x="4886325" y="3648075"/>
          <p14:tracePt t="53838" x="4873625" y="3662363"/>
          <p14:tracePt t="53847" x="4865688" y="3662363"/>
          <p14:tracePt t="53863" x="4852988" y="3662363"/>
          <p14:tracePt t="53871" x="4845050" y="3668713"/>
          <p14:tracePt t="53892" x="4838700" y="3668713"/>
          <p14:tracePt t="53894" x="4832350" y="3683000"/>
          <p14:tracePt t="53903" x="4824413" y="3683000"/>
          <p14:tracePt t="53910" x="4818063" y="3689350"/>
          <p14:tracePt t="53935" x="4810125" y="3689350"/>
          <p14:tracePt t="53951" x="4810125" y="3697288"/>
          <p14:tracePt t="53959" x="4810125" y="3709988"/>
          <p14:tracePt t="53966" x="4824413" y="3717925"/>
          <p14:tracePt t="54215" x="4824413" y="3709988"/>
          <p14:tracePt t="54231" x="4824413" y="3703638"/>
          <p14:tracePt t="54247" x="4824413" y="3697288"/>
          <p14:tracePt t="54255" x="4824413" y="3689350"/>
          <p14:tracePt t="54286" x="4824413" y="3683000"/>
          <p14:tracePt t="59006" x="4832350" y="3683000"/>
          <p14:tracePt t="59015" x="4845050" y="3683000"/>
          <p14:tracePt t="59031" x="4859338" y="3683000"/>
          <p14:tracePt t="59039" x="4865688" y="3689350"/>
          <p14:tracePt t="59047" x="4873625" y="3689350"/>
          <p14:tracePt t="59503" x="4873625" y="3683000"/>
          <p14:tracePt t="59551" x="4873625" y="3668713"/>
          <p14:tracePt t="59615" x="4873625" y="3662363"/>
          <p14:tracePt t="61343" x="4879975" y="3648075"/>
          <p14:tracePt t="61351" x="4886325" y="3641725"/>
          <p14:tracePt t="61358" x="4900613" y="3633788"/>
          <p14:tracePt t="61367" x="4900613" y="3627438"/>
          <p14:tracePt t="61375" x="4906963" y="3621088"/>
          <p14:tracePt t="61391" x="4914900" y="3613150"/>
          <p14:tracePt t="61398" x="4914900" y="3606800"/>
          <p14:tracePt t="61407" x="4914900" y="3600450"/>
          <p14:tracePt t="61415" x="4914900" y="3578225"/>
          <p14:tracePt t="61431" x="4914900" y="3571875"/>
          <p14:tracePt t="61439" x="4914900" y="3557588"/>
          <p14:tracePt t="61455" x="4914900" y="3551238"/>
          <p14:tracePt t="61471" x="4906963" y="3551238"/>
          <p14:tracePt t="61479" x="4906963" y="3544888"/>
          <p14:tracePt t="61486" x="4900613" y="3536950"/>
          <p14:tracePt t="61495" x="4900613" y="3530600"/>
          <p14:tracePt t="61502" x="4886325" y="3524250"/>
          <p14:tracePt t="61511" x="4886325" y="3516313"/>
          <p14:tracePt t="61527" x="4873625" y="3509963"/>
          <p14:tracePt t="61543" x="4865688" y="3503613"/>
          <p14:tracePt t="61551" x="4865688" y="3495675"/>
          <p14:tracePt t="61559" x="4852988" y="3489325"/>
          <p14:tracePt t="61607" x="4838700" y="3481388"/>
          <p14:tracePt t="61623" x="4832350" y="3475038"/>
          <p14:tracePt t="61647" x="4824413" y="3468688"/>
          <p14:tracePt t="61663" x="4818063" y="3468688"/>
          <p14:tracePt t="61679" x="4810125" y="3460750"/>
          <p14:tracePt t="62103" x="4803775" y="3460750"/>
          <p14:tracePt t="62119" x="4797425" y="3460750"/>
          <p14:tracePt t="62127" x="4789488" y="3460750"/>
          <p14:tracePt t="62135" x="4762500" y="3448050"/>
          <p14:tracePt t="62142" x="4756150" y="3448050"/>
          <p14:tracePt t="62151" x="4748213" y="3448050"/>
          <p14:tracePt t="62159" x="4741863" y="3448050"/>
          <p14:tracePt t="62167" x="4733925" y="3440113"/>
          <p14:tracePt t="62175" x="4727575" y="3440113"/>
          <p14:tracePt t="62183" x="4721225" y="3440113"/>
          <p14:tracePt t="62191" x="4713288" y="3433763"/>
          <p14:tracePt t="62231" x="4706938" y="3433763"/>
          <p14:tracePt t="62263" x="4700588" y="3433763"/>
          <p14:tracePt t="62294" x="4692650" y="3433763"/>
          <p14:tracePt t="62319" x="4686300" y="3433763"/>
          <p14:tracePt t="62326" x="4679950" y="3433763"/>
          <p14:tracePt t="62343" x="4672013" y="3440113"/>
          <p14:tracePt t="62351" x="4665663" y="3448050"/>
          <p14:tracePt t="62367" x="4651375" y="3454400"/>
          <p14:tracePt t="62375" x="4651375" y="3460750"/>
          <p14:tracePt t="62382" x="4645025" y="3460750"/>
          <p14:tracePt t="62391" x="4645025" y="3468688"/>
          <p14:tracePt t="62399" x="4637088" y="3468688"/>
          <p14:tracePt t="62407" x="4637088" y="3475038"/>
          <p14:tracePt t="62423" x="4624388" y="3481388"/>
          <p14:tracePt t="62438" x="4616450" y="3489325"/>
          <p14:tracePt t="62455" x="4610100" y="3495675"/>
          <p14:tracePt t="62471" x="4610100" y="3503613"/>
          <p14:tracePt t="62479" x="4603750" y="3503613"/>
          <p14:tracePt t="62487" x="4603750" y="3509963"/>
          <p14:tracePt t="62494" x="4595813" y="3516313"/>
          <p14:tracePt t="62502" x="4589463" y="3524250"/>
          <p14:tracePt t="62511" x="4583113" y="3530600"/>
          <p14:tracePt t="62519" x="4575175" y="3536950"/>
          <p14:tracePt t="62535" x="4568825" y="3544888"/>
          <p14:tracePt t="62543" x="4568825" y="3551238"/>
          <p14:tracePt t="62559" x="4560888" y="3557588"/>
          <p14:tracePt t="62567" x="4554538" y="3565525"/>
          <p14:tracePt t="62575" x="4548188" y="3571875"/>
          <p14:tracePt t="62583" x="4548188" y="3578225"/>
          <p14:tracePt t="62591" x="4548188" y="3586163"/>
          <p14:tracePt t="62599" x="4540250" y="3592513"/>
          <p14:tracePt t="62607" x="4533900" y="3606800"/>
          <p14:tracePt t="62623" x="4527550" y="3613150"/>
          <p14:tracePt t="62631" x="4527550" y="3621088"/>
          <p14:tracePt t="62647" x="4519613" y="3627438"/>
          <p14:tracePt t="62655" x="4519613" y="3633788"/>
          <p14:tracePt t="62671" x="4513263" y="3648075"/>
          <p14:tracePt t="62686" x="4506913" y="3654425"/>
          <p14:tracePt t="62702" x="4506913" y="3662363"/>
          <p14:tracePt t="62711" x="4506913" y="3668713"/>
          <p14:tracePt t="62719" x="4506913" y="3676650"/>
          <p14:tracePt t="62726" x="4506913" y="3683000"/>
          <p14:tracePt t="62743" x="4498975" y="3697288"/>
          <p14:tracePt t="62751" x="4498975" y="3703638"/>
          <p14:tracePt t="62759" x="4498975" y="3717925"/>
          <p14:tracePt t="62767" x="4498975" y="3724275"/>
          <p14:tracePt t="62775" x="4498975" y="3744913"/>
          <p14:tracePt t="62783" x="4498975" y="3751263"/>
          <p14:tracePt t="62792" x="4498975" y="3765550"/>
          <p14:tracePt t="62799" x="4498975" y="3779838"/>
          <p14:tracePt t="62807" x="4498975" y="3786188"/>
          <p14:tracePt t="62822" x="4498975" y="3794125"/>
          <p14:tracePt t="62831" x="4498975" y="3800475"/>
          <p14:tracePt t="62839" x="4498975" y="3814763"/>
          <p14:tracePt t="62855" x="4498975" y="3821113"/>
          <p14:tracePt t="62863" x="4498975" y="3835400"/>
          <p14:tracePt t="62876" x="4506913" y="3835400"/>
          <p14:tracePt t="62879" x="4506913" y="3841750"/>
          <p14:tracePt t="62887" x="4506913" y="3856038"/>
          <p14:tracePt t="62894" x="4513263" y="3856038"/>
          <p14:tracePt t="62903" x="4513263" y="3862388"/>
          <p14:tracePt t="62911" x="4513263" y="3883025"/>
          <p14:tracePt t="62919" x="4527550" y="3890963"/>
          <p14:tracePt t="62926" x="4527550" y="3897313"/>
          <p14:tracePt t="62935" x="4533900" y="3897313"/>
          <p14:tracePt t="62943" x="4540250" y="3903663"/>
          <p14:tracePt t="62959" x="4548188" y="3917950"/>
          <p14:tracePt t="62975" x="4554538" y="3925888"/>
          <p14:tracePt t="62983" x="4560888" y="3925888"/>
          <p14:tracePt t="62999" x="4568825" y="3932238"/>
          <p14:tracePt t="63022" x="4575175" y="3938588"/>
          <p14:tracePt t="63039" x="4583113" y="3938588"/>
          <p14:tracePt t="63047" x="4589463" y="3946525"/>
          <p14:tracePt t="63071" x="4589463" y="3952875"/>
          <p14:tracePt t="63079" x="4595813" y="3952875"/>
          <p14:tracePt t="63087" x="4603750" y="3959225"/>
          <p14:tracePt t="63119" x="4610100" y="3959225"/>
          <p14:tracePt t="63135" x="4616450" y="3959225"/>
          <p14:tracePt t="63143" x="4624388" y="3959225"/>
          <p14:tracePt t="63158" x="4630738" y="3959225"/>
          <p14:tracePt t="63167" x="4637088" y="3967163"/>
          <p14:tracePt t="63175" x="4645025" y="3967163"/>
          <p14:tracePt t="63191" x="4659313" y="3967163"/>
          <p14:tracePt t="63198" x="4672013" y="3967163"/>
          <p14:tracePt t="63215" x="4686300" y="3967163"/>
          <p14:tracePt t="63223" x="4692650" y="3967163"/>
          <p14:tracePt t="63230" x="4700588" y="3967163"/>
          <p14:tracePt t="63239" x="4713288" y="3967163"/>
          <p14:tracePt t="63247" x="4721225" y="3967163"/>
          <p14:tracePt t="63263" x="4727575" y="3967163"/>
          <p14:tracePt t="63271" x="4733925" y="3967163"/>
          <p14:tracePt t="63359" x="4741863" y="3967163"/>
          <p14:tracePt t="63431" x="4748213" y="3967163"/>
          <p14:tracePt t="63438" x="4756150" y="3967163"/>
          <p14:tracePt t="63447" x="4762500" y="3967163"/>
          <p14:tracePt t="63696" x="4762500" y="3959225"/>
          <p14:tracePt t="63702" x="4756150" y="3938588"/>
          <p14:tracePt t="64071" x="4748213" y="3938588"/>
          <p14:tracePt t="64095" x="4748213" y="3932238"/>
          <p14:tracePt t="64103" x="4756150" y="3917950"/>
          <p14:tracePt t="64111" x="4762500" y="3917950"/>
          <p14:tracePt t="64118" x="4776788" y="3903663"/>
          <p14:tracePt t="64127" x="4797425" y="3890963"/>
          <p14:tracePt t="64135" x="4810125" y="3883025"/>
          <p14:tracePt t="64142" x="4845050" y="3876675"/>
          <p14:tracePt t="64151" x="4873625" y="3870325"/>
          <p14:tracePt t="64159" x="4894263" y="3870325"/>
          <p14:tracePt t="64167" x="4921250" y="3862388"/>
          <p14:tracePt t="64175" x="4941888" y="3862388"/>
          <p14:tracePt t="64182" x="4962525" y="3862388"/>
          <p14:tracePt t="64191" x="4970463" y="3862388"/>
          <p14:tracePt t="64199" x="4976813" y="3862388"/>
          <p14:tracePt t="64431" x="4997450" y="3862388"/>
          <p14:tracePt t="64671" x="4997450" y="3849688"/>
          <p14:tracePt t="64687" x="5005388" y="3849688"/>
          <p14:tracePt t="64719" x="5005388" y="3841750"/>
          <p14:tracePt t="64791" x="5011738" y="3835400"/>
          <p14:tracePt t="64831" x="5011738" y="3827463"/>
          <p14:tracePt t="64878" x="5011738" y="3821113"/>
          <p14:tracePt t="64887" x="5018088" y="3821113"/>
          <p14:tracePt t="64943" x="5018088" y="3814763"/>
          <p14:tracePt t="64950" x="5026025" y="3806825"/>
          <p14:tracePt t="65055" x="5032375" y="3794125"/>
          <p14:tracePt t="65079" x="5038725" y="3786188"/>
          <p14:tracePt t="65126" x="5046663" y="3779838"/>
          <p14:tracePt t="65143" x="5053013" y="3773488"/>
          <p14:tracePt t="65167" x="5059363" y="3765550"/>
          <p14:tracePt t="65199" x="5067300" y="3759200"/>
          <p14:tracePt t="65215" x="5073650" y="3751263"/>
          <p14:tracePt t="65239" x="5080000" y="3744913"/>
          <p14:tracePt t="65295" x="5087938" y="3738563"/>
          <p14:tracePt t="65327" x="5094288" y="3738563"/>
          <p14:tracePt t="65439" x="5102225" y="3730625"/>
          <p14:tracePt t="65447" x="5102225" y="3724275"/>
          <p14:tracePt t="65463" x="5108575" y="3724275"/>
          <p14:tracePt t="65527" x="5108575" y="3717925"/>
          <p14:tracePt t="65535" x="5114925" y="3717925"/>
          <p14:tracePt t="65559" x="5122863" y="3709988"/>
          <p14:tracePt t="65567" x="5129213" y="3709988"/>
          <p14:tracePt t="65583" x="5135563" y="3703638"/>
          <p14:tracePt t="65615" x="5149850" y="3697288"/>
          <p14:tracePt t="65687" x="5156200" y="3697288"/>
          <p14:tracePt t="65735" x="5170488" y="3683000"/>
          <p14:tracePt t="65775" x="5178425" y="3683000"/>
          <p14:tracePt t="65791" x="5178425" y="3676650"/>
          <p14:tracePt t="65799" x="5184775" y="3676650"/>
          <p14:tracePt t="65807" x="5191125" y="3676650"/>
          <p14:tracePt t="65815" x="5199063" y="3676650"/>
          <p14:tracePt t="65822" x="5205413" y="3668713"/>
          <p14:tracePt t="65831" x="5211763" y="3668713"/>
          <p14:tracePt t="65847" x="5219700" y="3662363"/>
          <p14:tracePt t="65855" x="5226050" y="3662363"/>
          <p14:tracePt t="65863" x="5240338" y="3654425"/>
          <p14:tracePt t="65871" x="5246688" y="3654425"/>
          <p14:tracePt t="65879" x="5253038" y="3654425"/>
          <p14:tracePt t="65893" x="5267325" y="3654425"/>
          <p14:tracePt t="65894" x="5281613" y="3654425"/>
          <p14:tracePt t="65903" x="5287963" y="3654425"/>
          <p14:tracePt t="65911" x="5302250" y="3654425"/>
          <p14:tracePt t="65919" x="5316538" y="3641725"/>
          <p14:tracePt t="65926" x="5329238" y="3641725"/>
          <p14:tracePt t="65935" x="5337175" y="3641725"/>
          <p14:tracePt t="65943" x="5351463" y="3641725"/>
          <p14:tracePt t="65951" x="5364163" y="3641725"/>
          <p14:tracePt t="65967" x="5372100" y="3641725"/>
          <p14:tracePt t="65975" x="5372100" y="3633788"/>
          <p14:tracePt t="65983" x="5378450" y="3633788"/>
          <p14:tracePt t="65991" x="5378450" y="3627438"/>
          <p14:tracePt t="66015" x="5384800" y="3627438"/>
          <p14:tracePt t="66703" x="5378450" y="3627438"/>
          <p14:tracePt t="66719" x="5372100" y="3627438"/>
          <p14:tracePt t="66727" x="5364163" y="3627438"/>
          <p14:tracePt t="66742" x="5357813" y="3633788"/>
          <p14:tracePt t="66751" x="5351463" y="3633788"/>
          <p14:tracePt t="66758" x="5343525" y="3641725"/>
          <p14:tracePt t="66767" x="5337175" y="3641725"/>
          <p14:tracePt t="66775" x="5337175" y="3648075"/>
          <p14:tracePt t="66783" x="5316538" y="3654425"/>
          <p14:tracePt t="66791" x="5308600" y="3662363"/>
          <p14:tracePt t="66799" x="5295900" y="3668713"/>
          <p14:tracePt t="66807" x="5287963" y="3668713"/>
          <p14:tracePt t="66815" x="5287963" y="3676650"/>
          <p14:tracePt t="66822" x="5275263" y="3683000"/>
          <p14:tracePt t="66838" x="5275263" y="3689350"/>
          <p14:tracePt t="66846" x="5260975" y="3689350"/>
          <p14:tracePt t="66855" x="5253038" y="3697288"/>
          <p14:tracePt t="66863" x="5246688" y="3709988"/>
          <p14:tracePt t="66871" x="5240338" y="3717925"/>
          <p14:tracePt t="66878" x="5232400" y="3724275"/>
          <p14:tracePt t="66893" x="5226050" y="3730625"/>
          <p14:tracePt t="66894" x="5219700" y="3738563"/>
          <p14:tracePt t="66902" x="5219700" y="3744913"/>
          <p14:tracePt t="66911" x="5205413" y="3751263"/>
          <p14:tracePt t="66919" x="5205413" y="3759200"/>
          <p14:tracePt t="66926" x="5199063" y="3759200"/>
          <p14:tracePt t="66943" x="5199063" y="3765550"/>
          <p14:tracePt t="66959" x="5191125" y="3779838"/>
          <p14:tracePt t="66967" x="5184775" y="3779838"/>
          <p14:tracePt t="66975" x="5184775" y="3786188"/>
          <p14:tracePt t="66999" x="5178425" y="3800475"/>
          <p14:tracePt t="67006" x="5178425" y="3806825"/>
          <p14:tracePt t="67015" x="5178425" y="3814763"/>
          <p14:tracePt t="67031" x="5170488" y="3821113"/>
          <p14:tracePt t="67039" x="5164138" y="3827463"/>
          <p14:tracePt t="67047" x="5164138" y="3835400"/>
          <p14:tracePt t="67063" x="5164138" y="3841750"/>
          <p14:tracePt t="67071" x="5164138" y="3849688"/>
          <p14:tracePt t="67087" x="5164138" y="3856038"/>
          <p14:tracePt t="67119" x="5164138" y="3862388"/>
          <p14:tracePt t="67135" x="5164138" y="3870325"/>
          <p14:tracePt t="67191" x="5164138" y="3876675"/>
          <p14:tracePt t="67207" x="5164138" y="3883025"/>
          <p14:tracePt t="67223" x="5164138" y="3890963"/>
          <p14:tracePt t="67239" x="5164138" y="3897313"/>
          <p14:tracePt t="67246" x="5170488" y="3903663"/>
          <p14:tracePt t="67254" x="5170488" y="3917950"/>
          <p14:tracePt t="67270" x="5178425" y="3925888"/>
          <p14:tracePt t="67279" x="5184775" y="3932238"/>
          <p14:tracePt t="67295" x="5191125" y="3938588"/>
          <p14:tracePt t="67311" x="5199063" y="3952875"/>
          <p14:tracePt t="67318" x="5205413" y="3959225"/>
          <p14:tracePt t="67326" x="5211763" y="3967163"/>
          <p14:tracePt t="67335" x="5219700" y="3967163"/>
          <p14:tracePt t="67342" x="5226050" y="3973513"/>
          <p14:tracePt t="67351" x="5226050" y="3979863"/>
          <p14:tracePt t="67359" x="5232400" y="3987800"/>
          <p14:tracePt t="67367" x="5240338" y="3987800"/>
          <p14:tracePt t="67383" x="5246688" y="3994150"/>
          <p14:tracePt t="67391" x="5246688" y="4000500"/>
          <p14:tracePt t="67399" x="5253038" y="4008438"/>
          <p14:tracePt t="67415" x="5260975" y="4014788"/>
          <p14:tracePt t="67423" x="5267325" y="4014788"/>
          <p14:tracePt t="67431" x="5267325" y="4022725"/>
          <p14:tracePt t="67439" x="5281613" y="4029075"/>
          <p14:tracePt t="67463" x="5287963" y="4035425"/>
          <p14:tracePt t="67471" x="5295900" y="4043363"/>
          <p14:tracePt t="67495" x="5302250" y="4043363"/>
          <p14:tracePt t="67503" x="5308600" y="4043363"/>
          <p14:tracePt t="67510" x="5316538" y="4043363"/>
          <p14:tracePt t="67519" x="5329238" y="4049713"/>
          <p14:tracePt t="67527" x="5337175" y="4049713"/>
          <p14:tracePt t="67543" x="5357813" y="4056063"/>
          <p14:tracePt t="67551" x="5372100" y="4056063"/>
          <p14:tracePt t="67558" x="5384800" y="4064000"/>
          <p14:tracePt t="67567" x="5399088" y="4064000"/>
          <p14:tracePt t="67575" x="5399088" y="4070350"/>
          <p14:tracePt t="67583" x="5405438" y="4070350"/>
          <p14:tracePt t="67591" x="5419725" y="4070350"/>
          <p14:tracePt t="67599" x="5427663" y="4076700"/>
          <p14:tracePt t="67607" x="5448300" y="4084638"/>
          <p14:tracePt t="67615" x="5461000" y="4084638"/>
          <p14:tracePt t="67623" x="5489575" y="4090988"/>
          <p14:tracePt t="67631" x="5510213" y="4098925"/>
          <p14:tracePt t="67639" x="5537200" y="4098925"/>
          <p14:tracePt t="67647" x="5565775" y="4105275"/>
          <p14:tracePt t="67655" x="5586413" y="4105275"/>
          <p14:tracePt t="67662" x="5600700" y="4111625"/>
          <p14:tracePt t="67671" x="5621338" y="4111625"/>
          <p14:tracePt t="67679" x="5634038" y="4111625"/>
          <p14:tracePt t="67695" x="5641975" y="4111625"/>
          <p14:tracePt t="68071" x="5634038" y="4111625"/>
          <p14:tracePt t="68079" x="5621338" y="4111625"/>
          <p14:tracePt t="68087" x="5607050" y="4105275"/>
          <p14:tracePt t="68095" x="5592763" y="4098925"/>
          <p14:tracePt t="68111" x="5578475" y="4098925"/>
          <p14:tracePt t="68119" x="5572125" y="4098925"/>
          <p14:tracePt t="68127" x="5551488" y="4084638"/>
          <p14:tracePt t="68143" x="5545138" y="4084638"/>
          <p14:tracePt t="68151" x="5530850" y="4084638"/>
          <p14:tracePt t="68158" x="5524500" y="4076700"/>
          <p14:tracePt t="68167" x="5516563" y="4070350"/>
          <p14:tracePt t="68175" x="5502275" y="4070350"/>
          <p14:tracePt t="68192" x="5489575" y="4064000"/>
          <p14:tracePt t="68199" x="5475288" y="4056063"/>
          <p14:tracePt t="68207" x="5454650" y="4043363"/>
          <p14:tracePt t="68215" x="5448300" y="4035425"/>
          <p14:tracePt t="68222" x="5427663" y="4022725"/>
          <p14:tracePt t="68231" x="5427663" y="4014788"/>
          <p14:tracePt t="68239" x="5419725" y="4008438"/>
          <p14:tracePt t="68247" x="5399088" y="3994150"/>
          <p14:tracePt t="68255" x="5392738" y="3979863"/>
          <p14:tracePt t="68263" x="5378450" y="3973513"/>
          <p14:tracePt t="68271" x="5372100" y="3952875"/>
          <p14:tracePt t="68279" x="5351463" y="3925888"/>
          <p14:tracePt t="68287" x="5351463" y="3911600"/>
          <p14:tracePt t="68294" x="5337175" y="3883025"/>
          <p14:tracePt t="68303" x="5337175" y="3862388"/>
          <p14:tracePt t="68311" x="5316538" y="3835400"/>
          <p14:tracePt t="68318" x="5316538" y="3800475"/>
          <p14:tracePt t="68326" x="5308600" y="3779838"/>
          <p14:tracePt t="68335" x="5308600" y="3759200"/>
          <p14:tracePt t="68343" x="5308600" y="3751263"/>
          <p14:tracePt t="68351" x="5308600" y="3730625"/>
          <p14:tracePt t="68359" x="5308600" y="3709988"/>
          <p14:tracePt t="68366" x="5308600" y="3697288"/>
          <p14:tracePt t="68375" x="5308600" y="3668713"/>
          <p14:tracePt t="68383" x="5329238" y="3641725"/>
          <p14:tracePt t="68399" x="5351463" y="3613150"/>
          <p14:tracePt t="68407" x="5364163" y="3586163"/>
          <p14:tracePt t="68415" x="5378450" y="3565525"/>
          <p14:tracePt t="68423" x="5399088" y="3551238"/>
          <p14:tracePt t="68431" x="5434013" y="3524250"/>
          <p14:tracePt t="68438" x="5461000" y="3503613"/>
          <p14:tracePt t="68447" x="5481638" y="3495675"/>
          <p14:tracePt t="68455" x="5524500" y="3475038"/>
          <p14:tracePt t="68463" x="5545138" y="3468688"/>
          <p14:tracePt t="68471" x="5565775" y="3460750"/>
          <p14:tracePt t="68479" x="5586413" y="3454400"/>
          <p14:tracePt t="68486" x="5613400" y="3454400"/>
          <p14:tracePt t="68494" x="5648325" y="3440113"/>
          <p14:tracePt t="68502" x="5662613" y="3440113"/>
          <p14:tracePt t="68511" x="5668963" y="3440113"/>
          <p14:tracePt t="68639" x="5662613" y="3440113"/>
          <p14:tracePt t="68646" x="5648325" y="3440113"/>
          <p14:tracePt t="68655" x="5627688" y="3440113"/>
          <p14:tracePt t="68662" x="5600700" y="3440113"/>
          <p14:tracePt t="68671" x="5565775" y="3454400"/>
          <p14:tracePt t="68679" x="5537200" y="3468688"/>
          <p14:tracePt t="68687" x="5489575" y="3481388"/>
          <p14:tracePt t="68694" x="5419725" y="3503613"/>
          <p14:tracePt t="68703" x="5392738" y="3516313"/>
          <p14:tracePt t="68711" x="5329238" y="3544888"/>
          <p14:tracePt t="68719" x="5281613" y="3557588"/>
          <p14:tracePt t="68726" x="5240338" y="3586163"/>
          <p14:tracePt t="68735" x="5199063" y="3606800"/>
          <p14:tracePt t="68742" x="5178425" y="3627438"/>
          <p14:tracePt t="68751" x="5149850" y="3648075"/>
          <p14:tracePt t="68758" x="5135563" y="3668713"/>
          <p14:tracePt t="68767" x="5108575" y="3689350"/>
          <p14:tracePt t="68775" x="5102225" y="3703638"/>
          <p14:tracePt t="68782" x="5087938" y="3724275"/>
          <p14:tracePt t="68791" x="5080000" y="3744913"/>
          <p14:tracePt t="68799" x="5073650" y="3759200"/>
          <p14:tracePt t="68807" x="5067300" y="3773488"/>
          <p14:tracePt t="68815" x="5059363" y="3794125"/>
          <p14:tracePt t="68823" x="5059363" y="3806825"/>
          <p14:tracePt t="68839" x="5053013" y="3827463"/>
          <p14:tracePt t="68847" x="5053013" y="3835400"/>
          <p14:tracePt t="68855" x="5053013" y="3849688"/>
          <p14:tracePt t="68863" x="5053013" y="3870325"/>
          <p14:tracePt t="68879" x="5053013" y="3876675"/>
          <p14:tracePt t="68887" x="5053013" y="3897313"/>
          <p14:tracePt t="68894" x="5053013" y="3903663"/>
          <p14:tracePt t="68903" x="5053013" y="3925888"/>
          <p14:tracePt t="68911" x="5067300" y="3938588"/>
          <p14:tracePt t="68919" x="5080000" y="3959225"/>
          <p14:tracePt t="68926" x="5108575" y="3987800"/>
          <p14:tracePt t="68935" x="5122863" y="4000500"/>
          <p14:tracePt t="68942" x="5135563" y="4014788"/>
          <p14:tracePt t="68951" x="5156200" y="4029075"/>
          <p14:tracePt t="68959" x="5170488" y="4043363"/>
          <p14:tracePt t="68967" x="5191125" y="4056063"/>
          <p14:tracePt t="68975" x="5205413" y="4070350"/>
          <p14:tracePt t="68983" x="5232400" y="4070350"/>
          <p14:tracePt t="68991" x="5260975" y="4090988"/>
          <p14:tracePt t="68999" x="5302250" y="4119563"/>
          <p14:tracePt t="69007" x="5322888" y="4125913"/>
          <p14:tracePt t="69015" x="5364163" y="4140200"/>
          <p14:tracePt t="69023" x="5413375" y="4160838"/>
          <p14:tracePt t="69031" x="5454650" y="4167188"/>
          <p14:tracePt t="69039" x="5481638" y="4175125"/>
          <p14:tracePt t="69047" x="5502275" y="4181475"/>
          <p14:tracePt t="69055" x="5524500" y="4187825"/>
          <p14:tracePt t="69062" x="5537200" y="4187825"/>
          <p14:tracePt t="69071" x="5537200" y="4195763"/>
          <p14:tracePt t="69079" x="5545138" y="4195763"/>
          <p14:tracePt t="69727" x="5551488" y="4195763"/>
          <p14:tracePt t="69791" x="5545138" y="4187825"/>
          <p14:tracePt t="69839" x="5537200" y="4187825"/>
          <p14:tracePt t="69847" x="5537200" y="4181475"/>
          <p14:tracePt t="69879" x="5524500" y="4181475"/>
          <p14:tracePt t="69935" x="5516563" y="4181475"/>
          <p14:tracePt t="69975" x="5502275" y="4175125"/>
          <p14:tracePt t="69998" x="5495925" y="4175125"/>
          <p14:tracePt t="70007" x="5495925" y="4167188"/>
          <p14:tracePt t="70023" x="5481638" y="4167188"/>
          <p14:tracePt t="70030" x="5481638" y="4160838"/>
          <p14:tracePt t="70047" x="5475288" y="4160838"/>
          <p14:tracePt t="70063" x="5468938" y="4160838"/>
          <p14:tracePt t="70095" x="5461000" y="4160838"/>
          <p14:tracePt t="70103" x="5454650" y="4152900"/>
          <p14:tracePt t="70127" x="5448300" y="4140200"/>
          <p14:tracePt t="70143" x="5440363" y="4132263"/>
          <p14:tracePt t="70167" x="5440363" y="4125913"/>
          <p14:tracePt t="70183" x="5440363" y="4119563"/>
          <p14:tracePt t="70191" x="5440363" y="4111625"/>
          <p14:tracePt t="70207" x="5440363" y="4105275"/>
          <p14:tracePt t="70215" x="5440363" y="4098925"/>
          <p14:tracePt t="70223" x="5440363" y="4084638"/>
          <p14:tracePt t="70247" x="5440363" y="4076700"/>
          <p14:tracePt t="70255" x="5440363" y="4070350"/>
          <p14:tracePt t="70271" x="5440363" y="4064000"/>
          <p14:tracePt t="70287" x="5440363" y="4056063"/>
          <p14:tracePt t="70294" x="5440363" y="4049713"/>
          <p14:tracePt t="70319" x="5440363" y="4043363"/>
          <p14:tracePt t="70326" x="5448300" y="4043363"/>
          <p14:tracePt t="70335" x="5448300" y="4029075"/>
          <p14:tracePt t="70343" x="5454650" y="4022725"/>
          <p14:tracePt t="70351" x="5461000" y="4014788"/>
          <p14:tracePt t="70359" x="5461000" y="4000500"/>
          <p14:tracePt t="70375" x="5468938" y="3987800"/>
          <p14:tracePt t="70383" x="5475288" y="3973513"/>
          <p14:tracePt t="70391" x="5489575" y="3946525"/>
          <p14:tracePt t="70399" x="5502275" y="3938588"/>
          <p14:tracePt t="70407" x="5516563" y="3925888"/>
          <p14:tracePt t="70415" x="5530850" y="3903663"/>
          <p14:tracePt t="70423" x="5537200" y="3890963"/>
          <p14:tracePt t="70431" x="5557838" y="3862388"/>
          <p14:tracePt t="70439" x="5565775" y="3849688"/>
          <p14:tracePt t="70447" x="5572125" y="3835400"/>
          <p14:tracePt t="70455" x="5572125" y="3827463"/>
          <p14:tracePt t="70462" x="5578475" y="3821113"/>
          <p14:tracePt t="70471" x="5578475" y="3814763"/>
          <p14:tracePt t="70511" x="5586413" y="3800475"/>
          <p14:tracePt t="70743" x="5586413" y="3794125"/>
          <p14:tracePt t="70775" x="5586413" y="3786188"/>
          <p14:tracePt t="70831" x="5586413" y="3779838"/>
          <p14:tracePt t="70863" x="5586413" y="3773488"/>
          <p14:tracePt t="70871" x="5586413" y="3765550"/>
          <p14:tracePt t="70895" x="5586413" y="3759200"/>
          <p14:tracePt t="70943" x="5586413" y="3751263"/>
          <p14:tracePt t="70958" x="5586413" y="3738563"/>
          <p14:tracePt t="70999" x="5586413" y="3730625"/>
          <p14:tracePt t="71007" x="5586413" y="3724275"/>
          <p14:tracePt t="71015" x="5578475" y="3717925"/>
          <p14:tracePt t="71031" x="5578475" y="3709988"/>
          <p14:tracePt t="71079" x="5578475" y="3703638"/>
          <p14:tracePt t="71119" x="5578475" y="3697288"/>
          <p14:tracePt t="71351" x="5572125" y="3683000"/>
          <p14:tracePt t="71358" x="5565775" y="3683000"/>
          <p14:tracePt t="71383" x="5557838" y="3683000"/>
          <p14:tracePt t="71391" x="5551488" y="3676650"/>
          <p14:tracePt t="71399" x="5545138" y="3676650"/>
          <p14:tracePt t="71407" x="5537200" y="3668713"/>
          <p14:tracePt t="71415" x="5524500" y="3668713"/>
          <p14:tracePt t="71423" x="5516563" y="3668713"/>
          <p14:tracePt t="71431" x="5516563" y="3662363"/>
          <p14:tracePt t="71438" x="5502275" y="3662363"/>
          <p14:tracePt t="71447" x="5495925" y="3654425"/>
          <p14:tracePt t="71599" x="5489575" y="3648075"/>
          <p14:tracePt t="71839" x="5489575" y="3633788"/>
          <p14:tracePt t="71927" x="5489575" y="3627438"/>
          <p14:tracePt t="72023" x="5481638" y="3627438"/>
          <p14:tracePt t="74327" x="5475288" y="3627438"/>
          <p14:tracePt t="74398" x="5468938" y="3621088"/>
          <p14:tracePt t="74967" x="5461000" y="3621088"/>
          <p14:tracePt t="74975" x="5454650" y="3621088"/>
          <p14:tracePt t="74982" x="5448300" y="3621088"/>
          <p14:tracePt t="74991" x="5440363" y="3621088"/>
          <p14:tracePt t="74999" x="5419725" y="3621088"/>
          <p14:tracePt t="75007" x="5405438" y="3621088"/>
          <p14:tracePt t="75015" x="5384800" y="3621088"/>
          <p14:tracePt t="75022" x="5364163" y="3621088"/>
          <p14:tracePt t="75031" x="5357813" y="3621088"/>
          <p14:tracePt t="75047" x="5343525" y="3621088"/>
          <p14:tracePt t="75055" x="5337175" y="3621088"/>
          <p14:tracePt t="75071" x="5322888" y="3621088"/>
          <p14:tracePt t="75095" x="5316538" y="3621088"/>
          <p14:tracePt t="75110" x="5302250" y="3621088"/>
          <p14:tracePt t="75126" x="5295900" y="3621088"/>
          <p14:tracePt t="75142" x="5281613" y="3621088"/>
          <p14:tracePt t="75167" x="5275263" y="3621088"/>
          <p14:tracePt t="76775" x="5275263" y="3613150"/>
          <p14:tracePt t="76807" x="5281613" y="3613150"/>
          <p14:tracePt t="76855" x="5287963" y="3613150"/>
          <p14:tracePt t="76863" x="5295900" y="3613150"/>
          <p14:tracePt t="76902" x="5302250" y="3613150"/>
          <p14:tracePt t="76919" x="5308600" y="3613150"/>
          <p14:tracePt t="76951" x="5316538" y="3613150"/>
          <p14:tracePt t="76999" x="5322888" y="3613150"/>
          <p14:tracePt t="77023" x="5329238" y="3613150"/>
          <p14:tracePt t="77095" x="5337175" y="3613150"/>
          <p14:tracePt t="77447" x="5343525" y="3613150"/>
          <p14:tracePt t="77527" x="5357813" y="3613150"/>
          <p14:tracePt t="77567" x="5357813" y="3621088"/>
          <p14:tracePt t="77575" x="5357813" y="3627438"/>
          <p14:tracePt t="77598" x="5364163" y="3633788"/>
          <p14:tracePt t="77607" x="5372100" y="3648075"/>
          <p14:tracePt t="77631" x="5372100" y="3654425"/>
          <p14:tracePt t="77647" x="5372100" y="3668713"/>
          <p14:tracePt t="77655" x="5378450" y="3668713"/>
          <p14:tracePt t="77671" x="5378450" y="3676650"/>
          <p14:tracePt t="77678" x="5378450" y="3689350"/>
          <p14:tracePt t="77694" x="5378450" y="3697288"/>
          <p14:tracePt t="77703" x="5378450" y="3703638"/>
          <p14:tracePt t="77719" x="5378450" y="3709988"/>
          <p14:tracePt t="77735" x="5378450" y="3724275"/>
          <p14:tracePt t="77743" x="5378450" y="3730625"/>
          <p14:tracePt t="77767" x="5384800" y="3738563"/>
          <p14:tracePt t="77775" x="5384800" y="3744913"/>
          <p14:tracePt t="77791" x="5384800" y="3751263"/>
          <p14:tracePt t="77799" x="5392738" y="3751263"/>
          <p14:tracePt t="77807" x="5392738" y="3759200"/>
          <p14:tracePt t="77823" x="5399088" y="3759200"/>
          <p14:tracePt t="77831" x="5399088" y="3765550"/>
          <p14:tracePt t="77839" x="5405438" y="3773488"/>
          <p14:tracePt t="77862" x="5405438" y="3779838"/>
          <p14:tracePt t="77870" x="5413375" y="3779838"/>
          <p14:tracePt t="77879" x="5419725" y="3786188"/>
          <p14:tracePt t="77895" x="5419725" y="3800475"/>
          <p14:tracePt t="77902" x="5419725" y="3806825"/>
          <p14:tracePt t="77911" x="5419725" y="3814763"/>
          <p14:tracePt t="77919" x="5419725" y="3827463"/>
          <p14:tracePt t="77926" x="5419725" y="3835400"/>
          <p14:tracePt t="77943" x="5419725" y="3841750"/>
          <p14:tracePt t="77951" x="5419725" y="3849688"/>
          <p14:tracePt t="77959" x="5419725" y="3856038"/>
          <p14:tracePt t="77975" x="5419725" y="3862388"/>
          <p14:tracePt t="77983" x="5419725" y="3870325"/>
          <p14:tracePt t="77991" x="5419725" y="3876675"/>
          <p14:tracePt t="77999" x="5419725" y="3883025"/>
          <p14:tracePt t="78007" x="5419725" y="3890963"/>
          <p14:tracePt t="78015" x="5419725" y="3897313"/>
          <p14:tracePt t="78022" x="5419725" y="3903663"/>
          <p14:tracePt t="78039" x="5419725" y="3917950"/>
          <p14:tracePt t="78046" x="5419725" y="3925888"/>
          <p14:tracePt t="78071" x="5419725" y="3938588"/>
          <p14:tracePt t="78079" x="5419725" y="3946525"/>
          <p14:tracePt t="78103" x="5419725" y="3952875"/>
          <p14:tracePt t="78119" x="5419725" y="3959225"/>
          <p14:tracePt t="78126" x="5419725" y="3967163"/>
          <p14:tracePt t="78142" x="5419725" y="3973513"/>
          <p14:tracePt t="78159" x="5419725" y="3979863"/>
          <p14:tracePt t="78175" x="5419725" y="3987800"/>
          <p14:tracePt t="78182" x="5419725" y="3994150"/>
          <p14:tracePt t="78191" x="5419725" y="4000500"/>
          <p14:tracePt t="78198" x="5419725" y="4008438"/>
          <p14:tracePt t="78207" x="5419725" y="4014788"/>
          <p14:tracePt t="78215" x="5419725" y="4022725"/>
          <p14:tracePt t="78231" x="5419725" y="4035425"/>
          <p14:tracePt t="78239" x="5419725" y="4043363"/>
          <p14:tracePt t="78247" x="5419725" y="4049713"/>
          <p14:tracePt t="78255" x="5419725" y="4056063"/>
          <p14:tracePt t="78263" x="5413375" y="4064000"/>
          <p14:tracePt t="78271" x="5413375" y="4070350"/>
          <p14:tracePt t="78287" x="5413375" y="4076700"/>
          <p14:tracePt t="78294" x="5413375" y="4090988"/>
          <p14:tracePt t="78302" x="5413375" y="4098925"/>
          <p14:tracePt t="78311" x="5399088" y="4111625"/>
          <p14:tracePt t="78319" x="5399088" y="4125913"/>
          <p14:tracePt t="78326" x="5399088" y="4140200"/>
          <p14:tracePt t="78335" x="5392738" y="4152900"/>
          <p14:tracePt t="78343" x="5384800" y="4167188"/>
          <p14:tracePt t="78351" x="5384800" y="4181475"/>
          <p14:tracePt t="78358" x="5378450" y="4195763"/>
          <p14:tracePt t="78367" x="5378450" y="4208463"/>
          <p14:tracePt t="78375" x="5372100" y="4216400"/>
          <p14:tracePt t="78382" x="5372100" y="4229100"/>
          <p14:tracePt t="78391" x="5364163" y="4237038"/>
          <p14:tracePt t="78663" x="5372100" y="4237038"/>
          <p14:tracePt t="78822" x="5378450" y="4229100"/>
          <p14:tracePt t="79031" x="5378450" y="4222750"/>
          <p14:tracePt t="79070" x="5378450" y="4216400"/>
          <p14:tracePt t="79159" x="5378450" y="4208463"/>
          <p14:tracePt t="79183" x="5378450" y="4202113"/>
          <p14:tracePt t="79199" x="5378450" y="4195763"/>
          <p14:tracePt t="79215" x="5378450" y="4181475"/>
          <p14:tracePt t="79223" x="5378450" y="4175125"/>
          <p14:tracePt t="79231" x="5378450" y="4167188"/>
          <p14:tracePt t="79239" x="5378450" y="4152900"/>
          <p14:tracePt t="79246" x="5378450" y="4132263"/>
          <p14:tracePt t="79255" x="5378450" y="4111625"/>
          <p14:tracePt t="79263" x="5378450" y="4076700"/>
          <p14:tracePt t="79270" x="5372100" y="4035425"/>
          <p14:tracePt t="79278" x="5372100" y="4000500"/>
          <p14:tracePt t="79286" x="5357813" y="3952875"/>
          <p14:tracePt t="79295" x="5357813" y="3903663"/>
          <p14:tracePt t="79302" x="5357813" y="3862388"/>
          <p14:tracePt t="79311" x="5357813" y="3806825"/>
          <p14:tracePt t="79319" x="5357813" y="3738563"/>
          <p14:tracePt t="79327" x="5357813" y="3654425"/>
          <p14:tracePt t="79335" x="5357813" y="3571875"/>
          <p14:tracePt t="79343" x="5357813" y="3495675"/>
          <p14:tracePt t="79350" x="5357813" y="3433763"/>
          <p14:tracePt t="79358" x="5357813" y="3384550"/>
          <p14:tracePt t="79367" x="5357813" y="3336925"/>
          <p14:tracePt t="79375" x="5357813" y="3322638"/>
          <p14:tracePt t="79382" x="5357813" y="3316288"/>
          <p14:tracePt t="79391" x="5357813" y="3308350"/>
          <p14:tracePt t="79455" x="5351463" y="3308350"/>
          <p14:tracePt t="79462" x="5343525" y="3308350"/>
          <p14:tracePt t="79471" x="5329238" y="3308350"/>
          <p14:tracePt t="79479" x="5329238" y="3336925"/>
          <p14:tracePt t="79487" x="5329238" y="3363913"/>
          <p14:tracePt t="79494" x="5329238" y="3398838"/>
          <p14:tracePt t="79503" x="5329238" y="3419475"/>
          <p14:tracePt t="79510" x="5329238" y="3440113"/>
          <p14:tracePt t="79519" x="5329238" y="3460750"/>
          <p14:tracePt t="79526" x="5329238" y="3495675"/>
          <p14:tracePt t="79535" x="5329238" y="3530600"/>
          <p14:tracePt t="79543" x="5329238" y="3578225"/>
          <p14:tracePt t="79551" x="5329238" y="3633788"/>
          <p14:tracePt t="79559" x="5329238" y="3689350"/>
          <p14:tracePt t="79567" x="5329238" y="3744913"/>
          <p14:tracePt t="79575" x="5329238" y="3800475"/>
          <p14:tracePt t="79583" x="5329238" y="3849688"/>
          <p14:tracePt t="79591" x="5329238" y="3917950"/>
          <p14:tracePt t="79599" x="5329238" y="3987800"/>
          <p14:tracePt t="79607" x="5329238" y="4022725"/>
          <p14:tracePt t="79615" x="5316538" y="4064000"/>
          <p14:tracePt t="79622" x="5308600" y="4105275"/>
          <p14:tracePt t="79631" x="5308600" y="4125913"/>
          <p14:tracePt t="79639" x="5308600" y="4140200"/>
          <p14:tracePt t="79647" x="5308600" y="4146550"/>
          <p14:tracePt t="79655" x="5308600" y="4152900"/>
          <p14:tracePt t="79671" x="5308600" y="4160838"/>
          <p14:tracePt t="79799" x="5308600" y="4146550"/>
          <p14:tracePt t="79823" x="5308600" y="4140200"/>
          <p14:tracePt t="79830" x="5308600" y="4125913"/>
          <p14:tracePt t="79839" x="5308600" y="4119563"/>
          <p14:tracePt t="79847" x="5308600" y="4098925"/>
          <p14:tracePt t="79855" x="5308600" y="4070350"/>
          <p14:tracePt t="79862" x="5308600" y="4043363"/>
          <p14:tracePt t="79871" x="5308600" y="4014788"/>
          <p14:tracePt t="79879" x="5308600" y="3987800"/>
          <p14:tracePt t="79887" x="5308600" y="3952875"/>
          <p14:tracePt t="79908" x="5308600" y="3856038"/>
          <p14:tracePt t="79910" x="5308600" y="3800475"/>
          <p14:tracePt t="79919" x="5308600" y="3744913"/>
          <p14:tracePt t="79926" x="5308600" y="3689350"/>
          <p14:tracePt t="79935" x="5308600" y="3613150"/>
          <p14:tracePt t="79942" x="5308600" y="3530600"/>
          <p14:tracePt t="79951" x="5308600" y="3460750"/>
          <p14:tracePt t="79959" x="5308600" y="3413125"/>
          <p14:tracePt t="79967" x="5308600" y="3363913"/>
          <p14:tracePt t="79975" x="5308600" y="3336925"/>
          <p14:tracePt t="79983" x="5308600" y="3328988"/>
          <p14:tracePt t="79999" x="5308600" y="3322638"/>
          <p14:tracePt t="80063" x="5308600" y="3343275"/>
          <p14:tracePt t="80071" x="5308600" y="3384550"/>
          <p14:tracePt t="80079" x="5308600" y="3433763"/>
          <p14:tracePt t="80087" x="5308600" y="3495675"/>
          <p14:tracePt t="80094" x="5308600" y="3592513"/>
          <p14:tracePt t="80102" x="5308600" y="3676650"/>
          <p14:tracePt t="80110" x="5308600" y="3773488"/>
          <p14:tracePt t="80118" x="5308600" y="3870325"/>
          <p14:tracePt t="80126" x="5308600" y="3946525"/>
          <p14:tracePt t="80135" x="5308600" y="4014788"/>
          <p14:tracePt t="80143" x="5308600" y="4070350"/>
          <p14:tracePt t="80151" x="5308600" y="4125913"/>
          <p14:tracePt t="80159" x="5308600" y="4167188"/>
          <p14:tracePt t="80167" x="5308600" y="4187825"/>
          <p14:tracePt t="80175" x="5308600" y="4202113"/>
          <p14:tracePt t="80183" x="5308600" y="4208463"/>
          <p14:tracePt t="80295" x="5308600" y="4202113"/>
          <p14:tracePt t="80303" x="5316538" y="4187825"/>
          <p14:tracePt t="80695" x="5316538" y="4181475"/>
          <p14:tracePt t="80775" x="5316538" y="4175125"/>
          <p14:tracePt t="80815" x="5316538" y="4167188"/>
          <p14:tracePt t="80855" x="5316538" y="4160838"/>
          <p14:tracePt t="81351" x="5316538" y="4152900"/>
          <p14:tracePt t="81375" x="5316538" y="4146550"/>
          <p14:tracePt t="81383" x="5316538" y="4140200"/>
          <p14:tracePt t="81398" x="5316538" y="4132263"/>
          <p14:tracePt t="82455" x="5316538" y="4125913"/>
          <p14:tracePt t="82831" x="5316538" y="4119563"/>
          <p14:tracePt t="82839" x="5316538" y="4111625"/>
          <p14:tracePt t="82911" x="5316538" y="4105275"/>
          <p14:tracePt t="82935" x="5316538" y="4090988"/>
          <p14:tracePt t="82983" x="5316538" y="4084638"/>
          <p14:tracePt t="83015" x="5316538" y="4070350"/>
          <p14:tracePt t="83079" x="5316538" y="4064000"/>
          <p14:tracePt t="84135" x="5316538" y="4056063"/>
          <p14:tracePt t="84391" x="5316538" y="4043363"/>
          <p14:tracePt t="84407" x="5316538" y="4035425"/>
          <p14:tracePt t="84415" x="5308600" y="4035425"/>
          <p14:tracePt t="84423" x="5302250" y="4029075"/>
          <p14:tracePt t="84431" x="5302250" y="4022725"/>
          <p14:tracePt t="84439" x="5295900" y="4014788"/>
          <p14:tracePt t="84447" x="5287963" y="4008438"/>
          <p14:tracePt t="84455" x="5281613" y="3994150"/>
          <p14:tracePt t="84463" x="5267325" y="3987800"/>
          <p14:tracePt t="84471" x="5260975" y="3967163"/>
          <p14:tracePt t="84479" x="5246688" y="3946525"/>
          <p14:tracePt t="84487" x="5240338" y="3938588"/>
          <p14:tracePt t="84494" x="5226050" y="3925888"/>
          <p14:tracePt t="84502" x="5219700" y="3911600"/>
          <p14:tracePt t="84511" x="5205413" y="3897313"/>
          <p14:tracePt t="84519" x="5184775" y="3876675"/>
          <p14:tracePt t="84527" x="5178425" y="3870325"/>
          <p14:tracePt t="84535" x="5164138" y="3856038"/>
          <p14:tracePt t="84542" x="5156200" y="3849688"/>
          <p14:tracePt t="84551" x="5143500" y="3827463"/>
          <p14:tracePt t="84559" x="5122863" y="3806825"/>
          <p14:tracePt t="84567" x="5108575" y="3794125"/>
          <p14:tracePt t="84575" x="5102225" y="3773488"/>
          <p14:tracePt t="84582" x="5094288" y="3744913"/>
          <p14:tracePt t="84591" x="5073650" y="3724275"/>
          <p14:tracePt t="84599" x="5073650" y="3709988"/>
          <p14:tracePt t="84607" x="5059363" y="3689350"/>
          <p14:tracePt t="84615" x="5053013" y="3683000"/>
          <p14:tracePt t="84639" x="5053013" y="3676650"/>
          <p14:tracePt t="84847" x="5046663" y="3676650"/>
          <p14:tracePt t="84855" x="5032375" y="3668713"/>
          <p14:tracePt t="84863" x="5032375" y="3662363"/>
          <p14:tracePt t="84871" x="5011738" y="3633788"/>
          <p14:tracePt t="84879" x="5005388" y="3627438"/>
          <p14:tracePt t="84887" x="4997450" y="3621088"/>
          <p14:tracePt t="84902" x="4991100" y="3613150"/>
          <p14:tracePt t="84926" x="4991100" y="3606800"/>
          <p14:tracePt t="85519" x="4991100" y="3600450"/>
          <p14:tracePt t="85655" x="4983163" y="3600450"/>
          <p14:tracePt t="85751" x="4976813" y="3600450"/>
          <p14:tracePt t="85783" x="4976813" y="3592513"/>
          <p14:tracePt t="85807" x="4976813" y="3586163"/>
          <p14:tracePt t="85815" x="4970463" y="3571875"/>
          <p14:tracePt t="85831" x="4970463" y="3565525"/>
          <p14:tracePt t="85839" x="4962525" y="3544888"/>
          <p14:tracePt t="85855" x="4956175" y="3536950"/>
          <p14:tracePt t="85871" x="4956175" y="3530600"/>
          <p14:tracePt t="85935" x="4949825" y="3530600"/>
          <p14:tracePt t="86063" x="4941888" y="3530600"/>
          <p14:tracePt t="86103" x="4935538" y="3530600"/>
          <p14:tracePt t="86223" x="4921250" y="3530600"/>
          <p14:tracePt t="86232" x="4906963" y="3530600"/>
          <p14:tracePt t="86239" x="4894263" y="3530600"/>
          <p14:tracePt t="86246" x="4879975" y="3530600"/>
          <p14:tracePt t="86255" x="4873625" y="3530600"/>
          <p14:tracePt t="86262" x="4859338" y="3536950"/>
          <p14:tracePt t="86271" x="4838700" y="3536950"/>
          <p14:tracePt t="86279" x="4838700" y="3544888"/>
          <p14:tracePt t="86287" x="4824413" y="3551238"/>
          <p14:tracePt t="86294" x="4818063" y="3557588"/>
          <p14:tracePt t="86302" x="4810125" y="3565525"/>
          <p14:tracePt t="86310" x="4797425" y="3578225"/>
          <p14:tracePt t="86319" x="4789488" y="3578225"/>
          <p14:tracePt t="86326" x="4783138" y="3592513"/>
          <p14:tracePt t="86335" x="4776788" y="3600450"/>
          <p14:tracePt t="86342" x="4768850" y="3600450"/>
          <p14:tracePt t="86351" x="4768850" y="3613150"/>
          <p14:tracePt t="86367" x="4762500" y="3613150"/>
          <p14:tracePt t="86383" x="4762500" y="3621088"/>
          <p14:tracePt t="86391" x="4756150" y="3627438"/>
          <p14:tracePt t="86399" x="4756150" y="3633788"/>
          <p14:tracePt t="86415" x="4756150" y="3641725"/>
          <p14:tracePt t="86423" x="4756150" y="3648075"/>
          <p14:tracePt t="86431" x="4756150" y="3654425"/>
          <p14:tracePt t="86439" x="4756150" y="3662363"/>
          <p14:tracePt t="86447" x="4756150" y="3668713"/>
          <p14:tracePt t="86455" x="4756150" y="3676650"/>
          <p14:tracePt t="86463" x="4756150" y="3683000"/>
          <p14:tracePt t="86471" x="4756150" y="3689350"/>
          <p14:tracePt t="86478" x="4756150" y="3697288"/>
          <p14:tracePt t="86487" x="4756150" y="3703638"/>
          <p14:tracePt t="86502" x="4756150" y="3717925"/>
          <p14:tracePt t="86511" x="4756150" y="3724275"/>
          <p14:tracePt t="86526" x="4756150" y="3738563"/>
          <p14:tracePt t="86535" x="4756150" y="3744913"/>
          <p14:tracePt t="86551" x="4756150" y="3759200"/>
          <p14:tracePt t="86559" x="4756150" y="3765550"/>
          <p14:tracePt t="86582" x="4756150" y="3779838"/>
          <p14:tracePt t="86599" x="4756150" y="3786188"/>
          <p14:tracePt t="86622" x="4756150" y="3794125"/>
          <p14:tracePt t="86631" x="4762500" y="3800475"/>
          <p14:tracePt t="86654" x="4762500" y="3806825"/>
          <p14:tracePt t="86679" x="4768850" y="3814763"/>
          <p14:tracePt t="86703" x="4776788" y="3821113"/>
          <p14:tracePt t="86727" x="4776788" y="3827463"/>
          <p14:tracePt t="86767" x="4783138" y="3835400"/>
          <p14:tracePt t="86798" x="4783138" y="3841750"/>
          <p14:tracePt t="86815" x="4789488" y="3849688"/>
          <p14:tracePt t="87167" x="4797425" y="3849688"/>
          <p14:tracePt t="87287" x="4810125" y="3849688"/>
          <p14:tracePt t="87487" x="4818063" y="3849688"/>
          <p14:tracePt t="88479" x="4818063" y="3841750"/>
          <p14:tracePt t="88790" x="4818063" y="3835400"/>
          <p14:tracePt t="88815" x="4818063" y="3827463"/>
          <p14:tracePt t="88871" x="4818063" y="3821113"/>
          <p14:tracePt t="88879" x="4818063" y="3814763"/>
          <p14:tracePt t="88902" x="4818063" y="3806825"/>
          <p14:tracePt t="88959" x="4818063" y="3800475"/>
          <p14:tracePt t="88975" x="4818063" y="3794125"/>
          <p14:tracePt t="88991" x="4818063" y="3786188"/>
          <p14:tracePt t="89031" x="4818063" y="3779838"/>
          <p14:tracePt t="89054" x="4818063" y="3773488"/>
          <p14:tracePt t="89079" x="4818063" y="3765550"/>
          <p14:tracePt t="89191" x="4818063" y="3759200"/>
          <p14:tracePt t="89207" x="4818063" y="3751263"/>
          <p14:tracePt t="89375" x="4818063" y="3744913"/>
          <p14:tracePt t="89399" x="4818063" y="3738563"/>
          <p14:tracePt t="89863" x="4818063" y="3730625"/>
          <p14:tracePt t="90615" x="4818063" y="3724275"/>
          <p14:tracePt t="90639" x="4818063" y="3709988"/>
          <p14:tracePt t="92567" x="4818063" y="3703638"/>
          <p14:tracePt t="92583" x="4824413" y="3697288"/>
          <p14:tracePt t="92591" x="4832350" y="3676650"/>
          <p14:tracePt t="92607" x="4832350" y="3662363"/>
          <p14:tracePt t="92623" x="4832350" y="3654425"/>
          <p14:tracePt t="92631" x="4838700" y="3641725"/>
          <p14:tracePt t="92647" x="4838700" y="3633788"/>
          <p14:tracePt t="92655" x="4838700" y="3613150"/>
          <p14:tracePt t="92663" x="4845050" y="3606800"/>
          <p14:tracePt t="92671" x="4845050" y="3592513"/>
          <p14:tracePt t="92679" x="4845050" y="3571875"/>
          <p14:tracePt t="92687" x="4845050" y="3551238"/>
          <p14:tracePt t="92695" x="4845050" y="3530600"/>
          <p14:tracePt t="92703" x="4859338" y="3489325"/>
          <p14:tracePt t="92711" x="4865688" y="3448050"/>
          <p14:tracePt t="92718" x="4873625" y="3405188"/>
          <p14:tracePt t="92727" x="4873625" y="3351213"/>
          <p14:tracePt t="92735" x="4879975" y="3308350"/>
          <p14:tracePt t="92743" x="4894263" y="3267075"/>
          <p14:tracePt t="92751" x="4900613" y="3219450"/>
          <p14:tracePt t="92759" x="4900613" y="3178175"/>
          <p14:tracePt t="92767" x="4906963" y="3155950"/>
          <p14:tracePt t="92775" x="4906963" y="3149600"/>
          <p14:tracePt t="92783" x="4906963" y="3135313"/>
          <p14:tracePt t="92791" x="4906963" y="3128963"/>
          <p14:tracePt t="92911" x="4906963" y="3122613"/>
          <p14:tracePt t="93303" x="4900613" y="3122613"/>
          <p14:tracePt t="93311" x="4873625" y="3122613"/>
          <p14:tracePt t="93319" x="4845050" y="3122613"/>
          <p14:tracePt t="93327" x="4810125" y="3108325"/>
          <p14:tracePt t="93335" x="4797425" y="3101975"/>
          <p14:tracePt t="93342" x="4789488" y="3101975"/>
          <p14:tracePt t="93351" x="4768850" y="3101975"/>
          <p14:tracePt t="93615" x="4762500" y="3101975"/>
          <p14:tracePt t="93631" x="4762500" y="3108325"/>
          <p14:tracePt t="93639" x="4762500" y="3122613"/>
          <p14:tracePt t="93647" x="4768850" y="3128963"/>
          <p14:tracePt t="93655" x="4768850" y="3135313"/>
          <p14:tracePt t="93663" x="4768850" y="3149600"/>
          <p14:tracePt t="93671" x="4768850" y="3170238"/>
          <p14:tracePt t="93687" x="4776788" y="3190875"/>
          <p14:tracePt t="93695" x="4776788" y="3198813"/>
          <p14:tracePt t="93703" x="4789488" y="3211513"/>
          <p14:tracePt t="93711" x="4789488" y="3225800"/>
          <p14:tracePt t="93719" x="4789488" y="3240088"/>
          <p14:tracePt t="93726" x="4789488" y="3260725"/>
          <p14:tracePt t="93735" x="4789488" y="3267075"/>
          <p14:tracePt t="93742" x="4789488" y="3281363"/>
          <p14:tracePt t="93751" x="4797425" y="3295650"/>
          <p14:tracePt t="93758" x="4797425" y="3308350"/>
          <p14:tracePt t="93767" x="4797425" y="3322638"/>
          <p14:tracePt t="93775" x="4797425" y="3343275"/>
          <p14:tracePt t="93783" x="4797425" y="3357563"/>
          <p14:tracePt t="93791" x="4797425" y="3363913"/>
          <p14:tracePt t="93798" x="4797425" y="3384550"/>
          <p14:tracePt t="93807" x="4797425" y="3392488"/>
          <p14:tracePt t="93815" x="4797425" y="3405188"/>
          <p14:tracePt t="93822" x="4797425" y="3427413"/>
          <p14:tracePt t="93831" x="4797425" y="3440113"/>
          <p14:tracePt t="93839" x="4797425" y="3460750"/>
          <p14:tracePt t="93847" x="4797425" y="3481388"/>
          <p14:tracePt t="93855" x="4797425" y="3503613"/>
          <p14:tracePt t="93863" x="4810125" y="3524250"/>
          <p14:tracePt t="93871" x="4818063" y="3544888"/>
          <p14:tracePt t="93879" x="4852988" y="3571875"/>
          <p14:tracePt t="93893" x="4859338" y="3571875"/>
          <p14:tracePt t="94119" x="4852988" y="3565525"/>
          <p14:tracePt t="94127" x="4845050" y="3551238"/>
          <p14:tracePt t="94135" x="4838700" y="3536950"/>
          <p14:tracePt t="94143" x="4832350" y="3524250"/>
          <p14:tracePt t="94151" x="4824413" y="3524250"/>
          <p14:tracePt t="100071" x="4824413" y="3516313"/>
          <p14:tracePt t="100087" x="4832350" y="3509963"/>
          <p14:tracePt t="100135" x="4832350" y="3503613"/>
          <p14:tracePt t="100423" x="4832350" y="3495675"/>
          <p14:tracePt t="100431" x="4832350" y="3489325"/>
          <p14:tracePt t="100439" x="4845050" y="3481388"/>
          <p14:tracePt t="100447" x="4859338" y="3475038"/>
          <p14:tracePt t="100455" x="4865688" y="3475038"/>
          <p14:tracePt t="100463" x="4886325" y="3475038"/>
          <p14:tracePt t="100471" x="4900613" y="3475038"/>
          <p14:tracePt t="100487" x="4906963" y="3475038"/>
          <p14:tracePt t="100519" x="4914900" y="3475038"/>
          <p14:tracePt t="100655" x="4914900" y="3468688"/>
          <p14:tracePt t="100679" x="4914900" y="3460750"/>
          <p14:tracePt t="100702" x="4906963" y="3460750"/>
          <p14:tracePt t="100711" x="4900613" y="3454400"/>
          <p14:tracePt t="100726" x="4886325" y="3448050"/>
          <p14:tracePt t="100967" x="4894263" y="3448050"/>
          <p14:tracePt t="101063" x="4900613" y="3448050"/>
          <p14:tracePt t="101087" x="4900613" y="3440113"/>
          <p14:tracePt t="101094" x="4906963" y="3440113"/>
          <p14:tracePt t="101126" x="4921250" y="3433763"/>
          <p14:tracePt t="101415" x="4929188" y="3427413"/>
          <p14:tracePt t="101431" x="4935538" y="3419475"/>
          <p14:tracePt t="101807" x="4941888" y="3419475"/>
          <p14:tracePt t="101815" x="4941888" y="3413125"/>
          <p14:tracePt t="105095" x="4935538" y="3413125"/>
          <p14:tracePt t="105119" x="4929188" y="3413125"/>
          <p14:tracePt t="105142" x="4921250" y="3413125"/>
          <p14:tracePt t="105151" x="4914900" y="3413125"/>
          <p14:tracePt t="105183" x="4914900" y="3419475"/>
          <p14:tracePt t="105200" x="4906963" y="3419475"/>
          <p14:tracePt t="105287" x="4906963" y="3427413"/>
          <p14:tracePt t="106463" x="4914900" y="3427413"/>
          <p14:tracePt t="106615" x="4921250" y="3427413"/>
          <p14:tracePt t="106847" x="4921250" y="3419475"/>
          <p14:tracePt t="106855" x="4921250" y="3413125"/>
          <p14:tracePt t="106863" x="4921250" y="3405188"/>
          <p14:tracePt t="106879" x="4914900" y="3392488"/>
          <p14:tracePt t="106891" x="4900613" y="3363913"/>
          <p14:tracePt t="106895" x="4894263" y="3363913"/>
          <p14:tracePt t="106903" x="4886325" y="3357563"/>
          <p14:tracePt t="106911" x="4879975" y="3351213"/>
          <p14:tracePt t="106919" x="4879975" y="3343275"/>
          <p14:tracePt t="106927" x="4865688" y="3328988"/>
          <p14:tracePt t="106943" x="4852988" y="3308350"/>
          <p14:tracePt t="106951" x="4852988" y="3302000"/>
          <p14:tracePt t="106958" x="4838700" y="3281363"/>
          <p14:tracePt t="106967" x="4832350" y="3260725"/>
          <p14:tracePt t="106975" x="4818063" y="3232150"/>
          <p14:tracePt t="106982" x="4810125" y="3211513"/>
          <p14:tracePt t="106991" x="4797425" y="3184525"/>
          <p14:tracePt t="106999" x="4789488" y="3155950"/>
          <p14:tracePt t="107007" x="4783138" y="3135313"/>
          <p14:tracePt t="107015" x="4783138" y="3114675"/>
          <p14:tracePt t="107022" x="4776788" y="3108325"/>
          <p14:tracePt t="107031" x="4768850" y="3094038"/>
          <p14:tracePt t="107039" x="4762500" y="3081338"/>
          <p14:tracePt t="107047" x="4756150" y="3067050"/>
          <p14:tracePt t="107055" x="4727575" y="3038475"/>
          <p14:tracePt t="107063" x="4686300" y="2997200"/>
          <p14:tracePt t="107071" x="4637088" y="2941638"/>
          <p14:tracePt t="107079" x="4533900" y="2852738"/>
          <p14:tracePt t="107087" x="4360863" y="2727325"/>
          <p14:tracePt t="107094" x="4152900" y="2582863"/>
          <p14:tracePt t="107102" x="3944938" y="2443163"/>
          <p14:tracePt t="107111" x="3759200" y="2305050"/>
          <p14:tracePt t="107119" x="3543300" y="2138363"/>
          <p14:tracePt t="107126" x="3392488" y="2020888"/>
          <p14:tracePt t="107135" x="3184525" y="1876425"/>
          <p14:tracePt t="107143" x="2914650" y="1689100"/>
          <p14:tracePt t="107151" x="2671763" y="1509713"/>
          <p14:tracePt t="107159" x="2387600" y="1287463"/>
          <p14:tracePt t="107167" x="2062163" y="1052513"/>
          <p14:tracePt t="107175" x="1730375" y="844550"/>
          <p14:tracePt t="107183" x="1377950" y="630238"/>
          <p14:tracePt t="107191" x="1065213" y="457200"/>
          <p14:tracePt t="107199" x="727075" y="242888"/>
          <p14:tracePt t="107207" x="395288" y="49213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681" name="Google Shape;681;p38"/>
          <p:cNvSpPr txBox="1">
            <a:spLocks noGrp="1"/>
          </p:cNvSpPr>
          <p:nvPr>
            <p:ph type="body" idx="1"/>
          </p:nvPr>
        </p:nvSpPr>
        <p:spPr>
          <a:xfrm>
            <a:off x="143150" y="1327350"/>
            <a:ext cx="8749800" cy="36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Abid, Abubakar. 2018. </a:t>
            </a:r>
            <a:r>
              <a:rPr lang="en" sz="1800" i="1"/>
              <a:t>Gently Building Up The EM Algorithm</a:t>
            </a:r>
            <a:r>
              <a:rPr lang="en" sz="1800"/>
              <a:t>. https://abidlabs.github.io/EM-Algorithm/</a:t>
            </a:r>
            <a:endParaRPr sz="1800"/>
          </a:p>
          <a:p>
            <a:pPr marL="457200" lvl="0" indent="-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/>
              <a:t>Do, Chuong B; Batzoglou, Serafim. 2008. </a:t>
            </a:r>
            <a:r>
              <a:rPr lang="en" sz="1800" i="1"/>
              <a:t>What is the expectation maximization algorithm?</a:t>
            </a:r>
            <a:r>
              <a:rPr lang="en" sz="1800"/>
              <a:t>. Nature Biotechnology Vol. 26 No. 8.</a:t>
            </a:r>
            <a:endParaRPr sz="1800"/>
          </a:p>
          <a:p>
            <a:pPr marL="457200" lvl="0" indent="-4572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Rosaen, Karl. 2016. </a:t>
            </a:r>
            <a:r>
              <a:rPr lang="en" sz="1800" i="1"/>
              <a:t>Expectation Maximization with Coin Flips</a:t>
            </a:r>
            <a:r>
              <a:rPr lang="en" sz="1800"/>
              <a:t>. http://karlrosaen.com/ml/notebooks/em-coin-flips/</a:t>
            </a:r>
            <a:endParaRPr sz="1800"/>
          </a:p>
          <a:p>
            <a:pPr marL="457200" lvl="0" indent="-45720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The Pennsylvania State University. 2018. Max</a:t>
            </a:r>
            <a:r>
              <a:rPr lang="en" sz="1800" i="1"/>
              <a:t>imum-likelihood (ML) Estimation</a:t>
            </a:r>
            <a:r>
              <a:rPr lang="en" sz="1800"/>
              <a:t>. https://newonlinecourses.science.psu.edu/ stat504/node/28/</a:t>
            </a:r>
            <a:endParaRPr sz="1800"/>
          </a:p>
        </p:txBody>
      </p:sp>
      <p:sp>
        <p:nvSpPr>
          <p:cNvPr id="682" name="Google Shape;682;p3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grpSp>
        <p:nvGrpSpPr>
          <p:cNvPr id="683" name="Google Shape;683;p38"/>
          <p:cNvGrpSpPr/>
          <p:nvPr/>
        </p:nvGrpSpPr>
        <p:grpSpPr>
          <a:xfrm>
            <a:off x="306742" y="640985"/>
            <a:ext cx="314590" cy="269367"/>
            <a:chOff x="1934025" y="1001650"/>
            <a:chExt cx="415300" cy="355600"/>
          </a:xfrm>
        </p:grpSpPr>
        <p:sp>
          <p:nvSpPr>
            <p:cNvPr id="684" name="Google Shape;684;p38"/>
            <p:cNvSpPr/>
            <p:nvPr/>
          </p:nvSpPr>
          <p:spPr>
            <a:xfrm>
              <a:off x="1934025" y="1303650"/>
              <a:ext cx="207650" cy="53600"/>
            </a:xfrm>
            <a:custGeom>
              <a:avLst/>
              <a:gdLst/>
              <a:ahLst/>
              <a:cxnLst/>
              <a:rect l="l" t="t" r="r" b="b"/>
              <a:pathLst>
                <a:path w="8306" h="2144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8"/>
            <p:cNvSpPr/>
            <p:nvPr/>
          </p:nvSpPr>
          <p:spPr>
            <a:xfrm>
              <a:off x="2141650" y="1303650"/>
              <a:ext cx="207675" cy="53600"/>
            </a:xfrm>
            <a:custGeom>
              <a:avLst/>
              <a:gdLst/>
              <a:ahLst/>
              <a:cxnLst/>
              <a:rect l="l" t="t" r="r" b="b"/>
              <a:pathLst>
                <a:path w="8307" h="2144" fill="none" extrusionOk="0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8"/>
            <p:cNvSpPr/>
            <p:nvPr/>
          </p:nvSpPr>
          <p:spPr>
            <a:xfrm>
              <a:off x="1934025" y="1001650"/>
              <a:ext cx="207650" cy="331250"/>
            </a:xfrm>
            <a:custGeom>
              <a:avLst/>
              <a:gdLst/>
              <a:ahLst/>
              <a:cxnLst/>
              <a:rect l="l" t="t" r="r" b="b"/>
              <a:pathLst>
                <a:path w="8306" h="13250" fill="none" extrusionOk="0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8"/>
            <p:cNvSpPr/>
            <p:nvPr/>
          </p:nvSpPr>
          <p:spPr>
            <a:xfrm>
              <a:off x="2141650" y="1001650"/>
              <a:ext cx="207675" cy="331250"/>
            </a:xfrm>
            <a:custGeom>
              <a:avLst/>
              <a:gdLst/>
              <a:ahLst/>
              <a:cxnLst/>
              <a:rect l="l" t="t" r="r" b="b"/>
              <a:pathLst>
                <a:path w="8307" h="13250" fill="none" extrusionOk="0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advTm="11312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552" x="4970463" y="906463"/>
          <p14:tracePt t="4848" x="4976813" y="914400"/>
          <p14:tracePt t="4856" x="4976813" y="920750"/>
          <p14:tracePt t="4864" x="4976813" y="935038"/>
          <p14:tracePt t="4872" x="4983163" y="947738"/>
          <p14:tracePt t="4880" x="4983163" y="955675"/>
          <p14:tracePt t="4893" x="4983163" y="968375"/>
          <p14:tracePt t="4896" x="4983163" y="982663"/>
          <p14:tracePt t="4904" x="4983163" y="990600"/>
          <p14:tracePt t="4912" x="4983163" y="996950"/>
          <p14:tracePt t="4920" x="4983163" y="1003300"/>
          <p14:tracePt t="4928" x="4983163" y="1011238"/>
          <p14:tracePt t="4944" x="4983163" y="1017588"/>
          <p14:tracePt t="4952" x="4976813" y="1017588"/>
          <p14:tracePt t="10344" x="4935538" y="1011238"/>
          <p14:tracePt t="10352" x="4886325" y="1003300"/>
          <p14:tracePt t="10360" x="4832350" y="990600"/>
          <p14:tracePt t="10368" x="4768850" y="976313"/>
          <p14:tracePt t="10376" x="4700588" y="947738"/>
          <p14:tracePt t="10384" x="4616450" y="927100"/>
          <p14:tracePt t="10392" x="4533900" y="900113"/>
          <p14:tracePt t="10400" x="4422775" y="865188"/>
          <p14:tracePt t="10408" x="4311650" y="838200"/>
          <p14:tracePt t="10416" x="4222750" y="817563"/>
          <p14:tracePt t="10424" x="4029075" y="768350"/>
          <p14:tracePt t="10432" x="3759200" y="727075"/>
          <p14:tracePt t="10440" x="3460750" y="665163"/>
          <p14:tracePt t="10448" x="3176588" y="574675"/>
          <p14:tracePt t="10456" x="2879725" y="498475"/>
          <p14:tracePt t="10464" x="2574925" y="395288"/>
          <p14:tracePt t="10472" x="2278063" y="311150"/>
          <p14:tracePt t="10480" x="2000250" y="234950"/>
          <p14:tracePt t="10488" x="1695450" y="146050"/>
          <p14:tracePt t="10496" x="1474788" y="90488"/>
          <p14:tracePt t="10504" x="1390650" y="61913"/>
          <p14:tracePt t="10512" x="1266825" y="41275"/>
          <p14:tracePt t="10520" x="1184275" y="26988"/>
          <p14:tracePt t="10528" x="1120775" y="6350"/>
          <p14:tracePt t="10536" x="1052513" y="0"/>
        </p14:tracePtLst>
      </p14:laserTraceLst>
    </p:ext>
  </p:extLst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3244</Words>
  <Application>Microsoft Office PowerPoint</Application>
  <PresentationFormat>On-screen Show (16:9)</PresentationFormat>
  <Paragraphs>547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Arvo</vt:lpstr>
      <vt:lpstr>Roboto Condensed Light</vt:lpstr>
      <vt:lpstr>Dosis</vt:lpstr>
      <vt:lpstr>Arial</vt:lpstr>
      <vt:lpstr>Roboto Condensed</vt:lpstr>
      <vt:lpstr>Times New Roman</vt:lpstr>
      <vt:lpstr>Calibri</vt:lpstr>
      <vt:lpstr>Salerio template</vt:lpstr>
      <vt:lpstr>Expectation Maximization Algorithm</vt:lpstr>
      <vt:lpstr>EMA OUTLINE</vt:lpstr>
      <vt:lpstr>THE KEY VALUE</vt:lpstr>
      <vt:lpstr>WHEN WE NEED TO USE EM ALGORITHM?</vt:lpstr>
      <vt:lpstr>THE COIN EXPERIMENT</vt:lpstr>
      <vt:lpstr>SETS OF COIN TOSSES </vt:lpstr>
      <vt:lpstr>THE INCOMPLETE DATA</vt:lpstr>
      <vt:lpstr>THE COMPLETE DATA</vt:lpstr>
      <vt:lpstr>EM ALGORITHM</vt:lpstr>
      <vt:lpstr>THE INCOMPLETE DATA</vt:lpstr>
      <vt:lpstr>HOW TO SOLVE WITH EM ALGORITHM</vt:lpstr>
      <vt:lpstr>INITIAL GUESSING</vt:lpstr>
      <vt:lpstr>INITIAL PARAMETER</vt:lpstr>
      <vt:lpstr>FIRST ITERATION</vt:lpstr>
      <vt:lpstr>THE E-STEP</vt:lpstr>
      <vt:lpstr>THE CONCEPT OF E-STEP</vt:lpstr>
      <vt:lpstr>CALCULATING THE MAXIMUM LIKELIHOOD (Page 1) </vt:lpstr>
      <vt:lpstr>CALCULATING THE MAXIMUM LIKELIHOOD (Page 2)</vt:lpstr>
      <vt:lpstr>CALCULATING THE TOTAL PROBABILITY (Page 1) </vt:lpstr>
      <vt:lpstr>CALCULATING THE TOTAL PROBABILITY (Page 2) </vt:lpstr>
      <vt:lpstr>THE M-STEP</vt:lpstr>
      <vt:lpstr>ASSIGNING ESTIMATED NUMBER OF FLIPS</vt:lpstr>
      <vt:lpstr>IMPROVE THE ESTIMATIONS (page 1)</vt:lpstr>
      <vt:lpstr>IMPROVE THE ESTIMATIONS (page 2)</vt:lpstr>
      <vt:lpstr>RESULTS</vt:lpstr>
      <vt:lpstr>AFTER SOME ITERATIONS</vt:lpstr>
      <vt:lpstr>THE COMPLETE VS INCOMPLETE DATA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Expectation Maximization Algorithm</dc:title>
  <dc:creator>Faster</dc:creator>
  <cp:lastModifiedBy>daily</cp:lastModifiedBy>
  <cp:revision>11</cp:revision>
  <dcterms:modified xsi:type="dcterms:W3CDTF">2022-05-22T11:24:33Z</dcterms:modified>
</cp:coreProperties>
</file>