
<file path=[Content_Types].xml><?xml version="1.0" encoding="utf-8"?>
<Types xmlns="http://schemas.openxmlformats.org/package/2006/content-types">
  <Default Extension="png" ContentType="image/png"/>
  <Default Extension="m4a" ContentType="audio/mp4"/>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2.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319" r:id="rId3"/>
    <p:sldId id="320" r:id="rId4"/>
    <p:sldId id="266" r:id="rId5"/>
    <p:sldId id="321" r:id="rId6"/>
    <p:sldId id="274" r:id="rId7"/>
    <p:sldId id="276" r:id="rId8"/>
    <p:sldId id="277" r:id="rId9"/>
    <p:sldId id="278" r:id="rId10"/>
    <p:sldId id="279" r:id="rId11"/>
    <p:sldId id="280" r:id="rId12"/>
    <p:sldId id="281" r:id="rId13"/>
    <p:sldId id="282" r:id="rId14"/>
    <p:sldId id="283" r:id="rId15"/>
    <p:sldId id="333" r:id="rId16"/>
    <p:sldId id="322" r:id="rId17"/>
    <p:sldId id="284" r:id="rId18"/>
    <p:sldId id="290" r:id="rId19"/>
    <p:sldId id="291" r:id="rId20"/>
    <p:sldId id="293" r:id="rId21"/>
    <p:sldId id="294" r:id="rId22"/>
    <p:sldId id="295" r:id="rId23"/>
    <p:sldId id="286" r:id="rId24"/>
    <p:sldId id="304" r:id="rId25"/>
    <p:sldId id="323" r:id="rId26"/>
    <p:sldId id="303" r:id="rId27"/>
    <p:sldId id="297" r:id="rId28"/>
    <p:sldId id="300" r:id="rId29"/>
    <p:sldId id="330" r:id="rId30"/>
    <p:sldId id="306" r:id="rId31"/>
    <p:sldId id="307" r:id="rId32"/>
    <p:sldId id="308" r:id="rId33"/>
    <p:sldId id="309" r:id="rId34"/>
    <p:sldId id="324" r:id="rId35"/>
    <p:sldId id="325" r:id="rId36"/>
    <p:sldId id="334" r:id="rId37"/>
    <p:sldId id="269" r:id="rId38"/>
    <p:sldId id="315" r:id="rId39"/>
    <p:sldId id="331" r:id="rId40"/>
    <p:sldId id="287" r:id="rId4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69838" autoAdjust="0"/>
  </p:normalViewPr>
  <p:slideViewPr>
    <p:cSldViewPr snapToGrid="0">
      <p:cViewPr varScale="1">
        <p:scale>
          <a:sx n="104" d="100"/>
          <a:sy n="104" d="100"/>
        </p:scale>
        <p:origin x="114"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6FDF6C-FBFF-47E2-BF9D-5143ABC94852}" type="datetimeFigureOut">
              <a:rPr lang="zh-TW" altLang="en-US" smtClean="0"/>
              <a:t>2022/2/9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F282AE-F84C-4F88-B3BC-F1CBCC5A1C69}" type="slidenum">
              <a:rPr lang="zh-TW" altLang="en-US" smtClean="0"/>
              <a:t>‹#›</a:t>
            </a:fld>
            <a:endParaRPr lang="zh-TW" altLang="en-US"/>
          </a:p>
        </p:txBody>
      </p:sp>
    </p:spTree>
    <p:extLst>
      <p:ext uri="{BB962C8B-B14F-4D97-AF65-F5344CB8AC3E}">
        <p14:creationId xmlns:p14="http://schemas.microsoft.com/office/powerpoint/2010/main" val="3489079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this course, we will learn about CNN testing process,</a:t>
            </a:r>
          </a:p>
          <a:p>
            <a:endParaRPr lang="en-US" dirty="0" smtClean="0"/>
          </a:p>
          <a:p>
            <a:r>
              <a:rPr lang="en-US" dirty="0" smtClean="0"/>
              <a:t>Convolutional Neural Network, abbreviated</a:t>
            </a:r>
            <a:r>
              <a:rPr lang="en-US" baseline="0" dirty="0" smtClean="0"/>
              <a:t> as CNN, is a deep learning algorithm that can take in a high dimensional data such as image, sound, video to perform certain tasks, such as classification and segmentation.</a:t>
            </a:r>
          </a:p>
          <a:p>
            <a:r>
              <a:rPr lang="en-US" baseline="0" dirty="0" smtClean="0"/>
              <a:t>In order to do that, the CNN model need to be trained and tested.</a:t>
            </a:r>
          </a:p>
          <a:p>
            <a:endParaRPr lang="en-US" baseline="0" dirty="0" smtClean="0"/>
          </a:p>
          <a:p>
            <a:r>
              <a:rPr lang="en-US" baseline="0" dirty="0" smtClean="0"/>
              <a:t>To help understanding the process easier, we will learn about how CNN perform the testing first, </a:t>
            </a:r>
          </a:p>
          <a:p>
            <a:r>
              <a:rPr lang="en-US" baseline="0" dirty="0" smtClean="0"/>
              <a:t>and then we will explain in more detail on how certain feature can be found by the CNN model </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1</a:t>
            </a:fld>
            <a:endParaRPr lang="zh-TW" altLang="en-US"/>
          </a:p>
        </p:txBody>
      </p:sp>
    </p:spTree>
    <p:extLst>
      <p:ext uri="{BB962C8B-B14F-4D97-AF65-F5344CB8AC3E}">
        <p14:creationId xmlns:p14="http://schemas.microsoft.com/office/powerpoint/2010/main" val="212372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a:t>
            </a:r>
            <a:r>
              <a:rPr lang="en-US" baseline="0" dirty="0" smtClean="0"/>
              <a:t> help us understand the testing process, we will use a simple CNN architecture shown below.</a:t>
            </a:r>
          </a:p>
          <a:p>
            <a:endParaRPr lang="en-US" baseline="0" dirty="0" smtClean="0"/>
          </a:p>
          <a:p>
            <a:r>
              <a:rPr lang="en-US" baseline="0" dirty="0" smtClean="0"/>
              <a:t>The input is a 5x5x1 image. The last number indicates that the input is greyscale because it has only 1 channel instead of 3 for RGB.</a:t>
            </a:r>
          </a:p>
          <a:p>
            <a:r>
              <a:rPr lang="en-US" baseline="0" dirty="0" smtClean="0"/>
              <a:t>Generally, lower pixel value represents darker pixel, and the higher the pixel value, the brighter it becomes.</a:t>
            </a:r>
          </a:p>
          <a:p>
            <a:endParaRPr lang="en-US" baseline="0" dirty="0" smtClean="0"/>
          </a:p>
          <a:p>
            <a:r>
              <a:rPr lang="en-US" baseline="0" dirty="0" smtClean="0"/>
              <a:t>This architecture has 2 convolutional layers and 1 fully connected layer. We will discuss about this later in detail.</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2</a:t>
            </a:fld>
            <a:endParaRPr lang="zh-TW" altLang="en-US"/>
          </a:p>
        </p:txBody>
      </p:sp>
    </p:spTree>
    <p:extLst>
      <p:ext uri="{BB962C8B-B14F-4D97-AF65-F5344CB8AC3E}">
        <p14:creationId xmlns:p14="http://schemas.microsoft.com/office/powerpoint/2010/main" val="487167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see the input image a little bit closer.</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3</a:t>
            </a:fld>
            <a:endParaRPr lang="zh-TW" altLang="en-US"/>
          </a:p>
        </p:txBody>
      </p:sp>
    </p:spTree>
    <p:extLst>
      <p:ext uri="{BB962C8B-B14F-4D97-AF65-F5344CB8AC3E}">
        <p14:creationId xmlns:p14="http://schemas.microsoft.com/office/powerpoint/2010/main" val="3055522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input</a:t>
            </a:r>
            <a:r>
              <a:rPr lang="en-US" baseline="0" dirty="0" smtClean="0"/>
              <a:t> image is a simplified version of image number 6, which pixel value 1 represents white, and 0 represents black.</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4</a:t>
            </a:fld>
            <a:endParaRPr lang="zh-TW" altLang="en-US"/>
          </a:p>
        </p:txBody>
      </p:sp>
    </p:spTree>
    <p:extLst>
      <p:ext uri="{BB962C8B-B14F-4D97-AF65-F5344CB8AC3E}">
        <p14:creationId xmlns:p14="http://schemas.microsoft.com/office/powerpoint/2010/main" val="2373727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look into the first convolution layer. This</a:t>
            </a:r>
            <a:r>
              <a:rPr lang="en-US" baseline="0" dirty="0" smtClean="0"/>
              <a:t> layer has 3 filters. The real life convolution layers might have hundreds of filters. </a:t>
            </a:r>
          </a:p>
          <a:p>
            <a:r>
              <a:rPr lang="en-US" baseline="0" dirty="0" smtClean="0"/>
              <a:t>For the sake of simplicity, we will only use 3.</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5</a:t>
            </a:fld>
            <a:endParaRPr lang="zh-TW" altLang="en-US"/>
          </a:p>
        </p:txBody>
      </p:sp>
    </p:spTree>
    <p:extLst>
      <p:ext uri="{BB962C8B-B14F-4D97-AF65-F5344CB8AC3E}">
        <p14:creationId xmlns:p14="http://schemas.microsoft.com/office/powerpoint/2010/main" val="37857885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CNN, we use filters to scan through</a:t>
            </a:r>
            <a:r>
              <a:rPr lang="en-US" baseline="0" dirty="0" smtClean="0"/>
              <a:t> the images and extract features. </a:t>
            </a:r>
          </a:p>
          <a:p>
            <a:r>
              <a:rPr lang="en-US" baseline="0" dirty="0" smtClean="0"/>
              <a:t>As you see in the animation below, the filter, which is little red numbers inside the yellow boxes go through the 5x5 images from left to the right, and top to bottom.</a:t>
            </a:r>
          </a:p>
          <a:p>
            <a:endParaRPr lang="en-US" baseline="0" dirty="0" smtClean="0"/>
          </a:p>
          <a:p>
            <a:r>
              <a:rPr lang="en-US" baseline="0" dirty="0" smtClean="0"/>
              <a:t>While it moves, it performs convolution, which means that it calculate the inner product between the filter and part of the images it is on.</a:t>
            </a:r>
          </a:p>
          <a:p>
            <a:r>
              <a:rPr lang="en-US" baseline="0" dirty="0" smtClean="0"/>
              <a:t>The result of the convolution is called a feature map.</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6</a:t>
            </a:fld>
            <a:endParaRPr lang="zh-TW" altLang="en-US"/>
          </a:p>
        </p:txBody>
      </p:sp>
    </p:spTree>
    <p:extLst>
      <p:ext uri="{BB962C8B-B14F-4D97-AF65-F5344CB8AC3E}">
        <p14:creationId xmlns:p14="http://schemas.microsoft.com/office/powerpoint/2010/main" val="196336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example of the input</a:t>
            </a:r>
            <a:r>
              <a:rPr lang="en-US" baseline="0" dirty="0" smtClean="0"/>
              <a:t> image</a:t>
            </a:r>
            <a:r>
              <a:rPr lang="en-US" dirty="0" smtClean="0"/>
              <a:t> when</a:t>
            </a:r>
            <a:r>
              <a:rPr lang="en-US" baseline="0" dirty="0" smtClean="0"/>
              <a:t> applied to the first filter.</a:t>
            </a:r>
          </a:p>
          <a:p>
            <a:endParaRPr lang="en-US" baseline="0" dirty="0" smtClean="0"/>
          </a:p>
          <a:p>
            <a:r>
              <a:rPr lang="en-US" baseline="0" dirty="0" smtClean="0"/>
              <a:t>It starts performing inner product with the upper left corner part of the image.</a:t>
            </a:r>
          </a:p>
          <a:p>
            <a:r>
              <a:rPr lang="en-US" baseline="0" dirty="0" smtClean="0"/>
              <a:t>The result of the inner product is 1.</a:t>
            </a:r>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7</a:t>
            </a:fld>
            <a:endParaRPr lang="zh-TW" altLang="en-US"/>
          </a:p>
        </p:txBody>
      </p:sp>
    </p:spTree>
    <p:extLst>
      <p:ext uri="{BB962C8B-B14F-4D97-AF65-F5344CB8AC3E}">
        <p14:creationId xmlns:p14="http://schemas.microsoft.com/office/powerpoint/2010/main" val="3997097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filter then moves one step to the right and calculate the inner</a:t>
            </a:r>
            <a:r>
              <a:rPr lang="en-US" baseline="0" dirty="0" smtClean="0"/>
              <a:t> product again, which gives us 2.</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8</a:t>
            </a:fld>
            <a:endParaRPr lang="zh-TW" altLang="en-US"/>
          </a:p>
        </p:txBody>
      </p:sp>
    </p:spTree>
    <p:extLst>
      <p:ext uri="{BB962C8B-B14F-4D97-AF65-F5344CB8AC3E}">
        <p14:creationId xmlns:p14="http://schemas.microsoft.com/office/powerpoint/2010/main" val="2724447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move continues</a:t>
            </a:r>
            <a:r>
              <a:rPr lang="en-US" baseline="0" dirty="0" smtClean="0"/>
              <a:t> to the right, giving us -2.</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9</a:t>
            </a:fld>
            <a:endParaRPr lang="zh-TW" altLang="en-US"/>
          </a:p>
        </p:txBody>
      </p:sp>
    </p:spTree>
    <p:extLst>
      <p:ext uri="{BB962C8B-B14F-4D97-AF65-F5344CB8AC3E}">
        <p14:creationId xmlns:p14="http://schemas.microsoft.com/office/powerpoint/2010/main" val="30207867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After</a:t>
            </a:r>
            <a:r>
              <a:rPr lang="en-US" baseline="0" dirty="0" smtClean="0"/>
              <a:t> row number 1 to 3 is complete, the filter now move down and start scanning row number 2 to 5.</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10</a:t>
            </a:fld>
            <a:endParaRPr lang="zh-TW" altLang="en-US"/>
          </a:p>
        </p:txBody>
      </p:sp>
    </p:spTree>
    <p:extLst>
      <p:ext uri="{BB962C8B-B14F-4D97-AF65-F5344CB8AC3E}">
        <p14:creationId xmlns:p14="http://schemas.microsoft.com/office/powerpoint/2010/main" val="2923015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Similar as before, the filter will move from left to the right.</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11</a:t>
            </a:fld>
            <a:endParaRPr lang="zh-TW" altLang="en-US"/>
          </a:p>
        </p:txBody>
      </p:sp>
    </p:spTree>
    <p:extLst>
      <p:ext uri="{BB962C8B-B14F-4D97-AF65-F5344CB8AC3E}">
        <p14:creationId xmlns:p14="http://schemas.microsoft.com/office/powerpoint/2010/main" val="17219332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After the image is completely scanned, it</a:t>
            </a:r>
            <a:r>
              <a:rPr lang="en-US" baseline="0" dirty="0" smtClean="0"/>
              <a:t> will return a feature map.</a:t>
            </a:r>
          </a:p>
          <a:p>
            <a:r>
              <a:rPr lang="en-US" baseline="0" dirty="0" smtClean="0"/>
              <a:t>The size of the feature map might be different from the size of the input.</a:t>
            </a:r>
          </a:p>
          <a:p>
            <a:r>
              <a:rPr lang="en-US" baseline="0" dirty="0" smtClean="0"/>
              <a:t>In this example, the input is sized 5x5 while the feature map is sized 3x3.</a:t>
            </a:r>
          </a:p>
          <a:p>
            <a:endParaRPr lang="en-US" baseline="0" dirty="0" smtClean="0"/>
          </a:p>
          <a:p>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12</a:t>
            </a:fld>
            <a:endParaRPr lang="zh-TW" altLang="en-US"/>
          </a:p>
        </p:txBody>
      </p:sp>
    </p:spTree>
    <p:extLst>
      <p:ext uri="{BB962C8B-B14F-4D97-AF65-F5344CB8AC3E}">
        <p14:creationId xmlns:p14="http://schemas.microsoft.com/office/powerpoint/2010/main" val="24396577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To control the size of the</a:t>
            </a:r>
            <a:r>
              <a:rPr lang="en-US" altLang="zh-TW" baseline="0" dirty="0" smtClean="0"/>
              <a:t> feature map, we can place 0 around the input image.</a:t>
            </a:r>
          </a:p>
          <a:p>
            <a:r>
              <a:rPr lang="en-US" altLang="zh-TW" baseline="0" dirty="0" smtClean="0"/>
              <a:t>This is called padding.</a:t>
            </a:r>
            <a:endParaRPr lang="zh-TW" altLang="en-US" dirty="0"/>
          </a:p>
        </p:txBody>
      </p:sp>
      <p:sp>
        <p:nvSpPr>
          <p:cNvPr id="4" name="投影片編號版面配置區 3"/>
          <p:cNvSpPr>
            <a:spLocks noGrp="1"/>
          </p:cNvSpPr>
          <p:nvPr>
            <p:ph type="sldNum" sz="quarter" idx="5"/>
          </p:nvPr>
        </p:nvSpPr>
        <p:spPr/>
        <p:txBody>
          <a:bodyPr/>
          <a:lstStyle/>
          <a:p>
            <a:fld id="{92F282AE-F84C-4F88-B3BC-F1CBCC5A1C69}" type="slidenum">
              <a:rPr lang="zh-TW" altLang="en-US" smtClean="0"/>
              <a:t>13</a:t>
            </a:fld>
            <a:endParaRPr lang="zh-TW" altLang="en-US"/>
          </a:p>
        </p:txBody>
      </p:sp>
    </p:spTree>
    <p:extLst>
      <p:ext uri="{BB962C8B-B14F-4D97-AF65-F5344CB8AC3E}">
        <p14:creationId xmlns:p14="http://schemas.microsoft.com/office/powerpoint/2010/main" val="920791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example above</a:t>
            </a:r>
            <a:r>
              <a:rPr lang="en-US" baseline="0" dirty="0" smtClean="0"/>
              <a:t> shows the convolution result without padding, while the bottom one shows the convolution result with padding.</a:t>
            </a:r>
          </a:p>
          <a:p>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14</a:t>
            </a:fld>
            <a:endParaRPr lang="zh-TW" altLang="en-US"/>
          </a:p>
        </p:txBody>
      </p:sp>
    </p:spTree>
    <p:extLst>
      <p:ext uri="{BB962C8B-B14F-4D97-AF65-F5344CB8AC3E}">
        <p14:creationId xmlns:p14="http://schemas.microsoft.com/office/powerpoint/2010/main" val="4951195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The</a:t>
            </a:r>
            <a:r>
              <a:rPr lang="en-US" altLang="zh-TW" baseline="0" dirty="0" smtClean="0"/>
              <a:t> convolution process is followed by applying an activation function.</a:t>
            </a:r>
          </a:p>
          <a:p>
            <a:r>
              <a:rPr lang="en-US" altLang="zh-TW" baseline="0" dirty="0" smtClean="0"/>
              <a:t>The most common activation function is </a:t>
            </a:r>
            <a:r>
              <a:rPr lang="en-US" altLang="zh-TW" baseline="0" dirty="0" err="1" smtClean="0"/>
              <a:t>ReLu</a:t>
            </a:r>
            <a:r>
              <a:rPr lang="en-US" altLang="zh-TW" baseline="0" dirty="0" smtClean="0"/>
              <a:t>.</a:t>
            </a:r>
          </a:p>
          <a:p>
            <a:r>
              <a:rPr lang="en-US" altLang="zh-TW" baseline="0" dirty="0" smtClean="0"/>
              <a:t>Basically, </a:t>
            </a:r>
            <a:r>
              <a:rPr lang="en-US" altLang="zh-TW" baseline="0" dirty="0" err="1" smtClean="0"/>
              <a:t>ReLu</a:t>
            </a:r>
            <a:r>
              <a:rPr lang="en-US" altLang="zh-TW" baseline="0" dirty="0" smtClean="0"/>
              <a:t> turns any negative values into zero.</a:t>
            </a:r>
          </a:p>
          <a:p>
            <a:r>
              <a:rPr lang="en-US" altLang="zh-TW" baseline="0" dirty="0" smtClean="0"/>
              <a:t>The example below shows the convolution process, followed by applying </a:t>
            </a:r>
            <a:r>
              <a:rPr lang="en-US" altLang="zh-TW" baseline="0" dirty="0" err="1" smtClean="0"/>
              <a:t>ReLu</a:t>
            </a:r>
            <a:r>
              <a:rPr lang="en-US" altLang="zh-TW" baseline="0" dirty="0" smtClean="0"/>
              <a:t>.</a:t>
            </a:r>
          </a:p>
          <a:p>
            <a:r>
              <a:rPr lang="en-US" altLang="zh-TW" baseline="0" dirty="0" smtClean="0"/>
              <a:t>The negative values from the feature map, such as -1, -2, and -3 are turned into 0.</a:t>
            </a:r>
          </a:p>
        </p:txBody>
      </p:sp>
      <p:sp>
        <p:nvSpPr>
          <p:cNvPr id="4" name="投影片編號版面配置區 3"/>
          <p:cNvSpPr>
            <a:spLocks noGrp="1"/>
          </p:cNvSpPr>
          <p:nvPr>
            <p:ph type="sldNum" sz="quarter" idx="10"/>
          </p:nvPr>
        </p:nvSpPr>
        <p:spPr/>
        <p:txBody>
          <a:bodyPr/>
          <a:lstStyle/>
          <a:p>
            <a:fld id="{92F282AE-F84C-4F88-B3BC-F1CBCC5A1C69}" type="slidenum">
              <a:rPr lang="zh-TW" altLang="en-US" smtClean="0"/>
              <a:t>15</a:t>
            </a:fld>
            <a:endParaRPr lang="zh-TW" altLang="en-US"/>
          </a:p>
        </p:txBody>
      </p:sp>
    </p:spTree>
    <p:extLst>
      <p:ext uri="{BB962C8B-B14F-4D97-AF65-F5344CB8AC3E}">
        <p14:creationId xmlns:p14="http://schemas.microsoft.com/office/powerpoint/2010/main" val="5384986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Since</a:t>
            </a:r>
            <a:r>
              <a:rPr lang="en-US" baseline="0" dirty="0" smtClean="0"/>
              <a:t> we have 3 filters in our first convolution layer, we need to repeat the convolution process 3 times with 3 different filters.</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16</a:t>
            </a:fld>
            <a:endParaRPr lang="zh-TW" altLang="en-US"/>
          </a:p>
        </p:txBody>
      </p:sp>
    </p:spTree>
    <p:extLst>
      <p:ext uri="{BB962C8B-B14F-4D97-AF65-F5344CB8AC3E}">
        <p14:creationId xmlns:p14="http://schemas.microsoft.com/office/powerpoint/2010/main" val="20435678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filter starts the convolution with the same position, which is the top left corner of the input image.</a:t>
            </a:r>
          </a:p>
          <a:p>
            <a:r>
              <a:rPr lang="en-US" dirty="0" smtClean="0"/>
              <a:t>Since we want to have 5x5</a:t>
            </a:r>
            <a:r>
              <a:rPr lang="en-US" baseline="0" dirty="0" smtClean="0"/>
              <a:t> feature maps, a zero value padding is added to the input image,</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17</a:t>
            </a:fld>
            <a:endParaRPr lang="zh-TW" altLang="en-US"/>
          </a:p>
        </p:txBody>
      </p:sp>
    </p:spTree>
    <p:extLst>
      <p:ext uri="{BB962C8B-B14F-4D97-AF65-F5344CB8AC3E}">
        <p14:creationId xmlns:p14="http://schemas.microsoft.com/office/powerpoint/2010/main" val="41649373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filter</a:t>
            </a:r>
            <a:r>
              <a:rPr lang="en-US" baseline="0" dirty="0" smtClean="0"/>
              <a:t> then moves one step to the right.</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18</a:t>
            </a:fld>
            <a:endParaRPr lang="zh-TW" altLang="en-US"/>
          </a:p>
        </p:txBody>
      </p:sp>
    </p:spTree>
    <p:extLst>
      <p:ext uri="{BB962C8B-B14F-4D97-AF65-F5344CB8AC3E}">
        <p14:creationId xmlns:p14="http://schemas.microsoft.com/office/powerpoint/2010/main" val="828339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convolution continues until the whole image is scanned, and returns 3 different</a:t>
            </a:r>
            <a:r>
              <a:rPr lang="en-US" baseline="0" dirty="0" smtClean="0"/>
              <a:t> feature maps from 3 different filters.</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19</a:t>
            </a:fld>
            <a:endParaRPr lang="zh-TW" altLang="en-US"/>
          </a:p>
        </p:txBody>
      </p:sp>
    </p:spTree>
    <p:extLst>
      <p:ext uri="{BB962C8B-B14F-4D97-AF65-F5344CB8AC3E}">
        <p14:creationId xmlns:p14="http://schemas.microsoft.com/office/powerpoint/2010/main" val="35019906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filter is trying to find certain feature.</a:t>
            </a:r>
          </a:p>
          <a:p>
            <a:endParaRPr lang="en-US" dirty="0" smtClean="0"/>
          </a:p>
          <a:p>
            <a:r>
              <a:rPr lang="en-US" dirty="0" smtClean="0"/>
              <a:t>In our example, the first filter is trying to find vertical lines,</a:t>
            </a:r>
            <a:r>
              <a:rPr lang="en-US" baseline="0" dirty="0" smtClean="0"/>
              <a:t> which is represented by higher number in the second column of the filter</a:t>
            </a:r>
            <a:endParaRPr lang="en-US" dirty="0" smtClean="0"/>
          </a:p>
          <a:p>
            <a:r>
              <a:rPr lang="en-US" dirty="0" smtClean="0"/>
              <a:t>When</a:t>
            </a:r>
            <a:r>
              <a:rPr lang="en-US" baseline="0" dirty="0" smtClean="0"/>
              <a:t> this filter finds vertical line in the image, it will return relatively high number in the feature map with the same position as the input image.</a:t>
            </a:r>
          </a:p>
          <a:p>
            <a:r>
              <a:rPr lang="en-US" baseline="0" dirty="0" smtClean="0"/>
              <a:t>It indicates that the filter have found vertical lines in that particular place, which is in the left bottom part of the image.</a:t>
            </a:r>
            <a:endParaRPr lang="en-US" dirty="0" smtClean="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20</a:t>
            </a:fld>
            <a:endParaRPr lang="zh-TW" altLang="en-US"/>
          </a:p>
        </p:txBody>
      </p:sp>
    </p:spTree>
    <p:extLst>
      <p:ext uri="{BB962C8B-B14F-4D97-AF65-F5344CB8AC3E}">
        <p14:creationId xmlns:p14="http://schemas.microsoft.com/office/powerpoint/2010/main" val="1008667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second</a:t>
            </a:r>
            <a:r>
              <a:rPr lang="en-US" baseline="0" dirty="0" smtClean="0"/>
              <a:t> filter is trying to find horizontal lines, which are located at the bottom left corner and the middle left part of the input image.</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21</a:t>
            </a:fld>
            <a:endParaRPr lang="zh-TW" altLang="en-US"/>
          </a:p>
        </p:txBody>
      </p:sp>
    </p:spTree>
    <p:extLst>
      <p:ext uri="{BB962C8B-B14F-4D97-AF65-F5344CB8AC3E}">
        <p14:creationId xmlns:p14="http://schemas.microsoft.com/office/powerpoint/2010/main" val="14280638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Finally, the third filter is trying to find a diagonal line,</a:t>
            </a:r>
            <a:r>
              <a:rPr lang="en-US" baseline="0" dirty="0" smtClean="0"/>
              <a:t> which is located at the middle top part of the input image.</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22</a:t>
            </a:fld>
            <a:endParaRPr lang="zh-TW" altLang="en-US"/>
          </a:p>
        </p:txBody>
      </p:sp>
    </p:spTree>
    <p:extLst>
      <p:ext uri="{BB962C8B-B14F-4D97-AF65-F5344CB8AC3E}">
        <p14:creationId xmlns:p14="http://schemas.microsoft.com/office/powerpoint/2010/main" val="37883881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a:t>
            </a:r>
            <a:r>
              <a:rPr lang="en-US" dirty="0" err="1" smtClean="0"/>
              <a:t>ReLu</a:t>
            </a:r>
            <a:r>
              <a:rPr lang="en-US" dirty="0" smtClean="0"/>
              <a:t> activation</a:t>
            </a:r>
            <a:r>
              <a:rPr lang="en-US" baseline="0" dirty="0" smtClean="0"/>
              <a:t> function is then applied to all feature maps, returning non-negative values as the output.</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23</a:t>
            </a:fld>
            <a:endParaRPr lang="zh-TW" altLang="en-US"/>
          </a:p>
        </p:txBody>
      </p:sp>
    </p:spTree>
    <p:extLst>
      <p:ext uri="{BB962C8B-B14F-4D97-AF65-F5344CB8AC3E}">
        <p14:creationId xmlns:p14="http://schemas.microsoft.com/office/powerpoint/2010/main" val="24280803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That’s our first convolution layer. With</a:t>
            </a:r>
            <a:r>
              <a:rPr lang="en-US" baseline="0" dirty="0" smtClean="0"/>
              <a:t> 5x5x1 input, we get 5x5x3 feature maps as the output.</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24</a:t>
            </a:fld>
            <a:endParaRPr lang="zh-TW" altLang="en-US"/>
          </a:p>
        </p:txBody>
      </p:sp>
    </p:spTree>
    <p:extLst>
      <p:ext uri="{BB962C8B-B14F-4D97-AF65-F5344CB8AC3E}">
        <p14:creationId xmlns:p14="http://schemas.microsoft.com/office/powerpoint/2010/main" val="20021509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it’s time to move t</a:t>
            </a:r>
            <a:r>
              <a:rPr lang="en-US" baseline="0" dirty="0" smtClean="0"/>
              <a:t>o the second convolution layer.</a:t>
            </a:r>
          </a:p>
          <a:p>
            <a:r>
              <a:rPr lang="en-US" baseline="0" dirty="0" smtClean="0"/>
              <a:t>This layer has 2 filters. </a:t>
            </a:r>
          </a:p>
          <a:p>
            <a:r>
              <a:rPr lang="en-US" baseline="0" dirty="0" smtClean="0"/>
              <a:t>Since the depth of this layer’s input is 3, the depth of our filter would be 3 as well.</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25</a:t>
            </a:fld>
            <a:endParaRPr lang="zh-TW" altLang="en-US"/>
          </a:p>
        </p:txBody>
      </p:sp>
    </p:spTree>
    <p:extLst>
      <p:ext uri="{BB962C8B-B14F-4D97-AF65-F5344CB8AC3E}">
        <p14:creationId xmlns:p14="http://schemas.microsoft.com/office/powerpoint/2010/main" val="34499847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start the convolution</a:t>
            </a:r>
            <a:r>
              <a:rPr lang="en-US" baseline="0" dirty="0" smtClean="0"/>
              <a:t> with the first filter.</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26</a:t>
            </a:fld>
            <a:endParaRPr lang="zh-TW" altLang="en-US"/>
          </a:p>
        </p:txBody>
      </p:sp>
    </p:spTree>
    <p:extLst>
      <p:ext uri="{BB962C8B-B14F-4D97-AF65-F5344CB8AC3E}">
        <p14:creationId xmlns:p14="http://schemas.microsoft.com/office/powerpoint/2010/main" val="22817640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 mention</a:t>
            </a:r>
            <a:r>
              <a:rPr lang="en-US" baseline="0" dirty="0" smtClean="0"/>
              <a:t>ed earlier, the last dimension of the input determines the last dimension of the filter.</a:t>
            </a:r>
          </a:p>
          <a:p>
            <a:r>
              <a:rPr lang="en-US" baseline="0" dirty="0" smtClean="0"/>
              <a:t>The convolution for this filter is performed the same way as the previous layer, with an additional step of summing 3 feature maps into 1.</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27</a:t>
            </a:fld>
            <a:endParaRPr lang="zh-TW" altLang="en-US"/>
          </a:p>
        </p:txBody>
      </p:sp>
    </p:spTree>
    <p:extLst>
      <p:ext uri="{BB962C8B-B14F-4D97-AF65-F5344CB8AC3E}">
        <p14:creationId xmlns:p14="http://schemas.microsoft.com/office/powerpoint/2010/main" val="36613054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Then the</a:t>
            </a:r>
            <a:r>
              <a:rPr lang="en-US" baseline="0" dirty="0" smtClean="0"/>
              <a:t> </a:t>
            </a:r>
            <a:r>
              <a:rPr lang="en-US" baseline="0" dirty="0" err="1" smtClean="0"/>
              <a:t>ReLu</a:t>
            </a:r>
            <a:r>
              <a:rPr lang="en-US" baseline="0" dirty="0" smtClean="0"/>
              <a:t> activation function is applied to remove all negative values.</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28</a:t>
            </a:fld>
            <a:endParaRPr lang="zh-TW" altLang="en-US"/>
          </a:p>
        </p:txBody>
      </p:sp>
    </p:spTree>
    <p:extLst>
      <p:ext uri="{BB962C8B-B14F-4D97-AF65-F5344CB8AC3E}">
        <p14:creationId xmlns:p14="http://schemas.microsoft.com/office/powerpoint/2010/main" val="17975259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That’s how the first filter is applied.</a:t>
            </a:r>
            <a:r>
              <a:rPr lang="en-US" baseline="0" dirty="0" smtClean="0"/>
              <a:t> </a:t>
            </a:r>
          </a:p>
          <a:p>
            <a:r>
              <a:rPr lang="en-US" baseline="0" dirty="0" smtClean="0"/>
              <a:t>This filter is trying to find a circle within the image, which is located at the bottom left corner of the image.</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29</a:t>
            </a:fld>
            <a:endParaRPr lang="zh-TW" altLang="en-US"/>
          </a:p>
        </p:txBody>
      </p:sp>
    </p:spTree>
    <p:extLst>
      <p:ext uri="{BB962C8B-B14F-4D97-AF65-F5344CB8AC3E}">
        <p14:creationId xmlns:p14="http://schemas.microsoft.com/office/powerpoint/2010/main" val="23451937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move to</a:t>
            </a:r>
            <a:r>
              <a:rPr lang="en-US" baseline="0" dirty="0" smtClean="0"/>
              <a:t> the second filter.</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30</a:t>
            </a:fld>
            <a:endParaRPr lang="zh-TW" altLang="en-US"/>
          </a:p>
        </p:txBody>
      </p:sp>
    </p:spTree>
    <p:extLst>
      <p:ext uri="{BB962C8B-B14F-4D97-AF65-F5344CB8AC3E}">
        <p14:creationId xmlns:p14="http://schemas.microsoft.com/office/powerpoint/2010/main" val="21236067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same convolution process is applied to the second filter.</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31</a:t>
            </a:fld>
            <a:endParaRPr lang="zh-TW" altLang="en-US"/>
          </a:p>
        </p:txBody>
      </p:sp>
    </p:spTree>
    <p:extLst>
      <p:ext uri="{BB962C8B-B14F-4D97-AF65-F5344CB8AC3E}">
        <p14:creationId xmlns:p14="http://schemas.microsoft.com/office/powerpoint/2010/main" val="3924239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Followed</a:t>
            </a:r>
            <a:r>
              <a:rPr lang="en-US" baseline="0" dirty="0" smtClean="0"/>
              <a:t> by </a:t>
            </a:r>
            <a:r>
              <a:rPr lang="en-US" baseline="0" dirty="0" err="1" smtClean="0"/>
              <a:t>ReLu</a:t>
            </a:r>
            <a:r>
              <a:rPr lang="en-US" baseline="0" dirty="0" smtClean="0"/>
              <a:t> activation function.</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32</a:t>
            </a:fld>
            <a:endParaRPr lang="zh-TW" altLang="en-US"/>
          </a:p>
        </p:txBody>
      </p:sp>
    </p:spTree>
    <p:extLst>
      <p:ext uri="{BB962C8B-B14F-4D97-AF65-F5344CB8AC3E}">
        <p14:creationId xmlns:p14="http://schemas.microsoft.com/office/powerpoint/2010/main" val="24590564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complete convolution </a:t>
            </a:r>
            <a:r>
              <a:rPr lang="en-US" dirty="0" smtClean="0"/>
              <a:t>process of this layer gives us </a:t>
            </a:r>
            <a:r>
              <a:rPr lang="en-US" baseline="0" dirty="0" smtClean="0"/>
              <a:t>a 5x5x2 feature map.</a:t>
            </a:r>
          </a:p>
          <a:p>
            <a:r>
              <a:rPr lang="en-US" baseline="0" dirty="0" smtClean="0"/>
              <a:t>The last dimension of the feature maps represents the number of filter applied in this layer.</a:t>
            </a:r>
            <a:endParaRPr lang="en-US" dirty="0" smtClean="0"/>
          </a:p>
          <a:p>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33</a:t>
            </a:fld>
            <a:endParaRPr lang="zh-TW" altLang="en-US"/>
          </a:p>
        </p:txBody>
      </p:sp>
    </p:spTree>
    <p:extLst>
      <p:ext uri="{BB962C8B-B14F-4D97-AF65-F5344CB8AC3E}">
        <p14:creationId xmlns:p14="http://schemas.microsoft.com/office/powerpoint/2010/main" val="26305032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that we have completed both the convolution layer, we will</a:t>
            </a:r>
            <a:r>
              <a:rPr lang="en-US" baseline="0" dirty="0" smtClean="0"/>
              <a:t> move to the fully connected layer.</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34</a:t>
            </a:fld>
            <a:endParaRPr lang="zh-TW" altLang="en-US"/>
          </a:p>
        </p:txBody>
      </p:sp>
    </p:spTree>
    <p:extLst>
      <p:ext uri="{BB962C8B-B14F-4D97-AF65-F5344CB8AC3E}">
        <p14:creationId xmlns:p14="http://schemas.microsoft.com/office/powerpoint/2010/main" val="32495978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Basically,</a:t>
            </a:r>
            <a:r>
              <a:rPr lang="en-US" baseline="0" dirty="0" smtClean="0"/>
              <a:t> a fully connected layer connects all the nodes, which are representation of the values in the last feature map, to the all nodes forward.</a:t>
            </a:r>
          </a:p>
          <a:p>
            <a:r>
              <a:rPr lang="en-US" baseline="0" dirty="0" smtClean="0"/>
              <a:t>Since the purpose of the architecture is to decide whether the input image is number 6 or not number 6, 2 output nodes are added as the output layer.</a:t>
            </a:r>
          </a:p>
          <a:p>
            <a:r>
              <a:rPr lang="en-US" baseline="0" dirty="0" smtClean="0"/>
              <a:t>One node represents “number 6”, and the other represents “not number 6”.</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35</a:t>
            </a:fld>
            <a:endParaRPr lang="zh-TW" altLang="en-US"/>
          </a:p>
        </p:txBody>
      </p:sp>
    </p:spTree>
    <p:extLst>
      <p:ext uri="{BB962C8B-B14F-4D97-AF65-F5344CB8AC3E}">
        <p14:creationId xmlns:p14="http://schemas.microsoft.com/office/powerpoint/2010/main" val="20150391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fully connected</a:t>
            </a:r>
            <a:r>
              <a:rPr lang="en-US" baseline="0" dirty="0" smtClean="0"/>
              <a:t> layer is basically similar to applying convolution with the same filter size as the input.</a:t>
            </a:r>
          </a:p>
          <a:p>
            <a:r>
              <a:rPr lang="en-US" baseline="0" dirty="0" smtClean="0"/>
              <a:t>The first and the second filter will contribute to the first output node, while the third and the fourth will contribute to the second output node.</a:t>
            </a:r>
          </a:p>
          <a:p>
            <a:r>
              <a:rPr lang="en-US" baseline="0" dirty="0" smtClean="0"/>
              <a:t>The first and the third filter will be applied to the first layer of the input, while the second and the fourth filter will be applied to the second layer of the input.</a:t>
            </a:r>
          </a:p>
          <a:p>
            <a:endParaRPr lang="en-US" baseline="0" dirty="0" smtClean="0"/>
          </a:p>
          <a:p>
            <a:r>
              <a:rPr lang="en-US" dirty="0" smtClean="0"/>
              <a:t>Let’s see the image</a:t>
            </a:r>
            <a:r>
              <a:rPr lang="en-US" baseline="0" dirty="0" smtClean="0"/>
              <a:t> number 6 a little bit closer, </a:t>
            </a:r>
          </a:p>
          <a:p>
            <a:r>
              <a:rPr lang="en-US" baseline="0" dirty="0" smtClean="0"/>
              <a:t>this image has 2 components, which are circle at the bottom half of the image, and diagonal at the top half of the image</a:t>
            </a:r>
          </a:p>
          <a:p>
            <a:endParaRPr lang="en-US" baseline="0" dirty="0" smtClean="0"/>
          </a:p>
          <a:p>
            <a:r>
              <a:rPr lang="en-US" baseline="0" dirty="0" smtClean="0"/>
              <a:t>The first and second filter, which are contributing to the first output node are trying to locate those two features, which returning 66, a relatively higher value than the second output node.</a:t>
            </a:r>
          </a:p>
          <a:p>
            <a:r>
              <a:rPr lang="en-US" baseline="0" dirty="0" smtClean="0"/>
              <a:t>It means that the confidence that our image is indeed “number 6” is higher that “not number 6”.</a:t>
            </a:r>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36</a:t>
            </a:fld>
            <a:endParaRPr lang="zh-TW" altLang="en-US"/>
          </a:p>
        </p:txBody>
      </p:sp>
    </p:spTree>
    <p:extLst>
      <p:ext uri="{BB962C8B-B14F-4D97-AF65-F5344CB8AC3E}">
        <p14:creationId xmlns:p14="http://schemas.microsoft.com/office/powerpoint/2010/main" val="21920282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normalize the value of the fully connected layer output, a </a:t>
            </a:r>
            <a:r>
              <a:rPr lang="en-US" dirty="0" err="1" smtClean="0"/>
              <a:t>softmax</a:t>
            </a:r>
            <a:r>
              <a:rPr lang="en-US" baseline="0" dirty="0" smtClean="0"/>
              <a:t> activation function is applied.</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37</a:t>
            </a:fld>
            <a:endParaRPr lang="zh-TW" altLang="en-US"/>
          </a:p>
        </p:txBody>
      </p:sp>
    </p:spTree>
    <p:extLst>
      <p:ext uri="{BB962C8B-B14F-4D97-AF65-F5344CB8AC3E}">
        <p14:creationId xmlns:p14="http://schemas.microsoft.com/office/powerpoint/2010/main" val="37000535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Basically, </a:t>
            </a:r>
            <a:r>
              <a:rPr lang="en-US" dirty="0" err="1" smtClean="0"/>
              <a:t>softmax</a:t>
            </a:r>
            <a:r>
              <a:rPr lang="en-US" dirty="0" smtClean="0"/>
              <a:t> activation function is trying to return probability of each output node</a:t>
            </a:r>
            <a:r>
              <a:rPr lang="en-US" baseline="0" dirty="0" smtClean="0"/>
              <a:t> with values between 0 to 1, that added up to 1.</a:t>
            </a:r>
          </a:p>
          <a:p>
            <a:r>
              <a:rPr lang="en-US" baseline="0" dirty="0" smtClean="0"/>
              <a:t>The simple way to perform this is applying division between a node and the sum of all nodes value,</a:t>
            </a:r>
          </a:p>
          <a:p>
            <a:r>
              <a:rPr lang="en-US" baseline="0" dirty="0" smtClean="0"/>
              <a:t>but in the real </a:t>
            </a:r>
            <a:r>
              <a:rPr lang="en-US" baseline="0" dirty="0" err="1" smtClean="0"/>
              <a:t>softmax</a:t>
            </a:r>
            <a:r>
              <a:rPr lang="en-US" baseline="0" dirty="0" smtClean="0"/>
              <a:t> function, we raised e to the power of each node values to calculate the probability of each output node.</a:t>
            </a:r>
          </a:p>
          <a:p>
            <a:endParaRPr lang="en-US" baseline="0" dirty="0" smtClean="0"/>
          </a:p>
          <a:p>
            <a:r>
              <a:rPr lang="en-US" baseline="0" dirty="0" smtClean="0"/>
              <a:t>To simplify the calculation, we will use the former function.</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38</a:t>
            </a:fld>
            <a:endParaRPr lang="zh-TW" altLang="en-US"/>
          </a:p>
        </p:txBody>
      </p:sp>
    </p:spTree>
    <p:extLst>
      <p:ext uri="{BB962C8B-B14F-4D97-AF65-F5344CB8AC3E}">
        <p14:creationId xmlns:p14="http://schemas.microsoft.com/office/powerpoint/2010/main" val="25298484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a:t>
            </a:r>
            <a:r>
              <a:rPr lang="en-US" baseline="0" dirty="0" smtClean="0"/>
              <a:t> is how a testing process is conducted in the simplified version of CNN architecture.</a:t>
            </a:r>
          </a:p>
          <a:p>
            <a:r>
              <a:rPr lang="en-US" baseline="0" dirty="0" smtClean="0"/>
              <a:t>To find out how the filters are determined, please check the CNN training topic.</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39</a:t>
            </a:fld>
            <a:endParaRPr lang="zh-TW" altLang="en-US"/>
          </a:p>
        </p:txBody>
      </p:sp>
    </p:spTree>
    <p:extLst>
      <p:ext uri="{BB962C8B-B14F-4D97-AF65-F5344CB8AC3E}">
        <p14:creationId xmlns:p14="http://schemas.microsoft.com/office/powerpoint/2010/main" val="15429888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your attention!</a:t>
            </a:r>
            <a:endParaRPr lang="en-US" dirty="0"/>
          </a:p>
        </p:txBody>
      </p:sp>
      <p:sp>
        <p:nvSpPr>
          <p:cNvPr id="4" name="Slide Number Placeholder 3"/>
          <p:cNvSpPr>
            <a:spLocks noGrp="1"/>
          </p:cNvSpPr>
          <p:nvPr>
            <p:ph type="sldNum" sz="quarter" idx="10"/>
          </p:nvPr>
        </p:nvSpPr>
        <p:spPr/>
        <p:txBody>
          <a:bodyPr/>
          <a:lstStyle/>
          <a:p>
            <a:fld id="{92F282AE-F84C-4F88-B3BC-F1CBCC5A1C69}" type="slidenum">
              <a:rPr lang="zh-TW" altLang="en-US" smtClean="0"/>
              <a:t>40</a:t>
            </a:fld>
            <a:endParaRPr lang="zh-TW" altLang="en-US"/>
          </a:p>
        </p:txBody>
      </p:sp>
    </p:spTree>
    <p:extLst>
      <p:ext uri="{BB962C8B-B14F-4D97-AF65-F5344CB8AC3E}">
        <p14:creationId xmlns:p14="http://schemas.microsoft.com/office/powerpoint/2010/main" val="3368762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9DBBA3-759B-42A3-AC56-D203DC857D9E}"/>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3558096A-B0D0-41D0-97E5-F739CA8A1B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7B545AA2-BB9F-494D-8BB8-A3F973501E79}"/>
              </a:ext>
            </a:extLst>
          </p:cNvPr>
          <p:cNvSpPr>
            <a:spLocks noGrp="1"/>
          </p:cNvSpPr>
          <p:nvPr>
            <p:ph type="dt" sz="half" idx="10"/>
          </p:nvPr>
        </p:nvSpPr>
        <p:spPr/>
        <p:txBody>
          <a:bodyPr/>
          <a:lstStyle/>
          <a:p>
            <a:fld id="{92B56775-BD4E-47B2-9003-898EE33CB03A}" type="datetimeFigureOut">
              <a:rPr lang="zh-TW" altLang="en-US" smtClean="0"/>
              <a:t>2022/2/9</a:t>
            </a:fld>
            <a:endParaRPr lang="zh-TW" altLang="en-US"/>
          </a:p>
        </p:txBody>
      </p:sp>
      <p:sp>
        <p:nvSpPr>
          <p:cNvPr id="5" name="頁尾版面配置區 4">
            <a:extLst>
              <a:ext uri="{FF2B5EF4-FFF2-40B4-BE49-F238E27FC236}">
                <a16:creationId xmlns:a16="http://schemas.microsoft.com/office/drawing/2014/main" id="{6FE04867-CF21-4F01-A904-CBA2E3CD3AB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C8D3A09-81B6-41B7-B4D7-7786673DDC99}"/>
              </a:ext>
            </a:extLst>
          </p:cNvPr>
          <p:cNvSpPr>
            <a:spLocks noGrp="1"/>
          </p:cNvSpPr>
          <p:nvPr>
            <p:ph type="sldNum" sz="quarter" idx="12"/>
          </p:nvPr>
        </p:nvSpPr>
        <p:spPr/>
        <p:txBody>
          <a:bodyPr/>
          <a:lstStyle/>
          <a:p>
            <a:fld id="{C85727EE-8E7F-470E-BD9E-4AA2B1CCF2CD}" type="slidenum">
              <a:rPr lang="zh-TW" altLang="en-US" smtClean="0"/>
              <a:t>‹#›</a:t>
            </a:fld>
            <a:endParaRPr lang="zh-TW" altLang="en-US"/>
          </a:p>
        </p:txBody>
      </p:sp>
    </p:spTree>
    <p:extLst>
      <p:ext uri="{BB962C8B-B14F-4D97-AF65-F5344CB8AC3E}">
        <p14:creationId xmlns:p14="http://schemas.microsoft.com/office/powerpoint/2010/main" val="4260522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57B8A3-DC1C-4DAF-9861-8FCD1D6F3C0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C0B041D-8B76-4264-9F15-D3B84E5DC2BE}"/>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A5ADD74-00FB-4338-A19B-AEA062F7B6E1}"/>
              </a:ext>
            </a:extLst>
          </p:cNvPr>
          <p:cNvSpPr>
            <a:spLocks noGrp="1"/>
          </p:cNvSpPr>
          <p:nvPr>
            <p:ph type="dt" sz="half" idx="10"/>
          </p:nvPr>
        </p:nvSpPr>
        <p:spPr/>
        <p:txBody>
          <a:bodyPr/>
          <a:lstStyle/>
          <a:p>
            <a:fld id="{92B56775-BD4E-47B2-9003-898EE33CB03A}" type="datetimeFigureOut">
              <a:rPr lang="zh-TW" altLang="en-US" smtClean="0"/>
              <a:t>2022/2/9</a:t>
            </a:fld>
            <a:endParaRPr lang="zh-TW" altLang="en-US"/>
          </a:p>
        </p:txBody>
      </p:sp>
      <p:sp>
        <p:nvSpPr>
          <p:cNvPr id="5" name="頁尾版面配置區 4">
            <a:extLst>
              <a:ext uri="{FF2B5EF4-FFF2-40B4-BE49-F238E27FC236}">
                <a16:creationId xmlns:a16="http://schemas.microsoft.com/office/drawing/2014/main" id="{9B6838A9-C05A-45EC-94BE-92EDD3353AC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A1E7994-05DC-4FB4-9CB2-A6281258851F}"/>
              </a:ext>
            </a:extLst>
          </p:cNvPr>
          <p:cNvSpPr>
            <a:spLocks noGrp="1"/>
          </p:cNvSpPr>
          <p:nvPr>
            <p:ph type="sldNum" sz="quarter" idx="12"/>
          </p:nvPr>
        </p:nvSpPr>
        <p:spPr/>
        <p:txBody>
          <a:bodyPr/>
          <a:lstStyle/>
          <a:p>
            <a:fld id="{C85727EE-8E7F-470E-BD9E-4AA2B1CCF2CD}" type="slidenum">
              <a:rPr lang="zh-TW" altLang="en-US" smtClean="0"/>
              <a:t>‹#›</a:t>
            </a:fld>
            <a:endParaRPr lang="zh-TW" altLang="en-US"/>
          </a:p>
        </p:txBody>
      </p:sp>
    </p:spTree>
    <p:extLst>
      <p:ext uri="{BB962C8B-B14F-4D97-AF65-F5344CB8AC3E}">
        <p14:creationId xmlns:p14="http://schemas.microsoft.com/office/powerpoint/2010/main" val="1939175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94FE7D-BB57-4D99-AC88-CA91FB68D68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3994021D-910F-4A52-88AB-986920ED39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126D4EBF-0E11-41EF-902E-26BF8BE6C4F0}"/>
              </a:ext>
            </a:extLst>
          </p:cNvPr>
          <p:cNvSpPr>
            <a:spLocks noGrp="1"/>
          </p:cNvSpPr>
          <p:nvPr>
            <p:ph type="dt" sz="half" idx="10"/>
          </p:nvPr>
        </p:nvSpPr>
        <p:spPr/>
        <p:txBody>
          <a:bodyPr/>
          <a:lstStyle/>
          <a:p>
            <a:fld id="{92B56775-BD4E-47B2-9003-898EE33CB03A}" type="datetimeFigureOut">
              <a:rPr lang="zh-TW" altLang="en-US" smtClean="0"/>
              <a:t>2022/2/9</a:t>
            </a:fld>
            <a:endParaRPr lang="zh-TW" altLang="en-US"/>
          </a:p>
        </p:txBody>
      </p:sp>
      <p:sp>
        <p:nvSpPr>
          <p:cNvPr id="5" name="頁尾版面配置區 4">
            <a:extLst>
              <a:ext uri="{FF2B5EF4-FFF2-40B4-BE49-F238E27FC236}">
                <a16:creationId xmlns:a16="http://schemas.microsoft.com/office/drawing/2014/main" id="{B358EBF3-3ED8-4FB9-B0D7-334CECA5490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38F4968-D4EB-4F44-BD92-AFF25021D247}"/>
              </a:ext>
            </a:extLst>
          </p:cNvPr>
          <p:cNvSpPr>
            <a:spLocks noGrp="1"/>
          </p:cNvSpPr>
          <p:nvPr>
            <p:ph type="sldNum" sz="quarter" idx="12"/>
          </p:nvPr>
        </p:nvSpPr>
        <p:spPr/>
        <p:txBody>
          <a:bodyPr/>
          <a:lstStyle/>
          <a:p>
            <a:fld id="{C85727EE-8E7F-470E-BD9E-4AA2B1CCF2CD}" type="slidenum">
              <a:rPr lang="zh-TW" altLang="en-US" smtClean="0"/>
              <a:t>‹#›</a:t>
            </a:fld>
            <a:endParaRPr lang="zh-TW" altLang="en-US"/>
          </a:p>
        </p:txBody>
      </p:sp>
    </p:spTree>
    <p:extLst>
      <p:ext uri="{BB962C8B-B14F-4D97-AF65-F5344CB8AC3E}">
        <p14:creationId xmlns:p14="http://schemas.microsoft.com/office/powerpoint/2010/main" val="644821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92AB6C-0D20-4F30-B235-C255D89D8C2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08F0FA09-451F-45F6-A904-9C741EDD11CC}"/>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8B6745F3-EC75-4E0F-8EB0-3711650995B8}"/>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0BE396A9-C1C7-4D98-B7A5-7E0C4FD077ED}"/>
              </a:ext>
            </a:extLst>
          </p:cNvPr>
          <p:cNvSpPr>
            <a:spLocks noGrp="1"/>
          </p:cNvSpPr>
          <p:nvPr>
            <p:ph type="dt" sz="half" idx="10"/>
          </p:nvPr>
        </p:nvSpPr>
        <p:spPr/>
        <p:txBody>
          <a:bodyPr/>
          <a:lstStyle/>
          <a:p>
            <a:fld id="{92B56775-BD4E-47B2-9003-898EE33CB03A}" type="datetimeFigureOut">
              <a:rPr lang="zh-TW" altLang="en-US" smtClean="0"/>
              <a:t>2022/2/9</a:t>
            </a:fld>
            <a:endParaRPr lang="zh-TW" altLang="en-US"/>
          </a:p>
        </p:txBody>
      </p:sp>
      <p:sp>
        <p:nvSpPr>
          <p:cNvPr id="6" name="頁尾版面配置區 5">
            <a:extLst>
              <a:ext uri="{FF2B5EF4-FFF2-40B4-BE49-F238E27FC236}">
                <a16:creationId xmlns:a16="http://schemas.microsoft.com/office/drawing/2014/main" id="{3188D61E-F327-4767-B9CD-EF2D7735C0C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5771016-1AA0-46D4-9D47-F5BDF3A9F28A}"/>
              </a:ext>
            </a:extLst>
          </p:cNvPr>
          <p:cNvSpPr>
            <a:spLocks noGrp="1"/>
          </p:cNvSpPr>
          <p:nvPr>
            <p:ph type="sldNum" sz="quarter" idx="12"/>
          </p:nvPr>
        </p:nvSpPr>
        <p:spPr/>
        <p:txBody>
          <a:bodyPr/>
          <a:lstStyle/>
          <a:p>
            <a:fld id="{C85727EE-8E7F-470E-BD9E-4AA2B1CCF2CD}" type="slidenum">
              <a:rPr lang="zh-TW" altLang="en-US" smtClean="0"/>
              <a:t>‹#›</a:t>
            </a:fld>
            <a:endParaRPr lang="zh-TW" altLang="en-US"/>
          </a:p>
        </p:txBody>
      </p:sp>
    </p:spTree>
    <p:extLst>
      <p:ext uri="{BB962C8B-B14F-4D97-AF65-F5344CB8AC3E}">
        <p14:creationId xmlns:p14="http://schemas.microsoft.com/office/powerpoint/2010/main" val="109729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179E85D-C3BA-4535-92CD-0202CB25E1D3}"/>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39C3EFA-2437-42D2-80E8-4C5633A464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0714219-A1C4-42B5-8B75-90FCB648A3C7}"/>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59A746D5-4017-4AA3-B040-AD5113CF4E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7FC7A659-C280-4259-95C0-C88307705DBD}"/>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8B24A1E-47B4-47E1-A71B-DBB41B3BBE77}"/>
              </a:ext>
            </a:extLst>
          </p:cNvPr>
          <p:cNvSpPr>
            <a:spLocks noGrp="1"/>
          </p:cNvSpPr>
          <p:nvPr>
            <p:ph type="dt" sz="half" idx="10"/>
          </p:nvPr>
        </p:nvSpPr>
        <p:spPr/>
        <p:txBody>
          <a:bodyPr/>
          <a:lstStyle/>
          <a:p>
            <a:fld id="{92B56775-BD4E-47B2-9003-898EE33CB03A}" type="datetimeFigureOut">
              <a:rPr lang="zh-TW" altLang="en-US" smtClean="0"/>
              <a:t>2022/2/9</a:t>
            </a:fld>
            <a:endParaRPr lang="zh-TW" altLang="en-US"/>
          </a:p>
        </p:txBody>
      </p:sp>
      <p:sp>
        <p:nvSpPr>
          <p:cNvPr id="8" name="頁尾版面配置區 7">
            <a:extLst>
              <a:ext uri="{FF2B5EF4-FFF2-40B4-BE49-F238E27FC236}">
                <a16:creationId xmlns:a16="http://schemas.microsoft.com/office/drawing/2014/main" id="{A4845EF1-548F-4B92-90D4-04514C78617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7629827-B8D3-44B8-986C-A9D34CC57EA3}"/>
              </a:ext>
            </a:extLst>
          </p:cNvPr>
          <p:cNvSpPr>
            <a:spLocks noGrp="1"/>
          </p:cNvSpPr>
          <p:nvPr>
            <p:ph type="sldNum" sz="quarter" idx="12"/>
          </p:nvPr>
        </p:nvSpPr>
        <p:spPr/>
        <p:txBody>
          <a:bodyPr/>
          <a:lstStyle/>
          <a:p>
            <a:fld id="{C85727EE-8E7F-470E-BD9E-4AA2B1CCF2CD}" type="slidenum">
              <a:rPr lang="zh-TW" altLang="en-US" smtClean="0"/>
              <a:t>‹#›</a:t>
            </a:fld>
            <a:endParaRPr lang="zh-TW" altLang="en-US"/>
          </a:p>
        </p:txBody>
      </p:sp>
    </p:spTree>
    <p:extLst>
      <p:ext uri="{BB962C8B-B14F-4D97-AF65-F5344CB8AC3E}">
        <p14:creationId xmlns:p14="http://schemas.microsoft.com/office/powerpoint/2010/main" val="2969523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ED0C62-E5A5-4B51-A9F1-F08A8EE0FC51}"/>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E5976A31-9874-40D9-95A9-D2D50E294717}"/>
              </a:ext>
            </a:extLst>
          </p:cNvPr>
          <p:cNvSpPr>
            <a:spLocks noGrp="1"/>
          </p:cNvSpPr>
          <p:nvPr>
            <p:ph type="dt" sz="half" idx="10"/>
          </p:nvPr>
        </p:nvSpPr>
        <p:spPr/>
        <p:txBody>
          <a:bodyPr/>
          <a:lstStyle/>
          <a:p>
            <a:fld id="{92B56775-BD4E-47B2-9003-898EE33CB03A}" type="datetimeFigureOut">
              <a:rPr lang="zh-TW" altLang="en-US" smtClean="0"/>
              <a:t>2022/2/9</a:t>
            </a:fld>
            <a:endParaRPr lang="zh-TW" altLang="en-US"/>
          </a:p>
        </p:txBody>
      </p:sp>
      <p:sp>
        <p:nvSpPr>
          <p:cNvPr id="4" name="頁尾版面配置區 3">
            <a:extLst>
              <a:ext uri="{FF2B5EF4-FFF2-40B4-BE49-F238E27FC236}">
                <a16:creationId xmlns:a16="http://schemas.microsoft.com/office/drawing/2014/main" id="{93E5358A-95AC-4502-A174-371B0883B2A8}"/>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C61B414A-482B-48F1-AC2F-34BB0E21AD9C}"/>
              </a:ext>
            </a:extLst>
          </p:cNvPr>
          <p:cNvSpPr>
            <a:spLocks noGrp="1"/>
          </p:cNvSpPr>
          <p:nvPr>
            <p:ph type="sldNum" sz="quarter" idx="12"/>
          </p:nvPr>
        </p:nvSpPr>
        <p:spPr/>
        <p:txBody>
          <a:bodyPr/>
          <a:lstStyle/>
          <a:p>
            <a:fld id="{C85727EE-8E7F-470E-BD9E-4AA2B1CCF2CD}" type="slidenum">
              <a:rPr lang="zh-TW" altLang="en-US" smtClean="0"/>
              <a:t>‹#›</a:t>
            </a:fld>
            <a:endParaRPr lang="zh-TW" altLang="en-US"/>
          </a:p>
        </p:txBody>
      </p:sp>
    </p:spTree>
    <p:extLst>
      <p:ext uri="{BB962C8B-B14F-4D97-AF65-F5344CB8AC3E}">
        <p14:creationId xmlns:p14="http://schemas.microsoft.com/office/powerpoint/2010/main" val="1757067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681AA86-3BB0-4279-BEFE-97A9B6CDECFC}"/>
              </a:ext>
            </a:extLst>
          </p:cNvPr>
          <p:cNvSpPr>
            <a:spLocks noGrp="1"/>
          </p:cNvSpPr>
          <p:nvPr>
            <p:ph type="dt" sz="half" idx="10"/>
          </p:nvPr>
        </p:nvSpPr>
        <p:spPr/>
        <p:txBody>
          <a:bodyPr/>
          <a:lstStyle/>
          <a:p>
            <a:fld id="{92B56775-BD4E-47B2-9003-898EE33CB03A}" type="datetimeFigureOut">
              <a:rPr lang="zh-TW" altLang="en-US" smtClean="0"/>
              <a:t>2022/2/9</a:t>
            </a:fld>
            <a:endParaRPr lang="zh-TW" altLang="en-US"/>
          </a:p>
        </p:txBody>
      </p:sp>
      <p:sp>
        <p:nvSpPr>
          <p:cNvPr id="3" name="頁尾版面配置區 2">
            <a:extLst>
              <a:ext uri="{FF2B5EF4-FFF2-40B4-BE49-F238E27FC236}">
                <a16:creationId xmlns:a16="http://schemas.microsoft.com/office/drawing/2014/main" id="{ED5BBB22-DF4E-4FE2-8A08-6597B782C441}"/>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CA61208F-1231-49D0-A0C6-E377E59B19A9}"/>
              </a:ext>
            </a:extLst>
          </p:cNvPr>
          <p:cNvSpPr>
            <a:spLocks noGrp="1"/>
          </p:cNvSpPr>
          <p:nvPr>
            <p:ph type="sldNum" sz="quarter" idx="12"/>
          </p:nvPr>
        </p:nvSpPr>
        <p:spPr/>
        <p:txBody>
          <a:bodyPr/>
          <a:lstStyle/>
          <a:p>
            <a:fld id="{C85727EE-8E7F-470E-BD9E-4AA2B1CCF2CD}" type="slidenum">
              <a:rPr lang="zh-TW" altLang="en-US" smtClean="0"/>
              <a:t>‹#›</a:t>
            </a:fld>
            <a:endParaRPr lang="zh-TW" altLang="en-US"/>
          </a:p>
        </p:txBody>
      </p:sp>
    </p:spTree>
    <p:extLst>
      <p:ext uri="{BB962C8B-B14F-4D97-AF65-F5344CB8AC3E}">
        <p14:creationId xmlns:p14="http://schemas.microsoft.com/office/powerpoint/2010/main" val="3066590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01DC38-147E-4625-B5F9-713759EF04B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5C28EC49-8659-412D-9558-7B9E0792AA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A2E69877-3867-4D44-AD1E-61B2949B01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88E387A-8912-43F2-9688-F0532AE516E5}"/>
              </a:ext>
            </a:extLst>
          </p:cNvPr>
          <p:cNvSpPr>
            <a:spLocks noGrp="1"/>
          </p:cNvSpPr>
          <p:nvPr>
            <p:ph type="dt" sz="half" idx="10"/>
          </p:nvPr>
        </p:nvSpPr>
        <p:spPr/>
        <p:txBody>
          <a:bodyPr/>
          <a:lstStyle/>
          <a:p>
            <a:fld id="{92B56775-BD4E-47B2-9003-898EE33CB03A}" type="datetimeFigureOut">
              <a:rPr lang="zh-TW" altLang="en-US" smtClean="0"/>
              <a:t>2022/2/9</a:t>
            </a:fld>
            <a:endParaRPr lang="zh-TW" altLang="en-US"/>
          </a:p>
        </p:txBody>
      </p:sp>
      <p:sp>
        <p:nvSpPr>
          <p:cNvPr id="6" name="頁尾版面配置區 5">
            <a:extLst>
              <a:ext uri="{FF2B5EF4-FFF2-40B4-BE49-F238E27FC236}">
                <a16:creationId xmlns:a16="http://schemas.microsoft.com/office/drawing/2014/main" id="{AAC1CD00-B68D-4ABF-BE3B-666BB448F6F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2547FEB-6DF7-4531-A4CE-49AD6BF99BA8}"/>
              </a:ext>
            </a:extLst>
          </p:cNvPr>
          <p:cNvSpPr>
            <a:spLocks noGrp="1"/>
          </p:cNvSpPr>
          <p:nvPr>
            <p:ph type="sldNum" sz="quarter" idx="12"/>
          </p:nvPr>
        </p:nvSpPr>
        <p:spPr/>
        <p:txBody>
          <a:bodyPr/>
          <a:lstStyle/>
          <a:p>
            <a:fld id="{C85727EE-8E7F-470E-BD9E-4AA2B1CCF2CD}" type="slidenum">
              <a:rPr lang="zh-TW" altLang="en-US" smtClean="0"/>
              <a:t>‹#›</a:t>
            </a:fld>
            <a:endParaRPr lang="zh-TW" altLang="en-US"/>
          </a:p>
        </p:txBody>
      </p:sp>
    </p:spTree>
    <p:extLst>
      <p:ext uri="{BB962C8B-B14F-4D97-AF65-F5344CB8AC3E}">
        <p14:creationId xmlns:p14="http://schemas.microsoft.com/office/powerpoint/2010/main" val="3274973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1AA1ED3-8E33-4818-B41E-34501D6A23B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A222FA98-52B1-4F9F-BA5A-81374EF30F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A0105996-03F7-4D87-B05F-2BE821F3F2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0BA60D7-1F8E-4055-8352-466F1CA74A04}"/>
              </a:ext>
            </a:extLst>
          </p:cNvPr>
          <p:cNvSpPr>
            <a:spLocks noGrp="1"/>
          </p:cNvSpPr>
          <p:nvPr>
            <p:ph type="dt" sz="half" idx="10"/>
          </p:nvPr>
        </p:nvSpPr>
        <p:spPr/>
        <p:txBody>
          <a:bodyPr/>
          <a:lstStyle/>
          <a:p>
            <a:fld id="{92B56775-BD4E-47B2-9003-898EE33CB03A}" type="datetimeFigureOut">
              <a:rPr lang="zh-TW" altLang="en-US" smtClean="0"/>
              <a:t>2022/2/9</a:t>
            </a:fld>
            <a:endParaRPr lang="zh-TW" altLang="en-US"/>
          </a:p>
        </p:txBody>
      </p:sp>
      <p:sp>
        <p:nvSpPr>
          <p:cNvPr id="6" name="頁尾版面配置區 5">
            <a:extLst>
              <a:ext uri="{FF2B5EF4-FFF2-40B4-BE49-F238E27FC236}">
                <a16:creationId xmlns:a16="http://schemas.microsoft.com/office/drawing/2014/main" id="{F6FE04C3-F5F2-48B0-9203-F9253A3D3D3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0AF2AF3-9F04-4D8D-9877-9FE058B34C0F}"/>
              </a:ext>
            </a:extLst>
          </p:cNvPr>
          <p:cNvSpPr>
            <a:spLocks noGrp="1"/>
          </p:cNvSpPr>
          <p:nvPr>
            <p:ph type="sldNum" sz="quarter" idx="12"/>
          </p:nvPr>
        </p:nvSpPr>
        <p:spPr/>
        <p:txBody>
          <a:bodyPr/>
          <a:lstStyle/>
          <a:p>
            <a:fld id="{C85727EE-8E7F-470E-BD9E-4AA2B1CCF2CD}" type="slidenum">
              <a:rPr lang="zh-TW" altLang="en-US" smtClean="0"/>
              <a:t>‹#›</a:t>
            </a:fld>
            <a:endParaRPr lang="zh-TW" altLang="en-US"/>
          </a:p>
        </p:txBody>
      </p:sp>
    </p:spTree>
    <p:extLst>
      <p:ext uri="{BB962C8B-B14F-4D97-AF65-F5344CB8AC3E}">
        <p14:creationId xmlns:p14="http://schemas.microsoft.com/office/powerpoint/2010/main" val="3327666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E0DCB5B-E78B-4DAE-8F31-E585832250C0}"/>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EB7F62C1-93F6-413E-929E-32A61589A065}"/>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CCBCD23-614A-42BB-B808-625BA59F0063}"/>
              </a:ext>
            </a:extLst>
          </p:cNvPr>
          <p:cNvSpPr>
            <a:spLocks noGrp="1"/>
          </p:cNvSpPr>
          <p:nvPr>
            <p:ph type="dt" sz="half" idx="10"/>
          </p:nvPr>
        </p:nvSpPr>
        <p:spPr/>
        <p:txBody>
          <a:bodyPr/>
          <a:lstStyle/>
          <a:p>
            <a:fld id="{92B56775-BD4E-47B2-9003-898EE33CB03A}" type="datetimeFigureOut">
              <a:rPr lang="zh-TW" altLang="en-US" smtClean="0"/>
              <a:t>2022/2/9</a:t>
            </a:fld>
            <a:endParaRPr lang="zh-TW" altLang="en-US"/>
          </a:p>
        </p:txBody>
      </p:sp>
      <p:sp>
        <p:nvSpPr>
          <p:cNvPr id="5" name="頁尾版面配置區 4">
            <a:extLst>
              <a:ext uri="{FF2B5EF4-FFF2-40B4-BE49-F238E27FC236}">
                <a16:creationId xmlns:a16="http://schemas.microsoft.com/office/drawing/2014/main" id="{FC1D9E86-35F3-4CE5-B7DF-9A7E5FDD594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75E8E98-1849-4B05-9824-3399E4885BB1}"/>
              </a:ext>
            </a:extLst>
          </p:cNvPr>
          <p:cNvSpPr>
            <a:spLocks noGrp="1"/>
          </p:cNvSpPr>
          <p:nvPr>
            <p:ph type="sldNum" sz="quarter" idx="12"/>
          </p:nvPr>
        </p:nvSpPr>
        <p:spPr/>
        <p:txBody>
          <a:bodyPr/>
          <a:lstStyle/>
          <a:p>
            <a:fld id="{C85727EE-8E7F-470E-BD9E-4AA2B1CCF2CD}" type="slidenum">
              <a:rPr lang="zh-TW" altLang="en-US" smtClean="0"/>
              <a:t>‹#›</a:t>
            </a:fld>
            <a:endParaRPr lang="zh-TW" altLang="en-US"/>
          </a:p>
        </p:txBody>
      </p:sp>
    </p:spTree>
    <p:extLst>
      <p:ext uri="{BB962C8B-B14F-4D97-AF65-F5344CB8AC3E}">
        <p14:creationId xmlns:p14="http://schemas.microsoft.com/office/powerpoint/2010/main" val="3281147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591D597-8A6F-4008-85D8-BA2D7B2F41F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9089955-7318-4558-B91C-3C94683FB71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1544C6C-88A9-4117-91CA-F8F8FC7CF64A}"/>
              </a:ext>
            </a:extLst>
          </p:cNvPr>
          <p:cNvSpPr>
            <a:spLocks noGrp="1"/>
          </p:cNvSpPr>
          <p:nvPr>
            <p:ph type="dt" sz="half" idx="10"/>
          </p:nvPr>
        </p:nvSpPr>
        <p:spPr/>
        <p:txBody>
          <a:bodyPr/>
          <a:lstStyle/>
          <a:p>
            <a:fld id="{92B56775-BD4E-47B2-9003-898EE33CB03A}" type="datetimeFigureOut">
              <a:rPr lang="zh-TW" altLang="en-US" smtClean="0"/>
              <a:t>2022/2/9</a:t>
            </a:fld>
            <a:endParaRPr lang="zh-TW" altLang="en-US"/>
          </a:p>
        </p:txBody>
      </p:sp>
      <p:sp>
        <p:nvSpPr>
          <p:cNvPr id="5" name="頁尾版面配置區 4">
            <a:extLst>
              <a:ext uri="{FF2B5EF4-FFF2-40B4-BE49-F238E27FC236}">
                <a16:creationId xmlns:a16="http://schemas.microsoft.com/office/drawing/2014/main" id="{600E07DD-9865-4DD8-89DE-B9F1594E1BD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00A158A-6D3F-4080-B35F-017976AFD30A}"/>
              </a:ext>
            </a:extLst>
          </p:cNvPr>
          <p:cNvSpPr>
            <a:spLocks noGrp="1"/>
          </p:cNvSpPr>
          <p:nvPr>
            <p:ph type="sldNum" sz="quarter" idx="12"/>
          </p:nvPr>
        </p:nvSpPr>
        <p:spPr/>
        <p:txBody>
          <a:bodyPr/>
          <a:lstStyle/>
          <a:p>
            <a:fld id="{C85727EE-8E7F-470E-BD9E-4AA2B1CCF2CD}" type="slidenum">
              <a:rPr lang="zh-TW" altLang="en-US" smtClean="0"/>
              <a:t>‹#›</a:t>
            </a:fld>
            <a:endParaRPr lang="zh-TW" altLang="en-US"/>
          </a:p>
        </p:txBody>
      </p:sp>
    </p:spTree>
    <p:extLst>
      <p:ext uri="{BB962C8B-B14F-4D97-AF65-F5344CB8AC3E}">
        <p14:creationId xmlns:p14="http://schemas.microsoft.com/office/powerpoint/2010/main" val="1401837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7A44603-0859-4C27-B6B1-B2C3D030B4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948EA7A-8411-491C-B980-2BCFF3A1E3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5FC7072-676B-4144-95E7-947084E4F4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B56775-BD4E-47B2-9003-898EE33CB03A}" type="datetimeFigureOut">
              <a:rPr lang="zh-TW" altLang="en-US" smtClean="0"/>
              <a:t>2022/2/9</a:t>
            </a:fld>
            <a:endParaRPr lang="zh-TW" altLang="en-US"/>
          </a:p>
        </p:txBody>
      </p:sp>
      <p:sp>
        <p:nvSpPr>
          <p:cNvPr id="5" name="頁尾版面配置區 4">
            <a:extLst>
              <a:ext uri="{FF2B5EF4-FFF2-40B4-BE49-F238E27FC236}">
                <a16:creationId xmlns:a16="http://schemas.microsoft.com/office/drawing/2014/main" id="{562BB5A6-01C3-45AD-91F0-52469B3AB3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F0E574D-7B57-4044-A12A-769F68EB08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5727EE-8E7F-470E-BD9E-4AA2B1CCF2CD}" type="slidenum">
              <a:rPr lang="zh-TW" altLang="en-US" smtClean="0"/>
              <a:t>‹#›</a:t>
            </a:fld>
            <a:endParaRPr lang="zh-TW" altLang="en-US"/>
          </a:p>
        </p:txBody>
      </p:sp>
    </p:spTree>
    <p:extLst>
      <p:ext uri="{BB962C8B-B14F-4D97-AF65-F5344CB8AC3E}">
        <p14:creationId xmlns:p14="http://schemas.microsoft.com/office/powerpoint/2010/main" val="1595123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2.m4a"/><Relationship Id="rId1" Type="http://schemas.openxmlformats.org/officeDocument/2006/relationships/audio" Target="NULL" TargetMode="External"/><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3.m4a"/><Relationship Id="rId1" Type="http://schemas.openxmlformats.org/officeDocument/2006/relationships/audio" Target="NULL" TargetMode="External"/><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microsoft.com/office/2007/relationships/media" Target="../media/media4.m4a"/><Relationship Id="rId1" Type="http://schemas.openxmlformats.org/officeDocument/2006/relationships/audio" Target="NULL" TargetMode="Externa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5.m4a"/><Relationship Id="rId1" Type="http://schemas.openxmlformats.org/officeDocument/2006/relationships/audio" Target="NULL" TargetMode="External"/><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microsoft.com/office/2007/relationships/media" Target="../media/media6.m4a"/><Relationship Id="rId1" Type="http://schemas.openxmlformats.org/officeDocument/2006/relationships/audio" Target="NULL" TargetMode="External"/><Relationship Id="rId6" Type="http://schemas.openxmlformats.org/officeDocument/2006/relationships/image" Target="../media/image4.gif"/><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7.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8.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9.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10.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11.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12.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microsoft.com/office/2007/relationships/media" Target="../media/media13.m4a"/><Relationship Id="rId7" Type="http://schemas.openxmlformats.org/officeDocument/2006/relationships/image" Target="../media/image2.png"/><Relationship Id="rId2" Type="http://schemas.openxmlformats.org/officeDocument/2006/relationships/audio" Target="NULL" TargetMode="Externa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14.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3" Type="http://schemas.microsoft.com/office/2007/relationships/media" Target="../media/media15.m4a"/><Relationship Id="rId7" Type="http://schemas.openxmlformats.org/officeDocument/2006/relationships/image" Target="../media/image5.png"/><Relationship Id="rId2" Type="http://schemas.openxmlformats.org/officeDocument/2006/relationships/audio" Target="NULL" TargetMode="External"/><Relationship Id="rId1" Type="http://schemas.openxmlformats.org/officeDocument/2006/relationships/tags" Target="../tags/tag2.xml"/><Relationship Id="rId6" Type="http://schemas.openxmlformats.org/officeDocument/2006/relationships/image" Target="../media/image1.png"/><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16.m4a"/><Relationship Id="rId1" Type="http://schemas.openxmlformats.org/officeDocument/2006/relationships/audio" Target="NULL" TargetMode="External"/><Relationship Id="rId5"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17.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18.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19.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20.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21.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22.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23.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24.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25.m4a"/><Relationship Id="rId1" Type="http://schemas.openxmlformats.org/officeDocument/2006/relationships/audio" Target="NULL" TargetMode="External"/><Relationship Id="rId5"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26.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27.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28.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29.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30.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31.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32.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33.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34.m4a"/><Relationship Id="rId1" Type="http://schemas.openxmlformats.org/officeDocument/2006/relationships/audio" Target="NULL" TargetMode="External"/><Relationship Id="rId5" Type="http://schemas.openxmlformats.org/officeDocument/2006/relationships/image" Target="../media/image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35.m4a"/><Relationship Id="rId1" Type="http://schemas.openxmlformats.org/officeDocument/2006/relationships/audi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microsoft.com/office/2007/relationships/media" Target="../media/media36.m4a"/><Relationship Id="rId1" Type="http://schemas.openxmlformats.org/officeDocument/2006/relationships/audio" Target="NULL" TargetMode="Externa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37.m4a"/><Relationship Id="rId1" Type="http://schemas.openxmlformats.org/officeDocument/2006/relationships/audio" Target="NULL" TargetMode="External"/><Relationship Id="rId5" Type="http://schemas.openxmlformats.org/officeDocument/2006/relationships/image" Target="../media/image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microsoft.com/office/2007/relationships/media" Target="../media/media38.m4a"/><Relationship Id="rId1" Type="http://schemas.openxmlformats.org/officeDocument/2006/relationships/audio" Target="NULL" TargetMode="External"/><Relationship Id="rId6" Type="http://schemas.openxmlformats.org/officeDocument/2006/relationships/image" Target="../media/image7.png"/><Relationship Id="rId5" Type="http://schemas.openxmlformats.org/officeDocument/2006/relationships/image" Target="../media/image1.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39.m4a"/><Relationship Id="rId1" Type="http://schemas.openxmlformats.org/officeDocument/2006/relationships/audio" Target="NULL" TargetMode="External"/><Relationship Id="rId5" Type="http://schemas.openxmlformats.org/officeDocument/2006/relationships/image" Target="../media/image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media" Target="../media/media40.m4a"/><Relationship Id="rId1" Type="http://schemas.openxmlformats.org/officeDocument/2006/relationships/audio" Target="NULL" TargetMode="External"/><Relationship Id="rId5" Type="http://schemas.openxmlformats.org/officeDocument/2006/relationships/image" Target="../media/image2.png"/><Relationship Id="rId4"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D589E4AB-BBD3-42E7-9BEF-EE50FFD9E677}"/>
              </a:ext>
            </a:extLst>
          </p:cNvPr>
          <p:cNvPicPr>
            <a:picLocks noChangeAspect="1"/>
          </p:cNvPicPr>
          <p:nvPr/>
        </p:nvPicPr>
        <p:blipFill>
          <a:blip r:embed="rId5"/>
          <a:stretch>
            <a:fillRect/>
          </a:stretch>
        </p:blipFill>
        <p:spPr>
          <a:xfrm>
            <a:off x="4762" y="9525"/>
            <a:ext cx="12182475" cy="6838950"/>
          </a:xfrm>
          <a:prstGeom prst="rect">
            <a:avLst/>
          </a:prstGeom>
        </p:spPr>
      </p:pic>
      <p:sp>
        <p:nvSpPr>
          <p:cNvPr id="2" name="標題 1">
            <a:extLst>
              <a:ext uri="{FF2B5EF4-FFF2-40B4-BE49-F238E27FC236}">
                <a16:creationId xmlns:a16="http://schemas.microsoft.com/office/drawing/2014/main" id="{0FC4775B-7676-4E79-82B1-4F494E5257FC}"/>
              </a:ext>
            </a:extLst>
          </p:cNvPr>
          <p:cNvSpPr>
            <a:spLocks noGrp="1"/>
          </p:cNvSpPr>
          <p:nvPr>
            <p:ph type="ctrTitle"/>
          </p:nvPr>
        </p:nvSpPr>
        <p:spPr/>
        <p:txBody>
          <a:bodyPr/>
          <a:lstStyle/>
          <a:p>
            <a:r>
              <a:rPr lang="en-US" altLang="zh-TW" dirty="0" smtClean="0"/>
              <a:t>CNN</a:t>
            </a:r>
            <a:r>
              <a:rPr lang="zh-TW" altLang="en-US" dirty="0" smtClean="0"/>
              <a:t> </a:t>
            </a:r>
            <a:r>
              <a:rPr lang="en-US" altLang="zh-TW" dirty="0" smtClean="0"/>
              <a:t>Testing</a:t>
            </a:r>
            <a:endParaRPr lang="zh-TW" altLang="en-US" dirty="0"/>
          </a:p>
        </p:txBody>
      </p:sp>
      <p:sp>
        <p:nvSpPr>
          <p:cNvPr id="3" name="副標題 2">
            <a:extLst>
              <a:ext uri="{FF2B5EF4-FFF2-40B4-BE49-F238E27FC236}">
                <a16:creationId xmlns:a16="http://schemas.microsoft.com/office/drawing/2014/main" id="{94B67CA2-48F1-48B0-B2A8-0B95A84B7C9A}"/>
              </a:ext>
            </a:extLst>
          </p:cNvPr>
          <p:cNvSpPr>
            <a:spLocks noGrp="1"/>
          </p:cNvSpPr>
          <p:nvPr>
            <p:ph type="subTitle" idx="1"/>
          </p:nvPr>
        </p:nvSpPr>
        <p:spPr/>
        <p:txBody>
          <a:bodyPr/>
          <a:lstStyle/>
          <a:p>
            <a:endParaRPr lang="zh-TW" altLang="en-US"/>
          </a:p>
        </p:txBody>
      </p:sp>
      <p:pic>
        <p:nvPicPr>
          <p:cNvPr id="7" name="Audio 6">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550435740"/>
      </p:ext>
    </p:extLst>
  </p:cSld>
  <p:clrMapOvr>
    <a:masterClrMapping/>
  </p:clrMapOvr>
  <mc:AlternateContent xmlns:mc="http://schemas.openxmlformats.org/markup-compatibility/2006" xmlns:p14="http://schemas.microsoft.com/office/powerpoint/2010/main">
    <mc:Choice Requires="p14">
      <p:transition spd="slow" p14:dur="2000" advTm="44486"/>
    </mc:Choice>
    <mc:Fallback xmlns="">
      <p:transition spd="slow" advTm="444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 name="表格 30">
            <a:extLst>
              <a:ext uri="{FF2B5EF4-FFF2-40B4-BE49-F238E27FC236}">
                <a16:creationId xmlns:a16="http://schemas.microsoft.com/office/drawing/2014/main" id="{12E4BB17-906D-4C11-A297-A8C94B685A27}"/>
              </a:ext>
            </a:extLst>
          </p:cNvPr>
          <p:cNvGraphicFramePr>
            <a:graphicFrameLocks noGrp="1"/>
          </p:cNvGraphicFramePr>
          <p:nvPr>
            <p:extLst>
              <p:ext uri="{D42A27DB-BD31-4B8C-83A1-F6EECF244321}">
                <p14:modId xmlns:p14="http://schemas.microsoft.com/office/powerpoint/2010/main" val="2000423357"/>
              </p:ext>
            </p:extLst>
          </p:nvPr>
        </p:nvGraphicFramePr>
        <p:xfrm>
          <a:off x="6309154" y="732031"/>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30" name="表格 29">
            <a:extLst>
              <a:ext uri="{FF2B5EF4-FFF2-40B4-BE49-F238E27FC236}">
                <a16:creationId xmlns:a16="http://schemas.microsoft.com/office/drawing/2014/main" id="{DB71C4AB-1201-45B6-8C2A-79F164B179CD}"/>
              </a:ext>
            </a:extLst>
          </p:cNvPr>
          <p:cNvGraphicFramePr>
            <a:graphicFrameLocks noGrp="1"/>
          </p:cNvGraphicFramePr>
          <p:nvPr>
            <p:extLst>
              <p:ext uri="{D42A27DB-BD31-4B8C-83A1-F6EECF244321}">
                <p14:modId xmlns:p14="http://schemas.microsoft.com/office/powerpoint/2010/main" val="3020448880"/>
              </p:ext>
            </p:extLst>
          </p:nvPr>
        </p:nvGraphicFramePr>
        <p:xfrm>
          <a:off x="6244225" y="660258"/>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20" name="矩形 19">
            <a:extLst>
              <a:ext uri="{FF2B5EF4-FFF2-40B4-BE49-F238E27FC236}">
                <a16:creationId xmlns:a16="http://schemas.microsoft.com/office/drawing/2014/main" id="{7A8445F3-0A30-4C20-BD7F-1EADF4C3A8BA}"/>
              </a:ext>
            </a:extLst>
          </p:cNvPr>
          <p:cNvSpPr/>
          <p:nvPr/>
        </p:nvSpPr>
        <p:spPr>
          <a:xfrm>
            <a:off x="11213517" y="3164075"/>
            <a:ext cx="442353" cy="401803"/>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rPr>
              <a:t>0</a:t>
            </a:r>
            <a:endParaRPr lang="zh-TW" altLang="en-US" dirty="0">
              <a:solidFill>
                <a:schemeClr val="tx1"/>
              </a:solidFill>
            </a:endParaRPr>
          </a:p>
        </p:txBody>
      </p:sp>
      <p:graphicFrame>
        <p:nvGraphicFramePr>
          <p:cNvPr id="12" name="表格 11">
            <a:extLst>
              <a:ext uri="{FF2B5EF4-FFF2-40B4-BE49-F238E27FC236}">
                <a16:creationId xmlns:a16="http://schemas.microsoft.com/office/drawing/2014/main" id="{ECB76F92-93C8-4461-A260-9A663C060F23}"/>
              </a:ext>
            </a:extLst>
          </p:cNvPr>
          <p:cNvGraphicFramePr>
            <a:graphicFrameLocks noGrp="1"/>
          </p:cNvGraphicFramePr>
          <p:nvPr/>
        </p:nvGraphicFramePr>
        <p:xfrm>
          <a:off x="4111815" y="25034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1" name="表格 10">
            <a:extLst>
              <a:ext uri="{FF2B5EF4-FFF2-40B4-BE49-F238E27FC236}">
                <a16:creationId xmlns:a16="http://schemas.microsoft.com/office/drawing/2014/main" id="{8848A1D3-DE4C-4676-A765-38C3C115C462}"/>
              </a:ext>
            </a:extLst>
          </p:cNvPr>
          <p:cNvGraphicFramePr>
            <a:graphicFrameLocks noGrp="1"/>
          </p:cNvGraphicFramePr>
          <p:nvPr/>
        </p:nvGraphicFramePr>
        <p:xfrm>
          <a:off x="3997515" y="24018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E42275DD-5DEF-4BA9-B0D2-EB7C5B46ED88}"/>
              </a:ext>
            </a:extLst>
          </p:cNvPr>
          <p:cNvGraphicFramePr>
            <a:graphicFrameLocks noGrp="1"/>
          </p:cNvGraphicFramePr>
          <p:nvPr/>
        </p:nvGraphicFramePr>
        <p:xfrm>
          <a:off x="347556" y="239764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5" name="箭號: 向右 4">
            <a:extLst>
              <a:ext uri="{FF2B5EF4-FFF2-40B4-BE49-F238E27FC236}">
                <a16:creationId xmlns:a16="http://schemas.microsoft.com/office/drawing/2014/main" id="{FD5903D7-81D1-45F9-B9E2-FC990C81F6A7}"/>
              </a:ext>
            </a:extLst>
          </p:cNvPr>
          <p:cNvSpPr/>
          <p:nvPr/>
        </p:nvSpPr>
        <p:spPr>
          <a:xfrm>
            <a:off x="2521676"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6" name="圓角矩形 4">
            <a:extLst>
              <a:ext uri="{FF2B5EF4-FFF2-40B4-BE49-F238E27FC236}">
                <a16:creationId xmlns:a16="http://schemas.microsoft.com/office/drawing/2014/main" id="{292C49E8-7202-4FD4-A13E-76B3A77908FA}"/>
              </a:ext>
            </a:extLst>
          </p:cNvPr>
          <p:cNvSpPr/>
          <p:nvPr/>
        </p:nvSpPr>
        <p:spPr>
          <a:xfrm>
            <a:off x="2364704" y="1914596"/>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1</a:t>
            </a:r>
          </a:p>
          <a:p>
            <a:pPr algn="ctr"/>
            <a:r>
              <a:rPr lang="en-US" altLang="zh-TW" dirty="0"/>
              <a:t>( 3 filters)</a:t>
            </a:r>
            <a:endParaRPr lang="zh-TW" altLang="en-US" dirty="0"/>
          </a:p>
        </p:txBody>
      </p:sp>
      <p:sp>
        <p:nvSpPr>
          <p:cNvPr id="8" name="圓角矩形 4">
            <a:extLst>
              <a:ext uri="{FF2B5EF4-FFF2-40B4-BE49-F238E27FC236}">
                <a16:creationId xmlns:a16="http://schemas.microsoft.com/office/drawing/2014/main" id="{10CA7081-D4C8-4496-A838-6B8C5E06D4EF}"/>
              </a:ext>
            </a:extLst>
          </p:cNvPr>
          <p:cNvSpPr/>
          <p:nvPr/>
        </p:nvSpPr>
        <p:spPr>
          <a:xfrm>
            <a:off x="479401" y="161376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5x5x1</a:t>
            </a:r>
            <a:endParaRPr lang="zh-TW" altLang="en-US" sz="2400" dirty="0"/>
          </a:p>
        </p:txBody>
      </p:sp>
      <p:graphicFrame>
        <p:nvGraphicFramePr>
          <p:cNvPr id="10" name="表格 9">
            <a:extLst>
              <a:ext uri="{FF2B5EF4-FFF2-40B4-BE49-F238E27FC236}">
                <a16:creationId xmlns:a16="http://schemas.microsoft.com/office/drawing/2014/main" id="{49865FCC-D690-4C56-B821-863DBE59604E}"/>
              </a:ext>
            </a:extLst>
          </p:cNvPr>
          <p:cNvGraphicFramePr>
            <a:graphicFrameLocks noGrp="1"/>
          </p:cNvGraphicFramePr>
          <p:nvPr/>
        </p:nvGraphicFramePr>
        <p:xfrm>
          <a:off x="3883215" y="23002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3" name="箭號: 向右 12">
            <a:extLst>
              <a:ext uri="{FF2B5EF4-FFF2-40B4-BE49-F238E27FC236}">
                <a16:creationId xmlns:a16="http://schemas.microsoft.com/office/drawing/2014/main" id="{620BE942-10BA-4A2B-9D62-5694A3B6DFDC}"/>
              </a:ext>
            </a:extLst>
          </p:cNvPr>
          <p:cNvSpPr/>
          <p:nvPr/>
        </p:nvSpPr>
        <p:spPr>
          <a:xfrm>
            <a:off x="6240992"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4" name="圓角矩形 4">
            <a:extLst>
              <a:ext uri="{FF2B5EF4-FFF2-40B4-BE49-F238E27FC236}">
                <a16:creationId xmlns:a16="http://schemas.microsoft.com/office/drawing/2014/main" id="{86E1D2DE-B580-487F-845B-F5F84196355C}"/>
              </a:ext>
            </a:extLst>
          </p:cNvPr>
          <p:cNvSpPr/>
          <p:nvPr/>
        </p:nvSpPr>
        <p:spPr>
          <a:xfrm>
            <a:off x="6099371" y="1973620"/>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2</a:t>
            </a:r>
          </a:p>
          <a:p>
            <a:pPr algn="ctr"/>
            <a:r>
              <a:rPr lang="en-US" altLang="zh-TW" dirty="0"/>
              <a:t>( 2 filters)</a:t>
            </a:r>
            <a:endParaRPr lang="zh-TW" altLang="en-US" dirty="0"/>
          </a:p>
        </p:txBody>
      </p:sp>
      <p:graphicFrame>
        <p:nvGraphicFramePr>
          <p:cNvPr id="15" name="表格 14">
            <a:extLst>
              <a:ext uri="{FF2B5EF4-FFF2-40B4-BE49-F238E27FC236}">
                <a16:creationId xmlns:a16="http://schemas.microsoft.com/office/drawing/2014/main" id="{F42BDBBC-23AB-4B0F-B28B-C9DD0B174A81}"/>
              </a:ext>
            </a:extLst>
          </p:cNvPr>
          <p:cNvGraphicFramePr>
            <a:graphicFrameLocks noGrp="1"/>
          </p:cNvGraphicFramePr>
          <p:nvPr/>
        </p:nvGraphicFramePr>
        <p:xfrm>
          <a:off x="7702590" y="24018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6" name="表格 15">
            <a:extLst>
              <a:ext uri="{FF2B5EF4-FFF2-40B4-BE49-F238E27FC236}">
                <a16:creationId xmlns:a16="http://schemas.microsoft.com/office/drawing/2014/main" id="{A3AC749F-1EA7-4501-ABFE-949FDBBF8ECD}"/>
              </a:ext>
            </a:extLst>
          </p:cNvPr>
          <p:cNvGraphicFramePr>
            <a:graphicFrameLocks noGrp="1"/>
          </p:cNvGraphicFramePr>
          <p:nvPr/>
        </p:nvGraphicFramePr>
        <p:xfrm>
          <a:off x="7588290" y="23002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7" name="箭號: 向右 16">
            <a:extLst>
              <a:ext uri="{FF2B5EF4-FFF2-40B4-BE49-F238E27FC236}">
                <a16:creationId xmlns:a16="http://schemas.microsoft.com/office/drawing/2014/main" id="{7D356F81-5C19-499B-813D-CE287375F9B7}"/>
              </a:ext>
            </a:extLst>
          </p:cNvPr>
          <p:cNvSpPr/>
          <p:nvPr/>
        </p:nvSpPr>
        <p:spPr>
          <a:xfrm>
            <a:off x="9864344"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9035B612-B92D-48EC-9AC5-22FC36DC2835}"/>
              </a:ext>
            </a:extLst>
          </p:cNvPr>
          <p:cNvSpPr/>
          <p:nvPr/>
        </p:nvSpPr>
        <p:spPr>
          <a:xfrm>
            <a:off x="11117562" y="3079409"/>
            <a:ext cx="442353" cy="401803"/>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rPr>
              <a:t>0</a:t>
            </a:r>
            <a:endParaRPr lang="zh-TW" altLang="en-US" dirty="0">
              <a:solidFill>
                <a:schemeClr val="tx1"/>
              </a:solidFill>
            </a:endParaRPr>
          </a:p>
        </p:txBody>
      </p:sp>
      <p:sp>
        <p:nvSpPr>
          <p:cNvPr id="19" name="圓角矩形 4">
            <a:extLst>
              <a:ext uri="{FF2B5EF4-FFF2-40B4-BE49-F238E27FC236}">
                <a16:creationId xmlns:a16="http://schemas.microsoft.com/office/drawing/2014/main" id="{C531B475-D4A0-4097-B88A-91729878746A}"/>
              </a:ext>
            </a:extLst>
          </p:cNvPr>
          <p:cNvSpPr/>
          <p:nvPr/>
        </p:nvSpPr>
        <p:spPr>
          <a:xfrm>
            <a:off x="9707373" y="2079400"/>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Fully connected layer</a:t>
            </a:r>
            <a:endParaRPr lang="zh-TW" altLang="en-US" dirty="0"/>
          </a:p>
        </p:txBody>
      </p:sp>
      <p:sp>
        <p:nvSpPr>
          <p:cNvPr id="21" name="圓角矩形 4">
            <a:extLst>
              <a:ext uri="{FF2B5EF4-FFF2-40B4-BE49-F238E27FC236}">
                <a16:creationId xmlns:a16="http://schemas.microsoft.com/office/drawing/2014/main" id="{8077239B-0AD7-448D-BA77-1F055DB4DAB8}"/>
              </a:ext>
            </a:extLst>
          </p:cNvPr>
          <p:cNvSpPr/>
          <p:nvPr/>
        </p:nvSpPr>
        <p:spPr>
          <a:xfrm>
            <a:off x="4082223" y="161376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5x5x3</a:t>
            </a:r>
            <a:endParaRPr lang="zh-TW" altLang="en-US" sz="2400" dirty="0"/>
          </a:p>
        </p:txBody>
      </p:sp>
      <p:sp>
        <p:nvSpPr>
          <p:cNvPr id="22" name="圓角矩形 4">
            <a:extLst>
              <a:ext uri="{FF2B5EF4-FFF2-40B4-BE49-F238E27FC236}">
                <a16:creationId xmlns:a16="http://schemas.microsoft.com/office/drawing/2014/main" id="{6E43B0E1-2D03-4806-AAA9-CE88139F5C66}"/>
              </a:ext>
            </a:extLst>
          </p:cNvPr>
          <p:cNvSpPr/>
          <p:nvPr/>
        </p:nvSpPr>
        <p:spPr>
          <a:xfrm>
            <a:off x="7720135" y="1596958"/>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5x5x2</a:t>
            </a:r>
            <a:endParaRPr lang="zh-TW" altLang="en-US" sz="2400" dirty="0"/>
          </a:p>
        </p:txBody>
      </p:sp>
      <p:graphicFrame>
        <p:nvGraphicFramePr>
          <p:cNvPr id="24" name="內容版面配置區 11">
            <a:extLst>
              <a:ext uri="{FF2B5EF4-FFF2-40B4-BE49-F238E27FC236}">
                <a16:creationId xmlns:a16="http://schemas.microsoft.com/office/drawing/2014/main" id="{75993C37-F373-4C5C-AD1D-3ED6F57CA624}"/>
              </a:ext>
            </a:extLst>
          </p:cNvPr>
          <p:cNvGraphicFramePr>
            <a:graphicFrameLocks noGrp="1"/>
          </p:cNvGraphicFramePr>
          <p:nvPr>
            <p:ph idx="1"/>
          </p:nvPr>
        </p:nvGraphicFramePr>
        <p:xfrm>
          <a:off x="10723129" y="5975814"/>
          <a:ext cx="1347166" cy="365760"/>
        </p:xfrm>
        <a:graphic>
          <a:graphicData uri="http://schemas.openxmlformats.org/drawingml/2006/table">
            <a:tbl>
              <a:tblPr firstRow="1" bandRow="1">
                <a:tableStyleId>{073A0DAA-6AF3-43AB-8588-CEC1D06C72B9}</a:tableStyleId>
              </a:tblPr>
              <a:tblGrid>
                <a:gridCol w="673583">
                  <a:extLst>
                    <a:ext uri="{9D8B030D-6E8A-4147-A177-3AD203B41FA5}">
                      <a16:colId xmlns:a16="http://schemas.microsoft.com/office/drawing/2014/main" val="20000"/>
                    </a:ext>
                  </a:extLst>
                </a:gridCol>
                <a:gridCol w="673583">
                  <a:extLst>
                    <a:ext uri="{9D8B030D-6E8A-4147-A177-3AD203B41FA5}">
                      <a16:colId xmlns:a16="http://schemas.microsoft.com/office/drawing/2014/main" val="20001"/>
                    </a:ext>
                  </a:extLst>
                </a:gridCol>
              </a:tblGrid>
              <a:tr h="0">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val="10000"/>
                  </a:ext>
                </a:extLst>
              </a:tr>
            </a:tbl>
          </a:graphicData>
        </a:graphic>
      </p:graphicFrame>
      <p:sp>
        <p:nvSpPr>
          <p:cNvPr id="25" name="箭號: 向右 24">
            <a:extLst>
              <a:ext uri="{FF2B5EF4-FFF2-40B4-BE49-F238E27FC236}">
                <a16:creationId xmlns:a16="http://schemas.microsoft.com/office/drawing/2014/main" id="{198BED6B-05D9-41B1-BCF0-7BB830824EA7}"/>
              </a:ext>
            </a:extLst>
          </p:cNvPr>
          <p:cNvSpPr/>
          <p:nvPr/>
        </p:nvSpPr>
        <p:spPr>
          <a:xfrm rot="5400000">
            <a:off x="10839838" y="4705899"/>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3" name="圓角矩形 4">
            <a:extLst>
              <a:ext uri="{FF2B5EF4-FFF2-40B4-BE49-F238E27FC236}">
                <a16:creationId xmlns:a16="http://schemas.microsoft.com/office/drawing/2014/main" id="{6CAEE530-E7E5-4320-A7BB-490C59252D3A}"/>
              </a:ext>
            </a:extLst>
          </p:cNvPr>
          <p:cNvSpPr/>
          <p:nvPr/>
        </p:nvSpPr>
        <p:spPr>
          <a:xfrm>
            <a:off x="10099767" y="4561455"/>
            <a:ext cx="1113749" cy="601662"/>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err="1"/>
              <a:t>Softmax</a:t>
            </a:r>
            <a:endParaRPr lang="zh-TW" altLang="en-US" dirty="0"/>
          </a:p>
        </p:txBody>
      </p:sp>
      <p:sp>
        <p:nvSpPr>
          <p:cNvPr id="26" name="標題 1">
            <a:extLst>
              <a:ext uri="{FF2B5EF4-FFF2-40B4-BE49-F238E27FC236}">
                <a16:creationId xmlns:a16="http://schemas.microsoft.com/office/drawing/2014/main" id="{066C6D6A-26A1-4353-A740-35AF3EEAAA77}"/>
              </a:ext>
            </a:extLst>
          </p:cNvPr>
          <p:cNvSpPr>
            <a:spLocks noGrp="1"/>
          </p:cNvSpPr>
          <p:nvPr>
            <p:ph type="title"/>
          </p:nvPr>
        </p:nvSpPr>
        <p:spPr>
          <a:xfrm>
            <a:off x="642891" y="197095"/>
            <a:ext cx="1971025" cy="1325563"/>
          </a:xfrm>
        </p:spPr>
        <p:txBody>
          <a:bodyPr/>
          <a:lstStyle/>
          <a:p>
            <a:r>
              <a:rPr lang="en-US" altLang="zh-TW" b="1" dirty="0"/>
              <a:t>Outline</a:t>
            </a:r>
            <a:endParaRPr lang="zh-TW" altLang="en-US" dirty="0"/>
          </a:p>
        </p:txBody>
      </p:sp>
      <p:sp>
        <p:nvSpPr>
          <p:cNvPr id="28" name="投影片編號版面配置區 7">
            <a:extLst>
              <a:ext uri="{FF2B5EF4-FFF2-40B4-BE49-F238E27FC236}">
                <a16:creationId xmlns:a16="http://schemas.microsoft.com/office/drawing/2014/main" id="{0678F328-A838-4FBC-8D8A-3BFCCB8D2C20}"/>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2</a:t>
            </a:fld>
            <a:endParaRPr lang="zh-TW" altLang="en-US" dirty="0">
              <a:solidFill>
                <a:schemeClr val="tx1"/>
              </a:solidFill>
            </a:endParaRPr>
          </a:p>
        </p:txBody>
      </p:sp>
      <p:graphicFrame>
        <p:nvGraphicFramePr>
          <p:cNvPr id="27" name="表格 26">
            <a:extLst>
              <a:ext uri="{FF2B5EF4-FFF2-40B4-BE49-F238E27FC236}">
                <a16:creationId xmlns:a16="http://schemas.microsoft.com/office/drawing/2014/main" id="{98C8FF17-2FE6-4061-985F-D43BBE792EBD}"/>
              </a:ext>
            </a:extLst>
          </p:cNvPr>
          <p:cNvGraphicFramePr>
            <a:graphicFrameLocks noGrp="1"/>
          </p:cNvGraphicFramePr>
          <p:nvPr>
            <p:extLst>
              <p:ext uri="{D42A27DB-BD31-4B8C-83A1-F6EECF244321}">
                <p14:modId xmlns:p14="http://schemas.microsoft.com/office/powerpoint/2010/main" val="3583680073"/>
              </p:ext>
            </p:extLst>
          </p:nvPr>
        </p:nvGraphicFramePr>
        <p:xfrm>
          <a:off x="2555756" y="653812"/>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29" name="表格 28">
            <a:extLst>
              <a:ext uri="{FF2B5EF4-FFF2-40B4-BE49-F238E27FC236}">
                <a16:creationId xmlns:a16="http://schemas.microsoft.com/office/drawing/2014/main" id="{0CE85D43-6C60-4747-BC65-1B1172992566}"/>
              </a:ext>
            </a:extLst>
          </p:cNvPr>
          <p:cNvGraphicFramePr>
            <a:graphicFrameLocks noGrp="1"/>
          </p:cNvGraphicFramePr>
          <p:nvPr>
            <p:extLst>
              <p:ext uri="{D42A27DB-BD31-4B8C-83A1-F6EECF244321}">
                <p14:modId xmlns:p14="http://schemas.microsoft.com/office/powerpoint/2010/main" val="1499424492"/>
              </p:ext>
            </p:extLst>
          </p:nvPr>
        </p:nvGraphicFramePr>
        <p:xfrm>
          <a:off x="6179296" y="588485"/>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pic>
        <p:nvPicPr>
          <p:cNvPr id="7" name="Audio 6">
            <a:hlinkClick r:id="" action="ppaction://media"/>
          </p:cNvPr>
          <p:cNvPicPr>
            <a:picLocks noChangeAspect="1"/>
          </p:cNvPicPr>
          <p:nvPr>
            <a:audioFile r:link="rId1"/>
            <p:extLst>
              <p:ext uri="{DAA4B4D4-6D71-4841-9C94-3DE7FCFB9230}">
                <p14:media xmlns:p14="http://schemas.microsoft.com/office/powerpoint/2010/main" r:embed="rId2">
                  <p14:trim st="2178"/>
                </p14:media>
              </p:ext>
            </p:extLst>
          </p:nvPr>
        </p:nvPicPr>
        <p:blipFill>
          <a:blip r:embed="rId5"/>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45935556"/>
      </p:ext>
    </p:extLst>
  </p:cSld>
  <p:clrMapOvr>
    <a:masterClrMapping/>
  </p:clrMapOvr>
  <mc:AlternateContent xmlns:mc="http://schemas.openxmlformats.org/markup-compatibility/2006" xmlns:p14="http://schemas.microsoft.com/office/powerpoint/2010/main">
    <mc:Choice Requires="p14">
      <p:transition spd="slow" p14:dur="2000" advTm="39000"/>
    </mc:Choice>
    <mc:Fallback xmlns="">
      <p:transition spd="slow" advTm="3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7A8445F3-0A30-4C20-BD7F-1EADF4C3A8BA}"/>
              </a:ext>
            </a:extLst>
          </p:cNvPr>
          <p:cNvSpPr/>
          <p:nvPr/>
        </p:nvSpPr>
        <p:spPr>
          <a:xfrm>
            <a:off x="11213517" y="3164075"/>
            <a:ext cx="442353" cy="401803"/>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rPr>
              <a:t>0</a:t>
            </a:r>
            <a:endParaRPr lang="zh-TW" altLang="en-US" dirty="0">
              <a:solidFill>
                <a:schemeClr val="tx1"/>
              </a:solidFill>
            </a:endParaRPr>
          </a:p>
        </p:txBody>
      </p:sp>
      <p:graphicFrame>
        <p:nvGraphicFramePr>
          <p:cNvPr id="12" name="表格 11">
            <a:extLst>
              <a:ext uri="{FF2B5EF4-FFF2-40B4-BE49-F238E27FC236}">
                <a16:creationId xmlns:a16="http://schemas.microsoft.com/office/drawing/2014/main" id="{ECB76F92-93C8-4461-A260-9A663C060F23}"/>
              </a:ext>
            </a:extLst>
          </p:cNvPr>
          <p:cNvGraphicFramePr>
            <a:graphicFrameLocks noGrp="1"/>
          </p:cNvGraphicFramePr>
          <p:nvPr/>
        </p:nvGraphicFramePr>
        <p:xfrm>
          <a:off x="4111815" y="25034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1" name="表格 10">
            <a:extLst>
              <a:ext uri="{FF2B5EF4-FFF2-40B4-BE49-F238E27FC236}">
                <a16:creationId xmlns:a16="http://schemas.microsoft.com/office/drawing/2014/main" id="{8848A1D3-DE4C-4676-A765-38C3C115C462}"/>
              </a:ext>
            </a:extLst>
          </p:cNvPr>
          <p:cNvGraphicFramePr>
            <a:graphicFrameLocks noGrp="1"/>
          </p:cNvGraphicFramePr>
          <p:nvPr/>
        </p:nvGraphicFramePr>
        <p:xfrm>
          <a:off x="3997515" y="24018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E42275DD-5DEF-4BA9-B0D2-EB7C5B46ED88}"/>
              </a:ext>
            </a:extLst>
          </p:cNvPr>
          <p:cNvGraphicFramePr>
            <a:graphicFrameLocks noGrp="1"/>
          </p:cNvGraphicFramePr>
          <p:nvPr/>
        </p:nvGraphicFramePr>
        <p:xfrm>
          <a:off x="347556" y="239764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5" name="箭號: 向右 4">
            <a:extLst>
              <a:ext uri="{FF2B5EF4-FFF2-40B4-BE49-F238E27FC236}">
                <a16:creationId xmlns:a16="http://schemas.microsoft.com/office/drawing/2014/main" id="{FD5903D7-81D1-45F9-B9E2-FC990C81F6A7}"/>
              </a:ext>
            </a:extLst>
          </p:cNvPr>
          <p:cNvSpPr/>
          <p:nvPr/>
        </p:nvSpPr>
        <p:spPr>
          <a:xfrm>
            <a:off x="2521676"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6" name="圓角矩形 4">
            <a:extLst>
              <a:ext uri="{FF2B5EF4-FFF2-40B4-BE49-F238E27FC236}">
                <a16:creationId xmlns:a16="http://schemas.microsoft.com/office/drawing/2014/main" id="{292C49E8-7202-4FD4-A13E-76B3A77908FA}"/>
              </a:ext>
            </a:extLst>
          </p:cNvPr>
          <p:cNvSpPr/>
          <p:nvPr/>
        </p:nvSpPr>
        <p:spPr>
          <a:xfrm>
            <a:off x="2364704" y="1914596"/>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1</a:t>
            </a:r>
          </a:p>
          <a:p>
            <a:pPr algn="ctr"/>
            <a:r>
              <a:rPr lang="en-US" altLang="zh-TW" dirty="0"/>
              <a:t>( 3 filters)</a:t>
            </a:r>
            <a:endParaRPr lang="zh-TW" altLang="en-US" dirty="0"/>
          </a:p>
        </p:txBody>
      </p:sp>
      <p:sp>
        <p:nvSpPr>
          <p:cNvPr id="8" name="圓角矩形 4">
            <a:extLst>
              <a:ext uri="{FF2B5EF4-FFF2-40B4-BE49-F238E27FC236}">
                <a16:creationId xmlns:a16="http://schemas.microsoft.com/office/drawing/2014/main" id="{10CA7081-D4C8-4496-A838-6B8C5E06D4EF}"/>
              </a:ext>
            </a:extLst>
          </p:cNvPr>
          <p:cNvSpPr/>
          <p:nvPr/>
        </p:nvSpPr>
        <p:spPr>
          <a:xfrm>
            <a:off x="479401" y="161376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5x5x1</a:t>
            </a:r>
            <a:endParaRPr lang="zh-TW" altLang="en-US" sz="2400" dirty="0"/>
          </a:p>
        </p:txBody>
      </p:sp>
      <p:graphicFrame>
        <p:nvGraphicFramePr>
          <p:cNvPr id="10" name="表格 9">
            <a:extLst>
              <a:ext uri="{FF2B5EF4-FFF2-40B4-BE49-F238E27FC236}">
                <a16:creationId xmlns:a16="http://schemas.microsoft.com/office/drawing/2014/main" id="{49865FCC-D690-4C56-B821-863DBE59604E}"/>
              </a:ext>
            </a:extLst>
          </p:cNvPr>
          <p:cNvGraphicFramePr>
            <a:graphicFrameLocks noGrp="1"/>
          </p:cNvGraphicFramePr>
          <p:nvPr/>
        </p:nvGraphicFramePr>
        <p:xfrm>
          <a:off x="3883215" y="23002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3" name="箭號: 向右 12">
            <a:extLst>
              <a:ext uri="{FF2B5EF4-FFF2-40B4-BE49-F238E27FC236}">
                <a16:creationId xmlns:a16="http://schemas.microsoft.com/office/drawing/2014/main" id="{620BE942-10BA-4A2B-9D62-5694A3B6DFDC}"/>
              </a:ext>
            </a:extLst>
          </p:cNvPr>
          <p:cNvSpPr/>
          <p:nvPr/>
        </p:nvSpPr>
        <p:spPr>
          <a:xfrm>
            <a:off x="6240992"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4" name="圓角矩形 4">
            <a:extLst>
              <a:ext uri="{FF2B5EF4-FFF2-40B4-BE49-F238E27FC236}">
                <a16:creationId xmlns:a16="http://schemas.microsoft.com/office/drawing/2014/main" id="{86E1D2DE-B580-487F-845B-F5F84196355C}"/>
              </a:ext>
            </a:extLst>
          </p:cNvPr>
          <p:cNvSpPr/>
          <p:nvPr/>
        </p:nvSpPr>
        <p:spPr>
          <a:xfrm>
            <a:off x="6099371" y="1973620"/>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2</a:t>
            </a:r>
          </a:p>
          <a:p>
            <a:pPr algn="ctr"/>
            <a:r>
              <a:rPr lang="en-US" altLang="zh-TW" dirty="0"/>
              <a:t>( 2 filters)</a:t>
            </a:r>
            <a:endParaRPr lang="zh-TW" altLang="en-US" dirty="0"/>
          </a:p>
        </p:txBody>
      </p:sp>
      <p:graphicFrame>
        <p:nvGraphicFramePr>
          <p:cNvPr id="15" name="表格 14">
            <a:extLst>
              <a:ext uri="{FF2B5EF4-FFF2-40B4-BE49-F238E27FC236}">
                <a16:creationId xmlns:a16="http://schemas.microsoft.com/office/drawing/2014/main" id="{F42BDBBC-23AB-4B0F-B28B-C9DD0B174A81}"/>
              </a:ext>
            </a:extLst>
          </p:cNvPr>
          <p:cNvGraphicFramePr>
            <a:graphicFrameLocks noGrp="1"/>
          </p:cNvGraphicFramePr>
          <p:nvPr/>
        </p:nvGraphicFramePr>
        <p:xfrm>
          <a:off x="7702590" y="24018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6" name="表格 15">
            <a:extLst>
              <a:ext uri="{FF2B5EF4-FFF2-40B4-BE49-F238E27FC236}">
                <a16:creationId xmlns:a16="http://schemas.microsoft.com/office/drawing/2014/main" id="{A3AC749F-1EA7-4501-ABFE-949FDBBF8ECD}"/>
              </a:ext>
            </a:extLst>
          </p:cNvPr>
          <p:cNvGraphicFramePr>
            <a:graphicFrameLocks noGrp="1"/>
          </p:cNvGraphicFramePr>
          <p:nvPr/>
        </p:nvGraphicFramePr>
        <p:xfrm>
          <a:off x="7588290" y="23002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7" name="箭號: 向右 16">
            <a:extLst>
              <a:ext uri="{FF2B5EF4-FFF2-40B4-BE49-F238E27FC236}">
                <a16:creationId xmlns:a16="http://schemas.microsoft.com/office/drawing/2014/main" id="{7D356F81-5C19-499B-813D-CE287375F9B7}"/>
              </a:ext>
            </a:extLst>
          </p:cNvPr>
          <p:cNvSpPr/>
          <p:nvPr/>
        </p:nvSpPr>
        <p:spPr>
          <a:xfrm>
            <a:off x="9864344"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9035B612-B92D-48EC-9AC5-22FC36DC2835}"/>
              </a:ext>
            </a:extLst>
          </p:cNvPr>
          <p:cNvSpPr/>
          <p:nvPr/>
        </p:nvSpPr>
        <p:spPr>
          <a:xfrm>
            <a:off x="11117562" y="3079409"/>
            <a:ext cx="442353" cy="401803"/>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rPr>
              <a:t>0</a:t>
            </a:r>
            <a:endParaRPr lang="zh-TW" altLang="en-US" dirty="0">
              <a:solidFill>
                <a:schemeClr val="tx1"/>
              </a:solidFill>
            </a:endParaRPr>
          </a:p>
        </p:txBody>
      </p:sp>
      <p:sp>
        <p:nvSpPr>
          <p:cNvPr id="19" name="圓角矩形 4">
            <a:extLst>
              <a:ext uri="{FF2B5EF4-FFF2-40B4-BE49-F238E27FC236}">
                <a16:creationId xmlns:a16="http://schemas.microsoft.com/office/drawing/2014/main" id="{C531B475-D4A0-4097-B88A-91729878746A}"/>
              </a:ext>
            </a:extLst>
          </p:cNvPr>
          <p:cNvSpPr/>
          <p:nvPr/>
        </p:nvSpPr>
        <p:spPr>
          <a:xfrm>
            <a:off x="9707373" y="2079400"/>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Fully connected layer</a:t>
            </a:r>
            <a:endParaRPr lang="zh-TW" altLang="en-US" dirty="0"/>
          </a:p>
        </p:txBody>
      </p:sp>
      <p:sp>
        <p:nvSpPr>
          <p:cNvPr id="21" name="圓角矩形 4">
            <a:extLst>
              <a:ext uri="{FF2B5EF4-FFF2-40B4-BE49-F238E27FC236}">
                <a16:creationId xmlns:a16="http://schemas.microsoft.com/office/drawing/2014/main" id="{8077239B-0AD7-448D-BA77-1F055DB4DAB8}"/>
              </a:ext>
            </a:extLst>
          </p:cNvPr>
          <p:cNvSpPr/>
          <p:nvPr/>
        </p:nvSpPr>
        <p:spPr>
          <a:xfrm>
            <a:off x="4082223" y="161376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5x5x3</a:t>
            </a:r>
            <a:endParaRPr lang="zh-TW" altLang="en-US" sz="2400" dirty="0"/>
          </a:p>
        </p:txBody>
      </p:sp>
      <p:sp>
        <p:nvSpPr>
          <p:cNvPr id="22" name="圓角矩形 4">
            <a:extLst>
              <a:ext uri="{FF2B5EF4-FFF2-40B4-BE49-F238E27FC236}">
                <a16:creationId xmlns:a16="http://schemas.microsoft.com/office/drawing/2014/main" id="{6E43B0E1-2D03-4806-AAA9-CE88139F5C66}"/>
              </a:ext>
            </a:extLst>
          </p:cNvPr>
          <p:cNvSpPr/>
          <p:nvPr/>
        </p:nvSpPr>
        <p:spPr>
          <a:xfrm>
            <a:off x="7720135" y="1596958"/>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5x5x2</a:t>
            </a:r>
            <a:endParaRPr lang="zh-TW" altLang="en-US" sz="2400" dirty="0"/>
          </a:p>
        </p:txBody>
      </p:sp>
      <p:graphicFrame>
        <p:nvGraphicFramePr>
          <p:cNvPr id="24" name="內容版面配置區 11">
            <a:extLst>
              <a:ext uri="{FF2B5EF4-FFF2-40B4-BE49-F238E27FC236}">
                <a16:creationId xmlns:a16="http://schemas.microsoft.com/office/drawing/2014/main" id="{75993C37-F373-4C5C-AD1D-3ED6F57CA624}"/>
              </a:ext>
            </a:extLst>
          </p:cNvPr>
          <p:cNvGraphicFramePr>
            <a:graphicFrameLocks noGrp="1"/>
          </p:cNvGraphicFramePr>
          <p:nvPr>
            <p:ph idx="1"/>
          </p:nvPr>
        </p:nvGraphicFramePr>
        <p:xfrm>
          <a:off x="10723129" y="5975814"/>
          <a:ext cx="1347166" cy="365760"/>
        </p:xfrm>
        <a:graphic>
          <a:graphicData uri="http://schemas.openxmlformats.org/drawingml/2006/table">
            <a:tbl>
              <a:tblPr firstRow="1" bandRow="1">
                <a:tableStyleId>{073A0DAA-6AF3-43AB-8588-CEC1D06C72B9}</a:tableStyleId>
              </a:tblPr>
              <a:tblGrid>
                <a:gridCol w="673583">
                  <a:extLst>
                    <a:ext uri="{9D8B030D-6E8A-4147-A177-3AD203B41FA5}">
                      <a16:colId xmlns:a16="http://schemas.microsoft.com/office/drawing/2014/main" val="20000"/>
                    </a:ext>
                  </a:extLst>
                </a:gridCol>
                <a:gridCol w="673583">
                  <a:extLst>
                    <a:ext uri="{9D8B030D-6E8A-4147-A177-3AD203B41FA5}">
                      <a16:colId xmlns:a16="http://schemas.microsoft.com/office/drawing/2014/main" val="20001"/>
                    </a:ext>
                  </a:extLst>
                </a:gridCol>
              </a:tblGrid>
              <a:tr h="0">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val="10000"/>
                  </a:ext>
                </a:extLst>
              </a:tr>
            </a:tbl>
          </a:graphicData>
        </a:graphic>
      </p:graphicFrame>
      <p:sp>
        <p:nvSpPr>
          <p:cNvPr id="25" name="箭號: 向右 24">
            <a:extLst>
              <a:ext uri="{FF2B5EF4-FFF2-40B4-BE49-F238E27FC236}">
                <a16:creationId xmlns:a16="http://schemas.microsoft.com/office/drawing/2014/main" id="{198BED6B-05D9-41B1-BCF0-7BB830824EA7}"/>
              </a:ext>
            </a:extLst>
          </p:cNvPr>
          <p:cNvSpPr/>
          <p:nvPr/>
        </p:nvSpPr>
        <p:spPr>
          <a:xfrm rot="5400000">
            <a:off x="10839838" y="4705899"/>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3" name="圓角矩形 4">
            <a:extLst>
              <a:ext uri="{FF2B5EF4-FFF2-40B4-BE49-F238E27FC236}">
                <a16:creationId xmlns:a16="http://schemas.microsoft.com/office/drawing/2014/main" id="{6CAEE530-E7E5-4320-A7BB-490C59252D3A}"/>
              </a:ext>
            </a:extLst>
          </p:cNvPr>
          <p:cNvSpPr/>
          <p:nvPr/>
        </p:nvSpPr>
        <p:spPr>
          <a:xfrm>
            <a:off x="10099767" y="4561455"/>
            <a:ext cx="1113749" cy="601662"/>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err="1"/>
              <a:t>Softmax</a:t>
            </a:r>
            <a:endParaRPr lang="zh-TW" altLang="en-US" dirty="0"/>
          </a:p>
        </p:txBody>
      </p:sp>
      <p:sp>
        <p:nvSpPr>
          <p:cNvPr id="26" name="標題 1">
            <a:extLst>
              <a:ext uri="{FF2B5EF4-FFF2-40B4-BE49-F238E27FC236}">
                <a16:creationId xmlns:a16="http://schemas.microsoft.com/office/drawing/2014/main" id="{066C6D6A-26A1-4353-A740-35AF3EEAAA77}"/>
              </a:ext>
            </a:extLst>
          </p:cNvPr>
          <p:cNvSpPr>
            <a:spLocks noGrp="1"/>
          </p:cNvSpPr>
          <p:nvPr>
            <p:ph type="title"/>
          </p:nvPr>
        </p:nvSpPr>
        <p:spPr>
          <a:xfrm>
            <a:off x="642891" y="197095"/>
            <a:ext cx="1971025" cy="1325563"/>
          </a:xfrm>
        </p:spPr>
        <p:txBody>
          <a:bodyPr/>
          <a:lstStyle/>
          <a:p>
            <a:r>
              <a:rPr lang="en-US" altLang="zh-TW" b="1" dirty="0"/>
              <a:t>Outline</a:t>
            </a:r>
            <a:endParaRPr lang="zh-TW" altLang="en-US" dirty="0"/>
          </a:p>
        </p:txBody>
      </p:sp>
      <p:sp>
        <p:nvSpPr>
          <p:cNvPr id="27" name="矩形 26">
            <a:extLst>
              <a:ext uri="{FF2B5EF4-FFF2-40B4-BE49-F238E27FC236}">
                <a16:creationId xmlns:a16="http://schemas.microsoft.com/office/drawing/2014/main" id="{7F4E5547-A9DA-458F-BB1F-51D3FBD0D473}"/>
              </a:ext>
            </a:extLst>
          </p:cNvPr>
          <p:cNvSpPr/>
          <p:nvPr/>
        </p:nvSpPr>
        <p:spPr>
          <a:xfrm>
            <a:off x="184395" y="1539288"/>
            <a:ext cx="2210177" cy="279293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投影片編號版面配置區 7">
            <a:extLst>
              <a:ext uri="{FF2B5EF4-FFF2-40B4-BE49-F238E27FC236}">
                <a16:creationId xmlns:a16="http://schemas.microsoft.com/office/drawing/2014/main" id="{B68D6FF0-3105-4DED-A317-EC431FCAB547}"/>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3</a:t>
            </a:fld>
            <a:endParaRPr lang="zh-TW" altLang="en-US" dirty="0">
              <a:solidFill>
                <a:schemeClr val="tx1"/>
              </a:solidFill>
            </a:endParaRPr>
          </a:p>
        </p:txBody>
      </p:sp>
      <p:graphicFrame>
        <p:nvGraphicFramePr>
          <p:cNvPr id="29" name="表格 28">
            <a:extLst>
              <a:ext uri="{FF2B5EF4-FFF2-40B4-BE49-F238E27FC236}">
                <a16:creationId xmlns:a16="http://schemas.microsoft.com/office/drawing/2014/main" id="{52903F09-D23B-4992-830D-58AF35850CEB}"/>
              </a:ext>
            </a:extLst>
          </p:cNvPr>
          <p:cNvGraphicFramePr>
            <a:graphicFrameLocks noGrp="1"/>
          </p:cNvGraphicFramePr>
          <p:nvPr>
            <p:extLst>
              <p:ext uri="{D42A27DB-BD31-4B8C-83A1-F6EECF244321}">
                <p14:modId xmlns:p14="http://schemas.microsoft.com/office/powerpoint/2010/main" val="487101256"/>
              </p:ext>
            </p:extLst>
          </p:nvPr>
        </p:nvGraphicFramePr>
        <p:xfrm>
          <a:off x="6309154" y="732031"/>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30" name="表格 29">
            <a:extLst>
              <a:ext uri="{FF2B5EF4-FFF2-40B4-BE49-F238E27FC236}">
                <a16:creationId xmlns:a16="http://schemas.microsoft.com/office/drawing/2014/main" id="{482ADB5E-91B4-4B6A-B9D1-3FDE469708B0}"/>
              </a:ext>
            </a:extLst>
          </p:cNvPr>
          <p:cNvGraphicFramePr>
            <a:graphicFrameLocks noGrp="1"/>
          </p:cNvGraphicFramePr>
          <p:nvPr>
            <p:extLst>
              <p:ext uri="{D42A27DB-BD31-4B8C-83A1-F6EECF244321}">
                <p14:modId xmlns:p14="http://schemas.microsoft.com/office/powerpoint/2010/main" val="1735739592"/>
              </p:ext>
            </p:extLst>
          </p:nvPr>
        </p:nvGraphicFramePr>
        <p:xfrm>
          <a:off x="6244225" y="660258"/>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31" name="表格 30">
            <a:extLst>
              <a:ext uri="{FF2B5EF4-FFF2-40B4-BE49-F238E27FC236}">
                <a16:creationId xmlns:a16="http://schemas.microsoft.com/office/drawing/2014/main" id="{2351322F-525C-4E80-BC73-DAA9510D1887}"/>
              </a:ext>
            </a:extLst>
          </p:cNvPr>
          <p:cNvGraphicFramePr>
            <a:graphicFrameLocks noGrp="1"/>
          </p:cNvGraphicFramePr>
          <p:nvPr>
            <p:extLst>
              <p:ext uri="{D42A27DB-BD31-4B8C-83A1-F6EECF244321}">
                <p14:modId xmlns:p14="http://schemas.microsoft.com/office/powerpoint/2010/main" val="845582160"/>
              </p:ext>
            </p:extLst>
          </p:nvPr>
        </p:nvGraphicFramePr>
        <p:xfrm>
          <a:off x="2555756" y="653812"/>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32" name="表格 31">
            <a:extLst>
              <a:ext uri="{FF2B5EF4-FFF2-40B4-BE49-F238E27FC236}">
                <a16:creationId xmlns:a16="http://schemas.microsoft.com/office/drawing/2014/main" id="{BBF92D00-A3EC-4AAA-AA06-D273A404C468}"/>
              </a:ext>
            </a:extLst>
          </p:cNvPr>
          <p:cNvGraphicFramePr>
            <a:graphicFrameLocks noGrp="1"/>
          </p:cNvGraphicFramePr>
          <p:nvPr>
            <p:extLst>
              <p:ext uri="{D42A27DB-BD31-4B8C-83A1-F6EECF244321}">
                <p14:modId xmlns:p14="http://schemas.microsoft.com/office/powerpoint/2010/main" val="1741893953"/>
              </p:ext>
            </p:extLst>
          </p:nvPr>
        </p:nvGraphicFramePr>
        <p:xfrm>
          <a:off x="6179296" y="588485"/>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pic>
        <p:nvPicPr>
          <p:cNvPr id="2" name="Audio 1">
            <a:hlinkClick r:id="" action="ppaction://media"/>
          </p:cNvPr>
          <p:cNvPicPr>
            <a:picLocks noChangeAspect="1"/>
          </p:cNvPicPr>
          <p:nvPr>
            <a:audioFile r:link="rId1"/>
            <p:extLst>
              <p:ext uri="{DAA4B4D4-6D71-4841-9C94-3DE7FCFB9230}">
                <p14:media xmlns:p14="http://schemas.microsoft.com/office/powerpoint/2010/main" r:embed="rId2">
                  <p14:trim st="2336"/>
                </p14:media>
              </p:ext>
            </p:extLst>
          </p:nvPr>
        </p:nvPicPr>
        <p:blipFill>
          <a:blip r:embed="rId5"/>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1807499522"/>
      </p:ext>
    </p:extLst>
  </p:cSld>
  <p:clrMapOvr>
    <a:masterClrMapping/>
  </p:clrMapOvr>
  <mc:AlternateContent xmlns:mc="http://schemas.openxmlformats.org/markup-compatibility/2006" xmlns:p14="http://schemas.microsoft.com/office/powerpoint/2010/main">
    <mc:Choice Requires="p14">
      <p:transition spd="slow" p14:dur="2000" advTm="6450"/>
    </mc:Choice>
    <mc:Fallback xmlns="">
      <p:transition spd="slow" advTm="6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7CA421F5-0478-4329-B7C6-AA0761E8E9BD}"/>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2" name="表格 1">
            <a:extLst>
              <a:ext uri="{FF2B5EF4-FFF2-40B4-BE49-F238E27FC236}">
                <a16:creationId xmlns:a16="http://schemas.microsoft.com/office/drawing/2014/main" id="{3C975817-7CA1-45C2-B1C6-C2239FC9FE1D}"/>
              </a:ext>
            </a:extLst>
          </p:cNvPr>
          <p:cNvGraphicFramePr>
            <a:graphicFrameLocks noGrp="1"/>
          </p:cNvGraphicFramePr>
          <p:nvPr>
            <p:extLst>
              <p:ext uri="{D42A27DB-BD31-4B8C-83A1-F6EECF244321}">
                <p14:modId xmlns:p14="http://schemas.microsoft.com/office/powerpoint/2010/main" val="4005185346"/>
              </p:ext>
            </p:extLst>
          </p:nvPr>
        </p:nvGraphicFramePr>
        <p:xfrm>
          <a:off x="6519172" y="2200824"/>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pic>
        <p:nvPicPr>
          <p:cNvPr id="3" name="圖片 2">
            <a:extLst>
              <a:ext uri="{FF2B5EF4-FFF2-40B4-BE49-F238E27FC236}">
                <a16:creationId xmlns:a16="http://schemas.microsoft.com/office/drawing/2014/main" id="{C9FBAC29-6F05-41A6-88F5-CA3F5213341D}"/>
              </a:ext>
            </a:extLst>
          </p:cNvPr>
          <p:cNvPicPr>
            <a:picLocks noChangeAspect="1"/>
          </p:cNvPicPr>
          <p:nvPr/>
        </p:nvPicPr>
        <p:blipFill>
          <a:blip r:embed="rId6"/>
          <a:stretch>
            <a:fillRect/>
          </a:stretch>
        </p:blipFill>
        <p:spPr>
          <a:xfrm>
            <a:off x="3123514" y="2200824"/>
            <a:ext cx="2225330" cy="2183344"/>
          </a:xfrm>
          <a:prstGeom prst="rect">
            <a:avLst/>
          </a:prstGeom>
        </p:spPr>
      </p:pic>
      <p:sp>
        <p:nvSpPr>
          <p:cNvPr id="4" name="標題 1">
            <a:extLst>
              <a:ext uri="{FF2B5EF4-FFF2-40B4-BE49-F238E27FC236}">
                <a16:creationId xmlns:a16="http://schemas.microsoft.com/office/drawing/2014/main" id="{C077A7B9-5442-42A3-A979-A5E59B9C1049}"/>
              </a:ext>
            </a:extLst>
          </p:cNvPr>
          <p:cNvSpPr>
            <a:spLocks noGrp="1"/>
          </p:cNvSpPr>
          <p:nvPr>
            <p:ph type="title"/>
          </p:nvPr>
        </p:nvSpPr>
        <p:spPr>
          <a:xfrm>
            <a:off x="642891" y="197095"/>
            <a:ext cx="2243184" cy="1325563"/>
          </a:xfrm>
        </p:spPr>
        <p:txBody>
          <a:bodyPr/>
          <a:lstStyle/>
          <a:p>
            <a:r>
              <a:rPr lang="en-US" altLang="zh-TW" b="1" dirty="0"/>
              <a:t>Example</a:t>
            </a:r>
            <a:endParaRPr lang="zh-TW" altLang="en-US" dirty="0"/>
          </a:p>
        </p:txBody>
      </p:sp>
      <p:sp>
        <p:nvSpPr>
          <p:cNvPr id="6" name="投影片編號版面配置區 7">
            <a:extLst>
              <a:ext uri="{FF2B5EF4-FFF2-40B4-BE49-F238E27FC236}">
                <a16:creationId xmlns:a16="http://schemas.microsoft.com/office/drawing/2014/main" id="{3557DD71-6738-495B-8FA2-48FCEFE1EC5F}"/>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4</a:t>
            </a:fld>
            <a:endParaRPr lang="zh-TW" altLang="en-US" dirty="0">
              <a:solidFill>
                <a:schemeClr val="tx1"/>
              </a:solidFill>
            </a:endParaRPr>
          </a:p>
        </p:txBody>
      </p:sp>
      <p:pic>
        <p:nvPicPr>
          <p:cNvPr id="7" name="Audio 6">
            <a:hlinkClick r:id="" action="ppaction://media"/>
          </p:cNvPr>
          <p:cNvPicPr>
            <a:picLocks noChangeAspect="1"/>
          </p:cNvPicPr>
          <p:nvPr>
            <a:audioFile r:link="rId1"/>
            <p:extLst>
              <p:ext uri="{DAA4B4D4-6D71-4841-9C94-3DE7FCFB9230}">
                <p14:media xmlns:p14="http://schemas.microsoft.com/office/powerpoint/2010/main" r:embed="rId2">
                  <p14:trim st="1720"/>
                </p14:media>
              </p:ext>
            </p:extLst>
          </p:nvPr>
        </p:nvPicPr>
        <p:blipFill>
          <a:blip r:embed="rId7"/>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2500326576"/>
      </p:ext>
    </p:extLst>
  </p:cSld>
  <p:clrMapOvr>
    <a:masterClrMapping/>
  </p:clrMapOvr>
  <mc:AlternateContent xmlns:mc="http://schemas.openxmlformats.org/markup-compatibility/2006" xmlns:p14="http://schemas.microsoft.com/office/powerpoint/2010/main">
    <mc:Choice Requires="p14">
      <p:transition spd="slow" p14:dur="2000" advTm="13480"/>
    </mc:Choice>
    <mc:Fallback xmlns="">
      <p:transition spd="slow" advTm="13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7A8445F3-0A30-4C20-BD7F-1EADF4C3A8BA}"/>
              </a:ext>
            </a:extLst>
          </p:cNvPr>
          <p:cNvSpPr/>
          <p:nvPr/>
        </p:nvSpPr>
        <p:spPr>
          <a:xfrm>
            <a:off x="11213517" y="3164075"/>
            <a:ext cx="442353" cy="401803"/>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rPr>
              <a:t>0</a:t>
            </a:r>
            <a:endParaRPr lang="zh-TW" altLang="en-US" dirty="0">
              <a:solidFill>
                <a:schemeClr val="tx1"/>
              </a:solidFill>
            </a:endParaRPr>
          </a:p>
        </p:txBody>
      </p:sp>
      <p:graphicFrame>
        <p:nvGraphicFramePr>
          <p:cNvPr id="12" name="表格 11">
            <a:extLst>
              <a:ext uri="{FF2B5EF4-FFF2-40B4-BE49-F238E27FC236}">
                <a16:creationId xmlns:a16="http://schemas.microsoft.com/office/drawing/2014/main" id="{ECB76F92-93C8-4461-A260-9A663C060F23}"/>
              </a:ext>
            </a:extLst>
          </p:cNvPr>
          <p:cNvGraphicFramePr>
            <a:graphicFrameLocks noGrp="1"/>
          </p:cNvGraphicFramePr>
          <p:nvPr/>
        </p:nvGraphicFramePr>
        <p:xfrm>
          <a:off x="4111815" y="25034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1" name="表格 10">
            <a:extLst>
              <a:ext uri="{FF2B5EF4-FFF2-40B4-BE49-F238E27FC236}">
                <a16:creationId xmlns:a16="http://schemas.microsoft.com/office/drawing/2014/main" id="{8848A1D3-DE4C-4676-A765-38C3C115C462}"/>
              </a:ext>
            </a:extLst>
          </p:cNvPr>
          <p:cNvGraphicFramePr>
            <a:graphicFrameLocks noGrp="1"/>
          </p:cNvGraphicFramePr>
          <p:nvPr/>
        </p:nvGraphicFramePr>
        <p:xfrm>
          <a:off x="3997515" y="24018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E42275DD-5DEF-4BA9-B0D2-EB7C5B46ED88}"/>
              </a:ext>
            </a:extLst>
          </p:cNvPr>
          <p:cNvGraphicFramePr>
            <a:graphicFrameLocks noGrp="1"/>
          </p:cNvGraphicFramePr>
          <p:nvPr/>
        </p:nvGraphicFramePr>
        <p:xfrm>
          <a:off x="347556" y="239764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5" name="箭號: 向右 4">
            <a:extLst>
              <a:ext uri="{FF2B5EF4-FFF2-40B4-BE49-F238E27FC236}">
                <a16:creationId xmlns:a16="http://schemas.microsoft.com/office/drawing/2014/main" id="{FD5903D7-81D1-45F9-B9E2-FC990C81F6A7}"/>
              </a:ext>
            </a:extLst>
          </p:cNvPr>
          <p:cNvSpPr/>
          <p:nvPr/>
        </p:nvSpPr>
        <p:spPr>
          <a:xfrm>
            <a:off x="2521676"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6" name="圓角矩形 4">
            <a:extLst>
              <a:ext uri="{FF2B5EF4-FFF2-40B4-BE49-F238E27FC236}">
                <a16:creationId xmlns:a16="http://schemas.microsoft.com/office/drawing/2014/main" id="{292C49E8-7202-4FD4-A13E-76B3A77908FA}"/>
              </a:ext>
            </a:extLst>
          </p:cNvPr>
          <p:cNvSpPr/>
          <p:nvPr/>
        </p:nvSpPr>
        <p:spPr>
          <a:xfrm>
            <a:off x="2364704" y="1914596"/>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1</a:t>
            </a:r>
          </a:p>
          <a:p>
            <a:pPr algn="ctr"/>
            <a:r>
              <a:rPr lang="en-US" altLang="zh-TW" dirty="0"/>
              <a:t>( 3 filters)</a:t>
            </a:r>
            <a:endParaRPr lang="zh-TW" altLang="en-US" dirty="0"/>
          </a:p>
        </p:txBody>
      </p:sp>
      <p:sp>
        <p:nvSpPr>
          <p:cNvPr id="8" name="圓角矩形 4">
            <a:extLst>
              <a:ext uri="{FF2B5EF4-FFF2-40B4-BE49-F238E27FC236}">
                <a16:creationId xmlns:a16="http://schemas.microsoft.com/office/drawing/2014/main" id="{10CA7081-D4C8-4496-A838-6B8C5E06D4EF}"/>
              </a:ext>
            </a:extLst>
          </p:cNvPr>
          <p:cNvSpPr/>
          <p:nvPr/>
        </p:nvSpPr>
        <p:spPr>
          <a:xfrm>
            <a:off x="479401" y="161376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5x5x1</a:t>
            </a:r>
            <a:endParaRPr lang="zh-TW" altLang="en-US" sz="2400" dirty="0"/>
          </a:p>
        </p:txBody>
      </p:sp>
      <p:graphicFrame>
        <p:nvGraphicFramePr>
          <p:cNvPr id="10" name="表格 9">
            <a:extLst>
              <a:ext uri="{FF2B5EF4-FFF2-40B4-BE49-F238E27FC236}">
                <a16:creationId xmlns:a16="http://schemas.microsoft.com/office/drawing/2014/main" id="{49865FCC-D690-4C56-B821-863DBE59604E}"/>
              </a:ext>
            </a:extLst>
          </p:cNvPr>
          <p:cNvGraphicFramePr>
            <a:graphicFrameLocks noGrp="1"/>
          </p:cNvGraphicFramePr>
          <p:nvPr/>
        </p:nvGraphicFramePr>
        <p:xfrm>
          <a:off x="3883215" y="23002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3" name="箭號: 向右 12">
            <a:extLst>
              <a:ext uri="{FF2B5EF4-FFF2-40B4-BE49-F238E27FC236}">
                <a16:creationId xmlns:a16="http://schemas.microsoft.com/office/drawing/2014/main" id="{620BE942-10BA-4A2B-9D62-5694A3B6DFDC}"/>
              </a:ext>
            </a:extLst>
          </p:cNvPr>
          <p:cNvSpPr/>
          <p:nvPr/>
        </p:nvSpPr>
        <p:spPr>
          <a:xfrm>
            <a:off x="6240992"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4" name="圓角矩形 4">
            <a:extLst>
              <a:ext uri="{FF2B5EF4-FFF2-40B4-BE49-F238E27FC236}">
                <a16:creationId xmlns:a16="http://schemas.microsoft.com/office/drawing/2014/main" id="{86E1D2DE-B580-487F-845B-F5F84196355C}"/>
              </a:ext>
            </a:extLst>
          </p:cNvPr>
          <p:cNvSpPr/>
          <p:nvPr/>
        </p:nvSpPr>
        <p:spPr>
          <a:xfrm>
            <a:off x="6099371" y="1973620"/>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2</a:t>
            </a:r>
          </a:p>
          <a:p>
            <a:pPr algn="ctr"/>
            <a:r>
              <a:rPr lang="en-US" altLang="zh-TW" dirty="0"/>
              <a:t>( 2 filters)</a:t>
            </a:r>
            <a:endParaRPr lang="zh-TW" altLang="en-US" dirty="0"/>
          </a:p>
        </p:txBody>
      </p:sp>
      <p:graphicFrame>
        <p:nvGraphicFramePr>
          <p:cNvPr id="15" name="表格 14">
            <a:extLst>
              <a:ext uri="{FF2B5EF4-FFF2-40B4-BE49-F238E27FC236}">
                <a16:creationId xmlns:a16="http://schemas.microsoft.com/office/drawing/2014/main" id="{F42BDBBC-23AB-4B0F-B28B-C9DD0B174A81}"/>
              </a:ext>
            </a:extLst>
          </p:cNvPr>
          <p:cNvGraphicFramePr>
            <a:graphicFrameLocks noGrp="1"/>
          </p:cNvGraphicFramePr>
          <p:nvPr/>
        </p:nvGraphicFramePr>
        <p:xfrm>
          <a:off x="7702590" y="24018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6" name="表格 15">
            <a:extLst>
              <a:ext uri="{FF2B5EF4-FFF2-40B4-BE49-F238E27FC236}">
                <a16:creationId xmlns:a16="http://schemas.microsoft.com/office/drawing/2014/main" id="{A3AC749F-1EA7-4501-ABFE-949FDBBF8ECD}"/>
              </a:ext>
            </a:extLst>
          </p:cNvPr>
          <p:cNvGraphicFramePr>
            <a:graphicFrameLocks noGrp="1"/>
          </p:cNvGraphicFramePr>
          <p:nvPr/>
        </p:nvGraphicFramePr>
        <p:xfrm>
          <a:off x="7588290" y="23002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7" name="箭號: 向右 16">
            <a:extLst>
              <a:ext uri="{FF2B5EF4-FFF2-40B4-BE49-F238E27FC236}">
                <a16:creationId xmlns:a16="http://schemas.microsoft.com/office/drawing/2014/main" id="{7D356F81-5C19-499B-813D-CE287375F9B7}"/>
              </a:ext>
            </a:extLst>
          </p:cNvPr>
          <p:cNvSpPr/>
          <p:nvPr/>
        </p:nvSpPr>
        <p:spPr>
          <a:xfrm>
            <a:off x="9864344"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9035B612-B92D-48EC-9AC5-22FC36DC2835}"/>
              </a:ext>
            </a:extLst>
          </p:cNvPr>
          <p:cNvSpPr/>
          <p:nvPr/>
        </p:nvSpPr>
        <p:spPr>
          <a:xfrm>
            <a:off x="11117562" y="3079409"/>
            <a:ext cx="442353" cy="401803"/>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rPr>
              <a:t>0</a:t>
            </a:r>
            <a:endParaRPr lang="zh-TW" altLang="en-US" dirty="0">
              <a:solidFill>
                <a:schemeClr val="tx1"/>
              </a:solidFill>
            </a:endParaRPr>
          </a:p>
        </p:txBody>
      </p:sp>
      <p:sp>
        <p:nvSpPr>
          <p:cNvPr id="19" name="圓角矩形 4">
            <a:extLst>
              <a:ext uri="{FF2B5EF4-FFF2-40B4-BE49-F238E27FC236}">
                <a16:creationId xmlns:a16="http://schemas.microsoft.com/office/drawing/2014/main" id="{C531B475-D4A0-4097-B88A-91729878746A}"/>
              </a:ext>
            </a:extLst>
          </p:cNvPr>
          <p:cNvSpPr/>
          <p:nvPr/>
        </p:nvSpPr>
        <p:spPr>
          <a:xfrm>
            <a:off x="9707373" y="2079400"/>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Fully connected layer</a:t>
            </a:r>
            <a:endParaRPr lang="zh-TW" altLang="en-US" dirty="0"/>
          </a:p>
        </p:txBody>
      </p:sp>
      <p:sp>
        <p:nvSpPr>
          <p:cNvPr id="21" name="圓角矩形 4">
            <a:extLst>
              <a:ext uri="{FF2B5EF4-FFF2-40B4-BE49-F238E27FC236}">
                <a16:creationId xmlns:a16="http://schemas.microsoft.com/office/drawing/2014/main" id="{8077239B-0AD7-448D-BA77-1F055DB4DAB8}"/>
              </a:ext>
            </a:extLst>
          </p:cNvPr>
          <p:cNvSpPr/>
          <p:nvPr/>
        </p:nvSpPr>
        <p:spPr>
          <a:xfrm>
            <a:off x="4082223" y="161376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5x5x3</a:t>
            </a:r>
            <a:endParaRPr lang="zh-TW" altLang="en-US" sz="2400" dirty="0"/>
          </a:p>
        </p:txBody>
      </p:sp>
      <p:sp>
        <p:nvSpPr>
          <p:cNvPr id="22" name="圓角矩形 4">
            <a:extLst>
              <a:ext uri="{FF2B5EF4-FFF2-40B4-BE49-F238E27FC236}">
                <a16:creationId xmlns:a16="http://schemas.microsoft.com/office/drawing/2014/main" id="{6E43B0E1-2D03-4806-AAA9-CE88139F5C66}"/>
              </a:ext>
            </a:extLst>
          </p:cNvPr>
          <p:cNvSpPr/>
          <p:nvPr/>
        </p:nvSpPr>
        <p:spPr>
          <a:xfrm>
            <a:off x="7720135" y="1596958"/>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5x5x2</a:t>
            </a:r>
            <a:endParaRPr lang="zh-TW" altLang="en-US" sz="2400" dirty="0"/>
          </a:p>
        </p:txBody>
      </p:sp>
      <p:graphicFrame>
        <p:nvGraphicFramePr>
          <p:cNvPr id="24" name="內容版面配置區 11">
            <a:extLst>
              <a:ext uri="{FF2B5EF4-FFF2-40B4-BE49-F238E27FC236}">
                <a16:creationId xmlns:a16="http://schemas.microsoft.com/office/drawing/2014/main" id="{75993C37-F373-4C5C-AD1D-3ED6F57CA624}"/>
              </a:ext>
            </a:extLst>
          </p:cNvPr>
          <p:cNvGraphicFramePr>
            <a:graphicFrameLocks noGrp="1"/>
          </p:cNvGraphicFramePr>
          <p:nvPr>
            <p:ph idx="1"/>
          </p:nvPr>
        </p:nvGraphicFramePr>
        <p:xfrm>
          <a:off x="10723129" y="5975814"/>
          <a:ext cx="1347166" cy="365760"/>
        </p:xfrm>
        <a:graphic>
          <a:graphicData uri="http://schemas.openxmlformats.org/drawingml/2006/table">
            <a:tbl>
              <a:tblPr firstRow="1" bandRow="1">
                <a:tableStyleId>{073A0DAA-6AF3-43AB-8588-CEC1D06C72B9}</a:tableStyleId>
              </a:tblPr>
              <a:tblGrid>
                <a:gridCol w="673583">
                  <a:extLst>
                    <a:ext uri="{9D8B030D-6E8A-4147-A177-3AD203B41FA5}">
                      <a16:colId xmlns:a16="http://schemas.microsoft.com/office/drawing/2014/main" val="20000"/>
                    </a:ext>
                  </a:extLst>
                </a:gridCol>
                <a:gridCol w="673583">
                  <a:extLst>
                    <a:ext uri="{9D8B030D-6E8A-4147-A177-3AD203B41FA5}">
                      <a16:colId xmlns:a16="http://schemas.microsoft.com/office/drawing/2014/main" val="20001"/>
                    </a:ext>
                  </a:extLst>
                </a:gridCol>
              </a:tblGrid>
              <a:tr h="0">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val="10000"/>
                  </a:ext>
                </a:extLst>
              </a:tr>
            </a:tbl>
          </a:graphicData>
        </a:graphic>
      </p:graphicFrame>
      <p:sp>
        <p:nvSpPr>
          <p:cNvPr id="25" name="箭號: 向右 24">
            <a:extLst>
              <a:ext uri="{FF2B5EF4-FFF2-40B4-BE49-F238E27FC236}">
                <a16:creationId xmlns:a16="http://schemas.microsoft.com/office/drawing/2014/main" id="{198BED6B-05D9-41B1-BCF0-7BB830824EA7}"/>
              </a:ext>
            </a:extLst>
          </p:cNvPr>
          <p:cNvSpPr/>
          <p:nvPr/>
        </p:nvSpPr>
        <p:spPr>
          <a:xfrm rot="5400000">
            <a:off x="10839838" y="4705899"/>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3" name="圓角矩形 4">
            <a:extLst>
              <a:ext uri="{FF2B5EF4-FFF2-40B4-BE49-F238E27FC236}">
                <a16:creationId xmlns:a16="http://schemas.microsoft.com/office/drawing/2014/main" id="{6CAEE530-E7E5-4320-A7BB-490C59252D3A}"/>
              </a:ext>
            </a:extLst>
          </p:cNvPr>
          <p:cNvSpPr/>
          <p:nvPr/>
        </p:nvSpPr>
        <p:spPr>
          <a:xfrm>
            <a:off x="10099767" y="4561455"/>
            <a:ext cx="1113749" cy="601662"/>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err="1"/>
              <a:t>Softmax</a:t>
            </a:r>
            <a:endParaRPr lang="zh-TW" altLang="en-US" dirty="0"/>
          </a:p>
        </p:txBody>
      </p:sp>
      <p:sp>
        <p:nvSpPr>
          <p:cNvPr id="26" name="標題 1">
            <a:extLst>
              <a:ext uri="{FF2B5EF4-FFF2-40B4-BE49-F238E27FC236}">
                <a16:creationId xmlns:a16="http://schemas.microsoft.com/office/drawing/2014/main" id="{066C6D6A-26A1-4353-A740-35AF3EEAAA77}"/>
              </a:ext>
            </a:extLst>
          </p:cNvPr>
          <p:cNvSpPr>
            <a:spLocks noGrp="1"/>
          </p:cNvSpPr>
          <p:nvPr>
            <p:ph type="title"/>
          </p:nvPr>
        </p:nvSpPr>
        <p:spPr>
          <a:xfrm>
            <a:off x="642891" y="197095"/>
            <a:ext cx="1971025" cy="1325563"/>
          </a:xfrm>
        </p:spPr>
        <p:txBody>
          <a:bodyPr/>
          <a:lstStyle/>
          <a:p>
            <a:r>
              <a:rPr lang="en-US" altLang="zh-TW" b="1" dirty="0"/>
              <a:t>Outline</a:t>
            </a:r>
            <a:endParaRPr lang="zh-TW" altLang="en-US" dirty="0"/>
          </a:p>
        </p:txBody>
      </p:sp>
      <p:sp>
        <p:nvSpPr>
          <p:cNvPr id="3" name="語音泡泡: 圓角矩形 2">
            <a:extLst>
              <a:ext uri="{FF2B5EF4-FFF2-40B4-BE49-F238E27FC236}">
                <a16:creationId xmlns:a16="http://schemas.microsoft.com/office/drawing/2014/main" id="{CDF19AC8-3251-4A40-907E-35964AEC6E23}"/>
              </a:ext>
            </a:extLst>
          </p:cNvPr>
          <p:cNvSpPr/>
          <p:nvPr/>
        </p:nvSpPr>
        <p:spPr>
          <a:xfrm>
            <a:off x="3219450" y="859876"/>
            <a:ext cx="2066925" cy="465552"/>
          </a:xfrm>
          <a:prstGeom prst="wedgeRoundRectCallout">
            <a:avLst>
              <a:gd name="adj1" fmla="val -37423"/>
              <a:gd name="adj2" fmla="val 108622"/>
              <a:gd name="adj3" fmla="val 16667"/>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altLang="zh-TW" b="1" dirty="0">
                <a:solidFill>
                  <a:srgbClr val="FF0000"/>
                </a:solidFill>
              </a:rPr>
              <a:t>Convolution layer</a:t>
            </a:r>
            <a:endParaRPr lang="zh-TW" altLang="en-US" b="1" dirty="0">
              <a:solidFill>
                <a:srgbClr val="FF0000"/>
              </a:solidFill>
            </a:endParaRPr>
          </a:p>
        </p:txBody>
      </p:sp>
      <p:sp>
        <p:nvSpPr>
          <p:cNvPr id="28" name="矩形 27">
            <a:extLst>
              <a:ext uri="{FF2B5EF4-FFF2-40B4-BE49-F238E27FC236}">
                <a16:creationId xmlns:a16="http://schemas.microsoft.com/office/drawing/2014/main" id="{7FF8059A-9D58-41F3-8F84-8C5DC05B5D59}"/>
              </a:ext>
            </a:extLst>
          </p:cNvPr>
          <p:cNvSpPr/>
          <p:nvPr/>
        </p:nvSpPr>
        <p:spPr>
          <a:xfrm flipV="1">
            <a:off x="3096710" y="775151"/>
            <a:ext cx="2303965" cy="60166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投影片編號版面配置區 7">
            <a:extLst>
              <a:ext uri="{FF2B5EF4-FFF2-40B4-BE49-F238E27FC236}">
                <a16:creationId xmlns:a16="http://schemas.microsoft.com/office/drawing/2014/main" id="{C0CC25D4-C9F2-4926-B072-B77CA03CC7A7}"/>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5</a:t>
            </a:fld>
            <a:endParaRPr lang="zh-TW" altLang="en-US" dirty="0">
              <a:solidFill>
                <a:schemeClr val="tx1"/>
              </a:solidFill>
            </a:endParaRPr>
          </a:p>
        </p:txBody>
      </p:sp>
      <p:pic>
        <p:nvPicPr>
          <p:cNvPr id="2" name="Audio 1">
            <a:hlinkClick r:id="" action="ppaction://media"/>
          </p:cNvPr>
          <p:cNvPicPr>
            <a:picLocks noChangeAspect="1"/>
          </p:cNvPicPr>
          <p:nvPr>
            <a:audioFile r:link="rId1"/>
            <p:extLst>
              <p:ext uri="{DAA4B4D4-6D71-4841-9C94-3DE7FCFB9230}">
                <p14:media xmlns:p14="http://schemas.microsoft.com/office/powerpoint/2010/main" r:embed="rId2">
                  <p14:trim st="3948"/>
                </p14:media>
              </p:ext>
            </p:extLst>
          </p:nvPr>
        </p:nvPicPr>
        <p:blipFill>
          <a:blip r:embed="rId5"/>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2479400265"/>
      </p:ext>
    </p:extLst>
  </p:cSld>
  <p:clrMapOvr>
    <a:masterClrMapping/>
  </p:clrMapOvr>
  <mc:AlternateContent xmlns:mc="http://schemas.openxmlformats.org/markup-compatibility/2006" xmlns:p14="http://schemas.microsoft.com/office/powerpoint/2010/main">
    <mc:Choice Requires="p14">
      <p:transition spd="slow" p14:dur="2000" advTm="16870"/>
    </mc:Choice>
    <mc:Fallback xmlns="">
      <p:transition spd="slow" advTm="168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69697"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E5FD1F0A-8BCF-407E-A57A-96D37DDEE77D}"/>
              </a:ext>
            </a:extLst>
          </p:cNvPr>
          <p:cNvPicPr>
            <a:picLocks noChangeAspect="1"/>
          </p:cNvPicPr>
          <p:nvPr/>
        </p:nvPicPr>
        <p:blipFill>
          <a:blip r:embed="rId5"/>
          <a:stretch>
            <a:fillRect/>
          </a:stretch>
        </p:blipFill>
        <p:spPr>
          <a:xfrm>
            <a:off x="4762" y="9525"/>
            <a:ext cx="12182475" cy="6838950"/>
          </a:xfrm>
          <a:prstGeom prst="rect">
            <a:avLst/>
          </a:prstGeom>
        </p:spPr>
      </p:pic>
      <p:sp>
        <p:nvSpPr>
          <p:cNvPr id="2" name="標題 1">
            <a:extLst>
              <a:ext uri="{FF2B5EF4-FFF2-40B4-BE49-F238E27FC236}">
                <a16:creationId xmlns:a16="http://schemas.microsoft.com/office/drawing/2014/main" id="{37CE5E6C-4D33-43DB-8471-0B243F94B856}"/>
              </a:ext>
            </a:extLst>
          </p:cNvPr>
          <p:cNvSpPr>
            <a:spLocks noGrp="1"/>
          </p:cNvSpPr>
          <p:nvPr>
            <p:ph type="title"/>
          </p:nvPr>
        </p:nvSpPr>
        <p:spPr/>
        <p:txBody>
          <a:bodyPr/>
          <a:lstStyle/>
          <a:p>
            <a:r>
              <a:rPr lang="en-US" altLang="zh-TW" b="1" dirty="0"/>
              <a:t>Convolution Layer</a:t>
            </a:r>
            <a:endParaRPr lang="zh-TW" altLang="en-US" dirty="0"/>
          </a:p>
        </p:txBody>
      </p:sp>
      <p:sp>
        <p:nvSpPr>
          <p:cNvPr id="4" name="內容版面配置區 2">
            <a:extLst>
              <a:ext uri="{FF2B5EF4-FFF2-40B4-BE49-F238E27FC236}">
                <a16:creationId xmlns:a16="http://schemas.microsoft.com/office/drawing/2014/main" id="{4C0B74AF-E93E-47AC-8F42-730F3311F44F}"/>
              </a:ext>
            </a:extLst>
          </p:cNvPr>
          <p:cNvSpPr>
            <a:spLocks noGrp="1"/>
          </p:cNvSpPr>
          <p:nvPr>
            <p:ph idx="1"/>
          </p:nvPr>
        </p:nvSpPr>
        <p:spPr>
          <a:xfrm>
            <a:off x="1097280" y="1845734"/>
            <a:ext cx="10058400" cy="2180166"/>
          </a:xfrm>
        </p:spPr>
        <p:txBody>
          <a:bodyPr>
            <a:normAutofit/>
          </a:bodyPr>
          <a:lstStyle/>
          <a:p>
            <a:pPr>
              <a:buFont typeface="Wingdings" panose="05000000000000000000" pitchFamily="2" charset="2"/>
              <a:buChar char="Ø"/>
            </a:pPr>
            <a:r>
              <a:rPr lang="en-US" altLang="zh-TW" sz="3000" dirty="0"/>
              <a:t>In CNN, we use filters </a:t>
            </a:r>
            <a:r>
              <a:rPr lang="en-US" altLang="zh-TW" sz="3000" dirty="0" smtClean="0"/>
              <a:t>to scan </a:t>
            </a:r>
            <a:r>
              <a:rPr lang="en-US" altLang="zh-TW" sz="3000" dirty="0"/>
              <a:t>through the images </a:t>
            </a:r>
            <a:r>
              <a:rPr lang="en-US" altLang="zh-TW" sz="3000" dirty="0" smtClean="0"/>
              <a:t>and </a:t>
            </a:r>
            <a:r>
              <a:rPr lang="en-US" altLang="zh-TW" sz="3000" dirty="0"/>
              <a:t>extract features. </a:t>
            </a:r>
          </a:p>
          <a:p>
            <a:pPr>
              <a:buFont typeface="Wingdings" panose="05000000000000000000" pitchFamily="2" charset="2"/>
              <a:buChar char="Ø"/>
            </a:pPr>
            <a:r>
              <a:rPr lang="en-US" altLang="zh-TW" sz="3000" dirty="0"/>
              <a:t>Convolution means doing inner product between the filter and part of the image.</a:t>
            </a:r>
            <a:endParaRPr lang="zh-TW" altLang="en-US" sz="3000" dirty="0"/>
          </a:p>
          <a:p>
            <a:pPr marL="361950" indent="-361950">
              <a:buFont typeface="Wingdings" panose="05000000000000000000" pitchFamily="2" charset="2"/>
              <a:buChar char="u"/>
            </a:pPr>
            <a:endParaRPr lang="en-US" altLang="zh-TW" sz="3000" dirty="0"/>
          </a:p>
          <a:p>
            <a:pPr marL="361950" indent="-361950">
              <a:buFont typeface="Wingdings" panose="05000000000000000000" pitchFamily="2" charset="2"/>
              <a:buChar char="u"/>
            </a:pPr>
            <a:endParaRPr lang="en-US" altLang="zh-TW" sz="3000" dirty="0"/>
          </a:p>
        </p:txBody>
      </p:sp>
      <p:pic>
        <p:nvPicPr>
          <p:cNvPr id="5" name="圖片 4">
            <a:extLst>
              <a:ext uri="{FF2B5EF4-FFF2-40B4-BE49-F238E27FC236}">
                <a16:creationId xmlns:a16="http://schemas.microsoft.com/office/drawing/2014/main" id="{2B497E56-E71F-4277-969D-33ACE63124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11299" y="3819314"/>
            <a:ext cx="3969401" cy="2902994"/>
          </a:xfrm>
          <a:prstGeom prst="rect">
            <a:avLst/>
          </a:prstGeom>
        </p:spPr>
      </p:pic>
      <p:sp>
        <p:nvSpPr>
          <p:cNvPr id="7" name="投影片編號版面配置區 7">
            <a:extLst>
              <a:ext uri="{FF2B5EF4-FFF2-40B4-BE49-F238E27FC236}">
                <a16:creationId xmlns:a16="http://schemas.microsoft.com/office/drawing/2014/main" id="{2A96D880-8C40-4532-8E77-6CC1F39ADBA8}"/>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6</a:t>
            </a:fld>
            <a:endParaRPr lang="zh-TW" altLang="en-US" dirty="0">
              <a:solidFill>
                <a:schemeClr val="tx1"/>
              </a:solidFill>
            </a:endParaRPr>
          </a:p>
        </p:txBody>
      </p:sp>
      <p:pic>
        <p:nvPicPr>
          <p:cNvPr id="8" name="Audio 7">
            <a:hlinkClick r:id="" action="ppaction://media"/>
          </p:cNvPr>
          <p:cNvPicPr>
            <a:picLocks noChangeAspect="1"/>
          </p:cNvPicPr>
          <p:nvPr>
            <a:audioFile r:link="rId1"/>
            <p:extLst>
              <p:ext uri="{DAA4B4D4-6D71-4841-9C94-3DE7FCFB9230}">
                <p14:media xmlns:p14="http://schemas.microsoft.com/office/powerpoint/2010/main" r:embed="rId2">
                  <p14:trim st="1536"/>
                </p14:media>
              </p:ext>
            </p:extLst>
          </p:nvPr>
        </p:nvPicPr>
        <p:blipFill>
          <a:blip r:embed="rId7"/>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424887372"/>
      </p:ext>
    </p:extLst>
  </p:cSld>
  <p:clrMapOvr>
    <a:masterClrMapping/>
  </p:clrMapOvr>
  <mc:AlternateContent xmlns:mc="http://schemas.openxmlformats.org/markup-compatibility/2006" xmlns:p14="http://schemas.microsoft.com/office/powerpoint/2010/main">
    <mc:Choice Requires="p14">
      <p:transition spd="slow" p14:dur="2000" advTm="36140"/>
    </mc:Choice>
    <mc:Fallback xmlns="">
      <p:transition spd="slow" advTm="36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a:extLst>
              <a:ext uri="{FF2B5EF4-FFF2-40B4-BE49-F238E27FC236}">
                <a16:creationId xmlns:a16="http://schemas.microsoft.com/office/drawing/2014/main" id="{4A450B81-9D22-4826-BD71-24C3A2A626EF}"/>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2" name="表格 1">
            <a:extLst>
              <a:ext uri="{FF2B5EF4-FFF2-40B4-BE49-F238E27FC236}">
                <a16:creationId xmlns:a16="http://schemas.microsoft.com/office/drawing/2014/main" id="{93CB92D2-2388-467E-8967-C42842717B82}"/>
              </a:ext>
            </a:extLst>
          </p:cNvPr>
          <p:cNvGraphicFramePr>
            <a:graphicFrameLocks noGrp="1"/>
          </p:cNvGraphicFramePr>
          <p:nvPr/>
        </p:nvGraphicFramePr>
        <p:xfrm>
          <a:off x="1008235" y="236062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1" name="表格 10">
            <a:extLst>
              <a:ext uri="{FF2B5EF4-FFF2-40B4-BE49-F238E27FC236}">
                <a16:creationId xmlns:a16="http://schemas.microsoft.com/office/drawing/2014/main" id="{1B833726-935C-443F-AD60-CB5A9C5F8F83}"/>
              </a:ext>
            </a:extLst>
          </p:cNvPr>
          <p:cNvGraphicFramePr>
            <a:graphicFrameLocks noGrp="1"/>
          </p:cNvGraphicFramePr>
          <p:nvPr>
            <p:extLst>
              <p:ext uri="{D42A27DB-BD31-4B8C-83A1-F6EECF244321}">
                <p14:modId xmlns:p14="http://schemas.microsoft.com/office/powerpoint/2010/main" val="2969711568"/>
              </p:ext>
            </p:extLst>
          </p:nvPr>
        </p:nvGraphicFramePr>
        <p:xfrm>
          <a:off x="5427217" y="2845995"/>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12" name="文字方塊 11">
            <a:extLst>
              <a:ext uri="{FF2B5EF4-FFF2-40B4-BE49-F238E27FC236}">
                <a16:creationId xmlns:a16="http://schemas.microsoft.com/office/drawing/2014/main" id="{050333ED-7FD3-48DC-85F9-837530E8441B}"/>
              </a:ext>
            </a:extLst>
          </p:cNvPr>
          <p:cNvSpPr txBox="1"/>
          <p:nvPr/>
        </p:nvSpPr>
        <p:spPr>
          <a:xfrm>
            <a:off x="5310496" y="2360622"/>
            <a:ext cx="785503" cy="369332"/>
          </a:xfrm>
          <a:prstGeom prst="rect">
            <a:avLst/>
          </a:prstGeom>
          <a:noFill/>
        </p:spPr>
        <p:txBody>
          <a:bodyPr wrap="square" rtlCol="0">
            <a:spAutoFit/>
          </a:bodyPr>
          <a:lstStyle/>
          <a:p>
            <a:r>
              <a:rPr lang="en-US" altLang="zh-TW" dirty="0"/>
              <a:t>Filter1</a:t>
            </a:r>
            <a:endParaRPr lang="zh-TW" altLang="en-US" dirty="0"/>
          </a:p>
        </p:txBody>
      </p:sp>
      <p:sp>
        <p:nvSpPr>
          <p:cNvPr id="6" name="矩形 5">
            <a:extLst>
              <a:ext uri="{FF2B5EF4-FFF2-40B4-BE49-F238E27FC236}">
                <a16:creationId xmlns:a16="http://schemas.microsoft.com/office/drawing/2014/main" id="{1849580A-2C5D-421B-82B6-D0C34D8A7637}"/>
              </a:ext>
            </a:extLst>
          </p:cNvPr>
          <p:cNvSpPr/>
          <p:nvPr/>
        </p:nvSpPr>
        <p:spPr>
          <a:xfrm>
            <a:off x="1008235" y="2360622"/>
            <a:ext cx="1311870" cy="128237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乘號 6">
            <a:extLst>
              <a:ext uri="{FF2B5EF4-FFF2-40B4-BE49-F238E27FC236}">
                <a16:creationId xmlns:a16="http://schemas.microsoft.com/office/drawing/2014/main" id="{1A792D11-A5E7-4BB1-AE3C-8D8A9587A05A}"/>
              </a:ext>
            </a:extLst>
          </p:cNvPr>
          <p:cNvSpPr/>
          <p:nvPr/>
        </p:nvSpPr>
        <p:spPr>
          <a:xfrm>
            <a:off x="3999939" y="3044226"/>
            <a:ext cx="660903" cy="769545"/>
          </a:xfrm>
          <a:prstGeom prst="mathMultipl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箭號: 向右 2">
            <a:extLst>
              <a:ext uri="{FF2B5EF4-FFF2-40B4-BE49-F238E27FC236}">
                <a16:creationId xmlns:a16="http://schemas.microsoft.com/office/drawing/2014/main" id="{A9983736-CD16-44D6-9340-3AF3BF5B5253}"/>
              </a:ext>
            </a:extLst>
          </p:cNvPr>
          <p:cNvSpPr/>
          <p:nvPr/>
        </p:nvSpPr>
        <p:spPr>
          <a:xfrm>
            <a:off x="7531157" y="3238500"/>
            <a:ext cx="647700" cy="36639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aphicFrame>
        <p:nvGraphicFramePr>
          <p:cNvPr id="10" name="表格 9">
            <a:extLst>
              <a:ext uri="{FF2B5EF4-FFF2-40B4-BE49-F238E27FC236}">
                <a16:creationId xmlns:a16="http://schemas.microsoft.com/office/drawing/2014/main" id="{0883165F-C9C7-4B20-9EBD-D75B57944D2C}"/>
              </a:ext>
            </a:extLst>
          </p:cNvPr>
          <p:cNvGraphicFramePr>
            <a:graphicFrameLocks noGrp="1"/>
          </p:cNvGraphicFramePr>
          <p:nvPr>
            <p:extLst>
              <p:ext uri="{D42A27DB-BD31-4B8C-83A1-F6EECF244321}">
                <p14:modId xmlns:p14="http://schemas.microsoft.com/office/powerpoint/2010/main" val="3270951368"/>
              </p:ext>
            </p:extLst>
          </p:nvPr>
        </p:nvGraphicFramePr>
        <p:xfrm>
          <a:off x="9072735" y="2787971"/>
          <a:ext cx="1335198" cy="1282053"/>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bl>
          </a:graphicData>
        </a:graphic>
      </p:graphicFrame>
      <p:sp>
        <p:nvSpPr>
          <p:cNvPr id="4" name="矩形: 圓角 3">
            <a:extLst>
              <a:ext uri="{FF2B5EF4-FFF2-40B4-BE49-F238E27FC236}">
                <a16:creationId xmlns:a16="http://schemas.microsoft.com/office/drawing/2014/main" id="{677391BB-F531-43B2-B3B5-221783F44204}"/>
              </a:ext>
            </a:extLst>
          </p:cNvPr>
          <p:cNvSpPr/>
          <p:nvPr/>
        </p:nvSpPr>
        <p:spPr>
          <a:xfrm>
            <a:off x="1358900" y="1771650"/>
            <a:ext cx="1524000"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Image</a:t>
            </a:r>
            <a:endParaRPr lang="zh-TW" altLang="en-US" dirty="0"/>
          </a:p>
        </p:txBody>
      </p:sp>
      <p:sp>
        <p:nvSpPr>
          <p:cNvPr id="13" name="矩形: 圓角 12">
            <a:extLst>
              <a:ext uri="{FF2B5EF4-FFF2-40B4-BE49-F238E27FC236}">
                <a16:creationId xmlns:a16="http://schemas.microsoft.com/office/drawing/2014/main" id="{D45B22CE-822E-4C40-969C-133F7A14FDFB}"/>
              </a:ext>
            </a:extLst>
          </p:cNvPr>
          <p:cNvSpPr/>
          <p:nvPr/>
        </p:nvSpPr>
        <p:spPr>
          <a:xfrm>
            <a:off x="8978900" y="1771650"/>
            <a:ext cx="1524000"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Feature Map</a:t>
            </a:r>
            <a:endParaRPr lang="zh-TW" altLang="en-US" dirty="0"/>
          </a:p>
        </p:txBody>
      </p:sp>
      <p:sp>
        <p:nvSpPr>
          <p:cNvPr id="14" name="標題 1">
            <a:extLst>
              <a:ext uri="{FF2B5EF4-FFF2-40B4-BE49-F238E27FC236}">
                <a16:creationId xmlns:a16="http://schemas.microsoft.com/office/drawing/2014/main" id="{44FDFC45-FAE3-49EB-B0FB-4160BF5BAC3D}"/>
              </a:ext>
            </a:extLst>
          </p:cNvPr>
          <p:cNvSpPr>
            <a:spLocks noGrp="1"/>
          </p:cNvSpPr>
          <p:nvPr>
            <p:ph type="title"/>
          </p:nvPr>
        </p:nvSpPr>
        <p:spPr>
          <a:xfrm>
            <a:off x="838200" y="365125"/>
            <a:ext cx="10515600" cy="1325563"/>
          </a:xfrm>
        </p:spPr>
        <p:txBody>
          <a:bodyPr/>
          <a:lstStyle/>
          <a:p>
            <a:r>
              <a:rPr lang="en-US" altLang="zh-TW" b="1" dirty="0"/>
              <a:t>Convolution Layer</a:t>
            </a:r>
            <a:endParaRPr lang="zh-TW" altLang="en-US" dirty="0"/>
          </a:p>
        </p:txBody>
      </p:sp>
      <p:sp>
        <p:nvSpPr>
          <p:cNvPr id="16" name="投影片編號版面配置區 7">
            <a:extLst>
              <a:ext uri="{FF2B5EF4-FFF2-40B4-BE49-F238E27FC236}">
                <a16:creationId xmlns:a16="http://schemas.microsoft.com/office/drawing/2014/main" id="{9404EC5F-56DE-4F4F-81D0-E80D8E4D65AD}"/>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7</a:t>
            </a:fld>
            <a:endParaRPr lang="zh-TW" altLang="en-US" dirty="0">
              <a:solidFill>
                <a:schemeClr val="tx1"/>
              </a:solidFill>
            </a:endParaRPr>
          </a:p>
        </p:txBody>
      </p:sp>
      <p:pic>
        <p:nvPicPr>
          <p:cNvPr id="8" name="Audio 7">
            <a:hlinkClick r:id="" action="ppaction://media"/>
          </p:cNvPr>
          <p:cNvPicPr>
            <a:picLocks noChangeAspect="1"/>
          </p:cNvPicPr>
          <p:nvPr>
            <a:audioFile r:link="rId1"/>
            <p:extLst>
              <p:ext uri="{DAA4B4D4-6D71-4841-9C94-3DE7FCFB9230}">
                <p14:media xmlns:p14="http://schemas.microsoft.com/office/powerpoint/2010/main" r:embed="rId2">
                  <p14:trim st="2163"/>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2709072226"/>
      </p:ext>
    </p:extLst>
  </p:cSld>
  <p:clrMapOvr>
    <a:masterClrMapping/>
  </p:clrMapOvr>
  <mc:AlternateContent xmlns:mc="http://schemas.openxmlformats.org/markup-compatibility/2006" xmlns:p14="http://schemas.microsoft.com/office/powerpoint/2010/main">
    <mc:Choice Requires="p14">
      <p:transition spd="slow" p14:dur="2000" advTm="16010"/>
    </mc:Choice>
    <mc:Fallback xmlns="">
      <p:transition spd="slow" advTm="16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a:extLst>
              <a:ext uri="{FF2B5EF4-FFF2-40B4-BE49-F238E27FC236}">
                <a16:creationId xmlns:a16="http://schemas.microsoft.com/office/drawing/2014/main" id="{57ECFB7B-02F2-401E-AF15-1AE898374DED}"/>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2" name="表格 1">
            <a:extLst>
              <a:ext uri="{FF2B5EF4-FFF2-40B4-BE49-F238E27FC236}">
                <a16:creationId xmlns:a16="http://schemas.microsoft.com/office/drawing/2014/main" id="{93CB92D2-2388-467E-8967-C42842717B82}"/>
              </a:ext>
            </a:extLst>
          </p:cNvPr>
          <p:cNvGraphicFramePr>
            <a:graphicFrameLocks noGrp="1"/>
          </p:cNvGraphicFramePr>
          <p:nvPr/>
        </p:nvGraphicFramePr>
        <p:xfrm>
          <a:off x="1008235" y="236062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1" name="表格 10">
            <a:extLst>
              <a:ext uri="{FF2B5EF4-FFF2-40B4-BE49-F238E27FC236}">
                <a16:creationId xmlns:a16="http://schemas.microsoft.com/office/drawing/2014/main" id="{1B833726-935C-443F-AD60-CB5A9C5F8F83}"/>
              </a:ext>
            </a:extLst>
          </p:cNvPr>
          <p:cNvGraphicFramePr>
            <a:graphicFrameLocks noGrp="1"/>
          </p:cNvGraphicFramePr>
          <p:nvPr/>
        </p:nvGraphicFramePr>
        <p:xfrm>
          <a:off x="5427217" y="2845995"/>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12" name="文字方塊 11">
            <a:extLst>
              <a:ext uri="{FF2B5EF4-FFF2-40B4-BE49-F238E27FC236}">
                <a16:creationId xmlns:a16="http://schemas.microsoft.com/office/drawing/2014/main" id="{050333ED-7FD3-48DC-85F9-837530E8441B}"/>
              </a:ext>
            </a:extLst>
          </p:cNvPr>
          <p:cNvSpPr txBox="1"/>
          <p:nvPr/>
        </p:nvSpPr>
        <p:spPr>
          <a:xfrm>
            <a:off x="5310496" y="2360622"/>
            <a:ext cx="785503" cy="369332"/>
          </a:xfrm>
          <a:prstGeom prst="rect">
            <a:avLst/>
          </a:prstGeom>
          <a:noFill/>
        </p:spPr>
        <p:txBody>
          <a:bodyPr wrap="square" rtlCol="0">
            <a:spAutoFit/>
          </a:bodyPr>
          <a:lstStyle/>
          <a:p>
            <a:r>
              <a:rPr lang="en-US" altLang="zh-TW" dirty="0"/>
              <a:t>Filter1</a:t>
            </a:r>
            <a:endParaRPr lang="zh-TW" altLang="en-US" dirty="0"/>
          </a:p>
        </p:txBody>
      </p:sp>
      <p:sp>
        <p:nvSpPr>
          <p:cNvPr id="6" name="矩形 5">
            <a:extLst>
              <a:ext uri="{FF2B5EF4-FFF2-40B4-BE49-F238E27FC236}">
                <a16:creationId xmlns:a16="http://schemas.microsoft.com/office/drawing/2014/main" id="{1849580A-2C5D-421B-82B6-D0C34D8A7637}"/>
              </a:ext>
            </a:extLst>
          </p:cNvPr>
          <p:cNvSpPr/>
          <p:nvPr/>
        </p:nvSpPr>
        <p:spPr>
          <a:xfrm>
            <a:off x="1464965" y="2369548"/>
            <a:ext cx="1311870" cy="128237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乘號 6">
            <a:extLst>
              <a:ext uri="{FF2B5EF4-FFF2-40B4-BE49-F238E27FC236}">
                <a16:creationId xmlns:a16="http://schemas.microsoft.com/office/drawing/2014/main" id="{1A792D11-A5E7-4BB1-AE3C-8D8A9587A05A}"/>
              </a:ext>
            </a:extLst>
          </p:cNvPr>
          <p:cNvSpPr/>
          <p:nvPr/>
        </p:nvSpPr>
        <p:spPr>
          <a:xfrm>
            <a:off x="3999939" y="3044226"/>
            <a:ext cx="660903" cy="769545"/>
          </a:xfrm>
          <a:prstGeom prst="mathMultipl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箭號: 向右 2">
            <a:extLst>
              <a:ext uri="{FF2B5EF4-FFF2-40B4-BE49-F238E27FC236}">
                <a16:creationId xmlns:a16="http://schemas.microsoft.com/office/drawing/2014/main" id="{A9983736-CD16-44D6-9340-3AF3BF5B5253}"/>
              </a:ext>
            </a:extLst>
          </p:cNvPr>
          <p:cNvSpPr/>
          <p:nvPr/>
        </p:nvSpPr>
        <p:spPr>
          <a:xfrm>
            <a:off x="7531157" y="3238500"/>
            <a:ext cx="647700" cy="36639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aphicFrame>
        <p:nvGraphicFramePr>
          <p:cNvPr id="10" name="表格 9">
            <a:extLst>
              <a:ext uri="{FF2B5EF4-FFF2-40B4-BE49-F238E27FC236}">
                <a16:creationId xmlns:a16="http://schemas.microsoft.com/office/drawing/2014/main" id="{0883165F-C9C7-4B20-9EBD-D75B57944D2C}"/>
              </a:ext>
            </a:extLst>
          </p:cNvPr>
          <p:cNvGraphicFramePr>
            <a:graphicFrameLocks noGrp="1"/>
          </p:cNvGraphicFramePr>
          <p:nvPr>
            <p:extLst>
              <p:ext uri="{D42A27DB-BD31-4B8C-83A1-F6EECF244321}">
                <p14:modId xmlns:p14="http://schemas.microsoft.com/office/powerpoint/2010/main" val="2354822605"/>
              </p:ext>
            </p:extLst>
          </p:nvPr>
        </p:nvGraphicFramePr>
        <p:xfrm>
          <a:off x="9072735" y="2787971"/>
          <a:ext cx="1335198" cy="1282053"/>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bl>
          </a:graphicData>
        </a:graphic>
      </p:graphicFrame>
      <p:sp>
        <p:nvSpPr>
          <p:cNvPr id="9" name="矩形: 圓角 8">
            <a:extLst>
              <a:ext uri="{FF2B5EF4-FFF2-40B4-BE49-F238E27FC236}">
                <a16:creationId xmlns:a16="http://schemas.microsoft.com/office/drawing/2014/main" id="{FA86E996-CB62-4880-A0AA-EB1F73379ED0}"/>
              </a:ext>
            </a:extLst>
          </p:cNvPr>
          <p:cNvSpPr/>
          <p:nvPr/>
        </p:nvSpPr>
        <p:spPr>
          <a:xfrm>
            <a:off x="8978900" y="1771650"/>
            <a:ext cx="1524000"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Feature Map</a:t>
            </a:r>
            <a:endParaRPr lang="zh-TW" altLang="en-US" dirty="0"/>
          </a:p>
        </p:txBody>
      </p:sp>
      <p:sp>
        <p:nvSpPr>
          <p:cNvPr id="13" name="矩形: 圓角 12">
            <a:extLst>
              <a:ext uri="{FF2B5EF4-FFF2-40B4-BE49-F238E27FC236}">
                <a16:creationId xmlns:a16="http://schemas.microsoft.com/office/drawing/2014/main" id="{BB537454-92EA-4BC1-A4F4-FE25DA36F614}"/>
              </a:ext>
            </a:extLst>
          </p:cNvPr>
          <p:cNvSpPr/>
          <p:nvPr/>
        </p:nvSpPr>
        <p:spPr>
          <a:xfrm>
            <a:off x="1358900" y="1771650"/>
            <a:ext cx="1524000"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Image</a:t>
            </a:r>
            <a:endParaRPr lang="zh-TW" altLang="en-US" dirty="0"/>
          </a:p>
        </p:txBody>
      </p:sp>
      <p:sp>
        <p:nvSpPr>
          <p:cNvPr id="14" name="標題 1">
            <a:extLst>
              <a:ext uri="{FF2B5EF4-FFF2-40B4-BE49-F238E27FC236}">
                <a16:creationId xmlns:a16="http://schemas.microsoft.com/office/drawing/2014/main" id="{4D2FC069-3E2C-4FE4-887D-F51E60CFBB17}"/>
              </a:ext>
            </a:extLst>
          </p:cNvPr>
          <p:cNvSpPr>
            <a:spLocks noGrp="1"/>
          </p:cNvSpPr>
          <p:nvPr>
            <p:ph type="title"/>
          </p:nvPr>
        </p:nvSpPr>
        <p:spPr>
          <a:xfrm>
            <a:off x="838200" y="365125"/>
            <a:ext cx="10515600" cy="1325563"/>
          </a:xfrm>
        </p:spPr>
        <p:txBody>
          <a:bodyPr/>
          <a:lstStyle/>
          <a:p>
            <a:r>
              <a:rPr lang="en-US" altLang="zh-TW" b="1" dirty="0"/>
              <a:t>Convolution Layer</a:t>
            </a:r>
            <a:endParaRPr lang="zh-TW" altLang="en-US" dirty="0"/>
          </a:p>
        </p:txBody>
      </p:sp>
      <p:sp>
        <p:nvSpPr>
          <p:cNvPr id="16" name="投影片編號版面配置區 7">
            <a:extLst>
              <a:ext uri="{FF2B5EF4-FFF2-40B4-BE49-F238E27FC236}">
                <a16:creationId xmlns:a16="http://schemas.microsoft.com/office/drawing/2014/main" id="{8A0BE2B5-B6F0-48BF-979D-564B411D808D}"/>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8</a:t>
            </a:fld>
            <a:endParaRPr lang="zh-TW" altLang="en-US" dirty="0">
              <a:solidFill>
                <a:schemeClr val="tx1"/>
              </a:solidFill>
            </a:endParaRPr>
          </a:p>
        </p:txBody>
      </p:sp>
      <p:pic>
        <p:nvPicPr>
          <p:cNvPr id="4" name="Audio 3">
            <a:hlinkClick r:id="" action="ppaction://media"/>
          </p:cNvPr>
          <p:cNvPicPr>
            <a:picLocks noChangeAspect="1"/>
          </p:cNvPicPr>
          <p:nvPr>
            <a:audioFile r:link="rId1"/>
            <p:extLst>
              <p:ext uri="{DAA4B4D4-6D71-4841-9C94-3DE7FCFB9230}">
                <p14:media xmlns:p14="http://schemas.microsoft.com/office/powerpoint/2010/main" r:embed="rId2">
                  <p14:trim st="1734"/>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247970536"/>
      </p:ext>
    </p:extLst>
  </p:cSld>
  <p:clrMapOvr>
    <a:masterClrMapping/>
  </p:clrMapOvr>
  <mc:AlternateContent xmlns:mc="http://schemas.openxmlformats.org/markup-compatibility/2006" xmlns:p14="http://schemas.microsoft.com/office/powerpoint/2010/main">
    <mc:Choice Requires="p14">
      <p:transition spd="slow" p14:dur="2000" advTm="10100"/>
    </mc:Choice>
    <mc:Fallback xmlns="">
      <p:transition spd="slow" advTm="10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a:extLst>
              <a:ext uri="{FF2B5EF4-FFF2-40B4-BE49-F238E27FC236}">
                <a16:creationId xmlns:a16="http://schemas.microsoft.com/office/drawing/2014/main" id="{2E54AC01-47CB-4A01-8B96-885255F15B02}"/>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2" name="表格 1">
            <a:extLst>
              <a:ext uri="{FF2B5EF4-FFF2-40B4-BE49-F238E27FC236}">
                <a16:creationId xmlns:a16="http://schemas.microsoft.com/office/drawing/2014/main" id="{93CB92D2-2388-467E-8967-C42842717B82}"/>
              </a:ext>
            </a:extLst>
          </p:cNvPr>
          <p:cNvGraphicFramePr>
            <a:graphicFrameLocks noGrp="1"/>
          </p:cNvGraphicFramePr>
          <p:nvPr/>
        </p:nvGraphicFramePr>
        <p:xfrm>
          <a:off x="1008235" y="236062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1" name="表格 10">
            <a:extLst>
              <a:ext uri="{FF2B5EF4-FFF2-40B4-BE49-F238E27FC236}">
                <a16:creationId xmlns:a16="http://schemas.microsoft.com/office/drawing/2014/main" id="{1B833726-935C-443F-AD60-CB5A9C5F8F83}"/>
              </a:ext>
            </a:extLst>
          </p:cNvPr>
          <p:cNvGraphicFramePr>
            <a:graphicFrameLocks noGrp="1"/>
          </p:cNvGraphicFramePr>
          <p:nvPr/>
        </p:nvGraphicFramePr>
        <p:xfrm>
          <a:off x="5427217" y="2845995"/>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12" name="文字方塊 11">
            <a:extLst>
              <a:ext uri="{FF2B5EF4-FFF2-40B4-BE49-F238E27FC236}">
                <a16:creationId xmlns:a16="http://schemas.microsoft.com/office/drawing/2014/main" id="{050333ED-7FD3-48DC-85F9-837530E8441B}"/>
              </a:ext>
            </a:extLst>
          </p:cNvPr>
          <p:cNvSpPr txBox="1"/>
          <p:nvPr/>
        </p:nvSpPr>
        <p:spPr>
          <a:xfrm>
            <a:off x="5310496" y="2360622"/>
            <a:ext cx="785503" cy="369332"/>
          </a:xfrm>
          <a:prstGeom prst="rect">
            <a:avLst/>
          </a:prstGeom>
          <a:noFill/>
        </p:spPr>
        <p:txBody>
          <a:bodyPr wrap="square" rtlCol="0">
            <a:spAutoFit/>
          </a:bodyPr>
          <a:lstStyle/>
          <a:p>
            <a:r>
              <a:rPr lang="en-US" altLang="zh-TW" dirty="0"/>
              <a:t>Filter1</a:t>
            </a:r>
            <a:endParaRPr lang="zh-TW" altLang="en-US" dirty="0"/>
          </a:p>
        </p:txBody>
      </p:sp>
      <p:sp>
        <p:nvSpPr>
          <p:cNvPr id="6" name="矩形 5">
            <a:extLst>
              <a:ext uri="{FF2B5EF4-FFF2-40B4-BE49-F238E27FC236}">
                <a16:creationId xmlns:a16="http://schemas.microsoft.com/office/drawing/2014/main" id="{1849580A-2C5D-421B-82B6-D0C34D8A7637}"/>
              </a:ext>
            </a:extLst>
          </p:cNvPr>
          <p:cNvSpPr/>
          <p:nvPr/>
        </p:nvSpPr>
        <p:spPr>
          <a:xfrm>
            <a:off x="1917699" y="2360622"/>
            <a:ext cx="1311870" cy="128237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乘號 6">
            <a:extLst>
              <a:ext uri="{FF2B5EF4-FFF2-40B4-BE49-F238E27FC236}">
                <a16:creationId xmlns:a16="http://schemas.microsoft.com/office/drawing/2014/main" id="{1A792D11-A5E7-4BB1-AE3C-8D8A9587A05A}"/>
              </a:ext>
            </a:extLst>
          </p:cNvPr>
          <p:cNvSpPr/>
          <p:nvPr/>
        </p:nvSpPr>
        <p:spPr>
          <a:xfrm>
            <a:off x="3999939" y="3044226"/>
            <a:ext cx="660903" cy="769545"/>
          </a:xfrm>
          <a:prstGeom prst="mathMultipl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箭號: 向右 2">
            <a:extLst>
              <a:ext uri="{FF2B5EF4-FFF2-40B4-BE49-F238E27FC236}">
                <a16:creationId xmlns:a16="http://schemas.microsoft.com/office/drawing/2014/main" id="{A9983736-CD16-44D6-9340-3AF3BF5B5253}"/>
              </a:ext>
            </a:extLst>
          </p:cNvPr>
          <p:cNvSpPr/>
          <p:nvPr/>
        </p:nvSpPr>
        <p:spPr>
          <a:xfrm>
            <a:off x="7531157" y="3238500"/>
            <a:ext cx="647700" cy="36639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aphicFrame>
        <p:nvGraphicFramePr>
          <p:cNvPr id="10" name="表格 9">
            <a:extLst>
              <a:ext uri="{FF2B5EF4-FFF2-40B4-BE49-F238E27FC236}">
                <a16:creationId xmlns:a16="http://schemas.microsoft.com/office/drawing/2014/main" id="{0883165F-C9C7-4B20-9EBD-D75B57944D2C}"/>
              </a:ext>
            </a:extLst>
          </p:cNvPr>
          <p:cNvGraphicFramePr>
            <a:graphicFrameLocks noGrp="1"/>
          </p:cNvGraphicFramePr>
          <p:nvPr>
            <p:extLst>
              <p:ext uri="{D42A27DB-BD31-4B8C-83A1-F6EECF244321}">
                <p14:modId xmlns:p14="http://schemas.microsoft.com/office/powerpoint/2010/main" val="989292324"/>
              </p:ext>
            </p:extLst>
          </p:nvPr>
        </p:nvGraphicFramePr>
        <p:xfrm>
          <a:off x="9072735" y="2787971"/>
          <a:ext cx="1335198" cy="1282053"/>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bl>
          </a:graphicData>
        </a:graphic>
      </p:graphicFrame>
      <p:sp>
        <p:nvSpPr>
          <p:cNvPr id="9" name="矩形: 圓角 8">
            <a:extLst>
              <a:ext uri="{FF2B5EF4-FFF2-40B4-BE49-F238E27FC236}">
                <a16:creationId xmlns:a16="http://schemas.microsoft.com/office/drawing/2014/main" id="{521195D2-1C2F-4834-8459-32B5DDBF143E}"/>
              </a:ext>
            </a:extLst>
          </p:cNvPr>
          <p:cNvSpPr/>
          <p:nvPr/>
        </p:nvSpPr>
        <p:spPr>
          <a:xfrm>
            <a:off x="8978900" y="1771650"/>
            <a:ext cx="1524000"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Feature Map</a:t>
            </a:r>
            <a:endParaRPr lang="zh-TW" altLang="en-US" dirty="0"/>
          </a:p>
        </p:txBody>
      </p:sp>
      <p:sp>
        <p:nvSpPr>
          <p:cNvPr id="13" name="矩形: 圓角 12">
            <a:extLst>
              <a:ext uri="{FF2B5EF4-FFF2-40B4-BE49-F238E27FC236}">
                <a16:creationId xmlns:a16="http://schemas.microsoft.com/office/drawing/2014/main" id="{9F28F3E3-9532-46AE-BF71-DAD3B8BD1CB7}"/>
              </a:ext>
            </a:extLst>
          </p:cNvPr>
          <p:cNvSpPr/>
          <p:nvPr/>
        </p:nvSpPr>
        <p:spPr>
          <a:xfrm>
            <a:off x="1358900" y="1771650"/>
            <a:ext cx="1524000"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Image</a:t>
            </a:r>
            <a:endParaRPr lang="zh-TW" altLang="en-US" dirty="0"/>
          </a:p>
        </p:txBody>
      </p:sp>
      <p:sp>
        <p:nvSpPr>
          <p:cNvPr id="14" name="標題 1">
            <a:extLst>
              <a:ext uri="{FF2B5EF4-FFF2-40B4-BE49-F238E27FC236}">
                <a16:creationId xmlns:a16="http://schemas.microsoft.com/office/drawing/2014/main" id="{20C2C980-DE1B-49B1-9B75-EAAC3F7001A9}"/>
              </a:ext>
            </a:extLst>
          </p:cNvPr>
          <p:cNvSpPr>
            <a:spLocks noGrp="1"/>
          </p:cNvSpPr>
          <p:nvPr>
            <p:ph type="title"/>
          </p:nvPr>
        </p:nvSpPr>
        <p:spPr>
          <a:xfrm>
            <a:off x="838200" y="365125"/>
            <a:ext cx="10515600" cy="1325563"/>
          </a:xfrm>
        </p:spPr>
        <p:txBody>
          <a:bodyPr/>
          <a:lstStyle/>
          <a:p>
            <a:r>
              <a:rPr lang="en-US" altLang="zh-TW" b="1" dirty="0"/>
              <a:t>Convolution Layer</a:t>
            </a:r>
            <a:endParaRPr lang="zh-TW" altLang="en-US" dirty="0"/>
          </a:p>
        </p:txBody>
      </p:sp>
      <p:sp>
        <p:nvSpPr>
          <p:cNvPr id="16" name="投影片編號版面配置區 7">
            <a:extLst>
              <a:ext uri="{FF2B5EF4-FFF2-40B4-BE49-F238E27FC236}">
                <a16:creationId xmlns:a16="http://schemas.microsoft.com/office/drawing/2014/main" id="{64F6937B-8C10-4B26-9C0C-D6A305E8E754}"/>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9</a:t>
            </a:fld>
            <a:endParaRPr lang="zh-TW" altLang="en-US" dirty="0">
              <a:solidFill>
                <a:schemeClr val="tx1"/>
              </a:solidFill>
            </a:endParaRPr>
          </a:p>
        </p:txBody>
      </p:sp>
      <p:pic>
        <p:nvPicPr>
          <p:cNvPr id="4" name="Audio 3">
            <a:hlinkClick r:id="" action="ppaction://media"/>
          </p:cNvPr>
          <p:cNvPicPr>
            <a:picLocks noChangeAspect="1"/>
          </p:cNvPicPr>
          <p:nvPr>
            <a:audioFile r:link="rId1"/>
            <p:extLst>
              <p:ext uri="{DAA4B4D4-6D71-4841-9C94-3DE7FCFB9230}">
                <p14:media xmlns:p14="http://schemas.microsoft.com/office/powerpoint/2010/main" r:embed="rId2">
                  <p14:trim st="1582"/>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402835707"/>
      </p:ext>
    </p:extLst>
  </p:cSld>
  <p:clrMapOvr>
    <a:masterClrMapping/>
  </p:clrMapOvr>
  <mc:AlternateContent xmlns:mc="http://schemas.openxmlformats.org/markup-compatibility/2006" xmlns:p14="http://schemas.microsoft.com/office/powerpoint/2010/main">
    <mc:Choice Requires="p14">
      <p:transition spd="slow" p14:dur="2000" advTm="7940"/>
    </mc:Choice>
    <mc:Fallback xmlns="">
      <p:transition spd="slow" advTm="7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a:extLst>
              <a:ext uri="{FF2B5EF4-FFF2-40B4-BE49-F238E27FC236}">
                <a16:creationId xmlns:a16="http://schemas.microsoft.com/office/drawing/2014/main" id="{95417C23-1658-48B3-A4AE-12B38A7AB374}"/>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2" name="表格 1">
            <a:extLst>
              <a:ext uri="{FF2B5EF4-FFF2-40B4-BE49-F238E27FC236}">
                <a16:creationId xmlns:a16="http://schemas.microsoft.com/office/drawing/2014/main" id="{93CB92D2-2388-467E-8967-C42842717B82}"/>
              </a:ext>
            </a:extLst>
          </p:cNvPr>
          <p:cNvGraphicFramePr>
            <a:graphicFrameLocks noGrp="1"/>
          </p:cNvGraphicFramePr>
          <p:nvPr/>
        </p:nvGraphicFramePr>
        <p:xfrm>
          <a:off x="1008235" y="236062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1" name="表格 10">
            <a:extLst>
              <a:ext uri="{FF2B5EF4-FFF2-40B4-BE49-F238E27FC236}">
                <a16:creationId xmlns:a16="http://schemas.microsoft.com/office/drawing/2014/main" id="{1B833726-935C-443F-AD60-CB5A9C5F8F83}"/>
              </a:ext>
            </a:extLst>
          </p:cNvPr>
          <p:cNvGraphicFramePr>
            <a:graphicFrameLocks noGrp="1"/>
          </p:cNvGraphicFramePr>
          <p:nvPr/>
        </p:nvGraphicFramePr>
        <p:xfrm>
          <a:off x="5427217" y="2845995"/>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12" name="文字方塊 11">
            <a:extLst>
              <a:ext uri="{FF2B5EF4-FFF2-40B4-BE49-F238E27FC236}">
                <a16:creationId xmlns:a16="http://schemas.microsoft.com/office/drawing/2014/main" id="{050333ED-7FD3-48DC-85F9-837530E8441B}"/>
              </a:ext>
            </a:extLst>
          </p:cNvPr>
          <p:cNvSpPr txBox="1"/>
          <p:nvPr/>
        </p:nvSpPr>
        <p:spPr>
          <a:xfrm>
            <a:off x="5310496" y="2360622"/>
            <a:ext cx="785503" cy="369332"/>
          </a:xfrm>
          <a:prstGeom prst="rect">
            <a:avLst/>
          </a:prstGeom>
          <a:noFill/>
        </p:spPr>
        <p:txBody>
          <a:bodyPr wrap="square" rtlCol="0">
            <a:spAutoFit/>
          </a:bodyPr>
          <a:lstStyle/>
          <a:p>
            <a:r>
              <a:rPr lang="en-US" altLang="zh-TW" dirty="0"/>
              <a:t>Filter1</a:t>
            </a:r>
            <a:endParaRPr lang="zh-TW" altLang="en-US" dirty="0"/>
          </a:p>
        </p:txBody>
      </p:sp>
      <p:sp>
        <p:nvSpPr>
          <p:cNvPr id="6" name="矩形 5">
            <a:extLst>
              <a:ext uri="{FF2B5EF4-FFF2-40B4-BE49-F238E27FC236}">
                <a16:creationId xmlns:a16="http://schemas.microsoft.com/office/drawing/2014/main" id="{1849580A-2C5D-421B-82B6-D0C34D8A7637}"/>
              </a:ext>
            </a:extLst>
          </p:cNvPr>
          <p:cNvSpPr/>
          <p:nvPr/>
        </p:nvSpPr>
        <p:spPr>
          <a:xfrm>
            <a:off x="1008235" y="2780511"/>
            <a:ext cx="1311870" cy="128237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乘號 6">
            <a:extLst>
              <a:ext uri="{FF2B5EF4-FFF2-40B4-BE49-F238E27FC236}">
                <a16:creationId xmlns:a16="http://schemas.microsoft.com/office/drawing/2014/main" id="{1A792D11-A5E7-4BB1-AE3C-8D8A9587A05A}"/>
              </a:ext>
            </a:extLst>
          </p:cNvPr>
          <p:cNvSpPr/>
          <p:nvPr/>
        </p:nvSpPr>
        <p:spPr>
          <a:xfrm>
            <a:off x="3999939" y="3044226"/>
            <a:ext cx="660903" cy="769545"/>
          </a:xfrm>
          <a:prstGeom prst="mathMultipl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箭號: 向右 2">
            <a:extLst>
              <a:ext uri="{FF2B5EF4-FFF2-40B4-BE49-F238E27FC236}">
                <a16:creationId xmlns:a16="http://schemas.microsoft.com/office/drawing/2014/main" id="{A9983736-CD16-44D6-9340-3AF3BF5B5253}"/>
              </a:ext>
            </a:extLst>
          </p:cNvPr>
          <p:cNvSpPr/>
          <p:nvPr/>
        </p:nvSpPr>
        <p:spPr>
          <a:xfrm>
            <a:off x="7531157" y="3238500"/>
            <a:ext cx="647700" cy="36639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aphicFrame>
        <p:nvGraphicFramePr>
          <p:cNvPr id="10" name="表格 9">
            <a:extLst>
              <a:ext uri="{FF2B5EF4-FFF2-40B4-BE49-F238E27FC236}">
                <a16:creationId xmlns:a16="http://schemas.microsoft.com/office/drawing/2014/main" id="{0883165F-C9C7-4B20-9EBD-D75B57944D2C}"/>
              </a:ext>
            </a:extLst>
          </p:cNvPr>
          <p:cNvGraphicFramePr>
            <a:graphicFrameLocks noGrp="1"/>
          </p:cNvGraphicFramePr>
          <p:nvPr>
            <p:extLst>
              <p:ext uri="{D42A27DB-BD31-4B8C-83A1-F6EECF244321}">
                <p14:modId xmlns:p14="http://schemas.microsoft.com/office/powerpoint/2010/main" val="2548161094"/>
              </p:ext>
            </p:extLst>
          </p:nvPr>
        </p:nvGraphicFramePr>
        <p:xfrm>
          <a:off x="9072735" y="2787971"/>
          <a:ext cx="1335198" cy="1282053"/>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bl>
          </a:graphicData>
        </a:graphic>
      </p:graphicFrame>
      <p:sp>
        <p:nvSpPr>
          <p:cNvPr id="9" name="矩形: 圓角 8">
            <a:extLst>
              <a:ext uri="{FF2B5EF4-FFF2-40B4-BE49-F238E27FC236}">
                <a16:creationId xmlns:a16="http://schemas.microsoft.com/office/drawing/2014/main" id="{3F21DC72-BFF3-4584-BA93-F3E7AFBAA590}"/>
              </a:ext>
            </a:extLst>
          </p:cNvPr>
          <p:cNvSpPr/>
          <p:nvPr/>
        </p:nvSpPr>
        <p:spPr>
          <a:xfrm>
            <a:off x="8978900" y="1771650"/>
            <a:ext cx="1524000"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Feature Map</a:t>
            </a:r>
            <a:endParaRPr lang="zh-TW" altLang="en-US" dirty="0"/>
          </a:p>
        </p:txBody>
      </p:sp>
      <p:sp>
        <p:nvSpPr>
          <p:cNvPr id="13" name="矩形: 圓角 12">
            <a:extLst>
              <a:ext uri="{FF2B5EF4-FFF2-40B4-BE49-F238E27FC236}">
                <a16:creationId xmlns:a16="http://schemas.microsoft.com/office/drawing/2014/main" id="{AC726F11-2937-43C8-AFB2-D16ADBEEC908}"/>
              </a:ext>
            </a:extLst>
          </p:cNvPr>
          <p:cNvSpPr/>
          <p:nvPr/>
        </p:nvSpPr>
        <p:spPr>
          <a:xfrm>
            <a:off x="1358900" y="1771650"/>
            <a:ext cx="1524000"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Image</a:t>
            </a:r>
            <a:endParaRPr lang="zh-TW" altLang="en-US" dirty="0"/>
          </a:p>
        </p:txBody>
      </p:sp>
      <p:sp>
        <p:nvSpPr>
          <p:cNvPr id="14" name="標題 1">
            <a:extLst>
              <a:ext uri="{FF2B5EF4-FFF2-40B4-BE49-F238E27FC236}">
                <a16:creationId xmlns:a16="http://schemas.microsoft.com/office/drawing/2014/main" id="{20E2896F-F7C4-4510-9805-4323960683B9}"/>
              </a:ext>
            </a:extLst>
          </p:cNvPr>
          <p:cNvSpPr>
            <a:spLocks noGrp="1"/>
          </p:cNvSpPr>
          <p:nvPr>
            <p:ph type="title"/>
          </p:nvPr>
        </p:nvSpPr>
        <p:spPr>
          <a:xfrm>
            <a:off x="838200" y="365125"/>
            <a:ext cx="10515600" cy="1325563"/>
          </a:xfrm>
        </p:spPr>
        <p:txBody>
          <a:bodyPr/>
          <a:lstStyle/>
          <a:p>
            <a:r>
              <a:rPr lang="en-US" altLang="zh-TW" b="1" dirty="0"/>
              <a:t>Convolution Layer</a:t>
            </a:r>
            <a:endParaRPr lang="zh-TW" altLang="en-US" dirty="0"/>
          </a:p>
        </p:txBody>
      </p:sp>
      <p:sp>
        <p:nvSpPr>
          <p:cNvPr id="16" name="投影片編號版面配置區 7">
            <a:extLst>
              <a:ext uri="{FF2B5EF4-FFF2-40B4-BE49-F238E27FC236}">
                <a16:creationId xmlns:a16="http://schemas.microsoft.com/office/drawing/2014/main" id="{592D864F-AFD1-4BEC-8CAD-0A85AEAB04F9}"/>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10</a:t>
            </a:fld>
            <a:endParaRPr lang="zh-TW" altLang="en-US" dirty="0">
              <a:solidFill>
                <a:schemeClr val="tx1"/>
              </a:solidFill>
            </a:endParaRPr>
          </a:p>
        </p:txBody>
      </p:sp>
      <p:pic>
        <p:nvPicPr>
          <p:cNvPr id="4" name="Audio 3">
            <a:hlinkClick r:id="" action="ppaction://media"/>
          </p:cNvPr>
          <p:cNvPicPr>
            <a:picLocks noChangeAspect="1"/>
          </p:cNvPicPr>
          <p:nvPr>
            <a:audioFile r:link="rId1"/>
            <p:extLst>
              <p:ext uri="{DAA4B4D4-6D71-4841-9C94-3DE7FCFB9230}">
                <p14:media xmlns:p14="http://schemas.microsoft.com/office/powerpoint/2010/main" r:embed="rId2">
                  <p14:trim st="1266"/>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2306114227"/>
      </p:ext>
    </p:extLst>
  </p:cSld>
  <p:clrMapOvr>
    <a:masterClrMapping/>
  </p:clrMapOvr>
  <mc:AlternateContent xmlns:mc="http://schemas.openxmlformats.org/markup-compatibility/2006" xmlns:p14="http://schemas.microsoft.com/office/powerpoint/2010/main">
    <mc:Choice Requires="p14">
      <p:transition spd="slow" p14:dur="2000" advTm="10610"/>
    </mc:Choice>
    <mc:Fallback xmlns="">
      <p:transition spd="slow" advTm="10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a:extLst>
              <a:ext uri="{FF2B5EF4-FFF2-40B4-BE49-F238E27FC236}">
                <a16:creationId xmlns:a16="http://schemas.microsoft.com/office/drawing/2014/main" id="{5812C63B-E9E4-4754-8944-5E84ACF12B99}"/>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2" name="表格 1">
            <a:extLst>
              <a:ext uri="{FF2B5EF4-FFF2-40B4-BE49-F238E27FC236}">
                <a16:creationId xmlns:a16="http://schemas.microsoft.com/office/drawing/2014/main" id="{93CB92D2-2388-467E-8967-C42842717B82}"/>
              </a:ext>
            </a:extLst>
          </p:cNvPr>
          <p:cNvGraphicFramePr>
            <a:graphicFrameLocks noGrp="1"/>
          </p:cNvGraphicFramePr>
          <p:nvPr/>
        </p:nvGraphicFramePr>
        <p:xfrm>
          <a:off x="1008235" y="236062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1" name="表格 10">
            <a:extLst>
              <a:ext uri="{FF2B5EF4-FFF2-40B4-BE49-F238E27FC236}">
                <a16:creationId xmlns:a16="http://schemas.microsoft.com/office/drawing/2014/main" id="{1B833726-935C-443F-AD60-CB5A9C5F8F83}"/>
              </a:ext>
            </a:extLst>
          </p:cNvPr>
          <p:cNvGraphicFramePr>
            <a:graphicFrameLocks noGrp="1"/>
          </p:cNvGraphicFramePr>
          <p:nvPr/>
        </p:nvGraphicFramePr>
        <p:xfrm>
          <a:off x="5427217" y="2845995"/>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12" name="文字方塊 11">
            <a:extLst>
              <a:ext uri="{FF2B5EF4-FFF2-40B4-BE49-F238E27FC236}">
                <a16:creationId xmlns:a16="http://schemas.microsoft.com/office/drawing/2014/main" id="{050333ED-7FD3-48DC-85F9-837530E8441B}"/>
              </a:ext>
            </a:extLst>
          </p:cNvPr>
          <p:cNvSpPr txBox="1"/>
          <p:nvPr/>
        </p:nvSpPr>
        <p:spPr>
          <a:xfrm>
            <a:off x="5310496" y="2360622"/>
            <a:ext cx="785503" cy="369332"/>
          </a:xfrm>
          <a:prstGeom prst="rect">
            <a:avLst/>
          </a:prstGeom>
          <a:noFill/>
        </p:spPr>
        <p:txBody>
          <a:bodyPr wrap="square" rtlCol="0">
            <a:spAutoFit/>
          </a:bodyPr>
          <a:lstStyle/>
          <a:p>
            <a:r>
              <a:rPr lang="en-US" altLang="zh-TW" dirty="0"/>
              <a:t>Filter1</a:t>
            </a:r>
            <a:endParaRPr lang="zh-TW" altLang="en-US" dirty="0"/>
          </a:p>
        </p:txBody>
      </p:sp>
      <p:sp>
        <p:nvSpPr>
          <p:cNvPr id="6" name="矩形 5">
            <a:extLst>
              <a:ext uri="{FF2B5EF4-FFF2-40B4-BE49-F238E27FC236}">
                <a16:creationId xmlns:a16="http://schemas.microsoft.com/office/drawing/2014/main" id="{1849580A-2C5D-421B-82B6-D0C34D8A7637}"/>
              </a:ext>
            </a:extLst>
          </p:cNvPr>
          <p:cNvSpPr/>
          <p:nvPr/>
        </p:nvSpPr>
        <p:spPr>
          <a:xfrm>
            <a:off x="1464965" y="2787971"/>
            <a:ext cx="1311870" cy="128237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乘號 6">
            <a:extLst>
              <a:ext uri="{FF2B5EF4-FFF2-40B4-BE49-F238E27FC236}">
                <a16:creationId xmlns:a16="http://schemas.microsoft.com/office/drawing/2014/main" id="{1A792D11-A5E7-4BB1-AE3C-8D8A9587A05A}"/>
              </a:ext>
            </a:extLst>
          </p:cNvPr>
          <p:cNvSpPr/>
          <p:nvPr/>
        </p:nvSpPr>
        <p:spPr>
          <a:xfrm>
            <a:off x="3999939" y="3044226"/>
            <a:ext cx="660903" cy="769545"/>
          </a:xfrm>
          <a:prstGeom prst="mathMultipl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箭號: 向右 2">
            <a:extLst>
              <a:ext uri="{FF2B5EF4-FFF2-40B4-BE49-F238E27FC236}">
                <a16:creationId xmlns:a16="http://schemas.microsoft.com/office/drawing/2014/main" id="{A9983736-CD16-44D6-9340-3AF3BF5B5253}"/>
              </a:ext>
            </a:extLst>
          </p:cNvPr>
          <p:cNvSpPr/>
          <p:nvPr/>
        </p:nvSpPr>
        <p:spPr>
          <a:xfrm>
            <a:off x="7531157" y="3238500"/>
            <a:ext cx="647700" cy="36639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aphicFrame>
        <p:nvGraphicFramePr>
          <p:cNvPr id="10" name="表格 9">
            <a:extLst>
              <a:ext uri="{FF2B5EF4-FFF2-40B4-BE49-F238E27FC236}">
                <a16:creationId xmlns:a16="http://schemas.microsoft.com/office/drawing/2014/main" id="{0883165F-C9C7-4B20-9EBD-D75B57944D2C}"/>
              </a:ext>
            </a:extLst>
          </p:cNvPr>
          <p:cNvGraphicFramePr>
            <a:graphicFrameLocks noGrp="1"/>
          </p:cNvGraphicFramePr>
          <p:nvPr>
            <p:extLst>
              <p:ext uri="{D42A27DB-BD31-4B8C-83A1-F6EECF244321}">
                <p14:modId xmlns:p14="http://schemas.microsoft.com/office/powerpoint/2010/main" val="2748130751"/>
              </p:ext>
            </p:extLst>
          </p:nvPr>
        </p:nvGraphicFramePr>
        <p:xfrm>
          <a:off x="9072735" y="2787971"/>
          <a:ext cx="1335198" cy="1282053"/>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bl>
          </a:graphicData>
        </a:graphic>
      </p:graphicFrame>
      <p:sp>
        <p:nvSpPr>
          <p:cNvPr id="9" name="矩形: 圓角 8">
            <a:extLst>
              <a:ext uri="{FF2B5EF4-FFF2-40B4-BE49-F238E27FC236}">
                <a16:creationId xmlns:a16="http://schemas.microsoft.com/office/drawing/2014/main" id="{2062C86E-AF6D-4CD9-A1D2-19EEE8B26736}"/>
              </a:ext>
            </a:extLst>
          </p:cNvPr>
          <p:cNvSpPr/>
          <p:nvPr/>
        </p:nvSpPr>
        <p:spPr>
          <a:xfrm>
            <a:off x="8978900" y="1771650"/>
            <a:ext cx="1524000"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Feature Map</a:t>
            </a:r>
            <a:endParaRPr lang="zh-TW" altLang="en-US" dirty="0"/>
          </a:p>
        </p:txBody>
      </p:sp>
      <p:sp>
        <p:nvSpPr>
          <p:cNvPr id="13" name="矩形: 圓角 12">
            <a:extLst>
              <a:ext uri="{FF2B5EF4-FFF2-40B4-BE49-F238E27FC236}">
                <a16:creationId xmlns:a16="http://schemas.microsoft.com/office/drawing/2014/main" id="{1D266AAD-2D15-4949-A184-0B4D1F59FD83}"/>
              </a:ext>
            </a:extLst>
          </p:cNvPr>
          <p:cNvSpPr/>
          <p:nvPr/>
        </p:nvSpPr>
        <p:spPr>
          <a:xfrm>
            <a:off x="1358900" y="1771650"/>
            <a:ext cx="1524000"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Image</a:t>
            </a:r>
            <a:endParaRPr lang="zh-TW" altLang="en-US" dirty="0"/>
          </a:p>
        </p:txBody>
      </p:sp>
      <p:sp>
        <p:nvSpPr>
          <p:cNvPr id="14" name="標題 1">
            <a:extLst>
              <a:ext uri="{FF2B5EF4-FFF2-40B4-BE49-F238E27FC236}">
                <a16:creationId xmlns:a16="http://schemas.microsoft.com/office/drawing/2014/main" id="{82101A39-8195-4091-9887-5428E20AAE9A}"/>
              </a:ext>
            </a:extLst>
          </p:cNvPr>
          <p:cNvSpPr>
            <a:spLocks noGrp="1"/>
          </p:cNvSpPr>
          <p:nvPr>
            <p:ph type="title"/>
          </p:nvPr>
        </p:nvSpPr>
        <p:spPr>
          <a:xfrm>
            <a:off x="838200" y="365125"/>
            <a:ext cx="10515600" cy="1325563"/>
          </a:xfrm>
        </p:spPr>
        <p:txBody>
          <a:bodyPr/>
          <a:lstStyle/>
          <a:p>
            <a:r>
              <a:rPr lang="en-US" altLang="zh-TW" b="1" dirty="0"/>
              <a:t>Convolution Layer</a:t>
            </a:r>
            <a:endParaRPr lang="zh-TW" altLang="en-US" dirty="0"/>
          </a:p>
        </p:txBody>
      </p:sp>
      <p:sp>
        <p:nvSpPr>
          <p:cNvPr id="16" name="投影片編號版面配置區 7">
            <a:extLst>
              <a:ext uri="{FF2B5EF4-FFF2-40B4-BE49-F238E27FC236}">
                <a16:creationId xmlns:a16="http://schemas.microsoft.com/office/drawing/2014/main" id="{C1ADB0DA-86B1-4788-A37B-3C5D90273BC4}"/>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11</a:t>
            </a:fld>
            <a:endParaRPr lang="zh-TW" altLang="en-US" dirty="0">
              <a:solidFill>
                <a:schemeClr val="tx1"/>
              </a:solidFill>
            </a:endParaRPr>
          </a:p>
        </p:txBody>
      </p:sp>
      <p:pic>
        <p:nvPicPr>
          <p:cNvPr id="4" name="Audio 3">
            <a:hlinkClick r:id="" action="ppaction://media"/>
          </p:cNvPr>
          <p:cNvPicPr>
            <a:picLocks noChangeAspect="1"/>
          </p:cNvPicPr>
          <p:nvPr>
            <a:audioFile r:link="rId1"/>
            <p:extLst>
              <p:ext uri="{DAA4B4D4-6D71-4841-9C94-3DE7FCFB9230}">
                <p14:media xmlns:p14="http://schemas.microsoft.com/office/powerpoint/2010/main" r:embed="rId2">
                  <p14:trim st="1704"/>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2969990876"/>
      </p:ext>
    </p:extLst>
  </p:cSld>
  <p:clrMapOvr>
    <a:masterClrMapping/>
  </p:clrMapOvr>
  <mc:AlternateContent xmlns:mc="http://schemas.openxmlformats.org/markup-compatibility/2006" xmlns:p14="http://schemas.microsoft.com/office/powerpoint/2010/main">
    <mc:Choice Requires="p14">
      <p:transition spd="slow" p14:dur="2000" advTm="8000"/>
    </mc:Choice>
    <mc:Fallback xmlns="">
      <p:transition spd="slow" advTm="8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a:extLst>
              <a:ext uri="{FF2B5EF4-FFF2-40B4-BE49-F238E27FC236}">
                <a16:creationId xmlns:a16="http://schemas.microsoft.com/office/drawing/2014/main" id="{AC3C2060-5477-4115-AD81-4084592FA732}"/>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2" name="表格 1">
            <a:extLst>
              <a:ext uri="{FF2B5EF4-FFF2-40B4-BE49-F238E27FC236}">
                <a16:creationId xmlns:a16="http://schemas.microsoft.com/office/drawing/2014/main" id="{93CB92D2-2388-467E-8967-C42842717B82}"/>
              </a:ext>
            </a:extLst>
          </p:cNvPr>
          <p:cNvGraphicFramePr>
            <a:graphicFrameLocks noGrp="1"/>
          </p:cNvGraphicFramePr>
          <p:nvPr/>
        </p:nvGraphicFramePr>
        <p:xfrm>
          <a:off x="1008235" y="236062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1" name="表格 10">
            <a:extLst>
              <a:ext uri="{FF2B5EF4-FFF2-40B4-BE49-F238E27FC236}">
                <a16:creationId xmlns:a16="http://schemas.microsoft.com/office/drawing/2014/main" id="{1B833726-935C-443F-AD60-CB5A9C5F8F83}"/>
              </a:ext>
            </a:extLst>
          </p:cNvPr>
          <p:cNvGraphicFramePr>
            <a:graphicFrameLocks noGrp="1"/>
          </p:cNvGraphicFramePr>
          <p:nvPr/>
        </p:nvGraphicFramePr>
        <p:xfrm>
          <a:off x="5427217" y="2845995"/>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12" name="文字方塊 11">
            <a:extLst>
              <a:ext uri="{FF2B5EF4-FFF2-40B4-BE49-F238E27FC236}">
                <a16:creationId xmlns:a16="http://schemas.microsoft.com/office/drawing/2014/main" id="{050333ED-7FD3-48DC-85F9-837530E8441B}"/>
              </a:ext>
            </a:extLst>
          </p:cNvPr>
          <p:cNvSpPr txBox="1"/>
          <p:nvPr/>
        </p:nvSpPr>
        <p:spPr>
          <a:xfrm>
            <a:off x="5310496" y="2360622"/>
            <a:ext cx="785503" cy="369332"/>
          </a:xfrm>
          <a:prstGeom prst="rect">
            <a:avLst/>
          </a:prstGeom>
          <a:noFill/>
        </p:spPr>
        <p:txBody>
          <a:bodyPr wrap="square" rtlCol="0">
            <a:spAutoFit/>
          </a:bodyPr>
          <a:lstStyle/>
          <a:p>
            <a:r>
              <a:rPr lang="en-US" altLang="zh-TW" dirty="0"/>
              <a:t>Filter1</a:t>
            </a:r>
            <a:endParaRPr lang="zh-TW" altLang="en-US" dirty="0"/>
          </a:p>
        </p:txBody>
      </p:sp>
      <p:sp>
        <p:nvSpPr>
          <p:cNvPr id="7" name="乘號 6">
            <a:extLst>
              <a:ext uri="{FF2B5EF4-FFF2-40B4-BE49-F238E27FC236}">
                <a16:creationId xmlns:a16="http://schemas.microsoft.com/office/drawing/2014/main" id="{1A792D11-A5E7-4BB1-AE3C-8D8A9587A05A}"/>
              </a:ext>
            </a:extLst>
          </p:cNvPr>
          <p:cNvSpPr/>
          <p:nvPr/>
        </p:nvSpPr>
        <p:spPr>
          <a:xfrm>
            <a:off x="3999939" y="3044226"/>
            <a:ext cx="660903" cy="769545"/>
          </a:xfrm>
          <a:prstGeom prst="mathMultipl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箭號: 向右 2">
            <a:extLst>
              <a:ext uri="{FF2B5EF4-FFF2-40B4-BE49-F238E27FC236}">
                <a16:creationId xmlns:a16="http://schemas.microsoft.com/office/drawing/2014/main" id="{A9983736-CD16-44D6-9340-3AF3BF5B5253}"/>
              </a:ext>
            </a:extLst>
          </p:cNvPr>
          <p:cNvSpPr/>
          <p:nvPr/>
        </p:nvSpPr>
        <p:spPr>
          <a:xfrm>
            <a:off x="7531157" y="3238500"/>
            <a:ext cx="647700" cy="36639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aphicFrame>
        <p:nvGraphicFramePr>
          <p:cNvPr id="10" name="表格 9">
            <a:extLst>
              <a:ext uri="{FF2B5EF4-FFF2-40B4-BE49-F238E27FC236}">
                <a16:creationId xmlns:a16="http://schemas.microsoft.com/office/drawing/2014/main" id="{0883165F-C9C7-4B20-9EBD-D75B57944D2C}"/>
              </a:ext>
            </a:extLst>
          </p:cNvPr>
          <p:cNvGraphicFramePr>
            <a:graphicFrameLocks noGrp="1"/>
          </p:cNvGraphicFramePr>
          <p:nvPr>
            <p:extLst>
              <p:ext uri="{D42A27DB-BD31-4B8C-83A1-F6EECF244321}">
                <p14:modId xmlns:p14="http://schemas.microsoft.com/office/powerpoint/2010/main" val="2439462320"/>
              </p:ext>
            </p:extLst>
          </p:nvPr>
        </p:nvGraphicFramePr>
        <p:xfrm>
          <a:off x="9072735" y="2787971"/>
          <a:ext cx="1335198" cy="1282053"/>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bl>
          </a:graphicData>
        </a:graphic>
      </p:graphicFrame>
      <p:sp>
        <p:nvSpPr>
          <p:cNvPr id="9" name="矩形: 圓角 8">
            <a:extLst>
              <a:ext uri="{FF2B5EF4-FFF2-40B4-BE49-F238E27FC236}">
                <a16:creationId xmlns:a16="http://schemas.microsoft.com/office/drawing/2014/main" id="{B60528D1-84AE-4483-8116-294A861B765F}"/>
              </a:ext>
            </a:extLst>
          </p:cNvPr>
          <p:cNvSpPr/>
          <p:nvPr/>
        </p:nvSpPr>
        <p:spPr>
          <a:xfrm>
            <a:off x="8978900" y="1771650"/>
            <a:ext cx="1524000"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Feature Map</a:t>
            </a:r>
            <a:endParaRPr lang="zh-TW" altLang="en-US" dirty="0"/>
          </a:p>
        </p:txBody>
      </p:sp>
      <p:sp>
        <p:nvSpPr>
          <p:cNvPr id="13" name="矩形: 圓角 12">
            <a:extLst>
              <a:ext uri="{FF2B5EF4-FFF2-40B4-BE49-F238E27FC236}">
                <a16:creationId xmlns:a16="http://schemas.microsoft.com/office/drawing/2014/main" id="{2CAE4AC9-B054-4EDC-8118-A0F93E3D8184}"/>
              </a:ext>
            </a:extLst>
          </p:cNvPr>
          <p:cNvSpPr/>
          <p:nvPr/>
        </p:nvSpPr>
        <p:spPr>
          <a:xfrm>
            <a:off x="1358900" y="1771650"/>
            <a:ext cx="1524000"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Image</a:t>
            </a:r>
            <a:endParaRPr lang="zh-TW" altLang="en-US" dirty="0"/>
          </a:p>
        </p:txBody>
      </p:sp>
      <p:sp>
        <p:nvSpPr>
          <p:cNvPr id="14" name="標題 1">
            <a:extLst>
              <a:ext uri="{FF2B5EF4-FFF2-40B4-BE49-F238E27FC236}">
                <a16:creationId xmlns:a16="http://schemas.microsoft.com/office/drawing/2014/main" id="{2CD9B6E5-CECB-4B23-8570-9CD88B8FBCB4}"/>
              </a:ext>
            </a:extLst>
          </p:cNvPr>
          <p:cNvSpPr>
            <a:spLocks noGrp="1"/>
          </p:cNvSpPr>
          <p:nvPr>
            <p:ph type="title"/>
          </p:nvPr>
        </p:nvSpPr>
        <p:spPr>
          <a:xfrm>
            <a:off x="838200" y="365125"/>
            <a:ext cx="10515600" cy="1325563"/>
          </a:xfrm>
        </p:spPr>
        <p:txBody>
          <a:bodyPr/>
          <a:lstStyle/>
          <a:p>
            <a:r>
              <a:rPr lang="en-US" altLang="zh-TW" b="1" dirty="0"/>
              <a:t>Convolution Layer</a:t>
            </a:r>
            <a:endParaRPr lang="zh-TW" altLang="en-US" dirty="0"/>
          </a:p>
        </p:txBody>
      </p:sp>
      <p:sp>
        <p:nvSpPr>
          <p:cNvPr id="16" name="投影片編號版面配置區 7">
            <a:extLst>
              <a:ext uri="{FF2B5EF4-FFF2-40B4-BE49-F238E27FC236}">
                <a16:creationId xmlns:a16="http://schemas.microsoft.com/office/drawing/2014/main" id="{51FA8231-F94F-4420-B0BC-6FE10EB32E45}"/>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12</a:t>
            </a:fld>
            <a:endParaRPr lang="zh-TW" altLang="en-US" dirty="0">
              <a:solidFill>
                <a:schemeClr val="tx1"/>
              </a:solidFill>
            </a:endParaRPr>
          </a:p>
        </p:txBody>
      </p:sp>
      <p:pic>
        <p:nvPicPr>
          <p:cNvPr id="4" name="Audio 3">
            <a:hlinkClick r:id="" action="ppaction://media"/>
          </p:cNvPr>
          <p:cNvPicPr>
            <a:picLocks noChangeAspect="1"/>
          </p:cNvPicPr>
          <p:nvPr>
            <a:audioFile r:link="rId1"/>
            <p:extLst>
              <p:ext uri="{DAA4B4D4-6D71-4841-9C94-3DE7FCFB9230}">
                <p14:media xmlns:p14="http://schemas.microsoft.com/office/powerpoint/2010/main" r:embed="rId2">
                  <p14:trim st="1793"/>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13472992"/>
      </p:ext>
    </p:extLst>
  </p:cSld>
  <p:clrMapOvr>
    <a:masterClrMapping/>
  </p:clrMapOvr>
  <mc:AlternateContent xmlns:mc="http://schemas.openxmlformats.org/markup-compatibility/2006" xmlns:p14="http://schemas.microsoft.com/office/powerpoint/2010/main">
    <mc:Choice Requires="p14">
      <p:transition spd="slow" p14:dur="2000" advTm="20790"/>
    </mc:Choice>
    <mc:Fallback xmlns="">
      <p:transition spd="slow" advTm="20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0D9D6C67-7C6A-4E51-AB06-6A46F89A6056}"/>
              </a:ext>
            </a:extLst>
          </p:cNvPr>
          <p:cNvPicPr>
            <a:picLocks noChangeAspect="1"/>
          </p:cNvPicPr>
          <p:nvPr/>
        </p:nvPicPr>
        <p:blipFill>
          <a:blip r:embed="rId6"/>
          <a:stretch>
            <a:fillRect/>
          </a:stretch>
        </p:blipFill>
        <p:spPr>
          <a:xfrm>
            <a:off x="4762" y="9525"/>
            <a:ext cx="12182475" cy="6838950"/>
          </a:xfrm>
          <a:prstGeom prst="rect">
            <a:avLst/>
          </a:prstGeom>
        </p:spPr>
      </p:pic>
      <p:sp>
        <p:nvSpPr>
          <p:cNvPr id="2" name="標題 1">
            <a:extLst>
              <a:ext uri="{FF2B5EF4-FFF2-40B4-BE49-F238E27FC236}">
                <a16:creationId xmlns:a16="http://schemas.microsoft.com/office/drawing/2014/main" id="{D04CE540-B733-49D7-9170-D69E5066CC4C}"/>
              </a:ext>
            </a:extLst>
          </p:cNvPr>
          <p:cNvSpPr>
            <a:spLocks noGrp="1"/>
          </p:cNvSpPr>
          <p:nvPr>
            <p:ph type="title"/>
          </p:nvPr>
        </p:nvSpPr>
        <p:spPr/>
        <p:txBody>
          <a:bodyPr/>
          <a:lstStyle/>
          <a:p>
            <a:r>
              <a:rPr lang="en-US" altLang="zh-TW" b="1" dirty="0"/>
              <a:t>Padding</a:t>
            </a:r>
            <a:endParaRPr lang="zh-TW" altLang="en-US" dirty="0"/>
          </a:p>
        </p:txBody>
      </p:sp>
      <p:sp>
        <p:nvSpPr>
          <p:cNvPr id="3" name="內容版面配置區 2">
            <a:extLst>
              <a:ext uri="{FF2B5EF4-FFF2-40B4-BE49-F238E27FC236}">
                <a16:creationId xmlns:a16="http://schemas.microsoft.com/office/drawing/2014/main" id="{43C75423-C53E-4E5D-B28F-16AB1E39CF34}"/>
              </a:ext>
            </a:extLst>
          </p:cNvPr>
          <p:cNvSpPr>
            <a:spLocks noGrp="1"/>
          </p:cNvSpPr>
          <p:nvPr>
            <p:ph idx="1"/>
          </p:nvPr>
        </p:nvSpPr>
        <p:spPr>
          <a:xfrm>
            <a:off x="838200" y="1825625"/>
            <a:ext cx="10515600" cy="1057275"/>
          </a:xfrm>
        </p:spPr>
        <p:txBody>
          <a:bodyPr/>
          <a:lstStyle/>
          <a:p>
            <a:r>
              <a:rPr lang="en-US" altLang="zh-TW" dirty="0"/>
              <a:t>In order to control the output size, we can add “0” around </a:t>
            </a:r>
            <a:r>
              <a:rPr lang="en-US" altLang="zh-TW" dirty="0" smtClean="0"/>
              <a:t>the input </a:t>
            </a:r>
            <a:r>
              <a:rPr lang="en-US" altLang="zh-TW" dirty="0"/>
              <a:t>image.</a:t>
            </a:r>
          </a:p>
          <a:p>
            <a:endParaRPr lang="zh-TW" altLang="en-US" dirty="0"/>
          </a:p>
        </p:txBody>
      </p:sp>
      <p:graphicFrame>
        <p:nvGraphicFramePr>
          <p:cNvPr id="5" name="表格 4">
            <a:extLst>
              <a:ext uri="{FF2B5EF4-FFF2-40B4-BE49-F238E27FC236}">
                <a16:creationId xmlns:a16="http://schemas.microsoft.com/office/drawing/2014/main" id="{119A8651-282F-4177-A98E-908FBD41D1CF}"/>
              </a:ext>
            </a:extLst>
          </p:cNvPr>
          <p:cNvGraphicFramePr>
            <a:graphicFrameLocks noGrp="1"/>
          </p:cNvGraphicFramePr>
          <p:nvPr>
            <p:extLst>
              <p:ext uri="{D42A27DB-BD31-4B8C-83A1-F6EECF244321}">
                <p14:modId xmlns:p14="http://schemas.microsoft.com/office/powerpoint/2010/main" val="874591686"/>
              </p:ext>
            </p:extLst>
          </p:nvPr>
        </p:nvGraphicFramePr>
        <p:xfrm>
          <a:off x="4545370" y="3017837"/>
          <a:ext cx="3101259" cy="2991457"/>
        </p:xfrm>
        <a:graphic>
          <a:graphicData uri="http://schemas.openxmlformats.org/drawingml/2006/table">
            <a:tbl>
              <a:tblPr firstRow="1" bandRow="1">
                <a:tableStyleId>{5C22544A-7EE6-4342-B048-85BDC9FD1C3A}</a:tableStyleId>
              </a:tblPr>
              <a:tblGrid>
                <a:gridCol w="443037">
                  <a:extLst>
                    <a:ext uri="{9D8B030D-6E8A-4147-A177-3AD203B41FA5}">
                      <a16:colId xmlns:a16="http://schemas.microsoft.com/office/drawing/2014/main" val="2103868761"/>
                    </a:ext>
                  </a:extLst>
                </a:gridCol>
                <a:gridCol w="443037">
                  <a:extLst>
                    <a:ext uri="{9D8B030D-6E8A-4147-A177-3AD203B41FA5}">
                      <a16:colId xmlns:a16="http://schemas.microsoft.com/office/drawing/2014/main" val="1651155445"/>
                    </a:ext>
                  </a:extLst>
                </a:gridCol>
                <a:gridCol w="443037">
                  <a:extLst>
                    <a:ext uri="{9D8B030D-6E8A-4147-A177-3AD203B41FA5}">
                      <a16:colId xmlns:a16="http://schemas.microsoft.com/office/drawing/2014/main" val="1452808331"/>
                    </a:ext>
                  </a:extLst>
                </a:gridCol>
                <a:gridCol w="443037">
                  <a:extLst>
                    <a:ext uri="{9D8B030D-6E8A-4147-A177-3AD203B41FA5}">
                      <a16:colId xmlns:a16="http://schemas.microsoft.com/office/drawing/2014/main" val="1771590161"/>
                    </a:ext>
                  </a:extLst>
                </a:gridCol>
                <a:gridCol w="443037">
                  <a:extLst>
                    <a:ext uri="{9D8B030D-6E8A-4147-A177-3AD203B41FA5}">
                      <a16:colId xmlns:a16="http://schemas.microsoft.com/office/drawing/2014/main" val="1079323672"/>
                    </a:ext>
                  </a:extLst>
                </a:gridCol>
                <a:gridCol w="443037">
                  <a:extLst>
                    <a:ext uri="{9D8B030D-6E8A-4147-A177-3AD203B41FA5}">
                      <a16:colId xmlns:a16="http://schemas.microsoft.com/office/drawing/2014/main" val="4051924921"/>
                    </a:ext>
                  </a:extLst>
                </a:gridCol>
                <a:gridCol w="443037">
                  <a:extLst>
                    <a:ext uri="{9D8B030D-6E8A-4147-A177-3AD203B41FA5}">
                      <a16:colId xmlns:a16="http://schemas.microsoft.com/office/drawing/2014/main" val="148169121"/>
                    </a:ext>
                  </a:extLst>
                </a:gridCol>
              </a:tblGrid>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342272"/>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237957"/>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6" name="表格 5">
            <a:extLst>
              <a:ext uri="{FF2B5EF4-FFF2-40B4-BE49-F238E27FC236}">
                <a16:creationId xmlns:a16="http://schemas.microsoft.com/office/drawing/2014/main" id="{2B788EAE-61E7-4118-89E6-CF70AFFA7893}"/>
              </a:ext>
            </a:extLst>
          </p:cNvPr>
          <p:cNvGraphicFramePr>
            <a:graphicFrameLocks noGrp="1"/>
          </p:cNvGraphicFramePr>
          <p:nvPr>
            <p:extLst>
              <p:ext uri="{D42A27DB-BD31-4B8C-83A1-F6EECF244321}">
                <p14:modId xmlns:p14="http://schemas.microsoft.com/office/powerpoint/2010/main" val="3447107841"/>
              </p:ext>
            </p:extLst>
          </p:nvPr>
        </p:nvGraphicFramePr>
        <p:xfrm>
          <a:off x="4983335" y="3445189"/>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8" name="投影片編號版面配置區 7">
            <a:extLst>
              <a:ext uri="{FF2B5EF4-FFF2-40B4-BE49-F238E27FC236}">
                <a16:creationId xmlns:a16="http://schemas.microsoft.com/office/drawing/2014/main" id="{25D05263-D9DF-4242-8156-0F029F9FE2E2}"/>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13</a:t>
            </a:fld>
            <a:endParaRPr lang="zh-TW" altLang="en-US" dirty="0">
              <a:solidFill>
                <a:schemeClr val="tx1"/>
              </a:solidFill>
            </a:endParaRPr>
          </a:p>
        </p:txBody>
      </p:sp>
      <p:pic>
        <p:nvPicPr>
          <p:cNvPr id="10" name="Audio 9">
            <a:hlinkClick r:id="" action="ppaction://media"/>
          </p:cNvPr>
          <p:cNvPicPr>
            <a:picLocks noChangeAspect="1"/>
          </p:cNvPicPr>
          <p:nvPr>
            <a:audioFile r:link="rId2"/>
            <p:extLst>
              <p:ext uri="{DAA4B4D4-6D71-4841-9C94-3DE7FCFB9230}">
                <p14:media xmlns:p14="http://schemas.microsoft.com/office/powerpoint/2010/main" r:embed="rId3">
                  <p14:trim st="1783"/>
                </p14:media>
              </p:ext>
            </p:extLst>
          </p:nvPr>
        </p:nvPicPr>
        <p:blipFill>
          <a:blip r:embed="rId7"/>
          <a:stretch>
            <a:fillRect/>
          </a:stretch>
        </p:blipFill>
        <p:spPr>
          <a:xfrm>
            <a:off x="11366500" y="6032500"/>
            <a:ext cx="609600" cy="609600"/>
          </a:xfrm>
          <a:prstGeom prst="rect">
            <a:avLst/>
          </a:prstGeom>
        </p:spPr>
      </p:pic>
    </p:spTree>
    <p:custDataLst>
      <p:tags r:id="rId1"/>
    </p:custDataLst>
    <p:extLst>
      <p:ext uri="{BB962C8B-B14F-4D97-AF65-F5344CB8AC3E}">
        <p14:creationId xmlns:p14="http://schemas.microsoft.com/office/powerpoint/2010/main" val="3704404430"/>
      </p:ext>
    </p:extLst>
  </p:cSld>
  <p:clrMapOvr>
    <a:masterClrMapping/>
  </p:clrMapOvr>
  <mc:AlternateContent xmlns:mc="http://schemas.openxmlformats.org/markup-compatibility/2006" xmlns:p14="http://schemas.microsoft.com/office/powerpoint/2010/main">
    <mc:Choice Requires="p14">
      <p:transition spd="slow" p14:dur="2000" advTm="10000"/>
    </mc:Choice>
    <mc:Fallback xmlns="">
      <p:transition spd="slow" advTm="1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圖片 20">
            <a:extLst>
              <a:ext uri="{FF2B5EF4-FFF2-40B4-BE49-F238E27FC236}">
                <a16:creationId xmlns:a16="http://schemas.microsoft.com/office/drawing/2014/main" id="{F4EA5121-125A-465D-ADAA-53D871A9D4F6}"/>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4" name="表格 3">
            <a:extLst>
              <a:ext uri="{FF2B5EF4-FFF2-40B4-BE49-F238E27FC236}">
                <a16:creationId xmlns:a16="http://schemas.microsoft.com/office/drawing/2014/main" id="{2745DE1F-648B-4A9A-8766-52B06DCF1A91}"/>
              </a:ext>
            </a:extLst>
          </p:cNvPr>
          <p:cNvGraphicFramePr>
            <a:graphicFrameLocks noGrp="1"/>
          </p:cNvGraphicFramePr>
          <p:nvPr>
            <p:extLst>
              <p:ext uri="{D42A27DB-BD31-4B8C-83A1-F6EECF244321}">
                <p14:modId xmlns:p14="http://schemas.microsoft.com/office/powerpoint/2010/main" val="3384288793"/>
              </p:ext>
            </p:extLst>
          </p:nvPr>
        </p:nvGraphicFramePr>
        <p:xfrm>
          <a:off x="3096956" y="864008"/>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5" name="表格 4">
            <a:extLst>
              <a:ext uri="{FF2B5EF4-FFF2-40B4-BE49-F238E27FC236}">
                <a16:creationId xmlns:a16="http://schemas.microsoft.com/office/drawing/2014/main" id="{FD3E72DC-8920-45C0-B144-81E6C21B3D5E}"/>
              </a:ext>
            </a:extLst>
          </p:cNvPr>
          <p:cNvGraphicFramePr>
            <a:graphicFrameLocks noGrp="1"/>
          </p:cNvGraphicFramePr>
          <p:nvPr>
            <p:extLst>
              <p:ext uri="{D42A27DB-BD31-4B8C-83A1-F6EECF244321}">
                <p14:modId xmlns:p14="http://schemas.microsoft.com/office/powerpoint/2010/main" val="2512565984"/>
              </p:ext>
            </p:extLst>
          </p:nvPr>
        </p:nvGraphicFramePr>
        <p:xfrm>
          <a:off x="7049872" y="1340074"/>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6" name="文字方塊 5">
            <a:extLst>
              <a:ext uri="{FF2B5EF4-FFF2-40B4-BE49-F238E27FC236}">
                <a16:creationId xmlns:a16="http://schemas.microsoft.com/office/drawing/2014/main" id="{37DFF335-9486-4ED6-969D-823C35111666}"/>
              </a:ext>
            </a:extLst>
          </p:cNvPr>
          <p:cNvSpPr txBox="1"/>
          <p:nvPr/>
        </p:nvSpPr>
        <p:spPr>
          <a:xfrm>
            <a:off x="6933151" y="854701"/>
            <a:ext cx="785503" cy="369332"/>
          </a:xfrm>
          <a:prstGeom prst="rect">
            <a:avLst/>
          </a:prstGeom>
          <a:noFill/>
        </p:spPr>
        <p:txBody>
          <a:bodyPr wrap="square" rtlCol="0">
            <a:spAutoFit/>
          </a:bodyPr>
          <a:lstStyle/>
          <a:p>
            <a:r>
              <a:rPr lang="en-US" altLang="zh-TW" dirty="0"/>
              <a:t>Filter1</a:t>
            </a:r>
            <a:endParaRPr lang="zh-TW" altLang="en-US" dirty="0"/>
          </a:p>
        </p:txBody>
      </p:sp>
      <p:sp>
        <p:nvSpPr>
          <p:cNvPr id="7" name="乘號 6">
            <a:extLst>
              <a:ext uri="{FF2B5EF4-FFF2-40B4-BE49-F238E27FC236}">
                <a16:creationId xmlns:a16="http://schemas.microsoft.com/office/drawing/2014/main" id="{D9C76BA5-9F26-427A-A5E2-76A846BA75B7}"/>
              </a:ext>
            </a:extLst>
          </p:cNvPr>
          <p:cNvSpPr/>
          <p:nvPr/>
        </p:nvSpPr>
        <p:spPr>
          <a:xfrm>
            <a:off x="5947248" y="1547616"/>
            <a:ext cx="660903" cy="769545"/>
          </a:xfrm>
          <a:prstGeom prst="mathMultipl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箭號: 向右 7">
            <a:extLst>
              <a:ext uri="{FF2B5EF4-FFF2-40B4-BE49-F238E27FC236}">
                <a16:creationId xmlns:a16="http://schemas.microsoft.com/office/drawing/2014/main" id="{BCA58085-96EA-4B43-AFF7-4F34EB0B522D}"/>
              </a:ext>
            </a:extLst>
          </p:cNvPr>
          <p:cNvSpPr/>
          <p:nvPr/>
        </p:nvSpPr>
        <p:spPr>
          <a:xfrm>
            <a:off x="8871342" y="1749191"/>
            <a:ext cx="647700" cy="36639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aphicFrame>
        <p:nvGraphicFramePr>
          <p:cNvPr id="9" name="表格 8">
            <a:extLst>
              <a:ext uri="{FF2B5EF4-FFF2-40B4-BE49-F238E27FC236}">
                <a16:creationId xmlns:a16="http://schemas.microsoft.com/office/drawing/2014/main" id="{854829B9-7608-4A1A-8879-EF57AD858B3F}"/>
              </a:ext>
            </a:extLst>
          </p:cNvPr>
          <p:cNvGraphicFramePr>
            <a:graphicFrameLocks noGrp="1"/>
          </p:cNvGraphicFramePr>
          <p:nvPr>
            <p:extLst>
              <p:ext uri="{D42A27DB-BD31-4B8C-83A1-F6EECF244321}">
                <p14:modId xmlns:p14="http://schemas.microsoft.com/office/powerpoint/2010/main" val="2287569825"/>
              </p:ext>
            </p:extLst>
          </p:nvPr>
        </p:nvGraphicFramePr>
        <p:xfrm>
          <a:off x="10100518" y="1291360"/>
          <a:ext cx="1335198" cy="1282053"/>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bl>
          </a:graphicData>
        </a:graphic>
      </p:graphicFrame>
      <p:sp>
        <p:nvSpPr>
          <p:cNvPr id="10" name="矩形: 圓角 9">
            <a:extLst>
              <a:ext uri="{FF2B5EF4-FFF2-40B4-BE49-F238E27FC236}">
                <a16:creationId xmlns:a16="http://schemas.microsoft.com/office/drawing/2014/main" id="{AE964824-F96F-4F3C-AAF6-290712DF7CE5}"/>
              </a:ext>
            </a:extLst>
          </p:cNvPr>
          <p:cNvSpPr/>
          <p:nvPr/>
        </p:nvSpPr>
        <p:spPr>
          <a:xfrm>
            <a:off x="10006117" y="304053"/>
            <a:ext cx="1524000"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Feature Map</a:t>
            </a:r>
            <a:endParaRPr lang="zh-TW" altLang="en-US" dirty="0"/>
          </a:p>
        </p:txBody>
      </p:sp>
      <p:sp>
        <p:nvSpPr>
          <p:cNvPr id="11" name="矩形: 圓角 10">
            <a:extLst>
              <a:ext uri="{FF2B5EF4-FFF2-40B4-BE49-F238E27FC236}">
                <a16:creationId xmlns:a16="http://schemas.microsoft.com/office/drawing/2014/main" id="{B4FD1426-4319-4FF6-B8F0-AE303DE325DC}"/>
              </a:ext>
            </a:extLst>
          </p:cNvPr>
          <p:cNvSpPr/>
          <p:nvPr/>
        </p:nvSpPr>
        <p:spPr>
          <a:xfrm>
            <a:off x="3440832" y="277908"/>
            <a:ext cx="1524000"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Image</a:t>
            </a:r>
            <a:endParaRPr lang="zh-TW" altLang="en-US" dirty="0"/>
          </a:p>
        </p:txBody>
      </p:sp>
      <p:sp>
        <p:nvSpPr>
          <p:cNvPr id="12" name="矩形: 圓角 11">
            <a:extLst>
              <a:ext uri="{FF2B5EF4-FFF2-40B4-BE49-F238E27FC236}">
                <a16:creationId xmlns:a16="http://schemas.microsoft.com/office/drawing/2014/main" id="{2D578BAF-3316-4FA5-A4BC-B03DF5615E65}"/>
              </a:ext>
            </a:extLst>
          </p:cNvPr>
          <p:cNvSpPr/>
          <p:nvPr/>
        </p:nvSpPr>
        <p:spPr>
          <a:xfrm>
            <a:off x="-1" y="1607585"/>
            <a:ext cx="2471995" cy="709576"/>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altLang="zh-TW" sz="2400" dirty="0"/>
              <a:t>Without padding</a:t>
            </a:r>
            <a:endParaRPr lang="zh-TW" altLang="en-US" sz="2400" dirty="0"/>
          </a:p>
        </p:txBody>
      </p:sp>
      <p:sp>
        <p:nvSpPr>
          <p:cNvPr id="13" name="矩形: 圓角 12">
            <a:extLst>
              <a:ext uri="{FF2B5EF4-FFF2-40B4-BE49-F238E27FC236}">
                <a16:creationId xmlns:a16="http://schemas.microsoft.com/office/drawing/2014/main" id="{5A885EA9-8706-4D92-BA6C-65C15951D863}"/>
              </a:ext>
            </a:extLst>
          </p:cNvPr>
          <p:cNvSpPr/>
          <p:nvPr/>
        </p:nvSpPr>
        <p:spPr>
          <a:xfrm>
            <a:off x="0" y="4944117"/>
            <a:ext cx="2471995" cy="709576"/>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altLang="zh-TW" sz="2400" dirty="0"/>
              <a:t>With padding</a:t>
            </a:r>
            <a:endParaRPr lang="zh-TW" altLang="en-US" sz="2400" dirty="0"/>
          </a:p>
        </p:txBody>
      </p:sp>
      <p:graphicFrame>
        <p:nvGraphicFramePr>
          <p:cNvPr id="14" name="表格 13">
            <a:extLst>
              <a:ext uri="{FF2B5EF4-FFF2-40B4-BE49-F238E27FC236}">
                <a16:creationId xmlns:a16="http://schemas.microsoft.com/office/drawing/2014/main" id="{0E473714-B63A-4CAF-A926-62C6FC03737D}"/>
              </a:ext>
            </a:extLst>
          </p:cNvPr>
          <p:cNvGraphicFramePr>
            <a:graphicFrameLocks noGrp="1"/>
          </p:cNvGraphicFramePr>
          <p:nvPr>
            <p:extLst>
              <p:ext uri="{D42A27DB-BD31-4B8C-83A1-F6EECF244321}">
                <p14:modId xmlns:p14="http://schemas.microsoft.com/office/powerpoint/2010/main" val="3789984296"/>
              </p:ext>
            </p:extLst>
          </p:nvPr>
        </p:nvGraphicFramePr>
        <p:xfrm>
          <a:off x="2652203" y="3808787"/>
          <a:ext cx="3101259" cy="2991457"/>
        </p:xfrm>
        <a:graphic>
          <a:graphicData uri="http://schemas.openxmlformats.org/drawingml/2006/table">
            <a:tbl>
              <a:tblPr firstRow="1" bandRow="1">
                <a:tableStyleId>{5C22544A-7EE6-4342-B048-85BDC9FD1C3A}</a:tableStyleId>
              </a:tblPr>
              <a:tblGrid>
                <a:gridCol w="443037">
                  <a:extLst>
                    <a:ext uri="{9D8B030D-6E8A-4147-A177-3AD203B41FA5}">
                      <a16:colId xmlns:a16="http://schemas.microsoft.com/office/drawing/2014/main" val="2103868761"/>
                    </a:ext>
                  </a:extLst>
                </a:gridCol>
                <a:gridCol w="443037">
                  <a:extLst>
                    <a:ext uri="{9D8B030D-6E8A-4147-A177-3AD203B41FA5}">
                      <a16:colId xmlns:a16="http://schemas.microsoft.com/office/drawing/2014/main" val="1651155445"/>
                    </a:ext>
                  </a:extLst>
                </a:gridCol>
                <a:gridCol w="443037">
                  <a:extLst>
                    <a:ext uri="{9D8B030D-6E8A-4147-A177-3AD203B41FA5}">
                      <a16:colId xmlns:a16="http://schemas.microsoft.com/office/drawing/2014/main" val="1452808331"/>
                    </a:ext>
                  </a:extLst>
                </a:gridCol>
                <a:gridCol w="443037">
                  <a:extLst>
                    <a:ext uri="{9D8B030D-6E8A-4147-A177-3AD203B41FA5}">
                      <a16:colId xmlns:a16="http://schemas.microsoft.com/office/drawing/2014/main" val="1771590161"/>
                    </a:ext>
                  </a:extLst>
                </a:gridCol>
                <a:gridCol w="443037">
                  <a:extLst>
                    <a:ext uri="{9D8B030D-6E8A-4147-A177-3AD203B41FA5}">
                      <a16:colId xmlns:a16="http://schemas.microsoft.com/office/drawing/2014/main" val="1079323672"/>
                    </a:ext>
                  </a:extLst>
                </a:gridCol>
                <a:gridCol w="443037">
                  <a:extLst>
                    <a:ext uri="{9D8B030D-6E8A-4147-A177-3AD203B41FA5}">
                      <a16:colId xmlns:a16="http://schemas.microsoft.com/office/drawing/2014/main" val="4051924921"/>
                    </a:ext>
                  </a:extLst>
                </a:gridCol>
                <a:gridCol w="443037">
                  <a:extLst>
                    <a:ext uri="{9D8B030D-6E8A-4147-A177-3AD203B41FA5}">
                      <a16:colId xmlns:a16="http://schemas.microsoft.com/office/drawing/2014/main" val="148169121"/>
                    </a:ext>
                  </a:extLst>
                </a:gridCol>
              </a:tblGrid>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342272"/>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237957"/>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5" name="表格 14">
            <a:extLst>
              <a:ext uri="{FF2B5EF4-FFF2-40B4-BE49-F238E27FC236}">
                <a16:creationId xmlns:a16="http://schemas.microsoft.com/office/drawing/2014/main" id="{CCCA9670-C2E4-40E8-A1F3-9E36AE9972AA}"/>
              </a:ext>
            </a:extLst>
          </p:cNvPr>
          <p:cNvGraphicFramePr>
            <a:graphicFrameLocks noGrp="1"/>
          </p:cNvGraphicFramePr>
          <p:nvPr>
            <p:extLst>
              <p:ext uri="{D42A27DB-BD31-4B8C-83A1-F6EECF244321}">
                <p14:modId xmlns:p14="http://schemas.microsoft.com/office/powerpoint/2010/main" val="1965245142"/>
              </p:ext>
            </p:extLst>
          </p:nvPr>
        </p:nvGraphicFramePr>
        <p:xfrm>
          <a:off x="3090168" y="4236139"/>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6" name="表格 15">
            <a:extLst>
              <a:ext uri="{FF2B5EF4-FFF2-40B4-BE49-F238E27FC236}">
                <a16:creationId xmlns:a16="http://schemas.microsoft.com/office/drawing/2014/main" id="{F699E600-A9B0-474D-AB18-5144F66A01A2}"/>
              </a:ext>
            </a:extLst>
          </p:cNvPr>
          <p:cNvGraphicFramePr>
            <a:graphicFrameLocks noGrp="1"/>
          </p:cNvGraphicFramePr>
          <p:nvPr>
            <p:extLst>
              <p:ext uri="{D42A27DB-BD31-4B8C-83A1-F6EECF244321}">
                <p14:modId xmlns:p14="http://schemas.microsoft.com/office/powerpoint/2010/main" val="197269802"/>
              </p:ext>
            </p:extLst>
          </p:nvPr>
        </p:nvGraphicFramePr>
        <p:xfrm>
          <a:off x="9842892" y="4230528"/>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7" name="箭號: 向右 16">
            <a:extLst>
              <a:ext uri="{FF2B5EF4-FFF2-40B4-BE49-F238E27FC236}">
                <a16:creationId xmlns:a16="http://schemas.microsoft.com/office/drawing/2014/main" id="{5CBBE109-2E57-4D41-9C44-794869919D4E}"/>
              </a:ext>
            </a:extLst>
          </p:cNvPr>
          <p:cNvSpPr/>
          <p:nvPr/>
        </p:nvSpPr>
        <p:spPr>
          <a:xfrm>
            <a:off x="8871342" y="5115709"/>
            <a:ext cx="647700" cy="36639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aphicFrame>
        <p:nvGraphicFramePr>
          <p:cNvPr id="18" name="表格 17">
            <a:extLst>
              <a:ext uri="{FF2B5EF4-FFF2-40B4-BE49-F238E27FC236}">
                <a16:creationId xmlns:a16="http://schemas.microsoft.com/office/drawing/2014/main" id="{B4D894F2-58FD-4FE7-B53A-DCBBAAF80D68}"/>
              </a:ext>
            </a:extLst>
          </p:cNvPr>
          <p:cNvGraphicFramePr>
            <a:graphicFrameLocks noGrp="1"/>
          </p:cNvGraphicFramePr>
          <p:nvPr>
            <p:extLst>
              <p:ext uri="{D42A27DB-BD31-4B8C-83A1-F6EECF244321}">
                <p14:modId xmlns:p14="http://schemas.microsoft.com/office/powerpoint/2010/main" val="1573246682"/>
              </p:ext>
            </p:extLst>
          </p:nvPr>
        </p:nvGraphicFramePr>
        <p:xfrm>
          <a:off x="7095813" y="4756402"/>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19" name="文字方塊 18">
            <a:extLst>
              <a:ext uri="{FF2B5EF4-FFF2-40B4-BE49-F238E27FC236}">
                <a16:creationId xmlns:a16="http://schemas.microsoft.com/office/drawing/2014/main" id="{1B7993B2-66B5-40DB-8E5A-88E733F4909E}"/>
              </a:ext>
            </a:extLst>
          </p:cNvPr>
          <p:cNvSpPr txBox="1"/>
          <p:nvPr/>
        </p:nvSpPr>
        <p:spPr>
          <a:xfrm>
            <a:off x="6979092" y="4271029"/>
            <a:ext cx="785503" cy="369332"/>
          </a:xfrm>
          <a:prstGeom prst="rect">
            <a:avLst/>
          </a:prstGeom>
          <a:noFill/>
        </p:spPr>
        <p:txBody>
          <a:bodyPr wrap="square" rtlCol="0">
            <a:spAutoFit/>
          </a:bodyPr>
          <a:lstStyle/>
          <a:p>
            <a:r>
              <a:rPr lang="en-US" altLang="zh-TW" dirty="0"/>
              <a:t>Filter1</a:t>
            </a:r>
            <a:endParaRPr lang="zh-TW" altLang="en-US" dirty="0"/>
          </a:p>
        </p:txBody>
      </p:sp>
      <p:sp>
        <p:nvSpPr>
          <p:cNvPr id="20" name="乘號 19">
            <a:extLst>
              <a:ext uri="{FF2B5EF4-FFF2-40B4-BE49-F238E27FC236}">
                <a16:creationId xmlns:a16="http://schemas.microsoft.com/office/drawing/2014/main" id="{C839522E-8A12-4759-B20E-3C90588BEB18}"/>
              </a:ext>
            </a:extLst>
          </p:cNvPr>
          <p:cNvSpPr/>
          <p:nvPr/>
        </p:nvSpPr>
        <p:spPr>
          <a:xfrm>
            <a:off x="6094186" y="4944117"/>
            <a:ext cx="660903" cy="769545"/>
          </a:xfrm>
          <a:prstGeom prst="mathMultipl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投影片編號版面配置區 7">
            <a:extLst>
              <a:ext uri="{FF2B5EF4-FFF2-40B4-BE49-F238E27FC236}">
                <a16:creationId xmlns:a16="http://schemas.microsoft.com/office/drawing/2014/main" id="{8CE75D3A-5FC6-4B9B-968F-DDEAAF62FDFF}"/>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14</a:t>
            </a:fld>
            <a:endParaRPr lang="zh-TW" altLang="en-US" dirty="0">
              <a:solidFill>
                <a:schemeClr val="tx1"/>
              </a:solidFill>
            </a:endParaRPr>
          </a:p>
        </p:txBody>
      </p:sp>
      <p:pic>
        <p:nvPicPr>
          <p:cNvPr id="2" name="Audio 1">
            <a:hlinkClick r:id="" action="ppaction://media"/>
          </p:cNvPr>
          <p:cNvPicPr>
            <a:picLocks noChangeAspect="1"/>
          </p:cNvPicPr>
          <p:nvPr>
            <a:audioFile r:link="rId1"/>
            <p:extLst>
              <p:ext uri="{DAA4B4D4-6D71-4841-9C94-3DE7FCFB9230}">
                <p14:media xmlns:p14="http://schemas.microsoft.com/office/powerpoint/2010/main" r:embed="rId2">
                  <p14:trim st="1321"/>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679988200"/>
      </p:ext>
    </p:extLst>
  </p:cSld>
  <p:clrMapOvr>
    <a:masterClrMapping/>
  </p:clrMapOvr>
  <mc:AlternateContent xmlns:mc="http://schemas.openxmlformats.org/markup-compatibility/2006" xmlns:p14="http://schemas.microsoft.com/office/powerpoint/2010/main">
    <mc:Choice Requires="p14">
      <p:transition spd="slow" p14:dur="2000" advTm="11500"/>
    </mc:Choice>
    <mc:Fallback xmlns="">
      <p:transition spd="slow" advTm="11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圖片 16">
            <a:extLst>
              <a:ext uri="{FF2B5EF4-FFF2-40B4-BE49-F238E27FC236}">
                <a16:creationId xmlns:a16="http://schemas.microsoft.com/office/drawing/2014/main" id="{487C6D52-5560-44C7-A6E4-77CF59ABA0FF}"/>
              </a:ext>
            </a:extLst>
          </p:cNvPr>
          <p:cNvPicPr>
            <a:picLocks noChangeAspect="1"/>
          </p:cNvPicPr>
          <p:nvPr/>
        </p:nvPicPr>
        <p:blipFill>
          <a:blip r:embed="rId6"/>
          <a:stretch>
            <a:fillRect/>
          </a:stretch>
        </p:blipFill>
        <p:spPr>
          <a:xfrm>
            <a:off x="4762" y="9525"/>
            <a:ext cx="12182475" cy="6838950"/>
          </a:xfrm>
          <a:prstGeom prst="rect">
            <a:avLst/>
          </a:prstGeom>
        </p:spPr>
      </p:pic>
      <p:sp>
        <p:nvSpPr>
          <p:cNvPr id="4" name="標題 1">
            <a:extLst>
              <a:ext uri="{FF2B5EF4-FFF2-40B4-BE49-F238E27FC236}">
                <a16:creationId xmlns:a16="http://schemas.microsoft.com/office/drawing/2014/main" id="{BDD46307-FD33-418F-A5E9-44DBFA4F05AF}"/>
              </a:ext>
            </a:extLst>
          </p:cNvPr>
          <p:cNvSpPr>
            <a:spLocks noGrp="1"/>
          </p:cNvSpPr>
          <p:nvPr>
            <p:ph type="title"/>
          </p:nvPr>
        </p:nvSpPr>
        <p:spPr>
          <a:xfrm>
            <a:off x="838200" y="365125"/>
            <a:ext cx="10515600" cy="1325563"/>
          </a:xfrm>
        </p:spPr>
        <p:txBody>
          <a:bodyPr/>
          <a:lstStyle/>
          <a:p>
            <a:r>
              <a:rPr lang="en-US" altLang="zh-TW" b="1" dirty="0" err="1" smtClean="0"/>
              <a:t>ReLu</a:t>
            </a:r>
            <a:endParaRPr lang="zh-TW" altLang="en-US" dirty="0"/>
          </a:p>
        </p:txBody>
      </p:sp>
      <p:sp>
        <p:nvSpPr>
          <p:cNvPr id="5" name="內容版面配置區 2">
            <a:extLst>
              <a:ext uri="{FF2B5EF4-FFF2-40B4-BE49-F238E27FC236}">
                <a16:creationId xmlns:a16="http://schemas.microsoft.com/office/drawing/2014/main" id="{3E3A999C-2A8D-4E3B-81AC-84CE8980CB5B}"/>
              </a:ext>
            </a:extLst>
          </p:cNvPr>
          <p:cNvSpPr>
            <a:spLocks noGrp="1"/>
          </p:cNvSpPr>
          <p:nvPr>
            <p:ph idx="1"/>
          </p:nvPr>
        </p:nvSpPr>
        <p:spPr>
          <a:xfrm>
            <a:off x="749424" y="1667674"/>
            <a:ext cx="7231602" cy="1325563"/>
          </a:xfrm>
        </p:spPr>
        <p:txBody>
          <a:bodyPr>
            <a:normAutofit fontScale="92500"/>
          </a:bodyPr>
          <a:lstStyle/>
          <a:p>
            <a:r>
              <a:rPr lang="en-US" altLang="zh-TW" dirty="0"/>
              <a:t>The activation function does the non-linear transformation to the </a:t>
            </a:r>
            <a:r>
              <a:rPr lang="en-US" altLang="zh-TW" dirty="0" smtClean="0"/>
              <a:t>input, which makes it be </a:t>
            </a:r>
            <a:r>
              <a:rPr lang="en-US" altLang="zh-TW" dirty="0"/>
              <a:t>capable to learn and perform more complex </a:t>
            </a:r>
            <a:r>
              <a:rPr lang="en-US" altLang="zh-TW" dirty="0" smtClean="0"/>
              <a:t>tasks.</a:t>
            </a:r>
            <a:endParaRPr lang="zh-TW" altLang="en-US" dirty="0"/>
          </a:p>
        </p:txBody>
      </p:sp>
      <p:graphicFrame>
        <p:nvGraphicFramePr>
          <p:cNvPr id="6" name="表格 5">
            <a:extLst>
              <a:ext uri="{FF2B5EF4-FFF2-40B4-BE49-F238E27FC236}">
                <a16:creationId xmlns:a16="http://schemas.microsoft.com/office/drawing/2014/main" id="{28483B24-1E6D-4552-A805-EBFD77927322}"/>
              </a:ext>
            </a:extLst>
          </p:cNvPr>
          <p:cNvGraphicFramePr>
            <a:graphicFrameLocks noGrp="1"/>
          </p:cNvGraphicFramePr>
          <p:nvPr>
            <p:extLst/>
          </p:nvPr>
        </p:nvGraphicFramePr>
        <p:xfrm>
          <a:off x="122067" y="3178472"/>
          <a:ext cx="3101259" cy="2991457"/>
        </p:xfrm>
        <a:graphic>
          <a:graphicData uri="http://schemas.openxmlformats.org/drawingml/2006/table">
            <a:tbl>
              <a:tblPr firstRow="1" bandRow="1">
                <a:tableStyleId>{5C22544A-7EE6-4342-B048-85BDC9FD1C3A}</a:tableStyleId>
              </a:tblPr>
              <a:tblGrid>
                <a:gridCol w="443037">
                  <a:extLst>
                    <a:ext uri="{9D8B030D-6E8A-4147-A177-3AD203B41FA5}">
                      <a16:colId xmlns:a16="http://schemas.microsoft.com/office/drawing/2014/main" val="2103868761"/>
                    </a:ext>
                  </a:extLst>
                </a:gridCol>
                <a:gridCol w="443037">
                  <a:extLst>
                    <a:ext uri="{9D8B030D-6E8A-4147-A177-3AD203B41FA5}">
                      <a16:colId xmlns:a16="http://schemas.microsoft.com/office/drawing/2014/main" val="1651155445"/>
                    </a:ext>
                  </a:extLst>
                </a:gridCol>
                <a:gridCol w="443037">
                  <a:extLst>
                    <a:ext uri="{9D8B030D-6E8A-4147-A177-3AD203B41FA5}">
                      <a16:colId xmlns:a16="http://schemas.microsoft.com/office/drawing/2014/main" val="1452808331"/>
                    </a:ext>
                  </a:extLst>
                </a:gridCol>
                <a:gridCol w="443037">
                  <a:extLst>
                    <a:ext uri="{9D8B030D-6E8A-4147-A177-3AD203B41FA5}">
                      <a16:colId xmlns:a16="http://schemas.microsoft.com/office/drawing/2014/main" val="1771590161"/>
                    </a:ext>
                  </a:extLst>
                </a:gridCol>
                <a:gridCol w="443037">
                  <a:extLst>
                    <a:ext uri="{9D8B030D-6E8A-4147-A177-3AD203B41FA5}">
                      <a16:colId xmlns:a16="http://schemas.microsoft.com/office/drawing/2014/main" val="1079323672"/>
                    </a:ext>
                  </a:extLst>
                </a:gridCol>
                <a:gridCol w="443037">
                  <a:extLst>
                    <a:ext uri="{9D8B030D-6E8A-4147-A177-3AD203B41FA5}">
                      <a16:colId xmlns:a16="http://schemas.microsoft.com/office/drawing/2014/main" val="4051924921"/>
                    </a:ext>
                  </a:extLst>
                </a:gridCol>
                <a:gridCol w="443037">
                  <a:extLst>
                    <a:ext uri="{9D8B030D-6E8A-4147-A177-3AD203B41FA5}">
                      <a16:colId xmlns:a16="http://schemas.microsoft.com/office/drawing/2014/main" val="148169121"/>
                    </a:ext>
                  </a:extLst>
                </a:gridCol>
              </a:tblGrid>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342272"/>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237957"/>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7" name="表格 6">
            <a:extLst>
              <a:ext uri="{FF2B5EF4-FFF2-40B4-BE49-F238E27FC236}">
                <a16:creationId xmlns:a16="http://schemas.microsoft.com/office/drawing/2014/main" id="{A3C75939-2F5B-49D8-BB35-E693A26F8005}"/>
              </a:ext>
            </a:extLst>
          </p:cNvPr>
          <p:cNvGraphicFramePr>
            <a:graphicFrameLocks noGrp="1"/>
          </p:cNvGraphicFramePr>
          <p:nvPr>
            <p:extLst/>
          </p:nvPr>
        </p:nvGraphicFramePr>
        <p:xfrm>
          <a:off x="6536157" y="3586971"/>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8" name="箭號: 向右 7">
            <a:extLst>
              <a:ext uri="{FF2B5EF4-FFF2-40B4-BE49-F238E27FC236}">
                <a16:creationId xmlns:a16="http://schemas.microsoft.com/office/drawing/2014/main" id="{2D15914A-552B-4C16-8AF9-98D0263BD6A3}"/>
              </a:ext>
            </a:extLst>
          </p:cNvPr>
          <p:cNvSpPr/>
          <p:nvPr/>
        </p:nvSpPr>
        <p:spPr>
          <a:xfrm>
            <a:off x="5676003" y="4425005"/>
            <a:ext cx="647700" cy="36639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aphicFrame>
        <p:nvGraphicFramePr>
          <p:cNvPr id="9" name="表格 8">
            <a:extLst>
              <a:ext uri="{FF2B5EF4-FFF2-40B4-BE49-F238E27FC236}">
                <a16:creationId xmlns:a16="http://schemas.microsoft.com/office/drawing/2014/main" id="{F830FC01-AD40-4385-A9C4-1EE478104599}"/>
              </a:ext>
            </a:extLst>
          </p:cNvPr>
          <p:cNvGraphicFramePr>
            <a:graphicFrameLocks noGrp="1"/>
          </p:cNvGraphicFramePr>
          <p:nvPr>
            <p:extLst/>
          </p:nvPr>
        </p:nvGraphicFramePr>
        <p:xfrm>
          <a:off x="4157748" y="4091195"/>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10" name="乘號 9">
            <a:extLst>
              <a:ext uri="{FF2B5EF4-FFF2-40B4-BE49-F238E27FC236}">
                <a16:creationId xmlns:a16="http://schemas.microsoft.com/office/drawing/2014/main" id="{7D5D3AE0-1F30-4880-855B-BC902F420A53}"/>
              </a:ext>
            </a:extLst>
          </p:cNvPr>
          <p:cNvSpPr/>
          <p:nvPr/>
        </p:nvSpPr>
        <p:spPr>
          <a:xfrm>
            <a:off x="3355341" y="4282280"/>
            <a:ext cx="660903" cy="769545"/>
          </a:xfrm>
          <a:prstGeom prst="mathMultiply">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1" name="表格 10">
            <a:extLst>
              <a:ext uri="{FF2B5EF4-FFF2-40B4-BE49-F238E27FC236}">
                <a16:creationId xmlns:a16="http://schemas.microsoft.com/office/drawing/2014/main" id="{0136C7C8-C82A-45AD-B803-1182F1527339}"/>
              </a:ext>
            </a:extLst>
          </p:cNvPr>
          <p:cNvGraphicFramePr>
            <a:graphicFrameLocks noGrp="1"/>
          </p:cNvGraphicFramePr>
          <p:nvPr>
            <p:extLst/>
          </p:nvPr>
        </p:nvGraphicFramePr>
        <p:xfrm>
          <a:off x="560031" y="360021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3" name="表格 12">
            <a:extLst>
              <a:ext uri="{FF2B5EF4-FFF2-40B4-BE49-F238E27FC236}">
                <a16:creationId xmlns:a16="http://schemas.microsoft.com/office/drawing/2014/main" id="{06EBE417-4341-4F27-B8D3-6EFF1B055780}"/>
              </a:ext>
            </a:extLst>
          </p:cNvPr>
          <p:cNvGraphicFramePr>
            <a:graphicFrameLocks noGrp="1"/>
          </p:cNvGraphicFramePr>
          <p:nvPr>
            <p:extLst>
              <p:ext uri="{D42A27DB-BD31-4B8C-83A1-F6EECF244321}">
                <p14:modId xmlns:p14="http://schemas.microsoft.com/office/powerpoint/2010/main" val="622649469"/>
              </p:ext>
            </p:extLst>
          </p:nvPr>
        </p:nvGraphicFramePr>
        <p:xfrm>
          <a:off x="9802331" y="3582850"/>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4" name="矩形: 圓角 13">
            <a:extLst>
              <a:ext uri="{FF2B5EF4-FFF2-40B4-BE49-F238E27FC236}">
                <a16:creationId xmlns:a16="http://schemas.microsoft.com/office/drawing/2014/main" id="{A85577EC-D7F2-418C-9C91-4DCD4596B40F}"/>
              </a:ext>
            </a:extLst>
          </p:cNvPr>
          <p:cNvSpPr/>
          <p:nvPr/>
        </p:nvSpPr>
        <p:spPr>
          <a:xfrm>
            <a:off x="8845036" y="3975101"/>
            <a:ext cx="873746"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err="1" smtClean="0"/>
              <a:t>ReLu</a:t>
            </a:r>
            <a:endParaRPr lang="zh-TW" altLang="en-US" dirty="0"/>
          </a:p>
        </p:txBody>
      </p:sp>
      <p:sp>
        <p:nvSpPr>
          <p:cNvPr id="15" name="箭號: 向右 14">
            <a:extLst>
              <a:ext uri="{FF2B5EF4-FFF2-40B4-BE49-F238E27FC236}">
                <a16:creationId xmlns:a16="http://schemas.microsoft.com/office/drawing/2014/main" id="{C26CEBF6-05AE-4466-8D39-8F1AD2EFD99B}"/>
              </a:ext>
            </a:extLst>
          </p:cNvPr>
          <p:cNvSpPr/>
          <p:nvPr/>
        </p:nvSpPr>
        <p:spPr>
          <a:xfrm>
            <a:off x="8963685" y="4425005"/>
            <a:ext cx="647700" cy="36639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8" name="投影片編號版面配置區 7">
            <a:extLst>
              <a:ext uri="{FF2B5EF4-FFF2-40B4-BE49-F238E27FC236}">
                <a16:creationId xmlns:a16="http://schemas.microsoft.com/office/drawing/2014/main" id="{147B0C52-7C54-4CC9-AB08-1ADA837AD987}"/>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15</a:t>
            </a:fld>
            <a:endParaRPr lang="zh-TW" altLang="en-US" dirty="0">
              <a:solidFill>
                <a:schemeClr val="tx1"/>
              </a:solidFill>
            </a:endParaRPr>
          </a:p>
        </p:txBody>
      </p:sp>
      <p:pic>
        <p:nvPicPr>
          <p:cNvPr id="19" name="圖片 18">
            <a:extLst>
              <a:ext uri="{FF2B5EF4-FFF2-40B4-BE49-F238E27FC236}">
                <a16:creationId xmlns:a16="http://schemas.microsoft.com/office/drawing/2014/main" id="{DF3898B0-4759-46ED-A58F-362E51D72F5D}"/>
              </a:ext>
            </a:extLst>
          </p:cNvPr>
          <p:cNvPicPr>
            <a:picLocks noChangeAspect="1"/>
          </p:cNvPicPr>
          <p:nvPr/>
        </p:nvPicPr>
        <p:blipFill>
          <a:blip r:embed="rId7"/>
          <a:stretch>
            <a:fillRect/>
          </a:stretch>
        </p:blipFill>
        <p:spPr>
          <a:xfrm>
            <a:off x="8093676" y="229420"/>
            <a:ext cx="3908409" cy="2966795"/>
          </a:xfrm>
          <a:prstGeom prst="rect">
            <a:avLst/>
          </a:prstGeom>
        </p:spPr>
      </p:pic>
      <p:pic>
        <p:nvPicPr>
          <p:cNvPr id="3" name="Audio 2">
            <a:hlinkClick r:id="" action="ppaction://media"/>
          </p:cNvPr>
          <p:cNvPicPr>
            <a:picLocks noChangeAspect="1"/>
          </p:cNvPicPr>
          <p:nvPr>
            <a:audioFile r:link="rId2"/>
            <p:extLst>
              <p:ext uri="{DAA4B4D4-6D71-4841-9C94-3DE7FCFB9230}">
                <p14:media xmlns:p14="http://schemas.microsoft.com/office/powerpoint/2010/main" r:embed="rId3">
                  <p14:trim st="2241"/>
                </p14:media>
              </p:ext>
            </p:extLst>
          </p:nvPr>
        </p:nvPicPr>
        <p:blipFill>
          <a:blip r:embed="rId8"/>
          <a:stretch>
            <a:fillRect/>
          </a:stretch>
        </p:blipFill>
        <p:spPr>
          <a:xfrm>
            <a:off x="11366500" y="6032500"/>
            <a:ext cx="609600" cy="609600"/>
          </a:xfrm>
          <a:prstGeom prst="rect">
            <a:avLst/>
          </a:prstGeom>
        </p:spPr>
      </p:pic>
    </p:spTree>
    <p:custDataLst>
      <p:tags r:id="rId1"/>
    </p:custDataLst>
    <p:extLst>
      <p:ext uri="{BB962C8B-B14F-4D97-AF65-F5344CB8AC3E}">
        <p14:creationId xmlns:p14="http://schemas.microsoft.com/office/powerpoint/2010/main" val="884231759"/>
      </p:ext>
    </p:extLst>
  </p:cSld>
  <p:clrMapOvr>
    <a:masterClrMapping/>
  </p:clrMapOvr>
  <mc:AlternateContent xmlns:mc="http://schemas.openxmlformats.org/markup-compatibility/2006" xmlns:p14="http://schemas.microsoft.com/office/powerpoint/2010/main">
    <mc:Choice Requires="p14">
      <p:transition spd="slow" p14:dur="2000" advTm="28720"/>
    </mc:Choice>
    <mc:Fallback xmlns="">
      <p:transition spd="slow" advTm="28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7A8445F3-0A30-4C20-BD7F-1EADF4C3A8BA}"/>
              </a:ext>
            </a:extLst>
          </p:cNvPr>
          <p:cNvSpPr/>
          <p:nvPr/>
        </p:nvSpPr>
        <p:spPr>
          <a:xfrm>
            <a:off x="11213517" y="3164075"/>
            <a:ext cx="442353" cy="401803"/>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rPr>
              <a:t>0</a:t>
            </a:r>
            <a:endParaRPr lang="zh-TW" altLang="en-US" dirty="0">
              <a:solidFill>
                <a:schemeClr val="tx1"/>
              </a:solidFill>
            </a:endParaRPr>
          </a:p>
        </p:txBody>
      </p:sp>
      <p:graphicFrame>
        <p:nvGraphicFramePr>
          <p:cNvPr id="12" name="表格 11">
            <a:extLst>
              <a:ext uri="{FF2B5EF4-FFF2-40B4-BE49-F238E27FC236}">
                <a16:creationId xmlns:a16="http://schemas.microsoft.com/office/drawing/2014/main" id="{ECB76F92-93C8-4461-A260-9A663C060F23}"/>
              </a:ext>
            </a:extLst>
          </p:cNvPr>
          <p:cNvGraphicFramePr>
            <a:graphicFrameLocks noGrp="1"/>
          </p:cNvGraphicFramePr>
          <p:nvPr/>
        </p:nvGraphicFramePr>
        <p:xfrm>
          <a:off x="4111815" y="25034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1" name="表格 10">
            <a:extLst>
              <a:ext uri="{FF2B5EF4-FFF2-40B4-BE49-F238E27FC236}">
                <a16:creationId xmlns:a16="http://schemas.microsoft.com/office/drawing/2014/main" id="{8848A1D3-DE4C-4676-A765-38C3C115C462}"/>
              </a:ext>
            </a:extLst>
          </p:cNvPr>
          <p:cNvGraphicFramePr>
            <a:graphicFrameLocks noGrp="1"/>
          </p:cNvGraphicFramePr>
          <p:nvPr/>
        </p:nvGraphicFramePr>
        <p:xfrm>
          <a:off x="3997515" y="24018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E42275DD-5DEF-4BA9-B0D2-EB7C5B46ED88}"/>
              </a:ext>
            </a:extLst>
          </p:cNvPr>
          <p:cNvGraphicFramePr>
            <a:graphicFrameLocks noGrp="1"/>
          </p:cNvGraphicFramePr>
          <p:nvPr/>
        </p:nvGraphicFramePr>
        <p:xfrm>
          <a:off x="347556" y="239764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5" name="箭號: 向右 4">
            <a:extLst>
              <a:ext uri="{FF2B5EF4-FFF2-40B4-BE49-F238E27FC236}">
                <a16:creationId xmlns:a16="http://schemas.microsoft.com/office/drawing/2014/main" id="{FD5903D7-81D1-45F9-B9E2-FC990C81F6A7}"/>
              </a:ext>
            </a:extLst>
          </p:cNvPr>
          <p:cNvSpPr/>
          <p:nvPr/>
        </p:nvSpPr>
        <p:spPr>
          <a:xfrm>
            <a:off x="2521676"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6" name="圓角矩形 4">
            <a:extLst>
              <a:ext uri="{FF2B5EF4-FFF2-40B4-BE49-F238E27FC236}">
                <a16:creationId xmlns:a16="http://schemas.microsoft.com/office/drawing/2014/main" id="{292C49E8-7202-4FD4-A13E-76B3A77908FA}"/>
              </a:ext>
            </a:extLst>
          </p:cNvPr>
          <p:cNvSpPr/>
          <p:nvPr/>
        </p:nvSpPr>
        <p:spPr>
          <a:xfrm>
            <a:off x="2364704" y="1914596"/>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1</a:t>
            </a:r>
          </a:p>
          <a:p>
            <a:pPr algn="ctr"/>
            <a:r>
              <a:rPr lang="en-US" altLang="zh-TW" dirty="0"/>
              <a:t>( 3 filters)</a:t>
            </a:r>
            <a:endParaRPr lang="zh-TW" altLang="en-US" dirty="0"/>
          </a:p>
        </p:txBody>
      </p:sp>
      <p:sp>
        <p:nvSpPr>
          <p:cNvPr id="8" name="圓角矩形 4">
            <a:extLst>
              <a:ext uri="{FF2B5EF4-FFF2-40B4-BE49-F238E27FC236}">
                <a16:creationId xmlns:a16="http://schemas.microsoft.com/office/drawing/2014/main" id="{10CA7081-D4C8-4496-A838-6B8C5E06D4EF}"/>
              </a:ext>
            </a:extLst>
          </p:cNvPr>
          <p:cNvSpPr/>
          <p:nvPr/>
        </p:nvSpPr>
        <p:spPr>
          <a:xfrm>
            <a:off x="479401" y="161376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5x5x1</a:t>
            </a:r>
            <a:endParaRPr lang="zh-TW" altLang="en-US" sz="2400" dirty="0"/>
          </a:p>
        </p:txBody>
      </p:sp>
      <p:graphicFrame>
        <p:nvGraphicFramePr>
          <p:cNvPr id="10" name="表格 9">
            <a:extLst>
              <a:ext uri="{FF2B5EF4-FFF2-40B4-BE49-F238E27FC236}">
                <a16:creationId xmlns:a16="http://schemas.microsoft.com/office/drawing/2014/main" id="{49865FCC-D690-4C56-B821-863DBE59604E}"/>
              </a:ext>
            </a:extLst>
          </p:cNvPr>
          <p:cNvGraphicFramePr>
            <a:graphicFrameLocks noGrp="1"/>
          </p:cNvGraphicFramePr>
          <p:nvPr/>
        </p:nvGraphicFramePr>
        <p:xfrm>
          <a:off x="3883215" y="23002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3" name="箭號: 向右 12">
            <a:extLst>
              <a:ext uri="{FF2B5EF4-FFF2-40B4-BE49-F238E27FC236}">
                <a16:creationId xmlns:a16="http://schemas.microsoft.com/office/drawing/2014/main" id="{620BE942-10BA-4A2B-9D62-5694A3B6DFDC}"/>
              </a:ext>
            </a:extLst>
          </p:cNvPr>
          <p:cNvSpPr/>
          <p:nvPr/>
        </p:nvSpPr>
        <p:spPr>
          <a:xfrm>
            <a:off x="6240992"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4" name="圓角矩形 4">
            <a:extLst>
              <a:ext uri="{FF2B5EF4-FFF2-40B4-BE49-F238E27FC236}">
                <a16:creationId xmlns:a16="http://schemas.microsoft.com/office/drawing/2014/main" id="{86E1D2DE-B580-487F-845B-F5F84196355C}"/>
              </a:ext>
            </a:extLst>
          </p:cNvPr>
          <p:cNvSpPr/>
          <p:nvPr/>
        </p:nvSpPr>
        <p:spPr>
          <a:xfrm>
            <a:off x="6099371" y="1973620"/>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2</a:t>
            </a:r>
          </a:p>
          <a:p>
            <a:pPr algn="ctr"/>
            <a:r>
              <a:rPr lang="en-US" altLang="zh-TW" dirty="0"/>
              <a:t>( 2 filters)</a:t>
            </a:r>
            <a:endParaRPr lang="zh-TW" altLang="en-US" dirty="0"/>
          </a:p>
        </p:txBody>
      </p:sp>
      <p:graphicFrame>
        <p:nvGraphicFramePr>
          <p:cNvPr id="15" name="表格 14">
            <a:extLst>
              <a:ext uri="{FF2B5EF4-FFF2-40B4-BE49-F238E27FC236}">
                <a16:creationId xmlns:a16="http://schemas.microsoft.com/office/drawing/2014/main" id="{F42BDBBC-23AB-4B0F-B28B-C9DD0B174A81}"/>
              </a:ext>
            </a:extLst>
          </p:cNvPr>
          <p:cNvGraphicFramePr>
            <a:graphicFrameLocks noGrp="1"/>
          </p:cNvGraphicFramePr>
          <p:nvPr/>
        </p:nvGraphicFramePr>
        <p:xfrm>
          <a:off x="7702590" y="24018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6" name="表格 15">
            <a:extLst>
              <a:ext uri="{FF2B5EF4-FFF2-40B4-BE49-F238E27FC236}">
                <a16:creationId xmlns:a16="http://schemas.microsoft.com/office/drawing/2014/main" id="{A3AC749F-1EA7-4501-ABFE-949FDBBF8ECD}"/>
              </a:ext>
            </a:extLst>
          </p:cNvPr>
          <p:cNvGraphicFramePr>
            <a:graphicFrameLocks noGrp="1"/>
          </p:cNvGraphicFramePr>
          <p:nvPr/>
        </p:nvGraphicFramePr>
        <p:xfrm>
          <a:off x="7588290" y="23002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7" name="箭號: 向右 16">
            <a:extLst>
              <a:ext uri="{FF2B5EF4-FFF2-40B4-BE49-F238E27FC236}">
                <a16:creationId xmlns:a16="http://schemas.microsoft.com/office/drawing/2014/main" id="{7D356F81-5C19-499B-813D-CE287375F9B7}"/>
              </a:ext>
            </a:extLst>
          </p:cNvPr>
          <p:cNvSpPr/>
          <p:nvPr/>
        </p:nvSpPr>
        <p:spPr>
          <a:xfrm>
            <a:off x="9864344"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9035B612-B92D-48EC-9AC5-22FC36DC2835}"/>
              </a:ext>
            </a:extLst>
          </p:cNvPr>
          <p:cNvSpPr/>
          <p:nvPr/>
        </p:nvSpPr>
        <p:spPr>
          <a:xfrm>
            <a:off x="11117562" y="3079409"/>
            <a:ext cx="442353" cy="401803"/>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rPr>
              <a:t>0</a:t>
            </a:r>
            <a:endParaRPr lang="zh-TW" altLang="en-US" dirty="0">
              <a:solidFill>
                <a:schemeClr val="tx1"/>
              </a:solidFill>
            </a:endParaRPr>
          </a:p>
        </p:txBody>
      </p:sp>
      <p:sp>
        <p:nvSpPr>
          <p:cNvPr id="19" name="圓角矩形 4">
            <a:extLst>
              <a:ext uri="{FF2B5EF4-FFF2-40B4-BE49-F238E27FC236}">
                <a16:creationId xmlns:a16="http://schemas.microsoft.com/office/drawing/2014/main" id="{C531B475-D4A0-4097-B88A-91729878746A}"/>
              </a:ext>
            </a:extLst>
          </p:cNvPr>
          <p:cNvSpPr/>
          <p:nvPr/>
        </p:nvSpPr>
        <p:spPr>
          <a:xfrm>
            <a:off x="9707373" y="2079400"/>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Fully connected layer</a:t>
            </a:r>
            <a:endParaRPr lang="zh-TW" altLang="en-US" dirty="0"/>
          </a:p>
        </p:txBody>
      </p:sp>
      <p:sp>
        <p:nvSpPr>
          <p:cNvPr id="21" name="圓角矩形 4">
            <a:extLst>
              <a:ext uri="{FF2B5EF4-FFF2-40B4-BE49-F238E27FC236}">
                <a16:creationId xmlns:a16="http://schemas.microsoft.com/office/drawing/2014/main" id="{8077239B-0AD7-448D-BA77-1F055DB4DAB8}"/>
              </a:ext>
            </a:extLst>
          </p:cNvPr>
          <p:cNvSpPr/>
          <p:nvPr/>
        </p:nvSpPr>
        <p:spPr>
          <a:xfrm>
            <a:off x="4082223" y="161376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5x5x3</a:t>
            </a:r>
            <a:endParaRPr lang="zh-TW" altLang="en-US" sz="2400" dirty="0"/>
          </a:p>
        </p:txBody>
      </p:sp>
      <p:sp>
        <p:nvSpPr>
          <p:cNvPr id="22" name="圓角矩形 4">
            <a:extLst>
              <a:ext uri="{FF2B5EF4-FFF2-40B4-BE49-F238E27FC236}">
                <a16:creationId xmlns:a16="http://schemas.microsoft.com/office/drawing/2014/main" id="{6E43B0E1-2D03-4806-AAA9-CE88139F5C66}"/>
              </a:ext>
            </a:extLst>
          </p:cNvPr>
          <p:cNvSpPr/>
          <p:nvPr/>
        </p:nvSpPr>
        <p:spPr>
          <a:xfrm>
            <a:off x="7720135" y="1596958"/>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5x5x2</a:t>
            </a:r>
            <a:endParaRPr lang="zh-TW" altLang="en-US" sz="2400" dirty="0"/>
          </a:p>
        </p:txBody>
      </p:sp>
      <p:graphicFrame>
        <p:nvGraphicFramePr>
          <p:cNvPr id="24" name="內容版面配置區 11">
            <a:extLst>
              <a:ext uri="{FF2B5EF4-FFF2-40B4-BE49-F238E27FC236}">
                <a16:creationId xmlns:a16="http://schemas.microsoft.com/office/drawing/2014/main" id="{75993C37-F373-4C5C-AD1D-3ED6F57CA624}"/>
              </a:ext>
            </a:extLst>
          </p:cNvPr>
          <p:cNvGraphicFramePr>
            <a:graphicFrameLocks noGrp="1"/>
          </p:cNvGraphicFramePr>
          <p:nvPr>
            <p:ph idx="1"/>
          </p:nvPr>
        </p:nvGraphicFramePr>
        <p:xfrm>
          <a:off x="10723129" y="5975814"/>
          <a:ext cx="1347166" cy="365760"/>
        </p:xfrm>
        <a:graphic>
          <a:graphicData uri="http://schemas.openxmlformats.org/drawingml/2006/table">
            <a:tbl>
              <a:tblPr firstRow="1" bandRow="1">
                <a:tableStyleId>{073A0DAA-6AF3-43AB-8588-CEC1D06C72B9}</a:tableStyleId>
              </a:tblPr>
              <a:tblGrid>
                <a:gridCol w="673583">
                  <a:extLst>
                    <a:ext uri="{9D8B030D-6E8A-4147-A177-3AD203B41FA5}">
                      <a16:colId xmlns:a16="http://schemas.microsoft.com/office/drawing/2014/main" val="20000"/>
                    </a:ext>
                  </a:extLst>
                </a:gridCol>
                <a:gridCol w="673583">
                  <a:extLst>
                    <a:ext uri="{9D8B030D-6E8A-4147-A177-3AD203B41FA5}">
                      <a16:colId xmlns:a16="http://schemas.microsoft.com/office/drawing/2014/main" val="20001"/>
                    </a:ext>
                  </a:extLst>
                </a:gridCol>
              </a:tblGrid>
              <a:tr h="0">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val="10000"/>
                  </a:ext>
                </a:extLst>
              </a:tr>
            </a:tbl>
          </a:graphicData>
        </a:graphic>
      </p:graphicFrame>
      <p:sp>
        <p:nvSpPr>
          <p:cNvPr id="25" name="箭號: 向右 24">
            <a:extLst>
              <a:ext uri="{FF2B5EF4-FFF2-40B4-BE49-F238E27FC236}">
                <a16:creationId xmlns:a16="http://schemas.microsoft.com/office/drawing/2014/main" id="{198BED6B-05D9-41B1-BCF0-7BB830824EA7}"/>
              </a:ext>
            </a:extLst>
          </p:cNvPr>
          <p:cNvSpPr/>
          <p:nvPr/>
        </p:nvSpPr>
        <p:spPr>
          <a:xfrm rot="5400000">
            <a:off x="10839838" y="4705899"/>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3" name="圓角矩形 4">
            <a:extLst>
              <a:ext uri="{FF2B5EF4-FFF2-40B4-BE49-F238E27FC236}">
                <a16:creationId xmlns:a16="http://schemas.microsoft.com/office/drawing/2014/main" id="{6CAEE530-E7E5-4320-A7BB-490C59252D3A}"/>
              </a:ext>
            </a:extLst>
          </p:cNvPr>
          <p:cNvSpPr/>
          <p:nvPr/>
        </p:nvSpPr>
        <p:spPr>
          <a:xfrm>
            <a:off x="10099767" y="4561455"/>
            <a:ext cx="1113749" cy="601662"/>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err="1"/>
              <a:t>Softmax</a:t>
            </a:r>
            <a:endParaRPr lang="zh-TW" altLang="en-US" dirty="0"/>
          </a:p>
        </p:txBody>
      </p:sp>
      <p:sp>
        <p:nvSpPr>
          <p:cNvPr id="26" name="標題 1">
            <a:extLst>
              <a:ext uri="{FF2B5EF4-FFF2-40B4-BE49-F238E27FC236}">
                <a16:creationId xmlns:a16="http://schemas.microsoft.com/office/drawing/2014/main" id="{066C6D6A-26A1-4353-A740-35AF3EEAAA77}"/>
              </a:ext>
            </a:extLst>
          </p:cNvPr>
          <p:cNvSpPr>
            <a:spLocks noGrp="1"/>
          </p:cNvSpPr>
          <p:nvPr>
            <p:ph type="title"/>
          </p:nvPr>
        </p:nvSpPr>
        <p:spPr>
          <a:xfrm>
            <a:off x="642891" y="197095"/>
            <a:ext cx="1971025" cy="1325563"/>
          </a:xfrm>
        </p:spPr>
        <p:txBody>
          <a:bodyPr/>
          <a:lstStyle/>
          <a:p>
            <a:r>
              <a:rPr lang="en-US" altLang="zh-TW" b="1" dirty="0"/>
              <a:t>Outline</a:t>
            </a:r>
            <a:endParaRPr lang="zh-TW" altLang="en-US" dirty="0"/>
          </a:p>
        </p:txBody>
      </p:sp>
      <p:sp>
        <p:nvSpPr>
          <p:cNvPr id="27" name="矩形 26">
            <a:extLst>
              <a:ext uri="{FF2B5EF4-FFF2-40B4-BE49-F238E27FC236}">
                <a16:creationId xmlns:a16="http://schemas.microsoft.com/office/drawing/2014/main" id="{8FB2E45F-001A-4C78-B712-67B6781930E2}"/>
              </a:ext>
            </a:extLst>
          </p:cNvPr>
          <p:cNvSpPr/>
          <p:nvPr/>
        </p:nvSpPr>
        <p:spPr>
          <a:xfrm>
            <a:off x="2309339" y="1782067"/>
            <a:ext cx="1567052" cy="111309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投影片編號版面配置區 7">
            <a:extLst>
              <a:ext uri="{FF2B5EF4-FFF2-40B4-BE49-F238E27FC236}">
                <a16:creationId xmlns:a16="http://schemas.microsoft.com/office/drawing/2014/main" id="{C75D9197-6993-490B-B4DB-74865EEBE1A5}"/>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16</a:t>
            </a:fld>
            <a:endParaRPr lang="zh-TW" altLang="en-US" dirty="0">
              <a:solidFill>
                <a:schemeClr val="tx1"/>
              </a:solidFill>
            </a:endParaRPr>
          </a:p>
        </p:txBody>
      </p:sp>
      <p:graphicFrame>
        <p:nvGraphicFramePr>
          <p:cNvPr id="28" name="表格 27">
            <a:extLst>
              <a:ext uri="{FF2B5EF4-FFF2-40B4-BE49-F238E27FC236}">
                <a16:creationId xmlns:a16="http://schemas.microsoft.com/office/drawing/2014/main" id="{C114181F-04CD-45EA-9EF9-09389B247AFB}"/>
              </a:ext>
            </a:extLst>
          </p:cNvPr>
          <p:cNvGraphicFramePr>
            <a:graphicFrameLocks noGrp="1"/>
          </p:cNvGraphicFramePr>
          <p:nvPr>
            <p:extLst>
              <p:ext uri="{D42A27DB-BD31-4B8C-83A1-F6EECF244321}">
                <p14:modId xmlns:p14="http://schemas.microsoft.com/office/powerpoint/2010/main" val="487101256"/>
              </p:ext>
            </p:extLst>
          </p:nvPr>
        </p:nvGraphicFramePr>
        <p:xfrm>
          <a:off x="6309154" y="732031"/>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30" name="表格 29">
            <a:extLst>
              <a:ext uri="{FF2B5EF4-FFF2-40B4-BE49-F238E27FC236}">
                <a16:creationId xmlns:a16="http://schemas.microsoft.com/office/drawing/2014/main" id="{2D5DB3D1-4B5C-4086-B641-D75063A62B52}"/>
              </a:ext>
            </a:extLst>
          </p:cNvPr>
          <p:cNvGraphicFramePr>
            <a:graphicFrameLocks noGrp="1"/>
          </p:cNvGraphicFramePr>
          <p:nvPr>
            <p:extLst>
              <p:ext uri="{D42A27DB-BD31-4B8C-83A1-F6EECF244321}">
                <p14:modId xmlns:p14="http://schemas.microsoft.com/office/powerpoint/2010/main" val="1735739592"/>
              </p:ext>
            </p:extLst>
          </p:nvPr>
        </p:nvGraphicFramePr>
        <p:xfrm>
          <a:off x="6244225" y="660258"/>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31" name="表格 30">
            <a:extLst>
              <a:ext uri="{FF2B5EF4-FFF2-40B4-BE49-F238E27FC236}">
                <a16:creationId xmlns:a16="http://schemas.microsoft.com/office/drawing/2014/main" id="{5A382F36-3601-4006-B148-97A11C35FA7E}"/>
              </a:ext>
            </a:extLst>
          </p:cNvPr>
          <p:cNvGraphicFramePr>
            <a:graphicFrameLocks noGrp="1"/>
          </p:cNvGraphicFramePr>
          <p:nvPr>
            <p:extLst>
              <p:ext uri="{D42A27DB-BD31-4B8C-83A1-F6EECF244321}">
                <p14:modId xmlns:p14="http://schemas.microsoft.com/office/powerpoint/2010/main" val="845582160"/>
              </p:ext>
            </p:extLst>
          </p:nvPr>
        </p:nvGraphicFramePr>
        <p:xfrm>
          <a:off x="2555756" y="653812"/>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32" name="表格 31">
            <a:extLst>
              <a:ext uri="{FF2B5EF4-FFF2-40B4-BE49-F238E27FC236}">
                <a16:creationId xmlns:a16="http://schemas.microsoft.com/office/drawing/2014/main" id="{20655DD7-FC19-4F8B-87F3-90C954B6820F}"/>
              </a:ext>
            </a:extLst>
          </p:cNvPr>
          <p:cNvGraphicFramePr>
            <a:graphicFrameLocks noGrp="1"/>
          </p:cNvGraphicFramePr>
          <p:nvPr>
            <p:extLst>
              <p:ext uri="{D42A27DB-BD31-4B8C-83A1-F6EECF244321}">
                <p14:modId xmlns:p14="http://schemas.microsoft.com/office/powerpoint/2010/main" val="1741893953"/>
              </p:ext>
            </p:extLst>
          </p:nvPr>
        </p:nvGraphicFramePr>
        <p:xfrm>
          <a:off x="6179296" y="588485"/>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pic>
        <p:nvPicPr>
          <p:cNvPr id="2" name="Audio 1">
            <a:hlinkClick r:id="" action="ppaction://media"/>
          </p:cNvPr>
          <p:cNvPicPr>
            <a:picLocks noChangeAspect="1"/>
          </p:cNvPicPr>
          <p:nvPr>
            <a:audioFile r:link="rId1"/>
            <p:extLst>
              <p:ext uri="{DAA4B4D4-6D71-4841-9C94-3DE7FCFB9230}">
                <p14:media xmlns:p14="http://schemas.microsoft.com/office/powerpoint/2010/main" r:embed="rId2">
                  <p14:trim st="3301"/>
                </p14:media>
              </p:ext>
            </p:extLst>
          </p:nvPr>
        </p:nvPicPr>
        <p:blipFill>
          <a:blip r:embed="rId5"/>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1652299554"/>
      </p:ext>
    </p:extLst>
  </p:cSld>
  <p:clrMapOvr>
    <a:masterClrMapping/>
  </p:clrMapOvr>
  <mc:AlternateContent xmlns:mc="http://schemas.openxmlformats.org/markup-compatibility/2006" xmlns:p14="http://schemas.microsoft.com/office/powerpoint/2010/main">
    <mc:Choice Requires="p14">
      <p:transition spd="slow" p14:dur="2000" advTm="12550"/>
    </mc:Choice>
    <mc:Fallback xmlns="">
      <p:transition spd="slow" advTm="125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圖片 20">
            <a:extLst>
              <a:ext uri="{FF2B5EF4-FFF2-40B4-BE49-F238E27FC236}">
                <a16:creationId xmlns:a16="http://schemas.microsoft.com/office/drawing/2014/main" id="{35DFE70A-CBE5-4D64-B777-C412C38EE246}"/>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2" name="表格 1">
            <a:extLst>
              <a:ext uri="{FF2B5EF4-FFF2-40B4-BE49-F238E27FC236}">
                <a16:creationId xmlns:a16="http://schemas.microsoft.com/office/drawing/2014/main" id="{5606E682-976F-4F74-A410-8CDE3A86EB37}"/>
              </a:ext>
            </a:extLst>
          </p:cNvPr>
          <p:cNvGraphicFramePr>
            <a:graphicFrameLocks noGrp="1"/>
          </p:cNvGraphicFramePr>
          <p:nvPr>
            <p:extLst>
              <p:ext uri="{D42A27DB-BD31-4B8C-83A1-F6EECF244321}">
                <p14:modId xmlns:p14="http://schemas.microsoft.com/office/powerpoint/2010/main" val="1815639634"/>
              </p:ext>
            </p:extLst>
          </p:nvPr>
        </p:nvGraphicFramePr>
        <p:xfrm>
          <a:off x="556703" y="1933271"/>
          <a:ext cx="3101259" cy="2991457"/>
        </p:xfrm>
        <a:graphic>
          <a:graphicData uri="http://schemas.openxmlformats.org/drawingml/2006/table">
            <a:tbl>
              <a:tblPr firstRow="1" bandRow="1">
                <a:tableStyleId>{5C22544A-7EE6-4342-B048-85BDC9FD1C3A}</a:tableStyleId>
              </a:tblPr>
              <a:tblGrid>
                <a:gridCol w="443037">
                  <a:extLst>
                    <a:ext uri="{9D8B030D-6E8A-4147-A177-3AD203B41FA5}">
                      <a16:colId xmlns:a16="http://schemas.microsoft.com/office/drawing/2014/main" val="2103868761"/>
                    </a:ext>
                  </a:extLst>
                </a:gridCol>
                <a:gridCol w="443037">
                  <a:extLst>
                    <a:ext uri="{9D8B030D-6E8A-4147-A177-3AD203B41FA5}">
                      <a16:colId xmlns:a16="http://schemas.microsoft.com/office/drawing/2014/main" val="1651155445"/>
                    </a:ext>
                  </a:extLst>
                </a:gridCol>
                <a:gridCol w="443037">
                  <a:extLst>
                    <a:ext uri="{9D8B030D-6E8A-4147-A177-3AD203B41FA5}">
                      <a16:colId xmlns:a16="http://schemas.microsoft.com/office/drawing/2014/main" val="1452808331"/>
                    </a:ext>
                  </a:extLst>
                </a:gridCol>
                <a:gridCol w="443037">
                  <a:extLst>
                    <a:ext uri="{9D8B030D-6E8A-4147-A177-3AD203B41FA5}">
                      <a16:colId xmlns:a16="http://schemas.microsoft.com/office/drawing/2014/main" val="1771590161"/>
                    </a:ext>
                  </a:extLst>
                </a:gridCol>
                <a:gridCol w="443037">
                  <a:extLst>
                    <a:ext uri="{9D8B030D-6E8A-4147-A177-3AD203B41FA5}">
                      <a16:colId xmlns:a16="http://schemas.microsoft.com/office/drawing/2014/main" val="1079323672"/>
                    </a:ext>
                  </a:extLst>
                </a:gridCol>
                <a:gridCol w="443037">
                  <a:extLst>
                    <a:ext uri="{9D8B030D-6E8A-4147-A177-3AD203B41FA5}">
                      <a16:colId xmlns:a16="http://schemas.microsoft.com/office/drawing/2014/main" val="4051924921"/>
                    </a:ext>
                  </a:extLst>
                </a:gridCol>
                <a:gridCol w="443037">
                  <a:extLst>
                    <a:ext uri="{9D8B030D-6E8A-4147-A177-3AD203B41FA5}">
                      <a16:colId xmlns:a16="http://schemas.microsoft.com/office/drawing/2014/main" val="148169121"/>
                    </a:ext>
                  </a:extLst>
                </a:gridCol>
              </a:tblGrid>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342272"/>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237957"/>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3" name="表格 2">
            <a:extLst>
              <a:ext uri="{FF2B5EF4-FFF2-40B4-BE49-F238E27FC236}">
                <a16:creationId xmlns:a16="http://schemas.microsoft.com/office/drawing/2014/main" id="{F9AE779A-8133-48ED-99D9-308A651C77D0}"/>
              </a:ext>
            </a:extLst>
          </p:cNvPr>
          <p:cNvGraphicFramePr>
            <a:graphicFrameLocks noGrp="1"/>
          </p:cNvGraphicFramePr>
          <p:nvPr>
            <p:extLst>
              <p:ext uri="{D42A27DB-BD31-4B8C-83A1-F6EECF244321}">
                <p14:modId xmlns:p14="http://schemas.microsoft.com/office/powerpoint/2010/main" val="222980886"/>
              </p:ext>
            </p:extLst>
          </p:nvPr>
        </p:nvGraphicFramePr>
        <p:xfrm>
          <a:off x="994668" y="2360623"/>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F72E9778-A070-4C1E-8FFD-C75966B419E2}"/>
              </a:ext>
            </a:extLst>
          </p:cNvPr>
          <p:cNvGraphicFramePr>
            <a:graphicFrameLocks noGrp="1"/>
          </p:cNvGraphicFramePr>
          <p:nvPr>
            <p:extLst>
              <p:ext uri="{D42A27DB-BD31-4B8C-83A1-F6EECF244321}">
                <p14:modId xmlns:p14="http://schemas.microsoft.com/office/powerpoint/2010/main" val="115234386"/>
              </p:ext>
            </p:extLst>
          </p:nvPr>
        </p:nvGraphicFramePr>
        <p:xfrm>
          <a:off x="5660242" y="380123"/>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5" name="文字方塊 4">
            <a:extLst>
              <a:ext uri="{FF2B5EF4-FFF2-40B4-BE49-F238E27FC236}">
                <a16:creationId xmlns:a16="http://schemas.microsoft.com/office/drawing/2014/main" id="{4C36FCF7-79CF-48C2-8E18-3A991625E305}"/>
              </a:ext>
            </a:extLst>
          </p:cNvPr>
          <p:cNvSpPr txBox="1"/>
          <p:nvPr/>
        </p:nvSpPr>
        <p:spPr>
          <a:xfrm>
            <a:off x="4649831" y="195457"/>
            <a:ext cx="785503" cy="369332"/>
          </a:xfrm>
          <a:prstGeom prst="rect">
            <a:avLst/>
          </a:prstGeom>
          <a:noFill/>
        </p:spPr>
        <p:txBody>
          <a:bodyPr wrap="square" rtlCol="0">
            <a:spAutoFit/>
          </a:bodyPr>
          <a:lstStyle/>
          <a:p>
            <a:r>
              <a:rPr lang="en-US" altLang="zh-TW" dirty="0"/>
              <a:t>Filter1</a:t>
            </a:r>
            <a:endParaRPr lang="zh-TW" altLang="en-US" dirty="0"/>
          </a:p>
        </p:txBody>
      </p:sp>
      <p:graphicFrame>
        <p:nvGraphicFramePr>
          <p:cNvPr id="6" name="表格 5">
            <a:extLst>
              <a:ext uri="{FF2B5EF4-FFF2-40B4-BE49-F238E27FC236}">
                <a16:creationId xmlns:a16="http://schemas.microsoft.com/office/drawing/2014/main" id="{DC35C4E5-8C6C-424C-9834-30C4880B3002}"/>
              </a:ext>
            </a:extLst>
          </p:cNvPr>
          <p:cNvGraphicFramePr>
            <a:graphicFrameLocks noGrp="1"/>
          </p:cNvGraphicFramePr>
          <p:nvPr>
            <p:extLst>
              <p:ext uri="{D42A27DB-BD31-4B8C-83A1-F6EECF244321}">
                <p14:modId xmlns:p14="http://schemas.microsoft.com/office/powerpoint/2010/main" val="3472943438"/>
              </p:ext>
            </p:extLst>
          </p:nvPr>
        </p:nvGraphicFramePr>
        <p:xfrm>
          <a:off x="5660242" y="2845994"/>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7" name="文字方塊 6">
            <a:extLst>
              <a:ext uri="{FF2B5EF4-FFF2-40B4-BE49-F238E27FC236}">
                <a16:creationId xmlns:a16="http://schemas.microsoft.com/office/drawing/2014/main" id="{4A6D9F2A-C668-499E-AF6C-54889B554488}"/>
              </a:ext>
            </a:extLst>
          </p:cNvPr>
          <p:cNvSpPr txBox="1"/>
          <p:nvPr/>
        </p:nvSpPr>
        <p:spPr>
          <a:xfrm>
            <a:off x="4649831" y="2661328"/>
            <a:ext cx="785503" cy="369332"/>
          </a:xfrm>
          <a:prstGeom prst="rect">
            <a:avLst/>
          </a:prstGeom>
          <a:noFill/>
        </p:spPr>
        <p:txBody>
          <a:bodyPr wrap="square" rtlCol="0">
            <a:spAutoFit/>
          </a:bodyPr>
          <a:lstStyle/>
          <a:p>
            <a:r>
              <a:rPr lang="en-US" altLang="zh-TW" dirty="0"/>
              <a:t>Filter2</a:t>
            </a:r>
            <a:endParaRPr lang="zh-TW" altLang="en-US" dirty="0"/>
          </a:p>
        </p:txBody>
      </p:sp>
      <p:graphicFrame>
        <p:nvGraphicFramePr>
          <p:cNvPr id="8" name="表格 7">
            <a:extLst>
              <a:ext uri="{FF2B5EF4-FFF2-40B4-BE49-F238E27FC236}">
                <a16:creationId xmlns:a16="http://schemas.microsoft.com/office/drawing/2014/main" id="{BA82E5B9-BBA8-4578-B047-0FA720A50FA2}"/>
              </a:ext>
            </a:extLst>
          </p:cNvPr>
          <p:cNvGraphicFramePr>
            <a:graphicFrameLocks noGrp="1"/>
          </p:cNvGraphicFramePr>
          <p:nvPr>
            <p:extLst>
              <p:ext uri="{D42A27DB-BD31-4B8C-83A1-F6EECF244321}">
                <p14:modId xmlns:p14="http://schemas.microsoft.com/office/powerpoint/2010/main" val="237765624"/>
              </p:ext>
            </p:extLst>
          </p:nvPr>
        </p:nvGraphicFramePr>
        <p:xfrm>
          <a:off x="5660242" y="5345817"/>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9" name="文字方塊 8">
            <a:extLst>
              <a:ext uri="{FF2B5EF4-FFF2-40B4-BE49-F238E27FC236}">
                <a16:creationId xmlns:a16="http://schemas.microsoft.com/office/drawing/2014/main" id="{F2617B54-065C-48C8-A722-BB0399D66380}"/>
              </a:ext>
            </a:extLst>
          </p:cNvPr>
          <p:cNvSpPr txBox="1"/>
          <p:nvPr/>
        </p:nvSpPr>
        <p:spPr>
          <a:xfrm>
            <a:off x="4649831" y="5161151"/>
            <a:ext cx="785503" cy="369332"/>
          </a:xfrm>
          <a:prstGeom prst="rect">
            <a:avLst/>
          </a:prstGeom>
          <a:noFill/>
        </p:spPr>
        <p:txBody>
          <a:bodyPr wrap="square" rtlCol="0">
            <a:spAutoFit/>
          </a:bodyPr>
          <a:lstStyle/>
          <a:p>
            <a:r>
              <a:rPr lang="en-US" altLang="zh-TW" dirty="0"/>
              <a:t>Filter3</a:t>
            </a:r>
            <a:endParaRPr lang="zh-TW" altLang="en-US" dirty="0"/>
          </a:p>
        </p:txBody>
      </p:sp>
      <p:sp>
        <p:nvSpPr>
          <p:cNvPr id="10" name="箭號: 向右 9">
            <a:extLst>
              <a:ext uri="{FF2B5EF4-FFF2-40B4-BE49-F238E27FC236}">
                <a16:creationId xmlns:a16="http://schemas.microsoft.com/office/drawing/2014/main" id="{3F5A91D5-10B3-443D-98FD-C2A356EBE822}"/>
              </a:ext>
            </a:extLst>
          </p:cNvPr>
          <p:cNvSpPr/>
          <p:nvPr/>
        </p:nvSpPr>
        <p:spPr>
          <a:xfrm rot="19676439">
            <a:off x="3913594" y="1695296"/>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1" name="箭號: 向右 10">
            <a:extLst>
              <a:ext uri="{FF2B5EF4-FFF2-40B4-BE49-F238E27FC236}">
                <a16:creationId xmlns:a16="http://schemas.microsoft.com/office/drawing/2014/main" id="{AE25ADB1-2E0B-4F1F-A192-39009DC15D6E}"/>
              </a:ext>
            </a:extLst>
          </p:cNvPr>
          <p:cNvSpPr/>
          <p:nvPr/>
        </p:nvSpPr>
        <p:spPr>
          <a:xfrm rot="1448734">
            <a:off x="3986931" y="4641275"/>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2" name="箭號: 向右 11">
            <a:extLst>
              <a:ext uri="{FF2B5EF4-FFF2-40B4-BE49-F238E27FC236}">
                <a16:creationId xmlns:a16="http://schemas.microsoft.com/office/drawing/2014/main" id="{3A6EAFBD-5135-42EC-88CC-CB5AAB27198A}"/>
              </a:ext>
            </a:extLst>
          </p:cNvPr>
          <p:cNvSpPr/>
          <p:nvPr/>
        </p:nvSpPr>
        <p:spPr>
          <a:xfrm>
            <a:off x="3977219" y="3245803"/>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3" name="箭號: 向右 12">
            <a:extLst>
              <a:ext uri="{FF2B5EF4-FFF2-40B4-BE49-F238E27FC236}">
                <a16:creationId xmlns:a16="http://schemas.microsoft.com/office/drawing/2014/main" id="{4F5B7837-C40E-4B54-B244-674CF2B5788D}"/>
              </a:ext>
            </a:extLst>
          </p:cNvPr>
          <p:cNvSpPr/>
          <p:nvPr/>
        </p:nvSpPr>
        <p:spPr>
          <a:xfrm>
            <a:off x="7222715" y="3245803"/>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graphicFrame>
        <p:nvGraphicFramePr>
          <p:cNvPr id="15" name="表格 14">
            <a:extLst>
              <a:ext uri="{FF2B5EF4-FFF2-40B4-BE49-F238E27FC236}">
                <a16:creationId xmlns:a16="http://schemas.microsoft.com/office/drawing/2014/main" id="{A3B0B762-133A-4CF1-8C05-A1ACFE43E0E8}"/>
              </a:ext>
            </a:extLst>
          </p:cNvPr>
          <p:cNvGraphicFramePr>
            <a:graphicFrameLocks noGrp="1"/>
          </p:cNvGraphicFramePr>
          <p:nvPr>
            <p:extLst>
              <p:ext uri="{D42A27DB-BD31-4B8C-83A1-F6EECF244321}">
                <p14:modId xmlns:p14="http://schemas.microsoft.com/office/powerpoint/2010/main" val="220893007"/>
              </p:ext>
            </p:extLst>
          </p:nvPr>
        </p:nvGraphicFramePr>
        <p:xfrm>
          <a:off x="8986023" y="5431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6" name="表格 15">
            <a:extLst>
              <a:ext uri="{FF2B5EF4-FFF2-40B4-BE49-F238E27FC236}">
                <a16:creationId xmlns:a16="http://schemas.microsoft.com/office/drawing/2014/main" id="{8A513740-5B10-4F65-BB90-C4D81A610193}"/>
              </a:ext>
            </a:extLst>
          </p:cNvPr>
          <p:cNvGraphicFramePr>
            <a:graphicFrameLocks noGrp="1"/>
          </p:cNvGraphicFramePr>
          <p:nvPr>
            <p:extLst>
              <p:ext uri="{D42A27DB-BD31-4B8C-83A1-F6EECF244321}">
                <p14:modId xmlns:p14="http://schemas.microsoft.com/office/powerpoint/2010/main" val="419805660"/>
              </p:ext>
            </p:extLst>
          </p:nvPr>
        </p:nvGraphicFramePr>
        <p:xfrm>
          <a:off x="9000087" y="2360623"/>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7" name="表格 16">
            <a:extLst>
              <a:ext uri="{FF2B5EF4-FFF2-40B4-BE49-F238E27FC236}">
                <a16:creationId xmlns:a16="http://schemas.microsoft.com/office/drawing/2014/main" id="{41707CD7-3378-4980-802C-929DEB2874C8}"/>
              </a:ext>
            </a:extLst>
          </p:cNvPr>
          <p:cNvGraphicFramePr>
            <a:graphicFrameLocks noGrp="1"/>
          </p:cNvGraphicFramePr>
          <p:nvPr>
            <p:extLst>
              <p:ext uri="{D42A27DB-BD31-4B8C-83A1-F6EECF244321}">
                <p14:modId xmlns:p14="http://schemas.microsoft.com/office/powerpoint/2010/main" val="1227486165"/>
              </p:ext>
            </p:extLst>
          </p:nvPr>
        </p:nvGraphicFramePr>
        <p:xfrm>
          <a:off x="9000087" y="4666934"/>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8" name="箭號: 向右 17">
            <a:extLst>
              <a:ext uri="{FF2B5EF4-FFF2-40B4-BE49-F238E27FC236}">
                <a16:creationId xmlns:a16="http://schemas.microsoft.com/office/drawing/2014/main" id="{6D17FE1F-8696-4BB7-876C-78046BF8DC1D}"/>
              </a:ext>
            </a:extLst>
          </p:cNvPr>
          <p:cNvSpPr/>
          <p:nvPr/>
        </p:nvSpPr>
        <p:spPr>
          <a:xfrm>
            <a:off x="7222715" y="779932"/>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9" name="箭號: 向右 18">
            <a:extLst>
              <a:ext uri="{FF2B5EF4-FFF2-40B4-BE49-F238E27FC236}">
                <a16:creationId xmlns:a16="http://schemas.microsoft.com/office/drawing/2014/main" id="{7882D1FF-30DB-4EB2-A893-3EC8671D4E8A}"/>
              </a:ext>
            </a:extLst>
          </p:cNvPr>
          <p:cNvSpPr/>
          <p:nvPr/>
        </p:nvSpPr>
        <p:spPr>
          <a:xfrm>
            <a:off x="7222715" y="5735311"/>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0" name="矩形 19">
            <a:extLst>
              <a:ext uri="{FF2B5EF4-FFF2-40B4-BE49-F238E27FC236}">
                <a16:creationId xmlns:a16="http://schemas.microsoft.com/office/drawing/2014/main" id="{6314078E-814B-4BC5-B0D6-44A72C7F427B}"/>
              </a:ext>
            </a:extLst>
          </p:cNvPr>
          <p:cNvSpPr/>
          <p:nvPr/>
        </p:nvSpPr>
        <p:spPr>
          <a:xfrm>
            <a:off x="570271" y="1933271"/>
            <a:ext cx="1311870" cy="128237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 name="投影片編號版面配置區 7">
            <a:extLst>
              <a:ext uri="{FF2B5EF4-FFF2-40B4-BE49-F238E27FC236}">
                <a16:creationId xmlns:a16="http://schemas.microsoft.com/office/drawing/2014/main" id="{9BE32923-8BB1-4B76-A797-1E73CFABF108}"/>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17</a:t>
            </a:fld>
            <a:endParaRPr lang="zh-TW" altLang="en-US" dirty="0">
              <a:solidFill>
                <a:schemeClr val="tx1"/>
              </a:solidFill>
            </a:endParaRPr>
          </a:p>
        </p:txBody>
      </p:sp>
      <p:pic>
        <p:nvPicPr>
          <p:cNvPr id="14" name="Audio 13">
            <a:hlinkClick r:id="" action="ppaction://media"/>
          </p:cNvPr>
          <p:cNvPicPr>
            <a:picLocks noChangeAspect="1"/>
          </p:cNvPicPr>
          <p:nvPr>
            <a:audioFile r:link="rId1"/>
            <p:extLst>
              <p:ext uri="{DAA4B4D4-6D71-4841-9C94-3DE7FCFB9230}">
                <p14:media xmlns:p14="http://schemas.microsoft.com/office/powerpoint/2010/main" r:embed="rId2">
                  <p14:trim st="1647"/>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1576389746"/>
      </p:ext>
    </p:extLst>
  </p:cSld>
  <p:clrMapOvr>
    <a:masterClrMapping/>
  </p:clrMapOvr>
  <mc:AlternateContent xmlns:mc="http://schemas.openxmlformats.org/markup-compatibility/2006" xmlns:p14="http://schemas.microsoft.com/office/powerpoint/2010/main">
    <mc:Choice Requires="p14">
      <p:transition spd="slow" p14:dur="2000" advTm="18450"/>
    </mc:Choice>
    <mc:Fallback xmlns="">
      <p:transition spd="slow" advTm="18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圖片 20">
            <a:extLst>
              <a:ext uri="{FF2B5EF4-FFF2-40B4-BE49-F238E27FC236}">
                <a16:creationId xmlns:a16="http://schemas.microsoft.com/office/drawing/2014/main" id="{E88629BB-A699-4AA5-9045-14B304715A43}"/>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2" name="表格 1">
            <a:extLst>
              <a:ext uri="{FF2B5EF4-FFF2-40B4-BE49-F238E27FC236}">
                <a16:creationId xmlns:a16="http://schemas.microsoft.com/office/drawing/2014/main" id="{5606E682-976F-4F74-A410-8CDE3A86EB37}"/>
              </a:ext>
            </a:extLst>
          </p:cNvPr>
          <p:cNvGraphicFramePr>
            <a:graphicFrameLocks noGrp="1"/>
          </p:cNvGraphicFramePr>
          <p:nvPr/>
        </p:nvGraphicFramePr>
        <p:xfrm>
          <a:off x="556703" y="1933271"/>
          <a:ext cx="3101259" cy="2991457"/>
        </p:xfrm>
        <a:graphic>
          <a:graphicData uri="http://schemas.openxmlformats.org/drawingml/2006/table">
            <a:tbl>
              <a:tblPr firstRow="1" bandRow="1">
                <a:tableStyleId>{5C22544A-7EE6-4342-B048-85BDC9FD1C3A}</a:tableStyleId>
              </a:tblPr>
              <a:tblGrid>
                <a:gridCol w="443037">
                  <a:extLst>
                    <a:ext uri="{9D8B030D-6E8A-4147-A177-3AD203B41FA5}">
                      <a16:colId xmlns:a16="http://schemas.microsoft.com/office/drawing/2014/main" val="2103868761"/>
                    </a:ext>
                  </a:extLst>
                </a:gridCol>
                <a:gridCol w="443037">
                  <a:extLst>
                    <a:ext uri="{9D8B030D-6E8A-4147-A177-3AD203B41FA5}">
                      <a16:colId xmlns:a16="http://schemas.microsoft.com/office/drawing/2014/main" val="1651155445"/>
                    </a:ext>
                  </a:extLst>
                </a:gridCol>
                <a:gridCol w="443037">
                  <a:extLst>
                    <a:ext uri="{9D8B030D-6E8A-4147-A177-3AD203B41FA5}">
                      <a16:colId xmlns:a16="http://schemas.microsoft.com/office/drawing/2014/main" val="1452808331"/>
                    </a:ext>
                  </a:extLst>
                </a:gridCol>
                <a:gridCol w="443037">
                  <a:extLst>
                    <a:ext uri="{9D8B030D-6E8A-4147-A177-3AD203B41FA5}">
                      <a16:colId xmlns:a16="http://schemas.microsoft.com/office/drawing/2014/main" val="1771590161"/>
                    </a:ext>
                  </a:extLst>
                </a:gridCol>
                <a:gridCol w="443037">
                  <a:extLst>
                    <a:ext uri="{9D8B030D-6E8A-4147-A177-3AD203B41FA5}">
                      <a16:colId xmlns:a16="http://schemas.microsoft.com/office/drawing/2014/main" val="1079323672"/>
                    </a:ext>
                  </a:extLst>
                </a:gridCol>
                <a:gridCol w="443037">
                  <a:extLst>
                    <a:ext uri="{9D8B030D-6E8A-4147-A177-3AD203B41FA5}">
                      <a16:colId xmlns:a16="http://schemas.microsoft.com/office/drawing/2014/main" val="4051924921"/>
                    </a:ext>
                  </a:extLst>
                </a:gridCol>
                <a:gridCol w="443037">
                  <a:extLst>
                    <a:ext uri="{9D8B030D-6E8A-4147-A177-3AD203B41FA5}">
                      <a16:colId xmlns:a16="http://schemas.microsoft.com/office/drawing/2014/main" val="148169121"/>
                    </a:ext>
                  </a:extLst>
                </a:gridCol>
              </a:tblGrid>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342272"/>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237957"/>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3" name="表格 2">
            <a:extLst>
              <a:ext uri="{FF2B5EF4-FFF2-40B4-BE49-F238E27FC236}">
                <a16:creationId xmlns:a16="http://schemas.microsoft.com/office/drawing/2014/main" id="{F9AE779A-8133-48ED-99D9-308A651C77D0}"/>
              </a:ext>
            </a:extLst>
          </p:cNvPr>
          <p:cNvGraphicFramePr>
            <a:graphicFrameLocks noGrp="1"/>
          </p:cNvGraphicFramePr>
          <p:nvPr/>
        </p:nvGraphicFramePr>
        <p:xfrm>
          <a:off x="994668" y="2360623"/>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F72E9778-A070-4C1E-8FFD-C75966B419E2}"/>
              </a:ext>
            </a:extLst>
          </p:cNvPr>
          <p:cNvGraphicFramePr>
            <a:graphicFrameLocks noGrp="1"/>
          </p:cNvGraphicFramePr>
          <p:nvPr/>
        </p:nvGraphicFramePr>
        <p:xfrm>
          <a:off x="5660242" y="380123"/>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5" name="文字方塊 4">
            <a:extLst>
              <a:ext uri="{FF2B5EF4-FFF2-40B4-BE49-F238E27FC236}">
                <a16:creationId xmlns:a16="http://schemas.microsoft.com/office/drawing/2014/main" id="{4C36FCF7-79CF-48C2-8E18-3A991625E305}"/>
              </a:ext>
            </a:extLst>
          </p:cNvPr>
          <p:cNvSpPr txBox="1"/>
          <p:nvPr/>
        </p:nvSpPr>
        <p:spPr>
          <a:xfrm>
            <a:off x="4649831" y="195457"/>
            <a:ext cx="785503" cy="369332"/>
          </a:xfrm>
          <a:prstGeom prst="rect">
            <a:avLst/>
          </a:prstGeom>
          <a:noFill/>
        </p:spPr>
        <p:txBody>
          <a:bodyPr wrap="square" rtlCol="0">
            <a:spAutoFit/>
          </a:bodyPr>
          <a:lstStyle/>
          <a:p>
            <a:r>
              <a:rPr lang="en-US" altLang="zh-TW" dirty="0"/>
              <a:t>Filter1</a:t>
            </a:r>
            <a:endParaRPr lang="zh-TW" altLang="en-US" dirty="0"/>
          </a:p>
        </p:txBody>
      </p:sp>
      <p:graphicFrame>
        <p:nvGraphicFramePr>
          <p:cNvPr id="6" name="表格 5">
            <a:extLst>
              <a:ext uri="{FF2B5EF4-FFF2-40B4-BE49-F238E27FC236}">
                <a16:creationId xmlns:a16="http://schemas.microsoft.com/office/drawing/2014/main" id="{DC35C4E5-8C6C-424C-9834-30C4880B3002}"/>
              </a:ext>
            </a:extLst>
          </p:cNvPr>
          <p:cNvGraphicFramePr>
            <a:graphicFrameLocks noGrp="1"/>
          </p:cNvGraphicFramePr>
          <p:nvPr/>
        </p:nvGraphicFramePr>
        <p:xfrm>
          <a:off x="5660242" y="2845994"/>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7" name="文字方塊 6">
            <a:extLst>
              <a:ext uri="{FF2B5EF4-FFF2-40B4-BE49-F238E27FC236}">
                <a16:creationId xmlns:a16="http://schemas.microsoft.com/office/drawing/2014/main" id="{4A6D9F2A-C668-499E-AF6C-54889B554488}"/>
              </a:ext>
            </a:extLst>
          </p:cNvPr>
          <p:cNvSpPr txBox="1"/>
          <p:nvPr/>
        </p:nvSpPr>
        <p:spPr>
          <a:xfrm>
            <a:off x="4649831" y="2661328"/>
            <a:ext cx="785503" cy="369332"/>
          </a:xfrm>
          <a:prstGeom prst="rect">
            <a:avLst/>
          </a:prstGeom>
          <a:noFill/>
        </p:spPr>
        <p:txBody>
          <a:bodyPr wrap="square" rtlCol="0">
            <a:spAutoFit/>
          </a:bodyPr>
          <a:lstStyle/>
          <a:p>
            <a:r>
              <a:rPr lang="en-US" altLang="zh-TW" dirty="0"/>
              <a:t>Filter2</a:t>
            </a:r>
            <a:endParaRPr lang="zh-TW" altLang="en-US" dirty="0"/>
          </a:p>
        </p:txBody>
      </p:sp>
      <p:graphicFrame>
        <p:nvGraphicFramePr>
          <p:cNvPr id="8" name="表格 7">
            <a:extLst>
              <a:ext uri="{FF2B5EF4-FFF2-40B4-BE49-F238E27FC236}">
                <a16:creationId xmlns:a16="http://schemas.microsoft.com/office/drawing/2014/main" id="{BA82E5B9-BBA8-4578-B047-0FA720A50FA2}"/>
              </a:ext>
            </a:extLst>
          </p:cNvPr>
          <p:cNvGraphicFramePr>
            <a:graphicFrameLocks noGrp="1"/>
          </p:cNvGraphicFramePr>
          <p:nvPr/>
        </p:nvGraphicFramePr>
        <p:xfrm>
          <a:off x="5660242" y="5345817"/>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9" name="文字方塊 8">
            <a:extLst>
              <a:ext uri="{FF2B5EF4-FFF2-40B4-BE49-F238E27FC236}">
                <a16:creationId xmlns:a16="http://schemas.microsoft.com/office/drawing/2014/main" id="{F2617B54-065C-48C8-A722-BB0399D66380}"/>
              </a:ext>
            </a:extLst>
          </p:cNvPr>
          <p:cNvSpPr txBox="1"/>
          <p:nvPr/>
        </p:nvSpPr>
        <p:spPr>
          <a:xfrm>
            <a:off x="4649831" y="5161151"/>
            <a:ext cx="785503" cy="369332"/>
          </a:xfrm>
          <a:prstGeom prst="rect">
            <a:avLst/>
          </a:prstGeom>
          <a:noFill/>
        </p:spPr>
        <p:txBody>
          <a:bodyPr wrap="square" rtlCol="0">
            <a:spAutoFit/>
          </a:bodyPr>
          <a:lstStyle/>
          <a:p>
            <a:r>
              <a:rPr lang="en-US" altLang="zh-TW" dirty="0"/>
              <a:t>Filter3</a:t>
            </a:r>
            <a:endParaRPr lang="zh-TW" altLang="en-US" dirty="0"/>
          </a:p>
        </p:txBody>
      </p:sp>
      <p:sp>
        <p:nvSpPr>
          <p:cNvPr id="10" name="箭號: 向右 9">
            <a:extLst>
              <a:ext uri="{FF2B5EF4-FFF2-40B4-BE49-F238E27FC236}">
                <a16:creationId xmlns:a16="http://schemas.microsoft.com/office/drawing/2014/main" id="{3F5A91D5-10B3-443D-98FD-C2A356EBE822}"/>
              </a:ext>
            </a:extLst>
          </p:cNvPr>
          <p:cNvSpPr/>
          <p:nvPr/>
        </p:nvSpPr>
        <p:spPr>
          <a:xfrm rot="19676439">
            <a:off x="3913594" y="1695296"/>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1" name="箭號: 向右 10">
            <a:extLst>
              <a:ext uri="{FF2B5EF4-FFF2-40B4-BE49-F238E27FC236}">
                <a16:creationId xmlns:a16="http://schemas.microsoft.com/office/drawing/2014/main" id="{AE25ADB1-2E0B-4F1F-A192-39009DC15D6E}"/>
              </a:ext>
            </a:extLst>
          </p:cNvPr>
          <p:cNvSpPr/>
          <p:nvPr/>
        </p:nvSpPr>
        <p:spPr>
          <a:xfrm rot="1448734">
            <a:off x="3986931" y="4641275"/>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2" name="箭號: 向右 11">
            <a:extLst>
              <a:ext uri="{FF2B5EF4-FFF2-40B4-BE49-F238E27FC236}">
                <a16:creationId xmlns:a16="http://schemas.microsoft.com/office/drawing/2014/main" id="{3A6EAFBD-5135-42EC-88CC-CB5AAB27198A}"/>
              </a:ext>
            </a:extLst>
          </p:cNvPr>
          <p:cNvSpPr/>
          <p:nvPr/>
        </p:nvSpPr>
        <p:spPr>
          <a:xfrm>
            <a:off x="3977219" y="3245803"/>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3" name="箭號: 向右 12">
            <a:extLst>
              <a:ext uri="{FF2B5EF4-FFF2-40B4-BE49-F238E27FC236}">
                <a16:creationId xmlns:a16="http://schemas.microsoft.com/office/drawing/2014/main" id="{4F5B7837-C40E-4B54-B244-674CF2B5788D}"/>
              </a:ext>
            </a:extLst>
          </p:cNvPr>
          <p:cNvSpPr/>
          <p:nvPr/>
        </p:nvSpPr>
        <p:spPr>
          <a:xfrm>
            <a:off x="7222715" y="3245803"/>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graphicFrame>
        <p:nvGraphicFramePr>
          <p:cNvPr id="15" name="表格 14">
            <a:extLst>
              <a:ext uri="{FF2B5EF4-FFF2-40B4-BE49-F238E27FC236}">
                <a16:creationId xmlns:a16="http://schemas.microsoft.com/office/drawing/2014/main" id="{A3B0B762-133A-4CF1-8C05-A1ACFE43E0E8}"/>
              </a:ext>
            </a:extLst>
          </p:cNvPr>
          <p:cNvGraphicFramePr>
            <a:graphicFrameLocks noGrp="1"/>
          </p:cNvGraphicFramePr>
          <p:nvPr>
            <p:extLst>
              <p:ext uri="{D42A27DB-BD31-4B8C-83A1-F6EECF244321}">
                <p14:modId xmlns:p14="http://schemas.microsoft.com/office/powerpoint/2010/main" val="2033831985"/>
              </p:ext>
            </p:extLst>
          </p:nvPr>
        </p:nvGraphicFramePr>
        <p:xfrm>
          <a:off x="8986023" y="5431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6" name="表格 15">
            <a:extLst>
              <a:ext uri="{FF2B5EF4-FFF2-40B4-BE49-F238E27FC236}">
                <a16:creationId xmlns:a16="http://schemas.microsoft.com/office/drawing/2014/main" id="{8A513740-5B10-4F65-BB90-C4D81A610193}"/>
              </a:ext>
            </a:extLst>
          </p:cNvPr>
          <p:cNvGraphicFramePr>
            <a:graphicFrameLocks noGrp="1"/>
          </p:cNvGraphicFramePr>
          <p:nvPr>
            <p:extLst>
              <p:ext uri="{D42A27DB-BD31-4B8C-83A1-F6EECF244321}">
                <p14:modId xmlns:p14="http://schemas.microsoft.com/office/powerpoint/2010/main" val="1226034977"/>
              </p:ext>
            </p:extLst>
          </p:nvPr>
        </p:nvGraphicFramePr>
        <p:xfrm>
          <a:off x="9000087" y="2360623"/>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7" name="表格 16">
            <a:extLst>
              <a:ext uri="{FF2B5EF4-FFF2-40B4-BE49-F238E27FC236}">
                <a16:creationId xmlns:a16="http://schemas.microsoft.com/office/drawing/2014/main" id="{41707CD7-3378-4980-802C-929DEB2874C8}"/>
              </a:ext>
            </a:extLst>
          </p:cNvPr>
          <p:cNvGraphicFramePr>
            <a:graphicFrameLocks noGrp="1"/>
          </p:cNvGraphicFramePr>
          <p:nvPr>
            <p:extLst>
              <p:ext uri="{D42A27DB-BD31-4B8C-83A1-F6EECF244321}">
                <p14:modId xmlns:p14="http://schemas.microsoft.com/office/powerpoint/2010/main" val="196120246"/>
              </p:ext>
            </p:extLst>
          </p:nvPr>
        </p:nvGraphicFramePr>
        <p:xfrm>
          <a:off x="9000087" y="4666934"/>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8" name="箭號: 向右 17">
            <a:extLst>
              <a:ext uri="{FF2B5EF4-FFF2-40B4-BE49-F238E27FC236}">
                <a16:creationId xmlns:a16="http://schemas.microsoft.com/office/drawing/2014/main" id="{6D17FE1F-8696-4BB7-876C-78046BF8DC1D}"/>
              </a:ext>
            </a:extLst>
          </p:cNvPr>
          <p:cNvSpPr/>
          <p:nvPr/>
        </p:nvSpPr>
        <p:spPr>
          <a:xfrm>
            <a:off x="7222715" y="779932"/>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9" name="箭號: 向右 18">
            <a:extLst>
              <a:ext uri="{FF2B5EF4-FFF2-40B4-BE49-F238E27FC236}">
                <a16:creationId xmlns:a16="http://schemas.microsoft.com/office/drawing/2014/main" id="{7882D1FF-30DB-4EB2-A893-3EC8671D4E8A}"/>
              </a:ext>
            </a:extLst>
          </p:cNvPr>
          <p:cNvSpPr/>
          <p:nvPr/>
        </p:nvSpPr>
        <p:spPr>
          <a:xfrm>
            <a:off x="7222715" y="5735311"/>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0" name="矩形 19">
            <a:extLst>
              <a:ext uri="{FF2B5EF4-FFF2-40B4-BE49-F238E27FC236}">
                <a16:creationId xmlns:a16="http://schemas.microsoft.com/office/drawing/2014/main" id="{094D359E-1B5F-4800-8392-0136E6DDAA64}"/>
              </a:ext>
            </a:extLst>
          </p:cNvPr>
          <p:cNvSpPr/>
          <p:nvPr/>
        </p:nvSpPr>
        <p:spPr>
          <a:xfrm>
            <a:off x="994668" y="1933271"/>
            <a:ext cx="1311870" cy="128237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 name="投影片編號版面配置區 7">
            <a:extLst>
              <a:ext uri="{FF2B5EF4-FFF2-40B4-BE49-F238E27FC236}">
                <a16:creationId xmlns:a16="http://schemas.microsoft.com/office/drawing/2014/main" id="{FBF2A5D0-43F8-4C37-B38C-EA5B2D87B3AF}"/>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18</a:t>
            </a:fld>
            <a:endParaRPr lang="zh-TW" altLang="en-US" dirty="0">
              <a:solidFill>
                <a:schemeClr val="tx1"/>
              </a:solidFill>
            </a:endParaRPr>
          </a:p>
        </p:txBody>
      </p:sp>
      <p:pic>
        <p:nvPicPr>
          <p:cNvPr id="14" name="Audio 13">
            <a:hlinkClick r:id="" action="ppaction://media"/>
          </p:cNvPr>
          <p:cNvPicPr>
            <a:picLocks noChangeAspect="1"/>
          </p:cNvPicPr>
          <p:nvPr>
            <a:audioFile r:link="rId1"/>
            <p:extLst>
              <p:ext uri="{DAA4B4D4-6D71-4841-9C94-3DE7FCFB9230}">
                <p14:media xmlns:p14="http://schemas.microsoft.com/office/powerpoint/2010/main" r:embed="rId2">
                  <p14:trim st="2639"/>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1635927848"/>
      </p:ext>
    </p:extLst>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圖片 19">
            <a:extLst>
              <a:ext uri="{FF2B5EF4-FFF2-40B4-BE49-F238E27FC236}">
                <a16:creationId xmlns:a16="http://schemas.microsoft.com/office/drawing/2014/main" id="{9766C52C-4880-4BF0-8764-292B5B6C05B2}"/>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2" name="表格 1">
            <a:extLst>
              <a:ext uri="{FF2B5EF4-FFF2-40B4-BE49-F238E27FC236}">
                <a16:creationId xmlns:a16="http://schemas.microsoft.com/office/drawing/2014/main" id="{5606E682-976F-4F74-A410-8CDE3A86EB37}"/>
              </a:ext>
            </a:extLst>
          </p:cNvPr>
          <p:cNvGraphicFramePr>
            <a:graphicFrameLocks noGrp="1"/>
          </p:cNvGraphicFramePr>
          <p:nvPr/>
        </p:nvGraphicFramePr>
        <p:xfrm>
          <a:off x="556703" y="1933271"/>
          <a:ext cx="3101259" cy="2991457"/>
        </p:xfrm>
        <a:graphic>
          <a:graphicData uri="http://schemas.openxmlformats.org/drawingml/2006/table">
            <a:tbl>
              <a:tblPr firstRow="1" bandRow="1">
                <a:tableStyleId>{5C22544A-7EE6-4342-B048-85BDC9FD1C3A}</a:tableStyleId>
              </a:tblPr>
              <a:tblGrid>
                <a:gridCol w="443037">
                  <a:extLst>
                    <a:ext uri="{9D8B030D-6E8A-4147-A177-3AD203B41FA5}">
                      <a16:colId xmlns:a16="http://schemas.microsoft.com/office/drawing/2014/main" val="2103868761"/>
                    </a:ext>
                  </a:extLst>
                </a:gridCol>
                <a:gridCol w="443037">
                  <a:extLst>
                    <a:ext uri="{9D8B030D-6E8A-4147-A177-3AD203B41FA5}">
                      <a16:colId xmlns:a16="http://schemas.microsoft.com/office/drawing/2014/main" val="1651155445"/>
                    </a:ext>
                  </a:extLst>
                </a:gridCol>
                <a:gridCol w="443037">
                  <a:extLst>
                    <a:ext uri="{9D8B030D-6E8A-4147-A177-3AD203B41FA5}">
                      <a16:colId xmlns:a16="http://schemas.microsoft.com/office/drawing/2014/main" val="1452808331"/>
                    </a:ext>
                  </a:extLst>
                </a:gridCol>
                <a:gridCol w="443037">
                  <a:extLst>
                    <a:ext uri="{9D8B030D-6E8A-4147-A177-3AD203B41FA5}">
                      <a16:colId xmlns:a16="http://schemas.microsoft.com/office/drawing/2014/main" val="1771590161"/>
                    </a:ext>
                  </a:extLst>
                </a:gridCol>
                <a:gridCol w="443037">
                  <a:extLst>
                    <a:ext uri="{9D8B030D-6E8A-4147-A177-3AD203B41FA5}">
                      <a16:colId xmlns:a16="http://schemas.microsoft.com/office/drawing/2014/main" val="1079323672"/>
                    </a:ext>
                  </a:extLst>
                </a:gridCol>
                <a:gridCol w="443037">
                  <a:extLst>
                    <a:ext uri="{9D8B030D-6E8A-4147-A177-3AD203B41FA5}">
                      <a16:colId xmlns:a16="http://schemas.microsoft.com/office/drawing/2014/main" val="4051924921"/>
                    </a:ext>
                  </a:extLst>
                </a:gridCol>
                <a:gridCol w="443037">
                  <a:extLst>
                    <a:ext uri="{9D8B030D-6E8A-4147-A177-3AD203B41FA5}">
                      <a16:colId xmlns:a16="http://schemas.microsoft.com/office/drawing/2014/main" val="148169121"/>
                    </a:ext>
                  </a:extLst>
                </a:gridCol>
              </a:tblGrid>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342272"/>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237957"/>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accent1">
                              <a:lumMod val="75000"/>
                            </a:schemeClr>
                          </a:solidFill>
                          <a:latin typeface="+mn-lt"/>
                          <a:ea typeface="+mn-ea"/>
                          <a:cs typeface="+mn-cs"/>
                        </a:rPr>
                        <a:t>0</a:t>
                      </a:r>
                      <a:endParaRPr lang="zh-TW" altLang="en-US" sz="1800" b="1" kern="1200" dirty="0">
                        <a:solidFill>
                          <a:schemeClr val="accent1">
                            <a:lumMod val="75000"/>
                          </a:schemeClr>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3" name="表格 2">
            <a:extLst>
              <a:ext uri="{FF2B5EF4-FFF2-40B4-BE49-F238E27FC236}">
                <a16:creationId xmlns:a16="http://schemas.microsoft.com/office/drawing/2014/main" id="{F9AE779A-8133-48ED-99D9-308A651C77D0}"/>
              </a:ext>
            </a:extLst>
          </p:cNvPr>
          <p:cNvGraphicFramePr>
            <a:graphicFrameLocks noGrp="1"/>
          </p:cNvGraphicFramePr>
          <p:nvPr/>
        </p:nvGraphicFramePr>
        <p:xfrm>
          <a:off x="994668" y="2360623"/>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F72E9778-A070-4C1E-8FFD-C75966B419E2}"/>
              </a:ext>
            </a:extLst>
          </p:cNvPr>
          <p:cNvGraphicFramePr>
            <a:graphicFrameLocks noGrp="1"/>
          </p:cNvGraphicFramePr>
          <p:nvPr/>
        </p:nvGraphicFramePr>
        <p:xfrm>
          <a:off x="5660242" y="380123"/>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5" name="文字方塊 4">
            <a:extLst>
              <a:ext uri="{FF2B5EF4-FFF2-40B4-BE49-F238E27FC236}">
                <a16:creationId xmlns:a16="http://schemas.microsoft.com/office/drawing/2014/main" id="{4C36FCF7-79CF-48C2-8E18-3A991625E305}"/>
              </a:ext>
            </a:extLst>
          </p:cNvPr>
          <p:cNvSpPr txBox="1"/>
          <p:nvPr/>
        </p:nvSpPr>
        <p:spPr>
          <a:xfrm>
            <a:off x="4649831" y="195457"/>
            <a:ext cx="785503" cy="369332"/>
          </a:xfrm>
          <a:prstGeom prst="rect">
            <a:avLst/>
          </a:prstGeom>
          <a:noFill/>
        </p:spPr>
        <p:txBody>
          <a:bodyPr wrap="square" rtlCol="0">
            <a:spAutoFit/>
          </a:bodyPr>
          <a:lstStyle/>
          <a:p>
            <a:r>
              <a:rPr lang="en-US" altLang="zh-TW" dirty="0"/>
              <a:t>Filter1</a:t>
            </a:r>
            <a:endParaRPr lang="zh-TW" altLang="en-US" dirty="0"/>
          </a:p>
        </p:txBody>
      </p:sp>
      <p:graphicFrame>
        <p:nvGraphicFramePr>
          <p:cNvPr id="6" name="表格 5">
            <a:extLst>
              <a:ext uri="{FF2B5EF4-FFF2-40B4-BE49-F238E27FC236}">
                <a16:creationId xmlns:a16="http://schemas.microsoft.com/office/drawing/2014/main" id="{DC35C4E5-8C6C-424C-9834-30C4880B3002}"/>
              </a:ext>
            </a:extLst>
          </p:cNvPr>
          <p:cNvGraphicFramePr>
            <a:graphicFrameLocks noGrp="1"/>
          </p:cNvGraphicFramePr>
          <p:nvPr/>
        </p:nvGraphicFramePr>
        <p:xfrm>
          <a:off x="5660242" y="2845994"/>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7" name="文字方塊 6">
            <a:extLst>
              <a:ext uri="{FF2B5EF4-FFF2-40B4-BE49-F238E27FC236}">
                <a16:creationId xmlns:a16="http://schemas.microsoft.com/office/drawing/2014/main" id="{4A6D9F2A-C668-499E-AF6C-54889B554488}"/>
              </a:ext>
            </a:extLst>
          </p:cNvPr>
          <p:cNvSpPr txBox="1"/>
          <p:nvPr/>
        </p:nvSpPr>
        <p:spPr>
          <a:xfrm>
            <a:off x="4649831" y="2661328"/>
            <a:ext cx="785503" cy="369332"/>
          </a:xfrm>
          <a:prstGeom prst="rect">
            <a:avLst/>
          </a:prstGeom>
          <a:noFill/>
        </p:spPr>
        <p:txBody>
          <a:bodyPr wrap="square" rtlCol="0">
            <a:spAutoFit/>
          </a:bodyPr>
          <a:lstStyle/>
          <a:p>
            <a:r>
              <a:rPr lang="en-US" altLang="zh-TW" dirty="0"/>
              <a:t>Filter2</a:t>
            </a:r>
            <a:endParaRPr lang="zh-TW" altLang="en-US" dirty="0"/>
          </a:p>
        </p:txBody>
      </p:sp>
      <p:graphicFrame>
        <p:nvGraphicFramePr>
          <p:cNvPr id="8" name="表格 7">
            <a:extLst>
              <a:ext uri="{FF2B5EF4-FFF2-40B4-BE49-F238E27FC236}">
                <a16:creationId xmlns:a16="http://schemas.microsoft.com/office/drawing/2014/main" id="{BA82E5B9-BBA8-4578-B047-0FA720A50FA2}"/>
              </a:ext>
            </a:extLst>
          </p:cNvPr>
          <p:cNvGraphicFramePr>
            <a:graphicFrameLocks noGrp="1"/>
          </p:cNvGraphicFramePr>
          <p:nvPr/>
        </p:nvGraphicFramePr>
        <p:xfrm>
          <a:off x="5660242" y="5345817"/>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9" name="文字方塊 8">
            <a:extLst>
              <a:ext uri="{FF2B5EF4-FFF2-40B4-BE49-F238E27FC236}">
                <a16:creationId xmlns:a16="http://schemas.microsoft.com/office/drawing/2014/main" id="{F2617B54-065C-48C8-A722-BB0399D66380}"/>
              </a:ext>
            </a:extLst>
          </p:cNvPr>
          <p:cNvSpPr txBox="1"/>
          <p:nvPr/>
        </p:nvSpPr>
        <p:spPr>
          <a:xfrm>
            <a:off x="4649831" y="5161151"/>
            <a:ext cx="785503" cy="369332"/>
          </a:xfrm>
          <a:prstGeom prst="rect">
            <a:avLst/>
          </a:prstGeom>
          <a:noFill/>
        </p:spPr>
        <p:txBody>
          <a:bodyPr wrap="square" rtlCol="0">
            <a:spAutoFit/>
          </a:bodyPr>
          <a:lstStyle/>
          <a:p>
            <a:r>
              <a:rPr lang="en-US" altLang="zh-TW" dirty="0"/>
              <a:t>Filter3</a:t>
            </a:r>
            <a:endParaRPr lang="zh-TW" altLang="en-US" dirty="0"/>
          </a:p>
        </p:txBody>
      </p:sp>
      <p:sp>
        <p:nvSpPr>
          <p:cNvPr id="10" name="箭號: 向右 9">
            <a:extLst>
              <a:ext uri="{FF2B5EF4-FFF2-40B4-BE49-F238E27FC236}">
                <a16:creationId xmlns:a16="http://schemas.microsoft.com/office/drawing/2014/main" id="{3F5A91D5-10B3-443D-98FD-C2A356EBE822}"/>
              </a:ext>
            </a:extLst>
          </p:cNvPr>
          <p:cNvSpPr/>
          <p:nvPr/>
        </p:nvSpPr>
        <p:spPr>
          <a:xfrm rot="19676439">
            <a:off x="3913594" y="1695296"/>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1" name="箭號: 向右 10">
            <a:extLst>
              <a:ext uri="{FF2B5EF4-FFF2-40B4-BE49-F238E27FC236}">
                <a16:creationId xmlns:a16="http://schemas.microsoft.com/office/drawing/2014/main" id="{AE25ADB1-2E0B-4F1F-A192-39009DC15D6E}"/>
              </a:ext>
            </a:extLst>
          </p:cNvPr>
          <p:cNvSpPr/>
          <p:nvPr/>
        </p:nvSpPr>
        <p:spPr>
          <a:xfrm rot="1448734">
            <a:off x="3986931" y="4641275"/>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2" name="箭號: 向右 11">
            <a:extLst>
              <a:ext uri="{FF2B5EF4-FFF2-40B4-BE49-F238E27FC236}">
                <a16:creationId xmlns:a16="http://schemas.microsoft.com/office/drawing/2014/main" id="{3A6EAFBD-5135-42EC-88CC-CB5AAB27198A}"/>
              </a:ext>
            </a:extLst>
          </p:cNvPr>
          <p:cNvSpPr/>
          <p:nvPr/>
        </p:nvSpPr>
        <p:spPr>
          <a:xfrm>
            <a:off x="3977219" y="3245803"/>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3" name="箭號: 向右 12">
            <a:extLst>
              <a:ext uri="{FF2B5EF4-FFF2-40B4-BE49-F238E27FC236}">
                <a16:creationId xmlns:a16="http://schemas.microsoft.com/office/drawing/2014/main" id="{4F5B7837-C40E-4B54-B244-674CF2B5788D}"/>
              </a:ext>
            </a:extLst>
          </p:cNvPr>
          <p:cNvSpPr/>
          <p:nvPr/>
        </p:nvSpPr>
        <p:spPr>
          <a:xfrm>
            <a:off x="7222715" y="3245803"/>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graphicFrame>
        <p:nvGraphicFramePr>
          <p:cNvPr id="15" name="表格 14">
            <a:extLst>
              <a:ext uri="{FF2B5EF4-FFF2-40B4-BE49-F238E27FC236}">
                <a16:creationId xmlns:a16="http://schemas.microsoft.com/office/drawing/2014/main" id="{A3B0B762-133A-4CF1-8C05-A1ACFE43E0E8}"/>
              </a:ext>
            </a:extLst>
          </p:cNvPr>
          <p:cNvGraphicFramePr>
            <a:graphicFrameLocks noGrp="1"/>
          </p:cNvGraphicFramePr>
          <p:nvPr/>
        </p:nvGraphicFramePr>
        <p:xfrm>
          <a:off x="8986023" y="5431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6" name="表格 15">
            <a:extLst>
              <a:ext uri="{FF2B5EF4-FFF2-40B4-BE49-F238E27FC236}">
                <a16:creationId xmlns:a16="http://schemas.microsoft.com/office/drawing/2014/main" id="{8A513740-5B10-4F65-BB90-C4D81A610193}"/>
              </a:ext>
            </a:extLst>
          </p:cNvPr>
          <p:cNvGraphicFramePr>
            <a:graphicFrameLocks noGrp="1"/>
          </p:cNvGraphicFramePr>
          <p:nvPr/>
        </p:nvGraphicFramePr>
        <p:xfrm>
          <a:off x="9000087" y="2360623"/>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7" name="表格 16">
            <a:extLst>
              <a:ext uri="{FF2B5EF4-FFF2-40B4-BE49-F238E27FC236}">
                <a16:creationId xmlns:a16="http://schemas.microsoft.com/office/drawing/2014/main" id="{41707CD7-3378-4980-802C-929DEB2874C8}"/>
              </a:ext>
            </a:extLst>
          </p:cNvPr>
          <p:cNvGraphicFramePr>
            <a:graphicFrameLocks noGrp="1"/>
          </p:cNvGraphicFramePr>
          <p:nvPr/>
        </p:nvGraphicFramePr>
        <p:xfrm>
          <a:off x="9000087" y="4666934"/>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8" name="箭號: 向右 17">
            <a:extLst>
              <a:ext uri="{FF2B5EF4-FFF2-40B4-BE49-F238E27FC236}">
                <a16:creationId xmlns:a16="http://schemas.microsoft.com/office/drawing/2014/main" id="{6D17FE1F-8696-4BB7-876C-78046BF8DC1D}"/>
              </a:ext>
            </a:extLst>
          </p:cNvPr>
          <p:cNvSpPr/>
          <p:nvPr/>
        </p:nvSpPr>
        <p:spPr>
          <a:xfrm>
            <a:off x="7222715" y="779932"/>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9" name="箭號: 向右 18">
            <a:extLst>
              <a:ext uri="{FF2B5EF4-FFF2-40B4-BE49-F238E27FC236}">
                <a16:creationId xmlns:a16="http://schemas.microsoft.com/office/drawing/2014/main" id="{7882D1FF-30DB-4EB2-A893-3EC8671D4E8A}"/>
              </a:ext>
            </a:extLst>
          </p:cNvPr>
          <p:cNvSpPr/>
          <p:nvPr/>
        </p:nvSpPr>
        <p:spPr>
          <a:xfrm>
            <a:off x="7222715" y="5735311"/>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1" name="投影片編號版面配置區 7">
            <a:extLst>
              <a:ext uri="{FF2B5EF4-FFF2-40B4-BE49-F238E27FC236}">
                <a16:creationId xmlns:a16="http://schemas.microsoft.com/office/drawing/2014/main" id="{0F45B898-7436-4267-9410-C6D59DD12865}"/>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19</a:t>
            </a:fld>
            <a:endParaRPr lang="zh-TW" altLang="en-US" dirty="0">
              <a:solidFill>
                <a:schemeClr val="tx1"/>
              </a:solidFill>
            </a:endParaRPr>
          </a:p>
        </p:txBody>
      </p:sp>
      <p:pic>
        <p:nvPicPr>
          <p:cNvPr id="14" name="Audio 13">
            <a:hlinkClick r:id="" action="ppaction://media"/>
          </p:cNvPr>
          <p:cNvPicPr>
            <a:picLocks noChangeAspect="1"/>
          </p:cNvPicPr>
          <p:nvPr>
            <a:audioFile r:link="rId1"/>
            <p:extLst>
              <p:ext uri="{DAA4B4D4-6D71-4841-9C94-3DE7FCFB9230}">
                <p14:media xmlns:p14="http://schemas.microsoft.com/office/powerpoint/2010/main" r:embed="rId2">
                  <p14:trim st="1863"/>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972662018"/>
      </p:ext>
    </p:extLst>
  </p:cSld>
  <p:clrMapOvr>
    <a:masterClrMapping/>
  </p:clrMapOvr>
  <mc:AlternateContent xmlns:mc="http://schemas.openxmlformats.org/markup-compatibility/2006" xmlns:p14="http://schemas.microsoft.com/office/powerpoint/2010/main">
    <mc:Choice Requires="p14">
      <p:transition spd="slow" p14:dur="2000" advTm="12000"/>
    </mc:Choice>
    <mc:Fallback xmlns="">
      <p:transition spd="slow" advTm="1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圖片 19">
            <a:extLst>
              <a:ext uri="{FF2B5EF4-FFF2-40B4-BE49-F238E27FC236}">
                <a16:creationId xmlns:a16="http://schemas.microsoft.com/office/drawing/2014/main" id="{FE5E7871-3A52-4A34-B60B-1D9B53715235}"/>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3" name="表格 2">
            <a:extLst>
              <a:ext uri="{FF2B5EF4-FFF2-40B4-BE49-F238E27FC236}">
                <a16:creationId xmlns:a16="http://schemas.microsoft.com/office/drawing/2014/main" id="{F9AE779A-8133-48ED-99D9-308A651C77D0}"/>
              </a:ext>
            </a:extLst>
          </p:cNvPr>
          <p:cNvGraphicFramePr>
            <a:graphicFrameLocks noGrp="1"/>
          </p:cNvGraphicFramePr>
          <p:nvPr/>
        </p:nvGraphicFramePr>
        <p:xfrm>
          <a:off x="994668" y="2360623"/>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F72E9778-A070-4C1E-8FFD-C75966B419E2}"/>
              </a:ext>
            </a:extLst>
          </p:cNvPr>
          <p:cNvGraphicFramePr>
            <a:graphicFrameLocks noGrp="1"/>
          </p:cNvGraphicFramePr>
          <p:nvPr>
            <p:extLst>
              <p:ext uri="{D42A27DB-BD31-4B8C-83A1-F6EECF244321}">
                <p14:modId xmlns:p14="http://schemas.microsoft.com/office/powerpoint/2010/main" val="2019313263"/>
              </p:ext>
            </p:extLst>
          </p:nvPr>
        </p:nvGraphicFramePr>
        <p:xfrm>
          <a:off x="5660242" y="380123"/>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2</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2</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2</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5" name="文字方塊 4">
            <a:extLst>
              <a:ext uri="{FF2B5EF4-FFF2-40B4-BE49-F238E27FC236}">
                <a16:creationId xmlns:a16="http://schemas.microsoft.com/office/drawing/2014/main" id="{4C36FCF7-79CF-48C2-8E18-3A991625E305}"/>
              </a:ext>
            </a:extLst>
          </p:cNvPr>
          <p:cNvSpPr txBox="1"/>
          <p:nvPr/>
        </p:nvSpPr>
        <p:spPr>
          <a:xfrm>
            <a:off x="4649831" y="195457"/>
            <a:ext cx="785503" cy="369332"/>
          </a:xfrm>
          <a:prstGeom prst="rect">
            <a:avLst/>
          </a:prstGeom>
          <a:noFill/>
        </p:spPr>
        <p:txBody>
          <a:bodyPr wrap="square" rtlCol="0">
            <a:spAutoFit/>
          </a:bodyPr>
          <a:lstStyle/>
          <a:p>
            <a:r>
              <a:rPr lang="en-US" altLang="zh-TW" dirty="0"/>
              <a:t>Filter1</a:t>
            </a:r>
            <a:endParaRPr lang="zh-TW" altLang="en-US" dirty="0"/>
          </a:p>
        </p:txBody>
      </p:sp>
      <p:graphicFrame>
        <p:nvGraphicFramePr>
          <p:cNvPr id="6" name="表格 5">
            <a:extLst>
              <a:ext uri="{FF2B5EF4-FFF2-40B4-BE49-F238E27FC236}">
                <a16:creationId xmlns:a16="http://schemas.microsoft.com/office/drawing/2014/main" id="{DC35C4E5-8C6C-424C-9834-30C4880B3002}"/>
              </a:ext>
            </a:extLst>
          </p:cNvPr>
          <p:cNvGraphicFramePr>
            <a:graphicFrameLocks noGrp="1"/>
          </p:cNvGraphicFramePr>
          <p:nvPr/>
        </p:nvGraphicFramePr>
        <p:xfrm>
          <a:off x="5660242" y="2845994"/>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7" name="文字方塊 6">
            <a:extLst>
              <a:ext uri="{FF2B5EF4-FFF2-40B4-BE49-F238E27FC236}">
                <a16:creationId xmlns:a16="http://schemas.microsoft.com/office/drawing/2014/main" id="{4A6D9F2A-C668-499E-AF6C-54889B554488}"/>
              </a:ext>
            </a:extLst>
          </p:cNvPr>
          <p:cNvSpPr txBox="1"/>
          <p:nvPr/>
        </p:nvSpPr>
        <p:spPr>
          <a:xfrm>
            <a:off x="4649831" y="2661328"/>
            <a:ext cx="785503" cy="369332"/>
          </a:xfrm>
          <a:prstGeom prst="rect">
            <a:avLst/>
          </a:prstGeom>
          <a:noFill/>
        </p:spPr>
        <p:txBody>
          <a:bodyPr wrap="square" rtlCol="0">
            <a:spAutoFit/>
          </a:bodyPr>
          <a:lstStyle/>
          <a:p>
            <a:r>
              <a:rPr lang="en-US" altLang="zh-TW" dirty="0"/>
              <a:t>Filter2</a:t>
            </a:r>
            <a:endParaRPr lang="zh-TW" altLang="en-US" dirty="0"/>
          </a:p>
        </p:txBody>
      </p:sp>
      <p:graphicFrame>
        <p:nvGraphicFramePr>
          <p:cNvPr id="8" name="表格 7">
            <a:extLst>
              <a:ext uri="{FF2B5EF4-FFF2-40B4-BE49-F238E27FC236}">
                <a16:creationId xmlns:a16="http://schemas.microsoft.com/office/drawing/2014/main" id="{BA82E5B9-BBA8-4578-B047-0FA720A50FA2}"/>
              </a:ext>
            </a:extLst>
          </p:cNvPr>
          <p:cNvGraphicFramePr>
            <a:graphicFrameLocks noGrp="1"/>
          </p:cNvGraphicFramePr>
          <p:nvPr/>
        </p:nvGraphicFramePr>
        <p:xfrm>
          <a:off x="5660242" y="5345817"/>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9" name="文字方塊 8">
            <a:extLst>
              <a:ext uri="{FF2B5EF4-FFF2-40B4-BE49-F238E27FC236}">
                <a16:creationId xmlns:a16="http://schemas.microsoft.com/office/drawing/2014/main" id="{F2617B54-065C-48C8-A722-BB0399D66380}"/>
              </a:ext>
            </a:extLst>
          </p:cNvPr>
          <p:cNvSpPr txBox="1"/>
          <p:nvPr/>
        </p:nvSpPr>
        <p:spPr>
          <a:xfrm>
            <a:off x="4649831" y="5161151"/>
            <a:ext cx="785503" cy="369332"/>
          </a:xfrm>
          <a:prstGeom prst="rect">
            <a:avLst/>
          </a:prstGeom>
          <a:noFill/>
        </p:spPr>
        <p:txBody>
          <a:bodyPr wrap="square" rtlCol="0">
            <a:spAutoFit/>
          </a:bodyPr>
          <a:lstStyle/>
          <a:p>
            <a:r>
              <a:rPr lang="en-US" altLang="zh-TW" dirty="0"/>
              <a:t>Filter3</a:t>
            </a:r>
            <a:endParaRPr lang="zh-TW" altLang="en-US" dirty="0"/>
          </a:p>
        </p:txBody>
      </p:sp>
      <p:sp>
        <p:nvSpPr>
          <p:cNvPr id="10" name="箭號: 向右 9">
            <a:extLst>
              <a:ext uri="{FF2B5EF4-FFF2-40B4-BE49-F238E27FC236}">
                <a16:creationId xmlns:a16="http://schemas.microsoft.com/office/drawing/2014/main" id="{3F5A91D5-10B3-443D-98FD-C2A356EBE822}"/>
              </a:ext>
            </a:extLst>
          </p:cNvPr>
          <p:cNvSpPr/>
          <p:nvPr/>
        </p:nvSpPr>
        <p:spPr>
          <a:xfrm rot="19676439">
            <a:off x="3913594" y="1695296"/>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1" name="箭號: 向右 10">
            <a:extLst>
              <a:ext uri="{FF2B5EF4-FFF2-40B4-BE49-F238E27FC236}">
                <a16:creationId xmlns:a16="http://schemas.microsoft.com/office/drawing/2014/main" id="{AE25ADB1-2E0B-4F1F-A192-39009DC15D6E}"/>
              </a:ext>
            </a:extLst>
          </p:cNvPr>
          <p:cNvSpPr/>
          <p:nvPr/>
        </p:nvSpPr>
        <p:spPr>
          <a:xfrm rot="1448734">
            <a:off x="3986931" y="4641275"/>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2" name="箭號: 向右 11">
            <a:extLst>
              <a:ext uri="{FF2B5EF4-FFF2-40B4-BE49-F238E27FC236}">
                <a16:creationId xmlns:a16="http://schemas.microsoft.com/office/drawing/2014/main" id="{3A6EAFBD-5135-42EC-88CC-CB5AAB27198A}"/>
              </a:ext>
            </a:extLst>
          </p:cNvPr>
          <p:cNvSpPr/>
          <p:nvPr/>
        </p:nvSpPr>
        <p:spPr>
          <a:xfrm>
            <a:off x="3977219" y="3245803"/>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3" name="箭號: 向右 12">
            <a:extLst>
              <a:ext uri="{FF2B5EF4-FFF2-40B4-BE49-F238E27FC236}">
                <a16:creationId xmlns:a16="http://schemas.microsoft.com/office/drawing/2014/main" id="{4F5B7837-C40E-4B54-B244-674CF2B5788D}"/>
              </a:ext>
            </a:extLst>
          </p:cNvPr>
          <p:cNvSpPr/>
          <p:nvPr/>
        </p:nvSpPr>
        <p:spPr>
          <a:xfrm>
            <a:off x="7222715" y="3245803"/>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graphicFrame>
        <p:nvGraphicFramePr>
          <p:cNvPr id="15" name="表格 14">
            <a:extLst>
              <a:ext uri="{FF2B5EF4-FFF2-40B4-BE49-F238E27FC236}">
                <a16:creationId xmlns:a16="http://schemas.microsoft.com/office/drawing/2014/main" id="{A3B0B762-133A-4CF1-8C05-A1ACFE43E0E8}"/>
              </a:ext>
            </a:extLst>
          </p:cNvPr>
          <p:cNvGraphicFramePr>
            <a:graphicFrameLocks noGrp="1"/>
          </p:cNvGraphicFramePr>
          <p:nvPr>
            <p:extLst>
              <p:ext uri="{D42A27DB-BD31-4B8C-83A1-F6EECF244321}">
                <p14:modId xmlns:p14="http://schemas.microsoft.com/office/powerpoint/2010/main" val="4031823245"/>
              </p:ext>
            </p:extLst>
          </p:nvPr>
        </p:nvGraphicFramePr>
        <p:xfrm>
          <a:off x="8986023" y="5431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4</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4</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6" name="表格 15">
            <a:extLst>
              <a:ext uri="{FF2B5EF4-FFF2-40B4-BE49-F238E27FC236}">
                <a16:creationId xmlns:a16="http://schemas.microsoft.com/office/drawing/2014/main" id="{8A513740-5B10-4F65-BB90-C4D81A610193}"/>
              </a:ext>
            </a:extLst>
          </p:cNvPr>
          <p:cNvGraphicFramePr>
            <a:graphicFrameLocks noGrp="1"/>
          </p:cNvGraphicFramePr>
          <p:nvPr/>
        </p:nvGraphicFramePr>
        <p:xfrm>
          <a:off x="9000087" y="2360623"/>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7" name="表格 16">
            <a:extLst>
              <a:ext uri="{FF2B5EF4-FFF2-40B4-BE49-F238E27FC236}">
                <a16:creationId xmlns:a16="http://schemas.microsoft.com/office/drawing/2014/main" id="{41707CD7-3378-4980-802C-929DEB2874C8}"/>
              </a:ext>
            </a:extLst>
          </p:cNvPr>
          <p:cNvGraphicFramePr>
            <a:graphicFrameLocks noGrp="1"/>
          </p:cNvGraphicFramePr>
          <p:nvPr/>
        </p:nvGraphicFramePr>
        <p:xfrm>
          <a:off x="9000087" y="4666934"/>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8" name="箭號: 向右 17">
            <a:extLst>
              <a:ext uri="{FF2B5EF4-FFF2-40B4-BE49-F238E27FC236}">
                <a16:creationId xmlns:a16="http://schemas.microsoft.com/office/drawing/2014/main" id="{6D17FE1F-8696-4BB7-876C-78046BF8DC1D}"/>
              </a:ext>
            </a:extLst>
          </p:cNvPr>
          <p:cNvSpPr/>
          <p:nvPr/>
        </p:nvSpPr>
        <p:spPr>
          <a:xfrm>
            <a:off x="7222715" y="779932"/>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9" name="箭號: 向右 18">
            <a:extLst>
              <a:ext uri="{FF2B5EF4-FFF2-40B4-BE49-F238E27FC236}">
                <a16:creationId xmlns:a16="http://schemas.microsoft.com/office/drawing/2014/main" id="{7882D1FF-30DB-4EB2-A893-3EC8671D4E8A}"/>
              </a:ext>
            </a:extLst>
          </p:cNvPr>
          <p:cNvSpPr/>
          <p:nvPr/>
        </p:nvSpPr>
        <p:spPr>
          <a:xfrm>
            <a:off x="7222715" y="5735311"/>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1" name="投影片編號版面配置區 7">
            <a:extLst>
              <a:ext uri="{FF2B5EF4-FFF2-40B4-BE49-F238E27FC236}">
                <a16:creationId xmlns:a16="http://schemas.microsoft.com/office/drawing/2014/main" id="{F29E94A0-9AB6-49DF-AED1-16486CF57DBB}"/>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20</a:t>
            </a:fld>
            <a:endParaRPr lang="zh-TW" altLang="en-US" dirty="0">
              <a:solidFill>
                <a:schemeClr val="tx1"/>
              </a:solidFill>
            </a:endParaRPr>
          </a:p>
        </p:txBody>
      </p:sp>
      <p:sp>
        <p:nvSpPr>
          <p:cNvPr id="2" name="Oval 1"/>
          <p:cNvSpPr/>
          <p:nvPr/>
        </p:nvSpPr>
        <p:spPr>
          <a:xfrm>
            <a:off x="901874" y="3245802"/>
            <a:ext cx="626301" cy="1251575"/>
          </a:xfrm>
          <a:prstGeom prst="ellipse">
            <a:avLst/>
          </a:prstGeom>
          <a:noFill/>
          <a:ln w="381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1779045" y="3245801"/>
            <a:ext cx="626301" cy="1251575"/>
          </a:xfrm>
          <a:prstGeom prst="ellipse">
            <a:avLst/>
          </a:prstGeom>
          <a:noFill/>
          <a:ln w="381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888537" y="1146324"/>
            <a:ext cx="626301" cy="745106"/>
          </a:xfrm>
          <a:prstGeom prst="ellipse">
            <a:avLst/>
          </a:prstGeom>
          <a:noFill/>
          <a:ln w="381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9765708" y="1146323"/>
            <a:ext cx="626301" cy="745106"/>
          </a:xfrm>
          <a:prstGeom prst="ellipse">
            <a:avLst/>
          </a:prstGeom>
          <a:noFill/>
          <a:ln w="381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Audio 24">
            <a:hlinkClick r:id="" action="ppaction://media"/>
          </p:cNvPr>
          <p:cNvPicPr>
            <a:picLocks noChangeAspect="1"/>
          </p:cNvPicPr>
          <p:nvPr>
            <a:audioFile r:link="rId1"/>
            <p:extLst>
              <p:ext uri="{DAA4B4D4-6D71-4841-9C94-3DE7FCFB9230}">
                <p14:media xmlns:p14="http://schemas.microsoft.com/office/powerpoint/2010/main" r:embed="rId2">
                  <p14:trim st="1542"/>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759085207"/>
      </p:ext>
    </p:extLst>
  </p:cSld>
  <p:clrMapOvr>
    <a:masterClrMapping/>
  </p:clrMapOvr>
  <mc:AlternateContent xmlns:mc="http://schemas.openxmlformats.org/markup-compatibility/2006" xmlns:p14="http://schemas.microsoft.com/office/powerpoint/2010/main">
    <mc:Choice Requires="p14">
      <p:transition spd="slow" p14:dur="2000" advTm="35580"/>
    </mc:Choice>
    <mc:Fallback xmlns="">
      <p:transition spd="slow" advTm="35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7879" showWhenStopped="0">
                <p:cTn id="7" fill="hold" display="0">
                  <p:stCondLst>
                    <p:cond delay="indefinite"/>
                  </p:stCondLst>
                  <p:endCondLst>
                    <p:cond evt="onStopAudio" delay="0">
                      <p:tgtEl>
                        <p:sldTgt/>
                      </p:tgtEl>
                    </p:cond>
                  </p:endCondLst>
                </p:cTn>
                <p:tgtEl>
                  <p:spTgt spid="25"/>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圖片 19">
            <a:extLst>
              <a:ext uri="{FF2B5EF4-FFF2-40B4-BE49-F238E27FC236}">
                <a16:creationId xmlns:a16="http://schemas.microsoft.com/office/drawing/2014/main" id="{755EBCD3-9AD0-4345-A2EF-C26BDEFC1302}"/>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3" name="表格 2">
            <a:extLst>
              <a:ext uri="{FF2B5EF4-FFF2-40B4-BE49-F238E27FC236}">
                <a16:creationId xmlns:a16="http://schemas.microsoft.com/office/drawing/2014/main" id="{F9AE779A-8133-48ED-99D9-308A651C77D0}"/>
              </a:ext>
            </a:extLst>
          </p:cNvPr>
          <p:cNvGraphicFramePr>
            <a:graphicFrameLocks noGrp="1"/>
          </p:cNvGraphicFramePr>
          <p:nvPr/>
        </p:nvGraphicFramePr>
        <p:xfrm>
          <a:off x="994668" y="2360623"/>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F72E9778-A070-4C1E-8FFD-C75966B419E2}"/>
              </a:ext>
            </a:extLst>
          </p:cNvPr>
          <p:cNvGraphicFramePr>
            <a:graphicFrameLocks noGrp="1"/>
          </p:cNvGraphicFramePr>
          <p:nvPr/>
        </p:nvGraphicFramePr>
        <p:xfrm>
          <a:off x="5660242" y="380123"/>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5" name="文字方塊 4">
            <a:extLst>
              <a:ext uri="{FF2B5EF4-FFF2-40B4-BE49-F238E27FC236}">
                <a16:creationId xmlns:a16="http://schemas.microsoft.com/office/drawing/2014/main" id="{4C36FCF7-79CF-48C2-8E18-3A991625E305}"/>
              </a:ext>
            </a:extLst>
          </p:cNvPr>
          <p:cNvSpPr txBox="1"/>
          <p:nvPr/>
        </p:nvSpPr>
        <p:spPr>
          <a:xfrm>
            <a:off x="4649831" y="195457"/>
            <a:ext cx="785503" cy="369332"/>
          </a:xfrm>
          <a:prstGeom prst="rect">
            <a:avLst/>
          </a:prstGeom>
          <a:noFill/>
        </p:spPr>
        <p:txBody>
          <a:bodyPr wrap="square" rtlCol="0">
            <a:spAutoFit/>
          </a:bodyPr>
          <a:lstStyle/>
          <a:p>
            <a:r>
              <a:rPr lang="en-US" altLang="zh-TW" dirty="0"/>
              <a:t>Filter1</a:t>
            </a:r>
            <a:endParaRPr lang="zh-TW" altLang="en-US" dirty="0"/>
          </a:p>
        </p:txBody>
      </p:sp>
      <p:graphicFrame>
        <p:nvGraphicFramePr>
          <p:cNvPr id="6" name="表格 5">
            <a:extLst>
              <a:ext uri="{FF2B5EF4-FFF2-40B4-BE49-F238E27FC236}">
                <a16:creationId xmlns:a16="http://schemas.microsoft.com/office/drawing/2014/main" id="{DC35C4E5-8C6C-424C-9834-30C4880B3002}"/>
              </a:ext>
            </a:extLst>
          </p:cNvPr>
          <p:cNvGraphicFramePr>
            <a:graphicFrameLocks noGrp="1"/>
          </p:cNvGraphicFramePr>
          <p:nvPr>
            <p:extLst>
              <p:ext uri="{D42A27DB-BD31-4B8C-83A1-F6EECF244321}">
                <p14:modId xmlns:p14="http://schemas.microsoft.com/office/powerpoint/2010/main" val="1013574249"/>
              </p:ext>
            </p:extLst>
          </p:nvPr>
        </p:nvGraphicFramePr>
        <p:xfrm>
          <a:off x="5660242" y="2845994"/>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rgbClr val="FF0000"/>
                          </a:solidFill>
                          <a:latin typeface="+mn-lt"/>
                          <a:ea typeface="+mn-ea"/>
                          <a:cs typeface="+mn-cs"/>
                        </a:rPr>
                        <a:t>2</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2</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2</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7" name="文字方塊 6">
            <a:extLst>
              <a:ext uri="{FF2B5EF4-FFF2-40B4-BE49-F238E27FC236}">
                <a16:creationId xmlns:a16="http://schemas.microsoft.com/office/drawing/2014/main" id="{4A6D9F2A-C668-499E-AF6C-54889B554488}"/>
              </a:ext>
            </a:extLst>
          </p:cNvPr>
          <p:cNvSpPr txBox="1"/>
          <p:nvPr/>
        </p:nvSpPr>
        <p:spPr>
          <a:xfrm>
            <a:off x="4649831" y="2661328"/>
            <a:ext cx="785503" cy="369332"/>
          </a:xfrm>
          <a:prstGeom prst="rect">
            <a:avLst/>
          </a:prstGeom>
          <a:noFill/>
        </p:spPr>
        <p:txBody>
          <a:bodyPr wrap="square" rtlCol="0">
            <a:spAutoFit/>
          </a:bodyPr>
          <a:lstStyle/>
          <a:p>
            <a:r>
              <a:rPr lang="en-US" altLang="zh-TW" dirty="0"/>
              <a:t>Filter2</a:t>
            </a:r>
            <a:endParaRPr lang="zh-TW" altLang="en-US" dirty="0"/>
          </a:p>
        </p:txBody>
      </p:sp>
      <p:graphicFrame>
        <p:nvGraphicFramePr>
          <p:cNvPr id="8" name="表格 7">
            <a:extLst>
              <a:ext uri="{FF2B5EF4-FFF2-40B4-BE49-F238E27FC236}">
                <a16:creationId xmlns:a16="http://schemas.microsoft.com/office/drawing/2014/main" id="{BA82E5B9-BBA8-4578-B047-0FA720A50FA2}"/>
              </a:ext>
            </a:extLst>
          </p:cNvPr>
          <p:cNvGraphicFramePr>
            <a:graphicFrameLocks noGrp="1"/>
          </p:cNvGraphicFramePr>
          <p:nvPr/>
        </p:nvGraphicFramePr>
        <p:xfrm>
          <a:off x="5660242" y="5345817"/>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9" name="文字方塊 8">
            <a:extLst>
              <a:ext uri="{FF2B5EF4-FFF2-40B4-BE49-F238E27FC236}">
                <a16:creationId xmlns:a16="http://schemas.microsoft.com/office/drawing/2014/main" id="{F2617B54-065C-48C8-A722-BB0399D66380}"/>
              </a:ext>
            </a:extLst>
          </p:cNvPr>
          <p:cNvSpPr txBox="1"/>
          <p:nvPr/>
        </p:nvSpPr>
        <p:spPr>
          <a:xfrm>
            <a:off x="4649831" y="5161151"/>
            <a:ext cx="785503" cy="369332"/>
          </a:xfrm>
          <a:prstGeom prst="rect">
            <a:avLst/>
          </a:prstGeom>
          <a:noFill/>
        </p:spPr>
        <p:txBody>
          <a:bodyPr wrap="square" rtlCol="0">
            <a:spAutoFit/>
          </a:bodyPr>
          <a:lstStyle/>
          <a:p>
            <a:r>
              <a:rPr lang="en-US" altLang="zh-TW" dirty="0"/>
              <a:t>Filter3</a:t>
            </a:r>
            <a:endParaRPr lang="zh-TW" altLang="en-US" dirty="0"/>
          </a:p>
        </p:txBody>
      </p:sp>
      <p:sp>
        <p:nvSpPr>
          <p:cNvPr id="10" name="箭號: 向右 9">
            <a:extLst>
              <a:ext uri="{FF2B5EF4-FFF2-40B4-BE49-F238E27FC236}">
                <a16:creationId xmlns:a16="http://schemas.microsoft.com/office/drawing/2014/main" id="{3F5A91D5-10B3-443D-98FD-C2A356EBE822}"/>
              </a:ext>
            </a:extLst>
          </p:cNvPr>
          <p:cNvSpPr/>
          <p:nvPr/>
        </p:nvSpPr>
        <p:spPr>
          <a:xfrm rot="19676439">
            <a:off x="3913594" y="1695296"/>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1" name="箭號: 向右 10">
            <a:extLst>
              <a:ext uri="{FF2B5EF4-FFF2-40B4-BE49-F238E27FC236}">
                <a16:creationId xmlns:a16="http://schemas.microsoft.com/office/drawing/2014/main" id="{AE25ADB1-2E0B-4F1F-A192-39009DC15D6E}"/>
              </a:ext>
            </a:extLst>
          </p:cNvPr>
          <p:cNvSpPr/>
          <p:nvPr/>
        </p:nvSpPr>
        <p:spPr>
          <a:xfrm rot="1448734">
            <a:off x="3986931" y="4641275"/>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2" name="箭號: 向右 11">
            <a:extLst>
              <a:ext uri="{FF2B5EF4-FFF2-40B4-BE49-F238E27FC236}">
                <a16:creationId xmlns:a16="http://schemas.microsoft.com/office/drawing/2014/main" id="{3A6EAFBD-5135-42EC-88CC-CB5AAB27198A}"/>
              </a:ext>
            </a:extLst>
          </p:cNvPr>
          <p:cNvSpPr/>
          <p:nvPr/>
        </p:nvSpPr>
        <p:spPr>
          <a:xfrm>
            <a:off x="3977219" y="3245803"/>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3" name="箭號: 向右 12">
            <a:extLst>
              <a:ext uri="{FF2B5EF4-FFF2-40B4-BE49-F238E27FC236}">
                <a16:creationId xmlns:a16="http://schemas.microsoft.com/office/drawing/2014/main" id="{4F5B7837-C40E-4B54-B244-674CF2B5788D}"/>
              </a:ext>
            </a:extLst>
          </p:cNvPr>
          <p:cNvSpPr/>
          <p:nvPr/>
        </p:nvSpPr>
        <p:spPr>
          <a:xfrm>
            <a:off x="7222715" y="3245803"/>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graphicFrame>
        <p:nvGraphicFramePr>
          <p:cNvPr id="15" name="表格 14">
            <a:extLst>
              <a:ext uri="{FF2B5EF4-FFF2-40B4-BE49-F238E27FC236}">
                <a16:creationId xmlns:a16="http://schemas.microsoft.com/office/drawing/2014/main" id="{A3B0B762-133A-4CF1-8C05-A1ACFE43E0E8}"/>
              </a:ext>
            </a:extLst>
          </p:cNvPr>
          <p:cNvGraphicFramePr>
            <a:graphicFrameLocks noGrp="1"/>
          </p:cNvGraphicFramePr>
          <p:nvPr/>
        </p:nvGraphicFramePr>
        <p:xfrm>
          <a:off x="8986023" y="5431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6" name="表格 15">
            <a:extLst>
              <a:ext uri="{FF2B5EF4-FFF2-40B4-BE49-F238E27FC236}">
                <a16:creationId xmlns:a16="http://schemas.microsoft.com/office/drawing/2014/main" id="{8A513740-5B10-4F65-BB90-C4D81A610193}"/>
              </a:ext>
            </a:extLst>
          </p:cNvPr>
          <p:cNvGraphicFramePr>
            <a:graphicFrameLocks noGrp="1"/>
          </p:cNvGraphicFramePr>
          <p:nvPr>
            <p:extLst>
              <p:ext uri="{D42A27DB-BD31-4B8C-83A1-F6EECF244321}">
                <p14:modId xmlns:p14="http://schemas.microsoft.com/office/powerpoint/2010/main" val="3895451345"/>
              </p:ext>
            </p:extLst>
          </p:nvPr>
        </p:nvGraphicFramePr>
        <p:xfrm>
          <a:off x="9000087" y="2360623"/>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3</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3</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4</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3</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7" name="表格 16">
            <a:extLst>
              <a:ext uri="{FF2B5EF4-FFF2-40B4-BE49-F238E27FC236}">
                <a16:creationId xmlns:a16="http://schemas.microsoft.com/office/drawing/2014/main" id="{41707CD7-3378-4980-802C-929DEB2874C8}"/>
              </a:ext>
            </a:extLst>
          </p:cNvPr>
          <p:cNvGraphicFramePr>
            <a:graphicFrameLocks noGrp="1"/>
          </p:cNvGraphicFramePr>
          <p:nvPr/>
        </p:nvGraphicFramePr>
        <p:xfrm>
          <a:off x="9000087" y="4666934"/>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8" name="箭號: 向右 17">
            <a:extLst>
              <a:ext uri="{FF2B5EF4-FFF2-40B4-BE49-F238E27FC236}">
                <a16:creationId xmlns:a16="http://schemas.microsoft.com/office/drawing/2014/main" id="{6D17FE1F-8696-4BB7-876C-78046BF8DC1D}"/>
              </a:ext>
            </a:extLst>
          </p:cNvPr>
          <p:cNvSpPr/>
          <p:nvPr/>
        </p:nvSpPr>
        <p:spPr>
          <a:xfrm>
            <a:off x="7222715" y="779932"/>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9" name="箭號: 向右 18">
            <a:extLst>
              <a:ext uri="{FF2B5EF4-FFF2-40B4-BE49-F238E27FC236}">
                <a16:creationId xmlns:a16="http://schemas.microsoft.com/office/drawing/2014/main" id="{7882D1FF-30DB-4EB2-A893-3EC8671D4E8A}"/>
              </a:ext>
            </a:extLst>
          </p:cNvPr>
          <p:cNvSpPr/>
          <p:nvPr/>
        </p:nvSpPr>
        <p:spPr>
          <a:xfrm>
            <a:off x="7222715" y="5735311"/>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1" name="投影片編號版面配置區 7">
            <a:extLst>
              <a:ext uri="{FF2B5EF4-FFF2-40B4-BE49-F238E27FC236}">
                <a16:creationId xmlns:a16="http://schemas.microsoft.com/office/drawing/2014/main" id="{760FC386-4F98-46A1-A573-AE1058EBF052}"/>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21</a:t>
            </a:fld>
            <a:endParaRPr lang="zh-TW" altLang="en-US" dirty="0">
              <a:solidFill>
                <a:schemeClr val="tx1"/>
              </a:solidFill>
            </a:endParaRPr>
          </a:p>
        </p:txBody>
      </p:sp>
      <p:sp>
        <p:nvSpPr>
          <p:cNvPr id="22" name="Oval 21"/>
          <p:cNvSpPr/>
          <p:nvPr/>
        </p:nvSpPr>
        <p:spPr>
          <a:xfrm rot="5400000">
            <a:off x="1282068" y="2803211"/>
            <a:ext cx="626301" cy="1251575"/>
          </a:xfrm>
          <a:prstGeom prst="ellipse">
            <a:avLst/>
          </a:prstGeom>
          <a:noFill/>
          <a:ln w="381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rot="5400000">
            <a:off x="1315658" y="3622904"/>
            <a:ext cx="626301" cy="1251575"/>
          </a:xfrm>
          <a:prstGeom prst="ellipse">
            <a:avLst/>
          </a:prstGeom>
          <a:noFill/>
          <a:ln w="381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rot="5400000">
            <a:off x="9384425" y="3557454"/>
            <a:ext cx="626301" cy="1423106"/>
          </a:xfrm>
          <a:prstGeom prst="ellipse">
            <a:avLst/>
          </a:prstGeom>
          <a:noFill/>
          <a:ln w="381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rot="5400000">
            <a:off x="9362517" y="3058528"/>
            <a:ext cx="626301" cy="745106"/>
          </a:xfrm>
          <a:prstGeom prst="ellipse">
            <a:avLst/>
          </a:prstGeom>
          <a:noFill/>
          <a:ln w="381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Audio 1">
            <a:hlinkClick r:id="" action="ppaction://media"/>
          </p:cNvPr>
          <p:cNvPicPr>
            <a:picLocks noChangeAspect="1"/>
          </p:cNvPicPr>
          <p:nvPr>
            <a:audioFile r:link="rId1"/>
            <p:extLst>
              <p:ext uri="{DAA4B4D4-6D71-4841-9C94-3DE7FCFB9230}">
                <p14:media xmlns:p14="http://schemas.microsoft.com/office/powerpoint/2010/main" r:embed="rId2">
                  <p14:trim st="1673"/>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847166856"/>
      </p:ext>
    </p:extLst>
  </p:cSld>
  <p:clrMapOvr>
    <a:masterClrMapping/>
  </p:clrMapOvr>
  <mc:AlternateContent xmlns:mc="http://schemas.openxmlformats.org/markup-compatibility/2006" xmlns:p14="http://schemas.microsoft.com/office/powerpoint/2010/main">
    <mc:Choice Requires="p14">
      <p:transition spd="slow" p14:dur="2000" advTm="13180"/>
    </mc:Choice>
    <mc:Fallback xmlns="">
      <p:transition spd="slow" advTm="13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68182"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圖片 19">
            <a:extLst>
              <a:ext uri="{FF2B5EF4-FFF2-40B4-BE49-F238E27FC236}">
                <a16:creationId xmlns:a16="http://schemas.microsoft.com/office/drawing/2014/main" id="{B81EB198-8EC1-4F42-96D3-FAF4DDFAFD96}"/>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3" name="表格 2">
            <a:extLst>
              <a:ext uri="{FF2B5EF4-FFF2-40B4-BE49-F238E27FC236}">
                <a16:creationId xmlns:a16="http://schemas.microsoft.com/office/drawing/2014/main" id="{F9AE779A-8133-48ED-99D9-308A651C77D0}"/>
              </a:ext>
            </a:extLst>
          </p:cNvPr>
          <p:cNvGraphicFramePr>
            <a:graphicFrameLocks noGrp="1"/>
          </p:cNvGraphicFramePr>
          <p:nvPr/>
        </p:nvGraphicFramePr>
        <p:xfrm>
          <a:off x="994668" y="2360623"/>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F72E9778-A070-4C1E-8FFD-C75966B419E2}"/>
              </a:ext>
            </a:extLst>
          </p:cNvPr>
          <p:cNvGraphicFramePr>
            <a:graphicFrameLocks noGrp="1"/>
          </p:cNvGraphicFramePr>
          <p:nvPr/>
        </p:nvGraphicFramePr>
        <p:xfrm>
          <a:off x="5660242" y="380123"/>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5" name="文字方塊 4">
            <a:extLst>
              <a:ext uri="{FF2B5EF4-FFF2-40B4-BE49-F238E27FC236}">
                <a16:creationId xmlns:a16="http://schemas.microsoft.com/office/drawing/2014/main" id="{4C36FCF7-79CF-48C2-8E18-3A991625E305}"/>
              </a:ext>
            </a:extLst>
          </p:cNvPr>
          <p:cNvSpPr txBox="1"/>
          <p:nvPr/>
        </p:nvSpPr>
        <p:spPr>
          <a:xfrm>
            <a:off x="4649831" y="195457"/>
            <a:ext cx="785503" cy="369332"/>
          </a:xfrm>
          <a:prstGeom prst="rect">
            <a:avLst/>
          </a:prstGeom>
          <a:noFill/>
        </p:spPr>
        <p:txBody>
          <a:bodyPr wrap="square" rtlCol="0">
            <a:spAutoFit/>
          </a:bodyPr>
          <a:lstStyle/>
          <a:p>
            <a:r>
              <a:rPr lang="en-US" altLang="zh-TW" dirty="0"/>
              <a:t>Filter1</a:t>
            </a:r>
            <a:endParaRPr lang="zh-TW" altLang="en-US" dirty="0"/>
          </a:p>
        </p:txBody>
      </p:sp>
      <p:graphicFrame>
        <p:nvGraphicFramePr>
          <p:cNvPr id="6" name="表格 5">
            <a:extLst>
              <a:ext uri="{FF2B5EF4-FFF2-40B4-BE49-F238E27FC236}">
                <a16:creationId xmlns:a16="http://schemas.microsoft.com/office/drawing/2014/main" id="{DC35C4E5-8C6C-424C-9834-30C4880B3002}"/>
              </a:ext>
            </a:extLst>
          </p:cNvPr>
          <p:cNvGraphicFramePr>
            <a:graphicFrameLocks noGrp="1"/>
          </p:cNvGraphicFramePr>
          <p:nvPr/>
        </p:nvGraphicFramePr>
        <p:xfrm>
          <a:off x="5660242" y="2845994"/>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7" name="文字方塊 6">
            <a:extLst>
              <a:ext uri="{FF2B5EF4-FFF2-40B4-BE49-F238E27FC236}">
                <a16:creationId xmlns:a16="http://schemas.microsoft.com/office/drawing/2014/main" id="{4A6D9F2A-C668-499E-AF6C-54889B554488}"/>
              </a:ext>
            </a:extLst>
          </p:cNvPr>
          <p:cNvSpPr txBox="1"/>
          <p:nvPr/>
        </p:nvSpPr>
        <p:spPr>
          <a:xfrm>
            <a:off x="4649831" y="2661328"/>
            <a:ext cx="785503" cy="369332"/>
          </a:xfrm>
          <a:prstGeom prst="rect">
            <a:avLst/>
          </a:prstGeom>
          <a:noFill/>
        </p:spPr>
        <p:txBody>
          <a:bodyPr wrap="square" rtlCol="0">
            <a:spAutoFit/>
          </a:bodyPr>
          <a:lstStyle/>
          <a:p>
            <a:r>
              <a:rPr lang="en-US" altLang="zh-TW" dirty="0"/>
              <a:t>Filter2</a:t>
            </a:r>
            <a:endParaRPr lang="zh-TW" altLang="en-US" dirty="0"/>
          </a:p>
        </p:txBody>
      </p:sp>
      <p:graphicFrame>
        <p:nvGraphicFramePr>
          <p:cNvPr id="8" name="表格 7">
            <a:extLst>
              <a:ext uri="{FF2B5EF4-FFF2-40B4-BE49-F238E27FC236}">
                <a16:creationId xmlns:a16="http://schemas.microsoft.com/office/drawing/2014/main" id="{BA82E5B9-BBA8-4578-B047-0FA720A50FA2}"/>
              </a:ext>
            </a:extLst>
          </p:cNvPr>
          <p:cNvGraphicFramePr>
            <a:graphicFrameLocks noGrp="1"/>
          </p:cNvGraphicFramePr>
          <p:nvPr>
            <p:extLst>
              <p:ext uri="{D42A27DB-BD31-4B8C-83A1-F6EECF244321}">
                <p14:modId xmlns:p14="http://schemas.microsoft.com/office/powerpoint/2010/main" val="1643297374"/>
              </p:ext>
            </p:extLst>
          </p:nvPr>
        </p:nvGraphicFramePr>
        <p:xfrm>
          <a:off x="5660242" y="5345817"/>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2</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2</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rgbClr val="FF0000"/>
                          </a:solidFill>
                          <a:latin typeface="+mn-lt"/>
                          <a:ea typeface="+mn-ea"/>
                          <a:cs typeface="+mn-cs"/>
                        </a:rPr>
                        <a:t>2</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9" name="文字方塊 8">
            <a:extLst>
              <a:ext uri="{FF2B5EF4-FFF2-40B4-BE49-F238E27FC236}">
                <a16:creationId xmlns:a16="http://schemas.microsoft.com/office/drawing/2014/main" id="{F2617B54-065C-48C8-A722-BB0399D66380}"/>
              </a:ext>
            </a:extLst>
          </p:cNvPr>
          <p:cNvSpPr txBox="1"/>
          <p:nvPr/>
        </p:nvSpPr>
        <p:spPr>
          <a:xfrm>
            <a:off x="4649831" y="5161151"/>
            <a:ext cx="785503" cy="369332"/>
          </a:xfrm>
          <a:prstGeom prst="rect">
            <a:avLst/>
          </a:prstGeom>
          <a:noFill/>
        </p:spPr>
        <p:txBody>
          <a:bodyPr wrap="square" rtlCol="0">
            <a:spAutoFit/>
          </a:bodyPr>
          <a:lstStyle/>
          <a:p>
            <a:r>
              <a:rPr lang="en-US" altLang="zh-TW" dirty="0"/>
              <a:t>Filter3</a:t>
            </a:r>
            <a:endParaRPr lang="zh-TW" altLang="en-US" dirty="0"/>
          </a:p>
        </p:txBody>
      </p:sp>
      <p:sp>
        <p:nvSpPr>
          <p:cNvPr id="10" name="箭號: 向右 9">
            <a:extLst>
              <a:ext uri="{FF2B5EF4-FFF2-40B4-BE49-F238E27FC236}">
                <a16:creationId xmlns:a16="http://schemas.microsoft.com/office/drawing/2014/main" id="{3F5A91D5-10B3-443D-98FD-C2A356EBE822}"/>
              </a:ext>
            </a:extLst>
          </p:cNvPr>
          <p:cNvSpPr/>
          <p:nvPr/>
        </p:nvSpPr>
        <p:spPr>
          <a:xfrm rot="19676439">
            <a:off x="3913594" y="1695296"/>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1" name="箭號: 向右 10">
            <a:extLst>
              <a:ext uri="{FF2B5EF4-FFF2-40B4-BE49-F238E27FC236}">
                <a16:creationId xmlns:a16="http://schemas.microsoft.com/office/drawing/2014/main" id="{AE25ADB1-2E0B-4F1F-A192-39009DC15D6E}"/>
              </a:ext>
            </a:extLst>
          </p:cNvPr>
          <p:cNvSpPr/>
          <p:nvPr/>
        </p:nvSpPr>
        <p:spPr>
          <a:xfrm rot="1448734">
            <a:off x="3986931" y="4641275"/>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2" name="箭號: 向右 11">
            <a:extLst>
              <a:ext uri="{FF2B5EF4-FFF2-40B4-BE49-F238E27FC236}">
                <a16:creationId xmlns:a16="http://schemas.microsoft.com/office/drawing/2014/main" id="{3A6EAFBD-5135-42EC-88CC-CB5AAB27198A}"/>
              </a:ext>
            </a:extLst>
          </p:cNvPr>
          <p:cNvSpPr/>
          <p:nvPr/>
        </p:nvSpPr>
        <p:spPr>
          <a:xfrm>
            <a:off x="3977219" y="3245803"/>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3" name="箭號: 向右 12">
            <a:extLst>
              <a:ext uri="{FF2B5EF4-FFF2-40B4-BE49-F238E27FC236}">
                <a16:creationId xmlns:a16="http://schemas.microsoft.com/office/drawing/2014/main" id="{4F5B7837-C40E-4B54-B244-674CF2B5788D}"/>
              </a:ext>
            </a:extLst>
          </p:cNvPr>
          <p:cNvSpPr/>
          <p:nvPr/>
        </p:nvSpPr>
        <p:spPr>
          <a:xfrm>
            <a:off x="7222715" y="3245803"/>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graphicFrame>
        <p:nvGraphicFramePr>
          <p:cNvPr id="15" name="表格 14">
            <a:extLst>
              <a:ext uri="{FF2B5EF4-FFF2-40B4-BE49-F238E27FC236}">
                <a16:creationId xmlns:a16="http://schemas.microsoft.com/office/drawing/2014/main" id="{A3B0B762-133A-4CF1-8C05-A1ACFE43E0E8}"/>
              </a:ext>
            </a:extLst>
          </p:cNvPr>
          <p:cNvGraphicFramePr>
            <a:graphicFrameLocks noGrp="1"/>
          </p:cNvGraphicFramePr>
          <p:nvPr/>
        </p:nvGraphicFramePr>
        <p:xfrm>
          <a:off x="8986023" y="5431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6" name="表格 15">
            <a:extLst>
              <a:ext uri="{FF2B5EF4-FFF2-40B4-BE49-F238E27FC236}">
                <a16:creationId xmlns:a16="http://schemas.microsoft.com/office/drawing/2014/main" id="{8A513740-5B10-4F65-BB90-C4D81A610193}"/>
              </a:ext>
            </a:extLst>
          </p:cNvPr>
          <p:cNvGraphicFramePr>
            <a:graphicFrameLocks noGrp="1"/>
          </p:cNvGraphicFramePr>
          <p:nvPr/>
        </p:nvGraphicFramePr>
        <p:xfrm>
          <a:off x="9000087" y="2360623"/>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7" name="表格 16">
            <a:extLst>
              <a:ext uri="{FF2B5EF4-FFF2-40B4-BE49-F238E27FC236}">
                <a16:creationId xmlns:a16="http://schemas.microsoft.com/office/drawing/2014/main" id="{41707CD7-3378-4980-802C-929DEB2874C8}"/>
              </a:ext>
            </a:extLst>
          </p:cNvPr>
          <p:cNvGraphicFramePr>
            <a:graphicFrameLocks noGrp="1"/>
          </p:cNvGraphicFramePr>
          <p:nvPr>
            <p:extLst>
              <p:ext uri="{D42A27DB-BD31-4B8C-83A1-F6EECF244321}">
                <p14:modId xmlns:p14="http://schemas.microsoft.com/office/powerpoint/2010/main" val="2273615834"/>
              </p:ext>
            </p:extLst>
          </p:nvPr>
        </p:nvGraphicFramePr>
        <p:xfrm>
          <a:off x="9000087" y="4666934"/>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4</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4</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8" name="箭號: 向右 17">
            <a:extLst>
              <a:ext uri="{FF2B5EF4-FFF2-40B4-BE49-F238E27FC236}">
                <a16:creationId xmlns:a16="http://schemas.microsoft.com/office/drawing/2014/main" id="{6D17FE1F-8696-4BB7-876C-78046BF8DC1D}"/>
              </a:ext>
            </a:extLst>
          </p:cNvPr>
          <p:cNvSpPr/>
          <p:nvPr/>
        </p:nvSpPr>
        <p:spPr>
          <a:xfrm>
            <a:off x="7222715" y="779932"/>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9" name="箭號: 向右 18">
            <a:extLst>
              <a:ext uri="{FF2B5EF4-FFF2-40B4-BE49-F238E27FC236}">
                <a16:creationId xmlns:a16="http://schemas.microsoft.com/office/drawing/2014/main" id="{7882D1FF-30DB-4EB2-A893-3EC8671D4E8A}"/>
              </a:ext>
            </a:extLst>
          </p:cNvPr>
          <p:cNvSpPr/>
          <p:nvPr/>
        </p:nvSpPr>
        <p:spPr>
          <a:xfrm>
            <a:off x="7222715" y="5735311"/>
            <a:ext cx="1491018"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1" name="投影片編號版面配置區 7">
            <a:extLst>
              <a:ext uri="{FF2B5EF4-FFF2-40B4-BE49-F238E27FC236}">
                <a16:creationId xmlns:a16="http://schemas.microsoft.com/office/drawing/2014/main" id="{BDE0C11E-884C-40DD-87C0-832154077E63}"/>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22</a:t>
            </a:fld>
            <a:endParaRPr lang="zh-TW" altLang="en-US" dirty="0">
              <a:solidFill>
                <a:schemeClr val="tx1"/>
              </a:solidFill>
            </a:endParaRPr>
          </a:p>
        </p:txBody>
      </p:sp>
      <p:sp>
        <p:nvSpPr>
          <p:cNvPr id="22" name="Oval 21"/>
          <p:cNvSpPr/>
          <p:nvPr/>
        </p:nvSpPr>
        <p:spPr>
          <a:xfrm rot="2816046">
            <a:off x="1377913" y="2140266"/>
            <a:ext cx="626301" cy="1763011"/>
          </a:xfrm>
          <a:prstGeom prst="ellipse">
            <a:avLst/>
          </a:prstGeom>
          <a:noFill/>
          <a:ln w="381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rot="3000395">
            <a:off x="9598791" y="4529008"/>
            <a:ext cx="596489" cy="1162688"/>
          </a:xfrm>
          <a:prstGeom prst="ellipse">
            <a:avLst/>
          </a:prstGeom>
          <a:noFill/>
          <a:ln w="381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Audio 1">
            <a:hlinkClick r:id="" action="ppaction://media"/>
          </p:cNvPr>
          <p:cNvPicPr>
            <a:picLocks noChangeAspect="1"/>
          </p:cNvPicPr>
          <p:nvPr>
            <a:audioFile r:link="rId1"/>
            <p:extLst>
              <p:ext uri="{DAA4B4D4-6D71-4841-9C94-3DE7FCFB9230}">
                <p14:media xmlns:p14="http://schemas.microsoft.com/office/powerpoint/2010/main" r:embed="rId2">
                  <p14:trim st="1681"/>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2962818015"/>
      </p:ext>
    </p:extLst>
  </p:cSld>
  <p:clrMapOvr>
    <a:masterClrMapping/>
  </p:clrMapOvr>
  <mc:AlternateContent xmlns:mc="http://schemas.openxmlformats.org/markup-compatibility/2006" xmlns:p14="http://schemas.microsoft.com/office/powerpoint/2010/main">
    <mc:Choice Requires="p14">
      <p:transition spd="slow" p14:dur="2000" advTm="12190"/>
    </mc:Choice>
    <mc:Fallback xmlns="">
      <p:transition spd="slow" advTm="121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圖片 26">
            <a:extLst>
              <a:ext uri="{FF2B5EF4-FFF2-40B4-BE49-F238E27FC236}">
                <a16:creationId xmlns:a16="http://schemas.microsoft.com/office/drawing/2014/main" id="{F2423836-A5AB-42D5-A634-17008CF5936E}"/>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2" name="表格 1">
            <a:extLst>
              <a:ext uri="{FF2B5EF4-FFF2-40B4-BE49-F238E27FC236}">
                <a16:creationId xmlns:a16="http://schemas.microsoft.com/office/drawing/2014/main" id="{F51BF2A3-A8E1-4FB2-BD71-717C586407B6}"/>
              </a:ext>
            </a:extLst>
          </p:cNvPr>
          <p:cNvGraphicFramePr>
            <a:graphicFrameLocks noGrp="1"/>
          </p:cNvGraphicFramePr>
          <p:nvPr>
            <p:extLst>
              <p:ext uri="{D42A27DB-BD31-4B8C-83A1-F6EECF244321}">
                <p14:modId xmlns:p14="http://schemas.microsoft.com/office/powerpoint/2010/main" val="84087495"/>
              </p:ext>
            </p:extLst>
          </p:nvPr>
        </p:nvGraphicFramePr>
        <p:xfrm>
          <a:off x="92968" y="236062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3" name="表格 2">
            <a:extLst>
              <a:ext uri="{FF2B5EF4-FFF2-40B4-BE49-F238E27FC236}">
                <a16:creationId xmlns:a16="http://schemas.microsoft.com/office/drawing/2014/main" id="{F36200E2-2D2E-4855-87BA-3298F6659435}"/>
              </a:ext>
            </a:extLst>
          </p:cNvPr>
          <p:cNvGraphicFramePr>
            <a:graphicFrameLocks noGrp="1"/>
          </p:cNvGraphicFramePr>
          <p:nvPr>
            <p:extLst>
              <p:ext uri="{D42A27DB-BD31-4B8C-83A1-F6EECF244321}">
                <p14:modId xmlns:p14="http://schemas.microsoft.com/office/powerpoint/2010/main" val="2679398324"/>
              </p:ext>
            </p:extLst>
          </p:nvPr>
        </p:nvGraphicFramePr>
        <p:xfrm>
          <a:off x="3328709" y="380124"/>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4" name="文字方塊 3">
            <a:extLst>
              <a:ext uri="{FF2B5EF4-FFF2-40B4-BE49-F238E27FC236}">
                <a16:creationId xmlns:a16="http://schemas.microsoft.com/office/drawing/2014/main" id="{736DC03A-16D9-4890-93AD-1A7DB6E813EE}"/>
              </a:ext>
            </a:extLst>
          </p:cNvPr>
          <p:cNvSpPr txBox="1"/>
          <p:nvPr/>
        </p:nvSpPr>
        <p:spPr>
          <a:xfrm>
            <a:off x="2506790" y="195458"/>
            <a:ext cx="785503" cy="369332"/>
          </a:xfrm>
          <a:prstGeom prst="rect">
            <a:avLst/>
          </a:prstGeom>
          <a:noFill/>
        </p:spPr>
        <p:txBody>
          <a:bodyPr wrap="square" rtlCol="0">
            <a:spAutoFit/>
          </a:bodyPr>
          <a:lstStyle/>
          <a:p>
            <a:r>
              <a:rPr lang="en-US" altLang="zh-TW" dirty="0"/>
              <a:t>Filter1</a:t>
            </a:r>
            <a:endParaRPr lang="zh-TW" altLang="en-US" dirty="0"/>
          </a:p>
        </p:txBody>
      </p:sp>
      <p:graphicFrame>
        <p:nvGraphicFramePr>
          <p:cNvPr id="5" name="表格 4">
            <a:extLst>
              <a:ext uri="{FF2B5EF4-FFF2-40B4-BE49-F238E27FC236}">
                <a16:creationId xmlns:a16="http://schemas.microsoft.com/office/drawing/2014/main" id="{4A4C4375-4B68-4CDB-B6EA-A8D758E22D88}"/>
              </a:ext>
            </a:extLst>
          </p:cNvPr>
          <p:cNvGraphicFramePr>
            <a:graphicFrameLocks noGrp="1"/>
          </p:cNvGraphicFramePr>
          <p:nvPr>
            <p:extLst>
              <p:ext uri="{D42A27DB-BD31-4B8C-83A1-F6EECF244321}">
                <p14:modId xmlns:p14="http://schemas.microsoft.com/office/powerpoint/2010/main" val="581588082"/>
              </p:ext>
            </p:extLst>
          </p:nvPr>
        </p:nvGraphicFramePr>
        <p:xfrm>
          <a:off x="3328709" y="2845995"/>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6" name="文字方塊 5">
            <a:extLst>
              <a:ext uri="{FF2B5EF4-FFF2-40B4-BE49-F238E27FC236}">
                <a16:creationId xmlns:a16="http://schemas.microsoft.com/office/drawing/2014/main" id="{CF9EF5AE-6A1D-467A-84D9-AD524CA0C67F}"/>
              </a:ext>
            </a:extLst>
          </p:cNvPr>
          <p:cNvSpPr txBox="1"/>
          <p:nvPr/>
        </p:nvSpPr>
        <p:spPr>
          <a:xfrm>
            <a:off x="2506790" y="2661329"/>
            <a:ext cx="785503" cy="369332"/>
          </a:xfrm>
          <a:prstGeom prst="rect">
            <a:avLst/>
          </a:prstGeom>
          <a:noFill/>
        </p:spPr>
        <p:txBody>
          <a:bodyPr wrap="square" rtlCol="0">
            <a:spAutoFit/>
          </a:bodyPr>
          <a:lstStyle/>
          <a:p>
            <a:r>
              <a:rPr lang="en-US" altLang="zh-TW" dirty="0"/>
              <a:t>Filter2</a:t>
            </a:r>
            <a:endParaRPr lang="zh-TW" altLang="en-US" dirty="0"/>
          </a:p>
        </p:txBody>
      </p:sp>
      <p:graphicFrame>
        <p:nvGraphicFramePr>
          <p:cNvPr id="7" name="表格 6">
            <a:extLst>
              <a:ext uri="{FF2B5EF4-FFF2-40B4-BE49-F238E27FC236}">
                <a16:creationId xmlns:a16="http://schemas.microsoft.com/office/drawing/2014/main" id="{8233568F-F84F-4045-8A7B-DD7511CAD1C6}"/>
              </a:ext>
            </a:extLst>
          </p:cNvPr>
          <p:cNvGraphicFramePr>
            <a:graphicFrameLocks noGrp="1"/>
          </p:cNvGraphicFramePr>
          <p:nvPr>
            <p:extLst>
              <p:ext uri="{D42A27DB-BD31-4B8C-83A1-F6EECF244321}">
                <p14:modId xmlns:p14="http://schemas.microsoft.com/office/powerpoint/2010/main" val="784342701"/>
              </p:ext>
            </p:extLst>
          </p:nvPr>
        </p:nvGraphicFramePr>
        <p:xfrm>
          <a:off x="3328709" y="5345818"/>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8" name="文字方塊 7">
            <a:extLst>
              <a:ext uri="{FF2B5EF4-FFF2-40B4-BE49-F238E27FC236}">
                <a16:creationId xmlns:a16="http://schemas.microsoft.com/office/drawing/2014/main" id="{7A34E61C-82A8-4D02-8DC2-DD993A418525}"/>
              </a:ext>
            </a:extLst>
          </p:cNvPr>
          <p:cNvSpPr txBox="1"/>
          <p:nvPr/>
        </p:nvSpPr>
        <p:spPr>
          <a:xfrm>
            <a:off x="2506790" y="5161152"/>
            <a:ext cx="785503" cy="369332"/>
          </a:xfrm>
          <a:prstGeom prst="rect">
            <a:avLst/>
          </a:prstGeom>
          <a:noFill/>
        </p:spPr>
        <p:txBody>
          <a:bodyPr wrap="square" rtlCol="0">
            <a:spAutoFit/>
          </a:bodyPr>
          <a:lstStyle/>
          <a:p>
            <a:r>
              <a:rPr lang="en-US" altLang="zh-TW" dirty="0"/>
              <a:t>Filter3</a:t>
            </a:r>
            <a:endParaRPr lang="zh-TW" altLang="en-US" dirty="0"/>
          </a:p>
        </p:txBody>
      </p:sp>
      <p:sp>
        <p:nvSpPr>
          <p:cNvPr id="9" name="箭號: 向右 8">
            <a:extLst>
              <a:ext uri="{FF2B5EF4-FFF2-40B4-BE49-F238E27FC236}">
                <a16:creationId xmlns:a16="http://schemas.microsoft.com/office/drawing/2014/main" id="{2FE2FA85-2FB5-44C2-9164-04A172EAFBC3}"/>
              </a:ext>
            </a:extLst>
          </p:cNvPr>
          <p:cNvSpPr/>
          <p:nvPr/>
        </p:nvSpPr>
        <p:spPr>
          <a:xfrm rot="19676439">
            <a:off x="2414826" y="1882540"/>
            <a:ext cx="785503"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0" name="箭號: 向右 9">
            <a:extLst>
              <a:ext uri="{FF2B5EF4-FFF2-40B4-BE49-F238E27FC236}">
                <a16:creationId xmlns:a16="http://schemas.microsoft.com/office/drawing/2014/main" id="{9031049F-441C-4435-AC15-FE15B0DEA386}"/>
              </a:ext>
            </a:extLst>
          </p:cNvPr>
          <p:cNvSpPr/>
          <p:nvPr/>
        </p:nvSpPr>
        <p:spPr>
          <a:xfrm rot="1448734">
            <a:off x="2465230" y="4496979"/>
            <a:ext cx="785503"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1" name="箭號: 向右 10">
            <a:extLst>
              <a:ext uri="{FF2B5EF4-FFF2-40B4-BE49-F238E27FC236}">
                <a16:creationId xmlns:a16="http://schemas.microsoft.com/office/drawing/2014/main" id="{19C9B9C9-6365-46B3-8D83-F632C415ADF6}"/>
              </a:ext>
            </a:extLst>
          </p:cNvPr>
          <p:cNvSpPr/>
          <p:nvPr/>
        </p:nvSpPr>
        <p:spPr>
          <a:xfrm>
            <a:off x="2424655" y="3245804"/>
            <a:ext cx="785503"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2" name="箭號: 向右 11">
            <a:extLst>
              <a:ext uri="{FF2B5EF4-FFF2-40B4-BE49-F238E27FC236}">
                <a16:creationId xmlns:a16="http://schemas.microsoft.com/office/drawing/2014/main" id="{C4D1B0D6-B460-488B-9592-7F50E9E70DFE}"/>
              </a:ext>
            </a:extLst>
          </p:cNvPr>
          <p:cNvSpPr/>
          <p:nvPr/>
        </p:nvSpPr>
        <p:spPr>
          <a:xfrm>
            <a:off x="4792233" y="3245804"/>
            <a:ext cx="770367"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graphicFrame>
        <p:nvGraphicFramePr>
          <p:cNvPr id="13" name="表格 12">
            <a:extLst>
              <a:ext uri="{FF2B5EF4-FFF2-40B4-BE49-F238E27FC236}">
                <a16:creationId xmlns:a16="http://schemas.microsoft.com/office/drawing/2014/main" id="{29E1A6A5-20DF-45C9-BD14-C03A495144B7}"/>
              </a:ext>
            </a:extLst>
          </p:cNvPr>
          <p:cNvGraphicFramePr>
            <a:graphicFrameLocks noGrp="1"/>
          </p:cNvGraphicFramePr>
          <p:nvPr>
            <p:extLst>
              <p:ext uri="{D42A27DB-BD31-4B8C-83A1-F6EECF244321}">
                <p14:modId xmlns:p14="http://schemas.microsoft.com/office/powerpoint/2010/main" val="335655244"/>
              </p:ext>
            </p:extLst>
          </p:nvPr>
        </p:nvGraphicFramePr>
        <p:xfrm>
          <a:off x="5688559" y="71718"/>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4" name="表格 13">
            <a:extLst>
              <a:ext uri="{FF2B5EF4-FFF2-40B4-BE49-F238E27FC236}">
                <a16:creationId xmlns:a16="http://schemas.microsoft.com/office/drawing/2014/main" id="{4C98013B-00D4-48EF-8545-6ECD3F2334DC}"/>
              </a:ext>
            </a:extLst>
          </p:cNvPr>
          <p:cNvGraphicFramePr>
            <a:graphicFrameLocks noGrp="1"/>
          </p:cNvGraphicFramePr>
          <p:nvPr>
            <p:extLst>
              <p:ext uri="{D42A27DB-BD31-4B8C-83A1-F6EECF244321}">
                <p14:modId xmlns:p14="http://schemas.microsoft.com/office/powerpoint/2010/main" val="1259698070"/>
              </p:ext>
            </p:extLst>
          </p:nvPr>
        </p:nvGraphicFramePr>
        <p:xfrm>
          <a:off x="5702623" y="2378029"/>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5" name="表格 14">
            <a:extLst>
              <a:ext uri="{FF2B5EF4-FFF2-40B4-BE49-F238E27FC236}">
                <a16:creationId xmlns:a16="http://schemas.microsoft.com/office/drawing/2014/main" id="{1A5C7E51-DA02-4F6E-BBC9-D752EC49BDF8}"/>
              </a:ext>
            </a:extLst>
          </p:cNvPr>
          <p:cNvGraphicFramePr>
            <a:graphicFrameLocks noGrp="1"/>
          </p:cNvGraphicFramePr>
          <p:nvPr>
            <p:extLst>
              <p:ext uri="{D42A27DB-BD31-4B8C-83A1-F6EECF244321}">
                <p14:modId xmlns:p14="http://schemas.microsoft.com/office/powerpoint/2010/main" val="3426988129"/>
              </p:ext>
            </p:extLst>
          </p:nvPr>
        </p:nvGraphicFramePr>
        <p:xfrm>
          <a:off x="5702623" y="4684340"/>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6" name="箭號: 向右 15">
            <a:extLst>
              <a:ext uri="{FF2B5EF4-FFF2-40B4-BE49-F238E27FC236}">
                <a16:creationId xmlns:a16="http://schemas.microsoft.com/office/drawing/2014/main" id="{5414513D-C217-43D2-92E4-E97F144B9C97}"/>
              </a:ext>
            </a:extLst>
          </p:cNvPr>
          <p:cNvSpPr/>
          <p:nvPr/>
        </p:nvSpPr>
        <p:spPr>
          <a:xfrm>
            <a:off x="4792233" y="779933"/>
            <a:ext cx="770367"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7" name="箭號: 向右 16">
            <a:extLst>
              <a:ext uri="{FF2B5EF4-FFF2-40B4-BE49-F238E27FC236}">
                <a16:creationId xmlns:a16="http://schemas.microsoft.com/office/drawing/2014/main" id="{983128A6-D32A-42D2-97E9-3D618FB08B06}"/>
              </a:ext>
            </a:extLst>
          </p:cNvPr>
          <p:cNvSpPr/>
          <p:nvPr/>
        </p:nvSpPr>
        <p:spPr>
          <a:xfrm>
            <a:off x="4792233" y="5735312"/>
            <a:ext cx="770367"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8" name="箭號: 向右 17">
            <a:extLst>
              <a:ext uri="{FF2B5EF4-FFF2-40B4-BE49-F238E27FC236}">
                <a16:creationId xmlns:a16="http://schemas.microsoft.com/office/drawing/2014/main" id="{90E3B9E6-4EE2-4EB3-B1D0-F9F4D9D7BD96}"/>
              </a:ext>
            </a:extLst>
          </p:cNvPr>
          <p:cNvSpPr/>
          <p:nvPr/>
        </p:nvSpPr>
        <p:spPr>
          <a:xfrm>
            <a:off x="8112279" y="3245804"/>
            <a:ext cx="770367"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9" name="箭號: 向右 18">
            <a:extLst>
              <a:ext uri="{FF2B5EF4-FFF2-40B4-BE49-F238E27FC236}">
                <a16:creationId xmlns:a16="http://schemas.microsoft.com/office/drawing/2014/main" id="{3639FC7F-D9CD-4D41-8905-92A66CE1C6A1}"/>
              </a:ext>
            </a:extLst>
          </p:cNvPr>
          <p:cNvSpPr/>
          <p:nvPr/>
        </p:nvSpPr>
        <p:spPr>
          <a:xfrm>
            <a:off x="8112279" y="779933"/>
            <a:ext cx="770367"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0" name="箭號: 向右 19">
            <a:extLst>
              <a:ext uri="{FF2B5EF4-FFF2-40B4-BE49-F238E27FC236}">
                <a16:creationId xmlns:a16="http://schemas.microsoft.com/office/drawing/2014/main" id="{DFF05EB6-44CA-4748-8186-E4870CCDB0AC}"/>
              </a:ext>
            </a:extLst>
          </p:cNvPr>
          <p:cNvSpPr/>
          <p:nvPr/>
        </p:nvSpPr>
        <p:spPr>
          <a:xfrm>
            <a:off x="8112279" y="5735312"/>
            <a:ext cx="770367"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graphicFrame>
        <p:nvGraphicFramePr>
          <p:cNvPr id="21" name="表格 20">
            <a:extLst>
              <a:ext uri="{FF2B5EF4-FFF2-40B4-BE49-F238E27FC236}">
                <a16:creationId xmlns:a16="http://schemas.microsoft.com/office/drawing/2014/main" id="{5CD2D274-0DA3-4138-9B5E-5D7DEB6794CE}"/>
              </a:ext>
            </a:extLst>
          </p:cNvPr>
          <p:cNvGraphicFramePr>
            <a:graphicFrameLocks noGrp="1"/>
          </p:cNvGraphicFramePr>
          <p:nvPr>
            <p:extLst>
              <p:ext uri="{D42A27DB-BD31-4B8C-83A1-F6EECF244321}">
                <p14:modId xmlns:p14="http://schemas.microsoft.com/office/powerpoint/2010/main" val="2099575468"/>
              </p:ext>
            </p:extLst>
          </p:nvPr>
        </p:nvGraphicFramePr>
        <p:xfrm>
          <a:off x="9095100" y="77947"/>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22" name="表格 21">
            <a:extLst>
              <a:ext uri="{FF2B5EF4-FFF2-40B4-BE49-F238E27FC236}">
                <a16:creationId xmlns:a16="http://schemas.microsoft.com/office/drawing/2014/main" id="{9D2C88A8-D5D0-4400-AC1D-E726DC90BDD4}"/>
              </a:ext>
            </a:extLst>
          </p:cNvPr>
          <p:cNvGraphicFramePr>
            <a:graphicFrameLocks noGrp="1"/>
          </p:cNvGraphicFramePr>
          <p:nvPr>
            <p:extLst>
              <p:ext uri="{D42A27DB-BD31-4B8C-83A1-F6EECF244321}">
                <p14:modId xmlns:p14="http://schemas.microsoft.com/office/powerpoint/2010/main" val="447139707"/>
              </p:ext>
            </p:extLst>
          </p:nvPr>
        </p:nvGraphicFramePr>
        <p:xfrm>
          <a:off x="9095100" y="2399368"/>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23" name="表格 22">
            <a:extLst>
              <a:ext uri="{FF2B5EF4-FFF2-40B4-BE49-F238E27FC236}">
                <a16:creationId xmlns:a16="http://schemas.microsoft.com/office/drawing/2014/main" id="{FF07332A-AF0A-425F-ACFE-E22B2244AC31}"/>
              </a:ext>
            </a:extLst>
          </p:cNvPr>
          <p:cNvGraphicFramePr>
            <a:graphicFrameLocks noGrp="1"/>
          </p:cNvGraphicFramePr>
          <p:nvPr>
            <p:extLst>
              <p:ext uri="{D42A27DB-BD31-4B8C-83A1-F6EECF244321}">
                <p14:modId xmlns:p14="http://schemas.microsoft.com/office/powerpoint/2010/main" val="3262019132"/>
              </p:ext>
            </p:extLst>
          </p:nvPr>
        </p:nvGraphicFramePr>
        <p:xfrm>
          <a:off x="9095100" y="4680175"/>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24" name="矩形: 圓角 23">
            <a:extLst>
              <a:ext uri="{FF2B5EF4-FFF2-40B4-BE49-F238E27FC236}">
                <a16:creationId xmlns:a16="http://schemas.microsoft.com/office/drawing/2014/main" id="{5F59EB5B-3FCD-4FF8-877E-1E9C89F1A6AC}"/>
              </a:ext>
            </a:extLst>
          </p:cNvPr>
          <p:cNvSpPr/>
          <p:nvPr/>
        </p:nvSpPr>
        <p:spPr>
          <a:xfrm>
            <a:off x="8031434" y="369165"/>
            <a:ext cx="873746"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err="1"/>
              <a:t>Relu</a:t>
            </a:r>
            <a:endParaRPr lang="zh-TW" altLang="en-US" dirty="0"/>
          </a:p>
        </p:txBody>
      </p:sp>
      <p:sp>
        <p:nvSpPr>
          <p:cNvPr id="25" name="矩形: 圓角 24">
            <a:extLst>
              <a:ext uri="{FF2B5EF4-FFF2-40B4-BE49-F238E27FC236}">
                <a16:creationId xmlns:a16="http://schemas.microsoft.com/office/drawing/2014/main" id="{97DB8A59-365F-495F-AB2C-D3BA8261A1B8}"/>
              </a:ext>
            </a:extLst>
          </p:cNvPr>
          <p:cNvSpPr/>
          <p:nvPr/>
        </p:nvSpPr>
        <p:spPr>
          <a:xfrm>
            <a:off x="8031434" y="2845995"/>
            <a:ext cx="873746"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err="1"/>
              <a:t>Relu</a:t>
            </a:r>
            <a:endParaRPr lang="zh-TW" altLang="en-US" dirty="0"/>
          </a:p>
        </p:txBody>
      </p:sp>
      <p:sp>
        <p:nvSpPr>
          <p:cNvPr id="26" name="矩形: 圓角 25">
            <a:extLst>
              <a:ext uri="{FF2B5EF4-FFF2-40B4-BE49-F238E27FC236}">
                <a16:creationId xmlns:a16="http://schemas.microsoft.com/office/drawing/2014/main" id="{3B4DBF4C-093D-49DC-8DFA-7AFE98F81728}"/>
              </a:ext>
            </a:extLst>
          </p:cNvPr>
          <p:cNvSpPr/>
          <p:nvPr/>
        </p:nvSpPr>
        <p:spPr>
          <a:xfrm>
            <a:off x="8031434" y="5322825"/>
            <a:ext cx="873746"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err="1"/>
              <a:t>Relu</a:t>
            </a:r>
            <a:endParaRPr lang="zh-TW" altLang="en-US" dirty="0"/>
          </a:p>
        </p:txBody>
      </p:sp>
      <p:sp>
        <p:nvSpPr>
          <p:cNvPr id="28" name="投影片編號版面配置區 7">
            <a:extLst>
              <a:ext uri="{FF2B5EF4-FFF2-40B4-BE49-F238E27FC236}">
                <a16:creationId xmlns:a16="http://schemas.microsoft.com/office/drawing/2014/main" id="{A13D9522-99AF-4D5A-A312-ADEC032537B8}"/>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23</a:t>
            </a:fld>
            <a:endParaRPr lang="zh-TW" altLang="en-US" dirty="0">
              <a:solidFill>
                <a:schemeClr val="tx1"/>
              </a:solidFill>
            </a:endParaRPr>
          </a:p>
        </p:txBody>
      </p:sp>
      <p:pic>
        <p:nvPicPr>
          <p:cNvPr id="29" name="Audio 28">
            <a:hlinkClick r:id="" action="ppaction://media"/>
          </p:cNvPr>
          <p:cNvPicPr>
            <a:picLocks noChangeAspect="1"/>
          </p:cNvPicPr>
          <p:nvPr>
            <a:audioFile r:link="rId1"/>
            <p:extLst>
              <p:ext uri="{DAA4B4D4-6D71-4841-9C94-3DE7FCFB9230}">
                <p14:media xmlns:p14="http://schemas.microsoft.com/office/powerpoint/2010/main" r:embed="rId2">
                  <p14:trim st="2023"/>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1256551009"/>
      </p:ext>
    </p:extLst>
  </p:cSld>
  <p:clrMapOvr>
    <a:masterClrMapping/>
  </p:clrMapOvr>
  <mc:AlternateContent xmlns:mc="http://schemas.openxmlformats.org/markup-compatibility/2006" xmlns:p14="http://schemas.microsoft.com/office/powerpoint/2010/main">
    <mc:Choice Requires="p14">
      <p:transition spd="slow" p14:dur="2000" advTm="11200"/>
    </mc:Choice>
    <mc:Fallback xmlns="">
      <p:transition spd="slow" advTm="11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59091" showWhenStopped="0">
                <p:cTn id="7" fill="hold" display="0">
                  <p:stCondLst>
                    <p:cond delay="indefinite"/>
                  </p:stCondLst>
                  <p:endCondLst>
                    <p:cond evt="onStopAudio" delay="0">
                      <p:tgtEl>
                        <p:sldTgt/>
                      </p:tgtEl>
                    </p:cond>
                  </p:endCondLst>
                </p:cTn>
                <p:tgtEl>
                  <p:spTgt spid="29"/>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圖片 11">
            <a:extLst>
              <a:ext uri="{FF2B5EF4-FFF2-40B4-BE49-F238E27FC236}">
                <a16:creationId xmlns:a16="http://schemas.microsoft.com/office/drawing/2014/main" id="{36FF3AA8-5D04-4140-B9BF-21818AD7F937}"/>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4" name="表格 3">
            <a:extLst>
              <a:ext uri="{FF2B5EF4-FFF2-40B4-BE49-F238E27FC236}">
                <a16:creationId xmlns:a16="http://schemas.microsoft.com/office/drawing/2014/main" id="{792B98F3-8760-4709-8169-78042CABC0E9}"/>
              </a:ext>
            </a:extLst>
          </p:cNvPr>
          <p:cNvGraphicFramePr>
            <a:graphicFrameLocks noGrp="1"/>
          </p:cNvGraphicFramePr>
          <p:nvPr>
            <p:extLst>
              <p:ext uri="{D42A27DB-BD31-4B8C-83A1-F6EECF244321}">
                <p14:modId xmlns:p14="http://schemas.microsoft.com/office/powerpoint/2010/main" val="2893398523"/>
              </p:ext>
            </p:extLst>
          </p:nvPr>
        </p:nvGraphicFramePr>
        <p:xfrm>
          <a:off x="8387801" y="2612020"/>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5" name="表格 4">
            <a:extLst>
              <a:ext uri="{FF2B5EF4-FFF2-40B4-BE49-F238E27FC236}">
                <a16:creationId xmlns:a16="http://schemas.microsoft.com/office/drawing/2014/main" id="{38052651-097C-4B54-BF09-E217C1824292}"/>
              </a:ext>
            </a:extLst>
          </p:cNvPr>
          <p:cNvGraphicFramePr>
            <a:graphicFrameLocks noGrp="1"/>
          </p:cNvGraphicFramePr>
          <p:nvPr>
            <p:extLst>
              <p:ext uri="{D42A27DB-BD31-4B8C-83A1-F6EECF244321}">
                <p14:modId xmlns:p14="http://schemas.microsoft.com/office/powerpoint/2010/main" val="2228666225"/>
              </p:ext>
            </p:extLst>
          </p:nvPr>
        </p:nvGraphicFramePr>
        <p:xfrm>
          <a:off x="8222701" y="2486321"/>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6" name="表格 5">
            <a:extLst>
              <a:ext uri="{FF2B5EF4-FFF2-40B4-BE49-F238E27FC236}">
                <a16:creationId xmlns:a16="http://schemas.microsoft.com/office/drawing/2014/main" id="{20E5369B-C26D-45E0-BDD1-AA88E6EFCF5A}"/>
              </a:ext>
            </a:extLst>
          </p:cNvPr>
          <p:cNvGraphicFramePr>
            <a:graphicFrameLocks noGrp="1"/>
          </p:cNvGraphicFramePr>
          <p:nvPr>
            <p:extLst>
              <p:ext uri="{D42A27DB-BD31-4B8C-83A1-F6EECF244321}">
                <p14:modId xmlns:p14="http://schemas.microsoft.com/office/powerpoint/2010/main" val="3540197036"/>
              </p:ext>
            </p:extLst>
          </p:nvPr>
        </p:nvGraphicFramePr>
        <p:xfrm>
          <a:off x="2112268" y="2549215"/>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7" name="箭號: 向右 6">
            <a:extLst>
              <a:ext uri="{FF2B5EF4-FFF2-40B4-BE49-F238E27FC236}">
                <a16:creationId xmlns:a16="http://schemas.microsoft.com/office/drawing/2014/main" id="{010A2DCC-9E02-44CB-B00C-5EEC8EE9E944}"/>
              </a:ext>
            </a:extLst>
          </p:cNvPr>
          <p:cNvSpPr/>
          <p:nvPr/>
        </p:nvSpPr>
        <p:spPr>
          <a:xfrm>
            <a:off x="4848379" y="3429000"/>
            <a:ext cx="2784321"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8" name="圓角矩形 4">
            <a:extLst>
              <a:ext uri="{FF2B5EF4-FFF2-40B4-BE49-F238E27FC236}">
                <a16:creationId xmlns:a16="http://schemas.microsoft.com/office/drawing/2014/main" id="{178CBB86-402F-49E3-AF6D-A9D50F0F0DEF}"/>
              </a:ext>
            </a:extLst>
          </p:cNvPr>
          <p:cNvSpPr/>
          <p:nvPr/>
        </p:nvSpPr>
        <p:spPr>
          <a:xfrm>
            <a:off x="5012501" y="2710686"/>
            <a:ext cx="2370197" cy="601662"/>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1</a:t>
            </a:r>
          </a:p>
          <a:p>
            <a:pPr algn="ctr"/>
            <a:r>
              <a:rPr lang="en-US" altLang="zh-TW" dirty="0"/>
              <a:t>( 3 filters)</a:t>
            </a:r>
            <a:endParaRPr lang="zh-TW" altLang="en-US" dirty="0"/>
          </a:p>
        </p:txBody>
      </p:sp>
      <p:graphicFrame>
        <p:nvGraphicFramePr>
          <p:cNvPr id="9" name="表格 8">
            <a:extLst>
              <a:ext uri="{FF2B5EF4-FFF2-40B4-BE49-F238E27FC236}">
                <a16:creationId xmlns:a16="http://schemas.microsoft.com/office/drawing/2014/main" id="{335E52B0-4876-43DD-BB81-6BDF2D03061E}"/>
              </a:ext>
            </a:extLst>
          </p:cNvPr>
          <p:cNvGraphicFramePr>
            <a:graphicFrameLocks noGrp="1"/>
          </p:cNvGraphicFramePr>
          <p:nvPr>
            <p:extLst>
              <p:ext uri="{D42A27DB-BD31-4B8C-83A1-F6EECF244321}">
                <p14:modId xmlns:p14="http://schemas.microsoft.com/office/powerpoint/2010/main" val="659899626"/>
              </p:ext>
            </p:extLst>
          </p:nvPr>
        </p:nvGraphicFramePr>
        <p:xfrm>
          <a:off x="8057601" y="236062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0" name="圓角矩形 4">
            <a:extLst>
              <a:ext uri="{FF2B5EF4-FFF2-40B4-BE49-F238E27FC236}">
                <a16:creationId xmlns:a16="http://schemas.microsoft.com/office/drawing/2014/main" id="{535A91CF-9575-4C14-B85C-99950ECDF117}"/>
              </a:ext>
            </a:extLst>
          </p:cNvPr>
          <p:cNvSpPr/>
          <p:nvPr/>
        </p:nvSpPr>
        <p:spPr>
          <a:xfrm>
            <a:off x="2039834" y="1567686"/>
            <a:ext cx="2370197"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5x5x1</a:t>
            </a:r>
            <a:endParaRPr lang="zh-TW" altLang="en-US" sz="2400" dirty="0"/>
          </a:p>
        </p:txBody>
      </p:sp>
      <p:sp>
        <p:nvSpPr>
          <p:cNvPr id="11" name="圓角矩形 4">
            <a:extLst>
              <a:ext uri="{FF2B5EF4-FFF2-40B4-BE49-F238E27FC236}">
                <a16:creationId xmlns:a16="http://schemas.microsoft.com/office/drawing/2014/main" id="{FB56C9C6-D79C-4472-B295-F23BA46A9080}"/>
              </a:ext>
            </a:extLst>
          </p:cNvPr>
          <p:cNvSpPr/>
          <p:nvPr/>
        </p:nvSpPr>
        <p:spPr>
          <a:xfrm>
            <a:off x="8150267" y="1567686"/>
            <a:ext cx="2370197"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5x5x3</a:t>
            </a:r>
            <a:endParaRPr lang="zh-TW" altLang="en-US" sz="2400" dirty="0"/>
          </a:p>
        </p:txBody>
      </p:sp>
      <p:sp>
        <p:nvSpPr>
          <p:cNvPr id="13" name="投影片編號版面配置區 7">
            <a:extLst>
              <a:ext uri="{FF2B5EF4-FFF2-40B4-BE49-F238E27FC236}">
                <a16:creationId xmlns:a16="http://schemas.microsoft.com/office/drawing/2014/main" id="{41A4F3E6-7EA7-4B37-A68C-89E77B67299F}"/>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24</a:t>
            </a:fld>
            <a:endParaRPr lang="zh-TW" altLang="en-US" dirty="0">
              <a:solidFill>
                <a:schemeClr val="tx1"/>
              </a:solidFill>
            </a:endParaRPr>
          </a:p>
        </p:txBody>
      </p:sp>
      <p:pic>
        <p:nvPicPr>
          <p:cNvPr id="2" name="Audio 1">
            <a:hlinkClick r:id="" action="ppaction://media"/>
          </p:cNvPr>
          <p:cNvPicPr>
            <a:picLocks noChangeAspect="1"/>
          </p:cNvPicPr>
          <p:nvPr>
            <a:audioFile r:link="rId1"/>
            <p:extLst>
              <p:ext uri="{DAA4B4D4-6D71-4841-9C94-3DE7FCFB9230}">
                <p14:media xmlns:p14="http://schemas.microsoft.com/office/powerpoint/2010/main" r:embed="rId2">
                  <p14:trim st="1908"/>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4269827182"/>
      </p:ext>
    </p:extLst>
  </p:cSld>
  <p:clrMapOvr>
    <a:masterClrMapping/>
  </p:clrMapOvr>
  <mc:AlternateContent xmlns:mc="http://schemas.openxmlformats.org/markup-compatibility/2006" xmlns:p14="http://schemas.microsoft.com/office/powerpoint/2010/main">
    <mc:Choice Requires="p14">
      <p:transition spd="slow" p14:dur="2000" advTm="12480"/>
    </mc:Choice>
    <mc:Fallback xmlns="">
      <p:transition spd="slow" advTm="12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59091"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7A8445F3-0A30-4C20-BD7F-1EADF4C3A8BA}"/>
              </a:ext>
            </a:extLst>
          </p:cNvPr>
          <p:cNvSpPr/>
          <p:nvPr/>
        </p:nvSpPr>
        <p:spPr>
          <a:xfrm>
            <a:off x="11213517" y="3164075"/>
            <a:ext cx="442353" cy="401803"/>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rPr>
              <a:t>0</a:t>
            </a:r>
            <a:endParaRPr lang="zh-TW" altLang="en-US" dirty="0">
              <a:solidFill>
                <a:schemeClr val="tx1"/>
              </a:solidFill>
            </a:endParaRPr>
          </a:p>
        </p:txBody>
      </p:sp>
      <p:graphicFrame>
        <p:nvGraphicFramePr>
          <p:cNvPr id="12" name="表格 11">
            <a:extLst>
              <a:ext uri="{FF2B5EF4-FFF2-40B4-BE49-F238E27FC236}">
                <a16:creationId xmlns:a16="http://schemas.microsoft.com/office/drawing/2014/main" id="{ECB76F92-93C8-4461-A260-9A663C060F23}"/>
              </a:ext>
            </a:extLst>
          </p:cNvPr>
          <p:cNvGraphicFramePr>
            <a:graphicFrameLocks noGrp="1"/>
          </p:cNvGraphicFramePr>
          <p:nvPr/>
        </p:nvGraphicFramePr>
        <p:xfrm>
          <a:off x="4111815" y="25034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1" name="表格 10">
            <a:extLst>
              <a:ext uri="{FF2B5EF4-FFF2-40B4-BE49-F238E27FC236}">
                <a16:creationId xmlns:a16="http://schemas.microsoft.com/office/drawing/2014/main" id="{8848A1D3-DE4C-4676-A765-38C3C115C462}"/>
              </a:ext>
            </a:extLst>
          </p:cNvPr>
          <p:cNvGraphicFramePr>
            <a:graphicFrameLocks noGrp="1"/>
          </p:cNvGraphicFramePr>
          <p:nvPr/>
        </p:nvGraphicFramePr>
        <p:xfrm>
          <a:off x="3997515" y="24018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E42275DD-5DEF-4BA9-B0D2-EB7C5B46ED88}"/>
              </a:ext>
            </a:extLst>
          </p:cNvPr>
          <p:cNvGraphicFramePr>
            <a:graphicFrameLocks noGrp="1"/>
          </p:cNvGraphicFramePr>
          <p:nvPr/>
        </p:nvGraphicFramePr>
        <p:xfrm>
          <a:off x="347556" y="239764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5" name="箭號: 向右 4">
            <a:extLst>
              <a:ext uri="{FF2B5EF4-FFF2-40B4-BE49-F238E27FC236}">
                <a16:creationId xmlns:a16="http://schemas.microsoft.com/office/drawing/2014/main" id="{FD5903D7-81D1-45F9-B9E2-FC990C81F6A7}"/>
              </a:ext>
            </a:extLst>
          </p:cNvPr>
          <p:cNvSpPr/>
          <p:nvPr/>
        </p:nvSpPr>
        <p:spPr>
          <a:xfrm>
            <a:off x="2521676"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6" name="圓角矩形 4">
            <a:extLst>
              <a:ext uri="{FF2B5EF4-FFF2-40B4-BE49-F238E27FC236}">
                <a16:creationId xmlns:a16="http://schemas.microsoft.com/office/drawing/2014/main" id="{292C49E8-7202-4FD4-A13E-76B3A77908FA}"/>
              </a:ext>
            </a:extLst>
          </p:cNvPr>
          <p:cNvSpPr/>
          <p:nvPr/>
        </p:nvSpPr>
        <p:spPr>
          <a:xfrm>
            <a:off x="2364704" y="1914596"/>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1</a:t>
            </a:r>
          </a:p>
          <a:p>
            <a:pPr algn="ctr"/>
            <a:r>
              <a:rPr lang="en-US" altLang="zh-TW" dirty="0"/>
              <a:t>( 3 filters)</a:t>
            </a:r>
            <a:endParaRPr lang="zh-TW" altLang="en-US" dirty="0"/>
          </a:p>
        </p:txBody>
      </p:sp>
      <p:sp>
        <p:nvSpPr>
          <p:cNvPr id="8" name="圓角矩形 4">
            <a:extLst>
              <a:ext uri="{FF2B5EF4-FFF2-40B4-BE49-F238E27FC236}">
                <a16:creationId xmlns:a16="http://schemas.microsoft.com/office/drawing/2014/main" id="{10CA7081-D4C8-4496-A838-6B8C5E06D4EF}"/>
              </a:ext>
            </a:extLst>
          </p:cNvPr>
          <p:cNvSpPr/>
          <p:nvPr/>
        </p:nvSpPr>
        <p:spPr>
          <a:xfrm>
            <a:off x="479401" y="161376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5x5x1</a:t>
            </a:r>
            <a:endParaRPr lang="zh-TW" altLang="en-US" sz="2400" dirty="0"/>
          </a:p>
        </p:txBody>
      </p:sp>
      <p:graphicFrame>
        <p:nvGraphicFramePr>
          <p:cNvPr id="10" name="表格 9">
            <a:extLst>
              <a:ext uri="{FF2B5EF4-FFF2-40B4-BE49-F238E27FC236}">
                <a16:creationId xmlns:a16="http://schemas.microsoft.com/office/drawing/2014/main" id="{49865FCC-D690-4C56-B821-863DBE59604E}"/>
              </a:ext>
            </a:extLst>
          </p:cNvPr>
          <p:cNvGraphicFramePr>
            <a:graphicFrameLocks noGrp="1"/>
          </p:cNvGraphicFramePr>
          <p:nvPr/>
        </p:nvGraphicFramePr>
        <p:xfrm>
          <a:off x="3883215" y="23002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3" name="箭號: 向右 12">
            <a:extLst>
              <a:ext uri="{FF2B5EF4-FFF2-40B4-BE49-F238E27FC236}">
                <a16:creationId xmlns:a16="http://schemas.microsoft.com/office/drawing/2014/main" id="{620BE942-10BA-4A2B-9D62-5694A3B6DFDC}"/>
              </a:ext>
            </a:extLst>
          </p:cNvPr>
          <p:cNvSpPr/>
          <p:nvPr/>
        </p:nvSpPr>
        <p:spPr>
          <a:xfrm>
            <a:off x="6240992"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4" name="圓角矩形 4">
            <a:extLst>
              <a:ext uri="{FF2B5EF4-FFF2-40B4-BE49-F238E27FC236}">
                <a16:creationId xmlns:a16="http://schemas.microsoft.com/office/drawing/2014/main" id="{86E1D2DE-B580-487F-845B-F5F84196355C}"/>
              </a:ext>
            </a:extLst>
          </p:cNvPr>
          <p:cNvSpPr/>
          <p:nvPr/>
        </p:nvSpPr>
        <p:spPr>
          <a:xfrm>
            <a:off x="6099371" y="1973620"/>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2</a:t>
            </a:r>
          </a:p>
          <a:p>
            <a:pPr algn="ctr"/>
            <a:r>
              <a:rPr lang="en-US" altLang="zh-TW" dirty="0"/>
              <a:t>( 2 filters)</a:t>
            </a:r>
            <a:endParaRPr lang="zh-TW" altLang="en-US" dirty="0"/>
          </a:p>
        </p:txBody>
      </p:sp>
      <p:graphicFrame>
        <p:nvGraphicFramePr>
          <p:cNvPr id="15" name="表格 14">
            <a:extLst>
              <a:ext uri="{FF2B5EF4-FFF2-40B4-BE49-F238E27FC236}">
                <a16:creationId xmlns:a16="http://schemas.microsoft.com/office/drawing/2014/main" id="{F42BDBBC-23AB-4B0F-B28B-C9DD0B174A81}"/>
              </a:ext>
            </a:extLst>
          </p:cNvPr>
          <p:cNvGraphicFramePr>
            <a:graphicFrameLocks noGrp="1"/>
          </p:cNvGraphicFramePr>
          <p:nvPr/>
        </p:nvGraphicFramePr>
        <p:xfrm>
          <a:off x="7702590" y="24018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6" name="表格 15">
            <a:extLst>
              <a:ext uri="{FF2B5EF4-FFF2-40B4-BE49-F238E27FC236}">
                <a16:creationId xmlns:a16="http://schemas.microsoft.com/office/drawing/2014/main" id="{A3AC749F-1EA7-4501-ABFE-949FDBBF8ECD}"/>
              </a:ext>
            </a:extLst>
          </p:cNvPr>
          <p:cNvGraphicFramePr>
            <a:graphicFrameLocks noGrp="1"/>
          </p:cNvGraphicFramePr>
          <p:nvPr/>
        </p:nvGraphicFramePr>
        <p:xfrm>
          <a:off x="7588290" y="23002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7" name="箭號: 向右 16">
            <a:extLst>
              <a:ext uri="{FF2B5EF4-FFF2-40B4-BE49-F238E27FC236}">
                <a16:creationId xmlns:a16="http://schemas.microsoft.com/office/drawing/2014/main" id="{7D356F81-5C19-499B-813D-CE287375F9B7}"/>
              </a:ext>
            </a:extLst>
          </p:cNvPr>
          <p:cNvSpPr/>
          <p:nvPr/>
        </p:nvSpPr>
        <p:spPr>
          <a:xfrm>
            <a:off x="9864344"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9035B612-B92D-48EC-9AC5-22FC36DC2835}"/>
              </a:ext>
            </a:extLst>
          </p:cNvPr>
          <p:cNvSpPr/>
          <p:nvPr/>
        </p:nvSpPr>
        <p:spPr>
          <a:xfrm>
            <a:off x="11117562" y="3079409"/>
            <a:ext cx="442353" cy="401803"/>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rPr>
              <a:t>0</a:t>
            </a:r>
            <a:endParaRPr lang="zh-TW" altLang="en-US" dirty="0">
              <a:solidFill>
                <a:schemeClr val="tx1"/>
              </a:solidFill>
            </a:endParaRPr>
          </a:p>
        </p:txBody>
      </p:sp>
      <p:sp>
        <p:nvSpPr>
          <p:cNvPr id="19" name="圓角矩形 4">
            <a:extLst>
              <a:ext uri="{FF2B5EF4-FFF2-40B4-BE49-F238E27FC236}">
                <a16:creationId xmlns:a16="http://schemas.microsoft.com/office/drawing/2014/main" id="{C531B475-D4A0-4097-B88A-91729878746A}"/>
              </a:ext>
            </a:extLst>
          </p:cNvPr>
          <p:cNvSpPr/>
          <p:nvPr/>
        </p:nvSpPr>
        <p:spPr>
          <a:xfrm>
            <a:off x="9707373" y="2079400"/>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Fully connected layer</a:t>
            </a:r>
            <a:endParaRPr lang="zh-TW" altLang="en-US" dirty="0"/>
          </a:p>
        </p:txBody>
      </p:sp>
      <p:sp>
        <p:nvSpPr>
          <p:cNvPr id="21" name="圓角矩形 4">
            <a:extLst>
              <a:ext uri="{FF2B5EF4-FFF2-40B4-BE49-F238E27FC236}">
                <a16:creationId xmlns:a16="http://schemas.microsoft.com/office/drawing/2014/main" id="{8077239B-0AD7-448D-BA77-1F055DB4DAB8}"/>
              </a:ext>
            </a:extLst>
          </p:cNvPr>
          <p:cNvSpPr/>
          <p:nvPr/>
        </p:nvSpPr>
        <p:spPr>
          <a:xfrm>
            <a:off x="4082223" y="161376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5x5x3</a:t>
            </a:r>
            <a:endParaRPr lang="zh-TW" altLang="en-US" sz="2400" dirty="0"/>
          </a:p>
        </p:txBody>
      </p:sp>
      <p:sp>
        <p:nvSpPr>
          <p:cNvPr id="22" name="圓角矩形 4">
            <a:extLst>
              <a:ext uri="{FF2B5EF4-FFF2-40B4-BE49-F238E27FC236}">
                <a16:creationId xmlns:a16="http://schemas.microsoft.com/office/drawing/2014/main" id="{6E43B0E1-2D03-4806-AAA9-CE88139F5C66}"/>
              </a:ext>
            </a:extLst>
          </p:cNvPr>
          <p:cNvSpPr/>
          <p:nvPr/>
        </p:nvSpPr>
        <p:spPr>
          <a:xfrm>
            <a:off x="7720135" y="1596958"/>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5x5x2</a:t>
            </a:r>
            <a:endParaRPr lang="zh-TW" altLang="en-US" sz="2400" dirty="0"/>
          </a:p>
        </p:txBody>
      </p:sp>
      <p:graphicFrame>
        <p:nvGraphicFramePr>
          <p:cNvPr id="24" name="內容版面配置區 11">
            <a:extLst>
              <a:ext uri="{FF2B5EF4-FFF2-40B4-BE49-F238E27FC236}">
                <a16:creationId xmlns:a16="http://schemas.microsoft.com/office/drawing/2014/main" id="{75993C37-F373-4C5C-AD1D-3ED6F57CA624}"/>
              </a:ext>
            </a:extLst>
          </p:cNvPr>
          <p:cNvGraphicFramePr>
            <a:graphicFrameLocks noGrp="1"/>
          </p:cNvGraphicFramePr>
          <p:nvPr>
            <p:ph idx="1"/>
          </p:nvPr>
        </p:nvGraphicFramePr>
        <p:xfrm>
          <a:off x="10723129" y="5975814"/>
          <a:ext cx="1347166" cy="365760"/>
        </p:xfrm>
        <a:graphic>
          <a:graphicData uri="http://schemas.openxmlformats.org/drawingml/2006/table">
            <a:tbl>
              <a:tblPr firstRow="1" bandRow="1">
                <a:tableStyleId>{073A0DAA-6AF3-43AB-8588-CEC1D06C72B9}</a:tableStyleId>
              </a:tblPr>
              <a:tblGrid>
                <a:gridCol w="673583">
                  <a:extLst>
                    <a:ext uri="{9D8B030D-6E8A-4147-A177-3AD203B41FA5}">
                      <a16:colId xmlns:a16="http://schemas.microsoft.com/office/drawing/2014/main" val="20000"/>
                    </a:ext>
                  </a:extLst>
                </a:gridCol>
                <a:gridCol w="673583">
                  <a:extLst>
                    <a:ext uri="{9D8B030D-6E8A-4147-A177-3AD203B41FA5}">
                      <a16:colId xmlns:a16="http://schemas.microsoft.com/office/drawing/2014/main" val="20001"/>
                    </a:ext>
                  </a:extLst>
                </a:gridCol>
              </a:tblGrid>
              <a:tr h="0">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val="10000"/>
                  </a:ext>
                </a:extLst>
              </a:tr>
            </a:tbl>
          </a:graphicData>
        </a:graphic>
      </p:graphicFrame>
      <p:sp>
        <p:nvSpPr>
          <p:cNvPr id="25" name="箭號: 向右 24">
            <a:extLst>
              <a:ext uri="{FF2B5EF4-FFF2-40B4-BE49-F238E27FC236}">
                <a16:creationId xmlns:a16="http://schemas.microsoft.com/office/drawing/2014/main" id="{198BED6B-05D9-41B1-BCF0-7BB830824EA7}"/>
              </a:ext>
            </a:extLst>
          </p:cNvPr>
          <p:cNvSpPr/>
          <p:nvPr/>
        </p:nvSpPr>
        <p:spPr>
          <a:xfrm rot="5400000">
            <a:off x="10839838" y="4705899"/>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3" name="圓角矩形 4">
            <a:extLst>
              <a:ext uri="{FF2B5EF4-FFF2-40B4-BE49-F238E27FC236}">
                <a16:creationId xmlns:a16="http://schemas.microsoft.com/office/drawing/2014/main" id="{6CAEE530-E7E5-4320-A7BB-490C59252D3A}"/>
              </a:ext>
            </a:extLst>
          </p:cNvPr>
          <p:cNvSpPr/>
          <p:nvPr/>
        </p:nvSpPr>
        <p:spPr>
          <a:xfrm>
            <a:off x="10099767" y="4561455"/>
            <a:ext cx="1113749" cy="601662"/>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err="1"/>
              <a:t>Softmax</a:t>
            </a:r>
            <a:endParaRPr lang="zh-TW" altLang="en-US" dirty="0"/>
          </a:p>
        </p:txBody>
      </p:sp>
      <p:sp>
        <p:nvSpPr>
          <p:cNvPr id="26" name="標題 1">
            <a:extLst>
              <a:ext uri="{FF2B5EF4-FFF2-40B4-BE49-F238E27FC236}">
                <a16:creationId xmlns:a16="http://schemas.microsoft.com/office/drawing/2014/main" id="{066C6D6A-26A1-4353-A740-35AF3EEAAA77}"/>
              </a:ext>
            </a:extLst>
          </p:cNvPr>
          <p:cNvSpPr>
            <a:spLocks noGrp="1"/>
          </p:cNvSpPr>
          <p:nvPr>
            <p:ph type="title"/>
          </p:nvPr>
        </p:nvSpPr>
        <p:spPr>
          <a:xfrm>
            <a:off x="642891" y="197095"/>
            <a:ext cx="1971025" cy="1325563"/>
          </a:xfrm>
        </p:spPr>
        <p:txBody>
          <a:bodyPr/>
          <a:lstStyle/>
          <a:p>
            <a:r>
              <a:rPr lang="en-US" altLang="zh-TW" b="1" dirty="0"/>
              <a:t>Outline</a:t>
            </a:r>
            <a:endParaRPr lang="zh-TW" altLang="en-US" dirty="0"/>
          </a:p>
        </p:txBody>
      </p:sp>
      <p:sp>
        <p:nvSpPr>
          <p:cNvPr id="28" name="矩形 27">
            <a:extLst>
              <a:ext uri="{FF2B5EF4-FFF2-40B4-BE49-F238E27FC236}">
                <a16:creationId xmlns:a16="http://schemas.microsoft.com/office/drawing/2014/main" id="{56060268-9F02-46BE-81B5-A335C79C569C}"/>
              </a:ext>
            </a:extLst>
          </p:cNvPr>
          <p:cNvSpPr/>
          <p:nvPr/>
        </p:nvSpPr>
        <p:spPr>
          <a:xfrm>
            <a:off x="6034665" y="1841091"/>
            <a:ext cx="1567052" cy="111309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投影片編號版面配置區 7">
            <a:extLst>
              <a:ext uri="{FF2B5EF4-FFF2-40B4-BE49-F238E27FC236}">
                <a16:creationId xmlns:a16="http://schemas.microsoft.com/office/drawing/2014/main" id="{BF2D3378-F760-47A0-8A0D-7B2A4452AFD8}"/>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25</a:t>
            </a:fld>
            <a:endParaRPr lang="zh-TW" altLang="en-US" dirty="0">
              <a:solidFill>
                <a:schemeClr val="tx1"/>
              </a:solidFill>
            </a:endParaRPr>
          </a:p>
        </p:txBody>
      </p:sp>
      <p:graphicFrame>
        <p:nvGraphicFramePr>
          <p:cNvPr id="27" name="表格 26">
            <a:extLst>
              <a:ext uri="{FF2B5EF4-FFF2-40B4-BE49-F238E27FC236}">
                <a16:creationId xmlns:a16="http://schemas.microsoft.com/office/drawing/2014/main" id="{5AE50D8B-EDDB-482F-A6EE-2BFED577EF3E}"/>
              </a:ext>
            </a:extLst>
          </p:cNvPr>
          <p:cNvGraphicFramePr>
            <a:graphicFrameLocks noGrp="1"/>
          </p:cNvGraphicFramePr>
          <p:nvPr>
            <p:extLst>
              <p:ext uri="{D42A27DB-BD31-4B8C-83A1-F6EECF244321}">
                <p14:modId xmlns:p14="http://schemas.microsoft.com/office/powerpoint/2010/main" val="487101256"/>
              </p:ext>
            </p:extLst>
          </p:nvPr>
        </p:nvGraphicFramePr>
        <p:xfrm>
          <a:off x="6309154" y="732031"/>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29" name="表格 28">
            <a:extLst>
              <a:ext uri="{FF2B5EF4-FFF2-40B4-BE49-F238E27FC236}">
                <a16:creationId xmlns:a16="http://schemas.microsoft.com/office/drawing/2014/main" id="{5B46B07D-8389-40D2-95E1-7FEBE434696F}"/>
              </a:ext>
            </a:extLst>
          </p:cNvPr>
          <p:cNvGraphicFramePr>
            <a:graphicFrameLocks noGrp="1"/>
          </p:cNvGraphicFramePr>
          <p:nvPr>
            <p:extLst>
              <p:ext uri="{D42A27DB-BD31-4B8C-83A1-F6EECF244321}">
                <p14:modId xmlns:p14="http://schemas.microsoft.com/office/powerpoint/2010/main" val="1735739592"/>
              </p:ext>
            </p:extLst>
          </p:nvPr>
        </p:nvGraphicFramePr>
        <p:xfrm>
          <a:off x="6244225" y="660258"/>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31" name="表格 30">
            <a:extLst>
              <a:ext uri="{FF2B5EF4-FFF2-40B4-BE49-F238E27FC236}">
                <a16:creationId xmlns:a16="http://schemas.microsoft.com/office/drawing/2014/main" id="{2F96A8EA-EBAB-4C3C-B8A6-A7E18FC35F4F}"/>
              </a:ext>
            </a:extLst>
          </p:cNvPr>
          <p:cNvGraphicFramePr>
            <a:graphicFrameLocks noGrp="1"/>
          </p:cNvGraphicFramePr>
          <p:nvPr>
            <p:extLst>
              <p:ext uri="{D42A27DB-BD31-4B8C-83A1-F6EECF244321}">
                <p14:modId xmlns:p14="http://schemas.microsoft.com/office/powerpoint/2010/main" val="845582160"/>
              </p:ext>
            </p:extLst>
          </p:nvPr>
        </p:nvGraphicFramePr>
        <p:xfrm>
          <a:off x="2555756" y="653812"/>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32" name="表格 31">
            <a:extLst>
              <a:ext uri="{FF2B5EF4-FFF2-40B4-BE49-F238E27FC236}">
                <a16:creationId xmlns:a16="http://schemas.microsoft.com/office/drawing/2014/main" id="{4F3EEBDC-5F39-4741-9894-47D16EFFF5E2}"/>
              </a:ext>
            </a:extLst>
          </p:cNvPr>
          <p:cNvGraphicFramePr>
            <a:graphicFrameLocks noGrp="1"/>
          </p:cNvGraphicFramePr>
          <p:nvPr>
            <p:extLst>
              <p:ext uri="{D42A27DB-BD31-4B8C-83A1-F6EECF244321}">
                <p14:modId xmlns:p14="http://schemas.microsoft.com/office/powerpoint/2010/main" val="1741893953"/>
              </p:ext>
            </p:extLst>
          </p:nvPr>
        </p:nvGraphicFramePr>
        <p:xfrm>
          <a:off x="6179296" y="588485"/>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pic>
        <p:nvPicPr>
          <p:cNvPr id="2" name="Audio 1">
            <a:hlinkClick r:id="" action="ppaction://media"/>
          </p:cNvPr>
          <p:cNvPicPr>
            <a:picLocks noChangeAspect="1"/>
          </p:cNvPicPr>
          <p:nvPr>
            <a:audioFile r:link="rId1"/>
            <p:extLst>
              <p:ext uri="{DAA4B4D4-6D71-4841-9C94-3DE7FCFB9230}">
                <p14:media xmlns:p14="http://schemas.microsoft.com/office/powerpoint/2010/main" r:embed="rId2">
                  <p14:trim st="1824"/>
                </p14:media>
              </p:ext>
            </p:extLst>
          </p:nvPr>
        </p:nvPicPr>
        <p:blipFill>
          <a:blip r:embed="rId5"/>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1672070118"/>
      </p:ext>
    </p:extLst>
  </p:cSld>
  <p:clrMapOvr>
    <a:masterClrMapping/>
  </p:clrMapOvr>
  <mc:AlternateContent xmlns:mc="http://schemas.openxmlformats.org/markup-compatibility/2006" xmlns:p14="http://schemas.microsoft.com/office/powerpoint/2010/main">
    <mc:Choice Requires="p14">
      <p:transition spd="slow" p14:dur="2000" advTm="16600"/>
    </mc:Choice>
    <mc:Fallback xmlns="">
      <p:transition spd="slow" advTm="16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65152"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圖片 25">
            <a:extLst>
              <a:ext uri="{FF2B5EF4-FFF2-40B4-BE49-F238E27FC236}">
                <a16:creationId xmlns:a16="http://schemas.microsoft.com/office/drawing/2014/main" id="{03CBE485-8BD1-4975-8FFF-723B37425828}"/>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13" name="表格 12">
            <a:extLst>
              <a:ext uri="{FF2B5EF4-FFF2-40B4-BE49-F238E27FC236}">
                <a16:creationId xmlns:a16="http://schemas.microsoft.com/office/drawing/2014/main" id="{DA22D9A2-FCA7-4736-A602-8B635FBBC1E3}"/>
              </a:ext>
            </a:extLst>
          </p:cNvPr>
          <p:cNvGraphicFramePr>
            <a:graphicFrameLocks noGrp="1"/>
          </p:cNvGraphicFramePr>
          <p:nvPr>
            <p:extLst>
              <p:ext uri="{D42A27DB-BD31-4B8C-83A1-F6EECF244321}">
                <p14:modId xmlns:p14="http://schemas.microsoft.com/office/powerpoint/2010/main" val="2135682749"/>
              </p:ext>
            </p:extLst>
          </p:nvPr>
        </p:nvGraphicFramePr>
        <p:xfrm>
          <a:off x="5228334" y="1736130"/>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8" name="表格 7">
            <a:extLst>
              <a:ext uri="{FF2B5EF4-FFF2-40B4-BE49-F238E27FC236}">
                <a16:creationId xmlns:a16="http://schemas.microsoft.com/office/drawing/2014/main" id="{F1B4BE5A-D62D-47F1-9D50-76EAE5177860}"/>
              </a:ext>
            </a:extLst>
          </p:cNvPr>
          <p:cNvGraphicFramePr>
            <a:graphicFrameLocks noGrp="1"/>
          </p:cNvGraphicFramePr>
          <p:nvPr>
            <p:extLst>
              <p:ext uri="{D42A27DB-BD31-4B8C-83A1-F6EECF244321}">
                <p14:modId xmlns:p14="http://schemas.microsoft.com/office/powerpoint/2010/main" val="3373185070"/>
              </p:ext>
            </p:extLst>
          </p:nvPr>
        </p:nvGraphicFramePr>
        <p:xfrm>
          <a:off x="1047201" y="2688220"/>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7" name="表格 6">
            <a:extLst>
              <a:ext uri="{FF2B5EF4-FFF2-40B4-BE49-F238E27FC236}">
                <a16:creationId xmlns:a16="http://schemas.microsoft.com/office/drawing/2014/main" id="{ABB3190F-F405-4E39-A53C-DF9AF10E4EE3}"/>
              </a:ext>
            </a:extLst>
          </p:cNvPr>
          <p:cNvGraphicFramePr>
            <a:graphicFrameLocks noGrp="1"/>
          </p:cNvGraphicFramePr>
          <p:nvPr>
            <p:extLst>
              <p:ext uri="{D42A27DB-BD31-4B8C-83A1-F6EECF244321}">
                <p14:modId xmlns:p14="http://schemas.microsoft.com/office/powerpoint/2010/main" val="3135135374"/>
              </p:ext>
            </p:extLst>
          </p:nvPr>
        </p:nvGraphicFramePr>
        <p:xfrm>
          <a:off x="882101" y="2562521"/>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6" name="表格 5">
            <a:extLst>
              <a:ext uri="{FF2B5EF4-FFF2-40B4-BE49-F238E27FC236}">
                <a16:creationId xmlns:a16="http://schemas.microsoft.com/office/drawing/2014/main" id="{926AEEAA-EAEE-48D6-8942-7DA2F5D98C78}"/>
              </a:ext>
            </a:extLst>
          </p:cNvPr>
          <p:cNvGraphicFramePr>
            <a:graphicFrameLocks noGrp="1"/>
          </p:cNvGraphicFramePr>
          <p:nvPr>
            <p:extLst>
              <p:ext uri="{D42A27DB-BD31-4B8C-83A1-F6EECF244321}">
                <p14:modId xmlns:p14="http://schemas.microsoft.com/office/powerpoint/2010/main" val="641639375"/>
              </p:ext>
            </p:extLst>
          </p:nvPr>
        </p:nvGraphicFramePr>
        <p:xfrm>
          <a:off x="717001" y="243682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0" name="圓角矩形 4">
            <a:extLst>
              <a:ext uri="{FF2B5EF4-FFF2-40B4-BE49-F238E27FC236}">
                <a16:creationId xmlns:a16="http://schemas.microsoft.com/office/drawing/2014/main" id="{3D88E2BE-4FEF-4FA2-95FD-7379B91E1B78}"/>
              </a:ext>
            </a:extLst>
          </p:cNvPr>
          <p:cNvSpPr/>
          <p:nvPr/>
        </p:nvSpPr>
        <p:spPr>
          <a:xfrm>
            <a:off x="809667" y="1643886"/>
            <a:ext cx="2370197"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5x5x3</a:t>
            </a:r>
            <a:endParaRPr lang="zh-TW" altLang="en-US" sz="2400" dirty="0"/>
          </a:p>
        </p:txBody>
      </p:sp>
      <p:graphicFrame>
        <p:nvGraphicFramePr>
          <p:cNvPr id="12" name="表格 11">
            <a:extLst>
              <a:ext uri="{FF2B5EF4-FFF2-40B4-BE49-F238E27FC236}">
                <a16:creationId xmlns:a16="http://schemas.microsoft.com/office/drawing/2014/main" id="{8CE7D385-AAD4-4969-BE95-DDD387CD257D}"/>
              </a:ext>
            </a:extLst>
          </p:cNvPr>
          <p:cNvGraphicFramePr>
            <a:graphicFrameLocks noGrp="1"/>
          </p:cNvGraphicFramePr>
          <p:nvPr>
            <p:extLst>
              <p:ext uri="{D42A27DB-BD31-4B8C-83A1-F6EECF244321}">
                <p14:modId xmlns:p14="http://schemas.microsoft.com/office/powerpoint/2010/main" val="3492081713"/>
              </p:ext>
            </p:extLst>
          </p:nvPr>
        </p:nvGraphicFramePr>
        <p:xfrm>
          <a:off x="5114034" y="1620784"/>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11" name="表格 10">
            <a:extLst>
              <a:ext uri="{FF2B5EF4-FFF2-40B4-BE49-F238E27FC236}">
                <a16:creationId xmlns:a16="http://schemas.microsoft.com/office/drawing/2014/main" id="{E94F58E9-DD6F-436B-B84F-C940999FB9CF}"/>
              </a:ext>
            </a:extLst>
          </p:cNvPr>
          <p:cNvGraphicFramePr>
            <a:graphicFrameLocks noGrp="1"/>
          </p:cNvGraphicFramePr>
          <p:nvPr>
            <p:extLst>
              <p:ext uri="{D42A27DB-BD31-4B8C-83A1-F6EECF244321}">
                <p14:modId xmlns:p14="http://schemas.microsoft.com/office/powerpoint/2010/main" val="1912600881"/>
              </p:ext>
            </p:extLst>
          </p:nvPr>
        </p:nvGraphicFramePr>
        <p:xfrm>
          <a:off x="4999734" y="1505438"/>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14" name="表格 13">
            <a:extLst>
              <a:ext uri="{FF2B5EF4-FFF2-40B4-BE49-F238E27FC236}">
                <a16:creationId xmlns:a16="http://schemas.microsoft.com/office/drawing/2014/main" id="{727BE2FA-5B20-4605-ACC7-026E4B4F74C0}"/>
              </a:ext>
            </a:extLst>
          </p:cNvPr>
          <p:cNvGraphicFramePr>
            <a:graphicFrameLocks noGrp="1"/>
          </p:cNvGraphicFramePr>
          <p:nvPr>
            <p:extLst>
              <p:ext uri="{D42A27DB-BD31-4B8C-83A1-F6EECF244321}">
                <p14:modId xmlns:p14="http://schemas.microsoft.com/office/powerpoint/2010/main" val="3555277331"/>
              </p:ext>
            </p:extLst>
          </p:nvPr>
        </p:nvGraphicFramePr>
        <p:xfrm>
          <a:off x="5291835" y="4688925"/>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15" name="表格 14">
            <a:extLst>
              <a:ext uri="{FF2B5EF4-FFF2-40B4-BE49-F238E27FC236}">
                <a16:creationId xmlns:a16="http://schemas.microsoft.com/office/drawing/2014/main" id="{26639E9E-CC34-4E3D-AEF9-F821731EF023}"/>
              </a:ext>
            </a:extLst>
          </p:cNvPr>
          <p:cNvGraphicFramePr>
            <a:graphicFrameLocks noGrp="1"/>
          </p:cNvGraphicFramePr>
          <p:nvPr>
            <p:extLst>
              <p:ext uri="{D42A27DB-BD31-4B8C-83A1-F6EECF244321}">
                <p14:modId xmlns:p14="http://schemas.microsoft.com/office/powerpoint/2010/main" val="4180760517"/>
              </p:ext>
            </p:extLst>
          </p:nvPr>
        </p:nvGraphicFramePr>
        <p:xfrm>
          <a:off x="5177535" y="4573579"/>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16" name="表格 15">
            <a:extLst>
              <a:ext uri="{FF2B5EF4-FFF2-40B4-BE49-F238E27FC236}">
                <a16:creationId xmlns:a16="http://schemas.microsoft.com/office/drawing/2014/main" id="{BD248B4C-2E29-457D-9D5D-A9C54D712C5E}"/>
              </a:ext>
            </a:extLst>
          </p:cNvPr>
          <p:cNvGraphicFramePr>
            <a:graphicFrameLocks noGrp="1"/>
          </p:cNvGraphicFramePr>
          <p:nvPr>
            <p:extLst>
              <p:ext uri="{D42A27DB-BD31-4B8C-83A1-F6EECF244321}">
                <p14:modId xmlns:p14="http://schemas.microsoft.com/office/powerpoint/2010/main" val="124805360"/>
              </p:ext>
            </p:extLst>
          </p:nvPr>
        </p:nvGraphicFramePr>
        <p:xfrm>
          <a:off x="5063235" y="4458233"/>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19" name="文字方塊 18">
            <a:extLst>
              <a:ext uri="{FF2B5EF4-FFF2-40B4-BE49-F238E27FC236}">
                <a16:creationId xmlns:a16="http://schemas.microsoft.com/office/drawing/2014/main" id="{B0AC1FA8-8862-4712-99EF-D608EBC51A74}"/>
              </a:ext>
            </a:extLst>
          </p:cNvPr>
          <p:cNvSpPr txBox="1"/>
          <p:nvPr/>
        </p:nvSpPr>
        <p:spPr>
          <a:xfrm>
            <a:off x="4214230" y="1251452"/>
            <a:ext cx="785503" cy="369332"/>
          </a:xfrm>
          <a:prstGeom prst="rect">
            <a:avLst/>
          </a:prstGeom>
          <a:noFill/>
        </p:spPr>
        <p:txBody>
          <a:bodyPr wrap="square" rtlCol="0">
            <a:spAutoFit/>
          </a:bodyPr>
          <a:lstStyle/>
          <a:p>
            <a:r>
              <a:rPr lang="en-US" altLang="zh-TW" dirty="0"/>
              <a:t>Filter1</a:t>
            </a:r>
            <a:endParaRPr lang="zh-TW" altLang="en-US" dirty="0"/>
          </a:p>
        </p:txBody>
      </p:sp>
      <p:sp>
        <p:nvSpPr>
          <p:cNvPr id="20" name="文字方塊 19">
            <a:extLst>
              <a:ext uri="{FF2B5EF4-FFF2-40B4-BE49-F238E27FC236}">
                <a16:creationId xmlns:a16="http://schemas.microsoft.com/office/drawing/2014/main" id="{FCF27F48-8CF3-4EEA-920C-725CCBB9B257}"/>
              </a:ext>
            </a:extLst>
          </p:cNvPr>
          <p:cNvSpPr txBox="1"/>
          <p:nvPr/>
        </p:nvSpPr>
        <p:spPr>
          <a:xfrm>
            <a:off x="4214231" y="4251913"/>
            <a:ext cx="785503" cy="369332"/>
          </a:xfrm>
          <a:prstGeom prst="rect">
            <a:avLst/>
          </a:prstGeom>
          <a:noFill/>
        </p:spPr>
        <p:txBody>
          <a:bodyPr wrap="square" rtlCol="0">
            <a:spAutoFit/>
          </a:bodyPr>
          <a:lstStyle/>
          <a:p>
            <a:r>
              <a:rPr lang="en-US" altLang="zh-TW" dirty="0"/>
              <a:t>Filter2</a:t>
            </a:r>
            <a:endParaRPr lang="zh-TW" altLang="en-US" dirty="0"/>
          </a:p>
        </p:txBody>
      </p:sp>
      <p:sp>
        <p:nvSpPr>
          <p:cNvPr id="21" name="箭號: 向右 20">
            <a:extLst>
              <a:ext uri="{FF2B5EF4-FFF2-40B4-BE49-F238E27FC236}">
                <a16:creationId xmlns:a16="http://schemas.microsoft.com/office/drawing/2014/main" id="{697FE094-7FD1-46C6-888D-69E399AAE01A}"/>
              </a:ext>
            </a:extLst>
          </p:cNvPr>
          <p:cNvSpPr/>
          <p:nvPr/>
        </p:nvSpPr>
        <p:spPr>
          <a:xfrm>
            <a:off x="7122802" y="2020593"/>
            <a:ext cx="770367"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2" name="箭號: 向右 21">
            <a:extLst>
              <a:ext uri="{FF2B5EF4-FFF2-40B4-BE49-F238E27FC236}">
                <a16:creationId xmlns:a16="http://schemas.microsoft.com/office/drawing/2014/main" id="{1C9847F9-0896-42E6-B459-DD70DF1DC529}"/>
              </a:ext>
            </a:extLst>
          </p:cNvPr>
          <p:cNvSpPr/>
          <p:nvPr/>
        </p:nvSpPr>
        <p:spPr>
          <a:xfrm>
            <a:off x="7122801" y="4973388"/>
            <a:ext cx="770367"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3BDBDC6C-1C6C-433E-A663-6CC015F82E70}"/>
              </a:ext>
            </a:extLst>
          </p:cNvPr>
          <p:cNvSpPr/>
          <p:nvPr/>
        </p:nvSpPr>
        <p:spPr>
          <a:xfrm>
            <a:off x="4288641" y="1202197"/>
            <a:ext cx="2834160" cy="190295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4" name="箭號: 向右 23">
            <a:extLst>
              <a:ext uri="{FF2B5EF4-FFF2-40B4-BE49-F238E27FC236}">
                <a16:creationId xmlns:a16="http://schemas.microsoft.com/office/drawing/2014/main" id="{B3F5DD72-D88C-4D3C-B379-96A1B0B8CF8F}"/>
              </a:ext>
            </a:extLst>
          </p:cNvPr>
          <p:cNvSpPr/>
          <p:nvPr/>
        </p:nvSpPr>
        <p:spPr>
          <a:xfrm rot="19676439">
            <a:off x="3525170" y="2113293"/>
            <a:ext cx="785503"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5" name="箭號: 向右 24">
            <a:extLst>
              <a:ext uri="{FF2B5EF4-FFF2-40B4-BE49-F238E27FC236}">
                <a16:creationId xmlns:a16="http://schemas.microsoft.com/office/drawing/2014/main" id="{168E1822-8069-46C5-BA80-68B8BA24B419}"/>
              </a:ext>
            </a:extLst>
          </p:cNvPr>
          <p:cNvSpPr/>
          <p:nvPr/>
        </p:nvSpPr>
        <p:spPr>
          <a:xfrm rot="1448734">
            <a:off x="3515156" y="4765875"/>
            <a:ext cx="785503"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7" name="投影片編號版面配置區 7">
            <a:extLst>
              <a:ext uri="{FF2B5EF4-FFF2-40B4-BE49-F238E27FC236}">
                <a16:creationId xmlns:a16="http://schemas.microsoft.com/office/drawing/2014/main" id="{5D25669F-67CB-410C-9B29-9A02B2A7DF45}"/>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26</a:t>
            </a:fld>
            <a:endParaRPr lang="zh-TW" altLang="en-US" dirty="0">
              <a:solidFill>
                <a:schemeClr val="tx1"/>
              </a:solidFill>
            </a:endParaRPr>
          </a:p>
        </p:txBody>
      </p:sp>
      <p:pic>
        <p:nvPicPr>
          <p:cNvPr id="2" name="Audio 1">
            <a:hlinkClick r:id="" action="ppaction://media"/>
          </p:cNvPr>
          <p:cNvPicPr>
            <a:picLocks noChangeAspect="1"/>
          </p:cNvPicPr>
          <p:nvPr>
            <a:audioFile r:link="rId1"/>
            <p:extLst>
              <p:ext uri="{DAA4B4D4-6D71-4841-9C94-3DE7FCFB9230}">
                <p14:media xmlns:p14="http://schemas.microsoft.com/office/powerpoint/2010/main" r:embed="rId2">
                  <p14:trim st="1358"/>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139295509"/>
      </p:ext>
    </p:extLst>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66667"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圖片 32">
            <a:extLst>
              <a:ext uri="{FF2B5EF4-FFF2-40B4-BE49-F238E27FC236}">
                <a16:creationId xmlns:a16="http://schemas.microsoft.com/office/drawing/2014/main" id="{FAA69BA4-55BA-4FC8-A6EE-C71D7F2262FD}"/>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2" name="表格 1">
            <a:extLst>
              <a:ext uri="{FF2B5EF4-FFF2-40B4-BE49-F238E27FC236}">
                <a16:creationId xmlns:a16="http://schemas.microsoft.com/office/drawing/2014/main" id="{670A4864-5865-427C-9101-FB51781DC621}"/>
              </a:ext>
            </a:extLst>
          </p:cNvPr>
          <p:cNvGraphicFramePr>
            <a:graphicFrameLocks noGrp="1"/>
          </p:cNvGraphicFramePr>
          <p:nvPr>
            <p:extLst>
              <p:ext uri="{D42A27DB-BD31-4B8C-83A1-F6EECF244321}">
                <p14:modId xmlns:p14="http://schemas.microsoft.com/office/powerpoint/2010/main" val="4288556393"/>
              </p:ext>
            </p:extLst>
          </p:nvPr>
        </p:nvGraphicFramePr>
        <p:xfrm>
          <a:off x="293045" y="77947"/>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3" name="表格 2">
            <a:extLst>
              <a:ext uri="{FF2B5EF4-FFF2-40B4-BE49-F238E27FC236}">
                <a16:creationId xmlns:a16="http://schemas.microsoft.com/office/drawing/2014/main" id="{5007B8C9-EFA7-498D-96FA-02D5E7133D41}"/>
              </a:ext>
            </a:extLst>
          </p:cNvPr>
          <p:cNvGraphicFramePr>
            <a:graphicFrameLocks noGrp="1"/>
          </p:cNvGraphicFramePr>
          <p:nvPr>
            <p:extLst>
              <p:ext uri="{D42A27DB-BD31-4B8C-83A1-F6EECF244321}">
                <p14:modId xmlns:p14="http://schemas.microsoft.com/office/powerpoint/2010/main" val="1167206094"/>
              </p:ext>
            </p:extLst>
          </p:nvPr>
        </p:nvGraphicFramePr>
        <p:xfrm>
          <a:off x="293045" y="2399368"/>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7657C358-9784-4228-B166-34693DFCB93E}"/>
              </a:ext>
            </a:extLst>
          </p:cNvPr>
          <p:cNvGraphicFramePr>
            <a:graphicFrameLocks noGrp="1"/>
          </p:cNvGraphicFramePr>
          <p:nvPr>
            <p:extLst>
              <p:ext uri="{D42A27DB-BD31-4B8C-83A1-F6EECF244321}">
                <p14:modId xmlns:p14="http://schemas.microsoft.com/office/powerpoint/2010/main" val="4013059090"/>
              </p:ext>
            </p:extLst>
          </p:nvPr>
        </p:nvGraphicFramePr>
        <p:xfrm>
          <a:off x="293045" y="4680175"/>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5" name="表格 4">
            <a:extLst>
              <a:ext uri="{FF2B5EF4-FFF2-40B4-BE49-F238E27FC236}">
                <a16:creationId xmlns:a16="http://schemas.microsoft.com/office/drawing/2014/main" id="{B25E0228-B0AA-4723-BD49-A175672E1CC2}"/>
              </a:ext>
            </a:extLst>
          </p:cNvPr>
          <p:cNvGraphicFramePr>
            <a:graphicFrameLocks noGrp="1"/>
          </p:cNvGraphicFramePr>
          <p:nvPr>
            <p:extLst>
              <p:ext uri="{D42A27DB-BD31-4B8C-83A1-F6EECF244321}">
                <p14:modId xmlns:p14="http://schemas.microsoft.com/office/powerpoint/2010/main" val="351224481"/>
              </p:ext>
            </p:extLst>
          </p:nvPr>
        </p:nvGraphicFramePr>
        <p:xfrm>
          <a:off x="3258276" y="546248"/>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6" name="表格 5">
            <a:extLst>
              <a:ext uri="{FF2B5EF4-FFF2-40B4-BE49-F238E27FC236}">
                <a16:creationId xmlns:a16="http://schemas.microsoft.com/office/drawing/2014/main" id="{B379C9A3-223F-40C9-B690-8A6C07BA0FDA}"/>
              </a:ext>
            </a:extLst>
          </p:cNvPr>
          <p:cNvGraphicFramePr>
            <a:graphicFrameLocks noGrp="1"/>
          </p:cNvGraphicFramePr>
          <p:nvPr>
            <p:extLst>
              <p:ext uri="{D42A27DB-BD31-4B8C-83A1-F6EECF244321}">
                <p14:modId xmlns:p14="http://schemas.microsoft.com/office/powerpoint/2010/main" val="1235102483"/>
              </p:ext>
            </p:extLst>
          </p:nvPr>
        </p:nvGraphicFramePr>
        <p:xfrm>
          <a:off x="3258276" y="2871394"/>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7" name="表格 6">
            <a:extLst>
              <a:ext uri="{FF2B5EF4-FFF2-40B4-BE49-F238E27FC236}">
                <a16:creationId xmlns:a16="http://schemas.microsoft.com/office/drawing/2014/main" id="{A9A908F0-D793-439D-AC82-3128A106A886}"/>
              </a:ext>
            </a:extLst>
          </p:cNvPr>
          <p:cNvGraphicFramePr>
            <a:graphicFrameLocks noGrp="1"/>
          </p:cNvGraphicFramePr>
          <p:nvPr>
            <p:extLst>
              <p:ext uri="{D42A27DB-BD31-4B8C-83A1-F6EECF244321}">
                <p14:modId xmlns:p14="http://schemas.microsoft.com/office/powerpoint/2010/main" val="2528829429"/>
              </p:ext>
            </p:extLst>
          </p:nvPr>
        </p:nvGraphicFramePr>
        <p:xfrm>
          <a:off x="3258276" y="5165547"/>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11" name="箭號: 向右 10">
            <a:extLst>
              <a:ext uri="{FF2B5EF4-FFF2-40B4-BE49-F238E27FC236}">
                <a16:creationId xmlns:a16="http://schemas.microsoft.com/office/drawing/2014/main" id="{5A768166-259E-4756-9C65-2C66C905E421}"/>
              </a:ext>
            </a:extLst>
          </p:cNvPr>
          <p:cNvSpPr/>
          <p:nvPr/>
        </p:nvSpPr>
        <p:spPr>
          <a:xfrm>
            <a:off x="2591968" y="946058"/>
            <a:ext cx="41509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3" name="箭號: 向右 12">
            <a:extLst>
              <a:ext uri="{FF2B5EF4-FFF2-40B4-BE49-F238E27FC236}">
                <a16:creationId xmlns:a16="http://schemas.microsoft.com/office/drawing/2014/main" id="{1009D87C-2ED0-472B-9395-A61D1E0642C1}"/>
              </a:ext>
            </a:extLst>
          </p:cNvPr>
          <p:cNvSpPr/>
          <p:nvPr/>
        </p:nvSpPr>
        <p:spPr>
          <a:xfrm>
            <a:off x="2591968" y="3271204"/>
            <a:ext cx="41509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4" name="箭號: 向右 13">
            <a:extLst>
              <a:ext uri="{FF2B5EF4-FFF2-40B4-BE49-F238E27FC236}">
                <a16:creationId xmlns:a16="http://schemas.microsoft.com/office/drawing/2014/main" id="{C7D5AD0C-EA00-4C1B-BC0C-4048406AB1B6}"/>
              </a:ext>
            </a:extLst>
          </p:cNvPr>
          <p:cNvSpPr/>
          <p:nvPr/>
        </p:nvSpPr>
        <p:spPr>
          <a:xfrm>
            <a:off x="2589794" y="5565356"/>
            <a:ext cx="41509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019818D2-B3A9-4EB8-AA6D-BB8DCFBE874B}"/>
              </a:ext>
            </a:extLst>
          </p:cNvPr>
          <p:cNvSpPr/>
          <p:nvPr/>
        </p:nvSpPr>
        <p:spPr>
          <a:xfrm>
            <a:off x="3070611" y="355600"/>
            <a:ext cx="1677629" cy="6146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6" name="圓角矩形 4">
            <a:extLst>
              <a:ext uri="{FF2B5EF4-FFF2-40B4-BE49-F238E27FC236}">
                <a16:creationId xmlns:a16="http://schemas.microsoft.com/office/drawing/2014/main" id="{77CC4E85-5BAE-4BE8-B508-6589A0ACBE2E}"/>
              </a:ext>
            </a:extLst>
          </p:cNvPr>
          <p:cNvSpPr/>
          <p:nvPr/>
        </p:nvSpPr>
        <p:spPr>
          <a:xfrm>
            <a:off x="2661096" y="45685"/>
            <a:ext cx="893777" cy="36639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000" dirty="0"/>
              <a:t>Filter1</a:t>
            </a:r>
            <a:endParaRPr lang="zh-TW" altLang="en-US" sz="2000" dirty="0"/>
          </a:p>
        </p:txBody>
      </p:sp>
      <p:sp>
        <p:nvSpPr>
          <p:cNvPr id="17" name="箭號: 向右 16">
            <a:extLst>
              <a:ext uri="{FF2B5EF4-FFF2-40B4-BE49-F238E27FC236}">
                <a16:creationId xmlns:a16="http://schemas.microsoft.com/office/drawing/2014/main" id="{C32DB2AD-210B-4425-B824-4236ED6633EB}"/>
              </a:ext>
            </a:extLst>
          </p:cNvPr>
          <p:cNvSpPr/>
          <p:nvPr/>
        </p:nvSpPr>
        <p:spPr>
          <a:xfrm>
            <a:off x="4819659" y="946058"/>
            <a:ext cx="41509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8" name="箭號: 向右 17">
            <a:extLst>
              <a:ext uri="{FF2B5EF4-FFF2-40B4-BE49-F238E27FC236}">
                <a16:creationId xmlns:a16="http://schemas.microsoft.com/office/drawing/2014/main" id="{74ED03DA-F047-45DB-B4C2-2886DE22D877}"/>
              </a:ext>
            </a:extLst>
          </p:cNvPr>
          <p:cNvSpPr/>
          <p:nvPr/>
        </p:nvSpPr>
        <p:spPr>
          <a:xfrm>
            <a:off x="4819659" y="3271204"/>
            <a:ext cx="41509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9" name="箭號: 向右 18">
            <a:extLst>
              <a:ext uri="{FF2B5EF4-FFF2-40B4-BE49-F238E27FC236}">
                <a16:creationId xmlns:a16="http://schemas.microsoft.com/office/drawing/2014/main" id="{9619CDD4-168D-48CD-A186-C8611B6848C1}"/>
              </a:ext>
            </a:extLst>
          </p:cNvPr>
          <p:cNvSpPr/>
          <p:nvPr/>
        </p:nvSpPr>
        <p:spPr>
          <a:xfrm>
            <a:off x="4811784" y="5565356"/>
            <a:ext cx="41509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graphicFrame>
        <p:nvGraphicFramePr>
          <p:cNvPr id="20" name="表格 19">
            <a:extLst>
              <a:ext uri="{FF2B5EF4-FFF2-40B4-BE49-F238E27FC236}">
                <a16:creationId xmlns:a16="http://schemas.microsoft.com/office/drawing/2014/main" id="{072C94DD-EF38-4E47-8B3D-39F74D93B973}"/>
              </a:ext>
            </a:extLst>
          </p:cNvPr>
          <p:cNvGraphicFramePr>
            <a:graphicFrameLocks noGrp="1"/>
          </p:cNvGraphicFramePr>
          <p:nvPr>
            <p:extLst>
              <p:ext uri="{D42A27DB-BD31-4B8C-83A1-F6EECF244321}">
                <p14:modId xmlns:p14="http://schemas.microsoft.com/office/powerpoint/2010/main" val="1547559764"/>
              </p:ext>
            </p:extLst>
          </p:nvPr>
        </p:nvGraphicFramePr>
        <p:xfrm>
          <a:off x="5328356" y="61065"/>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-7</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-9</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8</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-9</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-7</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-7</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21" name="表格 20">
            <a:extLst>
              <a:ext uri="{FF2B5EF4-FFF2-40B4-BE49-F238E27FC236}">
                <a16:creationId xmlns:a16="http://schemas.microsoft.com/office/drawing/2014/main" id="{569F2294-E805-464F-9B1A-BCE3AC23D552}"/>
              </a:ext>
            </a:extLst>
          </p:cNvPr>
          <p:cNvGraphicFramePr>
            <a:graphicFrameLocks noGrp="1"/>
          </p:cNvGraphicFramePr>
          <p:nvPr>
            <p:extLst>
              <p:ext uri="{D42A27DB-BD31-4B8C-83A1-F6EECF244321}">
                <p14:modId xmlns:p14="http://schemas.microsoft.com/office/powerpoint/2010/main" val="2997511639"/>
              </p:ext>
            </p:extLst>
          </p:nvPr>
        </p:nvGraphicFramePr>
        <p:xfrm>
          <a:off x="5328356" y="2382486"/>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-7</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7</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-7</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-10</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-8</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22" name="表格 21">
            <a:extLst>
              <a:ext uri="{FF2B5EF4-FFF2-40B4-BE49-F238E27FC236}">
                <a16:creationId xmlns:a16="http://schemas.microsoft.com/office/drawing/2014/main" id="{0E2272B5-F20C-4A13-98FC-43438EE7BE9E}"/>
              </a:ext>
            </a:extLst>
          </p:cNvPr>
          <p:cNvGraphicFramePr>
            <a:graphicFrameLocks noGrp="1"/>
          </p:cNvGraphicFramePr>
          <p:nvPr>
            <p:extLst>
              <p:ext uri="{D42A27DB-BD31-4B8C-83A1-F6EECF244321}">
                <p14:modId xmlns:p14="http://schemas.microsoft.com/office/powerpoint/2010/main" val="1350797707"/>
              </p:ext>
            </p:extLst>
          </p:nvPr>
        </p:nvGraphicFramePr>
        <p:xfrm>
          <a:off x="5328356" y="4668886"/>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23" name="表格 22">
            <a:extLst>
              <a:ext uri="{FF2B5EF4-FFF2-40B4-BE49-F238E27FC236}">
                <a16:creationId xmlns:a16="http://schemas.microsoft.com/office/drawing/2014/main" id="{CE7A5517-2521-4BDD-AA6C-E092FAE4D518}"/>
              </a:ext>
            </a:extLst>
          </p:cNvPr>
          <p:cNvGraphicFramePr>
            <a:graphicFrameLocks noGrp="1"/>
          </p:cNvGraphicFramePr>
          <p:nvPr>
            <p:extLst>
              <p:ext uri="{D42A27DB-BD31-4B8C-83A1-F6EECF244321}">
                <p14:modId xmlns:p14="http://schemas.microsoft.com/office/powerpoint/2010/main" val="2841759951"/>
              </p:ext>
            </p:extLst>
          </p:nvPr>
        </p:nvGraphicFramePr>
        <p:xfrm>
          <a:off x="9855302" y="2399367"/>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400" b="1" kern="1200" dirty="0">
                          <a:solidFill>
                            <a:schemeClr val="tx1"/>
                          </a:solidFill>
                          <a:latin typeface="+mn-lt"/>
                          <a:ea typeface="+mn-ea"/>
                          <a:cs typeface="+mn-cs"/>
                        </a:rPr>
                        <a:t>-11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-13</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400" b="1" kern="1200" dirty="0">
                          <a:solidFill>
                            <a:schemeClr val="tx1"/>
                          </a:solidFill>
                          <a:latin typeface="+mn-lt"/>
                          <a:ea typeface="+mn-ea"/>
                          <a:cs typeface="+mn-cs"/>
                        </a:rPr>
                        <a:t>-14</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-15</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27" name="箭號: 向右 26">
            <a:extLst>
              <a:ext uri="{FF2B5EF4-FFF2-40B4-BE49-F238E27FC236}">
                <a16:creationId xmlns:a16="http://schemas.microsoft.com/office/drawing/2014/main" id="{440F665B-C52A-43E8-8FD0-8B897451E387}"/>
              </a:ext>
            </a:extLst>
          </p:cNvPr>
          <p:cNvSpPr/>
          <p:nvPr/>
        </p:nvSpPr>
        <p:spPr>
          <a:xfrm>
            <a:off x="9233874" y="3245803"/>
            <a:ext cx="510540"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8" name="箭號: 向右 27">
            <a:extLst>
              <a:ext uri="{FF2B5EF4-FFF2-40B4-BE49-F238E27FC236}">
                <a16:creationId xmlns:a16="http://schemas.microsoft.com/office/drawing/2014/main" id="{52F8CA7E-FBCC-4359-9E5C-F77B8C71694C}"/>
              </a:ext>
            </a:extLst>
          </p:cNvPr>
          <p:cNvSpPr/>
          <p:nvPr/>
        </p:nvSpPr>
        <p:spPr>
          <a:xfrm>
            <a:off x="7692839" y="3245803"/>
            <a:ext cx="686256"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9" name="箭號: 向右 28">
            <a:extLst>
              <a:ext uri="{FF2B5EF4-FFF2-40B4-BE49-F238E27FC236}">
                <a16:creationId xmlns:a16="http://schemas.microsoft.com/office/drawing/2014/main" id="{67269E0D-68B2-4F88-AFC0-C638B5D0A205}"/>
              </a:ext>
            </a:extLst>
          </p:cNvPr>
          <p:cNvSpPr/>
          <p:nvPr/>
        </p:nvSpPr>
        <p:spPr>
          <a:xfrm rot="2635783">
            <a:off x="7619403" y="2035237"/>
            <a:ext cx="686256"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30" name="箭號: 向右 29">
            <a:extLst>
              <a:ext uri="{FF2B5EF4-FFF2-40B4-BE49-F238E27FC236}">
                <a16:creationId xmlns:a16="http://schemas.microsoft.com/office/drawing/2014/main" id="{61218E2A-996C-4C9D-834C-175FE5491BAD}"/>
              </a:ext>
            </a:extLst>
          </p:cNvPr>
          <p:cNvSpPr/>
          <p:nvPr/>
        </p:nvSpPr>
        <p:spPr>
          <a:xfrm rot="19521937">
            <a:off x="7690597" y="4345376"/>
            <a:ext cx="686256"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grpSp>
        <p:nvGrpSpPr>
          <p:cNvPr id="32" name="群組 31">
            <a:extLst>
              <a:ext uri="{FF2B5EF4-FFF2-40B4-BE49-F238E27FC236}">
                <a16:creationId xmlns:a16="http://schemas.microsoft.com/office/drawing/2014/main" id="{F7903897-6870-4DC9-A134-20F0D3F85FB5}"/>
              </a:ext>
            </a:extLst>
          </p:cNvPr>
          <p:cNvGrpSpPr/>
          <p:nvPr/>
        </p:nvGrpSpPr>
        <p:grpSpPr>
          <a:xfrm>
            <a:off x="8585484" y="3195593"/>
            <a:ext cx="510540" cy="510540"/>
            <a:chOff x="8710063" y="3227807"/>
            <a:chExt cx="510540" cy="510540"/>
          </a:xfrm>
        </p:grpSpPr>
        <p:sp>
          <p:nvSpPr>
            <p:cNvPr id="26" name="矩形 25">
              <a:extLst>
                <a:ext uri="{FF2B5EF4-FFF2-40B4-BE49-F238E27FC236}">
                  <a16:creationId xmlns:a16="http://schemas.microsoft.com/office/drawing/2014/main" id="{3FC2DD0E-12EB-4F05-802F-C79F1A51FF7A}"/>
                </a:ext>
              </a:extLst>
            </p:cNvPr>
            <p:cNvSpPr/>
            <p:nvPr/>
          </p:nvSpPr>
          <p:spPr>
            <a:xfrm>
              <a:off x="8710063" y="3428999"/>
              <a:ext cx="510540" cy="108156"/>
            </a:xfrm>
            <a:prstGeom prst="rect">
              <a:avLst/>
            </a:prstGeom>
            <a:solidFill>
              <a:schemeClr val="accent2"/>
            </a:solidFill>
            <a:ln>
              <a:solidFill>
                <a:schemeClr val="accent2"/>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A335B3B9-673F-410D-B946-6F3E4837FC60}"/>
                </a:ext>
              </a:extLst>
            </p:cNvPr>
            <p:cNvSpPr/>
            <p:nvPr/>
          </p:nvSpPr>
          <p:spPr>
            <a:xfrm rot="5400000">
              <a:off x="8710063" y="3428999"/>
              <a:ext cx="510540" cy="108156"/>
            </a:xfrm>
            <a:prstGeom prst="rect">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grpSp>
      <p:sp>
        <p:nvSpPr>
          <p:cNvPr id="34" name="投影片編號版面配置區 7">
            <a:extLst>
              <a:ext uri="{FF2B5EF4-FFF2-40B4-BE49-F238E27FC236}">
                <a16:creationId xmlns:a16="http://schemas.microsoft.com/office/drawing/2014/main" id="{26EAE9D0-B16E-4589-8657-951745B7FF4B}"/>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27</a:t>
            </a:fld>
            <a:endParaRPr lang="zh-TW" altLang="en-US" dirty="0">
              <a:solidFill>
                <a:schemeClr val="tx1"/>
              </a:solidFill>
            </a:endParaRPr>
          </a:p>
        </p:txBody>
      </p:sp>
      <p:pic>
        <p:nvPicPr>
          <p:cNvPr id="8" name="Audio 7">
            <a:hlinkClick r:id="" action="ppaction://media"/>
          </p:cNvPr>
          <p:cNvPicPr>
            <a:picLocks noChangeAspect="1"/>
          </p:cNvPicPr>
          <p:nvPr>
            <a:audioFile r:link="rId1"/>
            <p:extLst>
              <p:ext uri="{DAA4B4D4-6D71-4841-9C94-3DE7FCFB9230}">
                <p14:media xmlns:p14="http://schemas.microsoft.com/office/powerpoint/2010/main" r:embed="rId2">
                  <p14:trim st="1786"/>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2223132643"/>
      </p:ext>
    </p:extLst>
  </p:cSld>
  <p:clrMapOvr>
    <a:masterClrMapping/>
  </p:clrMapOvr>
  <mc:AlternateContent xmlns:mc="http://schemas.openxmlformats.org/markup-compatibility/2006" xmlns:p14="http://schemas.microsoft.com/office/powerpoint/2010/main">
    <mc:Choice Requires="p14">
      <p:transition spd="slow" p14:dur="2000" advTm="20150"/>
    </mc:Choice>
    <mc:Fallback xmlns="">
      <p:transition spd="slow" advTm="20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a:extLst>
              <a:ext uri="{FF2B5EF4-FFF2-40B4-BE49-F238E27FC236}">
                <a16:creationId xmlns:a16="http://schemas.microsoft.com/office/drawing/2014/main" id="{DD9B6034-1C31-41F2-A17E-5479F47EC615}"/>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2" name="表格 1">
            <a:extLst>
              <a:ext uri="{FF2B5EF4-FFF2-40B4-BE49-F238E27FC236}">
                <a16:creationId xmlns:a16="http://schemas.microsoft.com/office/drawing/2014/main" id="{B152CF84-4176-46BB-9836-720596E9A9CE}"/>
              </a:ext>
            </a:extLst>
          </p:cNvPr>
          <p:cNvGraphicFramePr>
            <a:graphicFrameLocks noGrp="1"/>
          </p:cNvGraphicFramePr>
          <p:nvPr>
            <p:extLst>
              <p:ext uri="{D42A27DB-BD31-4B8C-83A1-F6EECF244321}">
                <p14:modId xmlns:p14="http://schemas.microsoft.com/office/powerpoint/2010/main" val="3357038080"/>
              </p:ext>
            </p:extLst>
          </p:nvPr>
        </p:nvGraphicFramePr>
        <p:xfrm>
          <a:off x="640801" y="2612020"/>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3" name="表格 2">
            <a:extLst>
              <a:ext uri="{FF2B5EF4-FFF2-40B4-BE49-F238E27FC236}">
                <a16:creationId xmlns:a16="http://schemas.microsoft.com/office/drawing/2014/main" id="{00AD56F6-979A-4E4E-951D-95FA75B8437F}"/>
              </a:ext>
            </a:extLst>
          </p:cNvPr>
          <p:cNvGraphicFramePr>
            <a:graphicFrameLocks noGrp="1"/>
          </p:cNvGraphicFramePr>
          <p:nvPr>
            <p:extLst>
              <p:ext uri="{D42A27DB-BD31-4B8C-83A1-F6EECF244321}">
                <p14:modId xmlns:p14="http://schemas.microsoft.com/office/powerpoint/2010/main" val="1706442594"/>
              </p:ext>
            </p:extLst>
          </p:nvPr>
        </p:nvGraphicFramePr>
        <p:xfrm>
          <a:off x="475701" y="2486321"/>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CB84DC23-34D2-482D-8B03-D59ED2990151}"/>
              </a:ext>
            </a:extLst>
          </p:cNvPr>
          <p:cNvGraphicFramePr>
            <a:graphicFrameLocks noGrp="1"/>
          </p:cNvGraphicFramePr>
          <p:nvPr>
            <p:extLst>
              <p:ext uri="{D42A27DB-BD31-4B8C-83A1-F6EECF244321}">
                <p14:modId xmlns:p14="http://schemas.microsoft.com/office/powerpoint/2010/main" val="3801861924"/>
              </p:ext>
            </p:extLst>
          </p:nvPr>
        </p:nvGraphicFramePr>
        <p:xfrm>
          <a:off x="310601" y="236062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5" name="表格 4">
            <a:extLst>
              <a:ext uri="{FF2B5EF4-FFF2-40B4-BE49-F238E27FC236}">
                <a16:creationId xmlns:a16="http://schemas.microsoft.com/office/drawing/2014/main" id="{EBA40192-FAAF-4F7B-BCF9-19B292AEB03C}"/>
              </a:ext>
            </a:extLst>
          </p:cNvPr>
          <p:cNvGraphicFramePr>
            <a:graphicFrameLocks noGrp="1"/>
          </p:cNvGraphicFramePr>
          <p:nvPr>
            <p:extLst>
              <p:ext uri="{D42A27DB-BD31-4B8C-83A1-F6EECF244321}">
                <p14:modId xmlns:p14="http://schemas.microsoft.com/office/powerpoint/2010/main" val="1022132632"/>
              </p:ext>
            </p:extLst>
          </p:nvPr>
        </p:nvGraphicFramePr>
        <p:xfrm>
          <a:off x="4249269" y="3096698"/>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6" name="表格 5">
            <a:extLst>
              <a:ext uri="{FF2B5EF4-FFF2-40B4-BE49-F238E27FC236}">
                <a16:creationId xmlns:a16="http://schemas.microsoft.com/office/drawing/2014/main" id="{5C161E7E-2FCF-45C4-9465-07269B1C5A8D}"/>
              </a:ext>
            </a:extLst>
          </p:cNvPr>
          <p:cNvGraphicFramePr>
            <a:graphicFrameLocks noGrp="1"/>
          </p:cNvGraphicFramePr>
          <p:nvPr>
            <p:extLst>
              <p:ext uri="{D42A27DB-BD31-4B8C-83A1-F6EECF244321}">
                <p14:modId xmlns:p14="http://schemas.microsoft.com/office/powerpoint/2010/main" val="3541503248"/>
              </p:ext>
            </p:extLst>
          </p:nvPr>
        </p:nvGraphicFramePr>
        <p:xfrm>
          <a:off x="4134969" y="2981352"/>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7" name="表格 6">
            <a:extLst>
              <a:ext uri="{FF2B5EF4-FFF2-40B4-BE49-F238E27FC236}">
                <a16:creationId xmlns:a16="http://schemas.microsoft.com/office/drawing/2014/main" id="{00F55B60-53F4-4F77-83AC-D130D038A2BE}"/>
              </a:ext>
            </a:extLst>
          </p:cNvPr>
          <p:cNvGraphicFramePr>
            <a:graphicFrameLocks noGrp="1"/>
          </p:cNvGraphicFramePr>
          <p:nvPr>
            <p:extLst>
              <p:ext uri="{D42A27DB-BD31-4B8C-83A1-F6EECF244321}">
                <p14:modId xmlns:p14="http://schemas.microsoft.com/office/powerpoint/2010/main" val="1129818138"/>
              </p:ext>
            </p:extLst>
          </p:nvPr>
        </p:nvGraphicFramePr>
        <p:xfrm>
          <a:off x="4020669" y="2866006"/>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8" name="文字方塊 7">
            <a:extLst>
              <a:ext uri="{FF2B5EF4-FFF2-40B4-BE49-F238E27FC236}">
                <a16:creationId xmlns:a16="http://schemas.microsoft.com/office/drawing/2014/main" id="{73358BB8-976F-4C19-ACE4-73B5A81223C0}"/>
              </a:ext>
            </a:extLst>
          </p:cNvPr>
          <p:cNvSpPr txBox="1"/>
          <p:nvPr/>
        </p:nvSpPr>
        <p:spPr>
          <a:xfrm>
            <a:off x="3235165" y="2612020"/>
            <a:ext cx="785503" cy="369332"/>
          </a:xfrm>
          <a:prstGeom prst="rect">
            <a:avLst/>
          </a:prstGeom>
          <a:noFill/>
        </p:spPr>
        <p:txBody>
          <a:bodyPr wrap="square" rtlCol="0">
            <a:spAutoFit/>
          </a:bodyPr>
          <a:lstStyle/>
          <a:p>
            <a:r>
              <a:rPr lang="en-US" altLang="zh-TW" dirty="0"/>
              <a:t>Filter1</a:t>
            </a:r>
            <a:endParaRPr lang="zh-TW" altLang="en-US" dirty="0"/>
          </a:p>
        </p:txBody>
      </p:sp>
      <p:sp>
        <p:nvSpPr>
          <p:cNvPr id="9" name="箭號: 向右 8">
            <a:extLst>
              <a:ext uri="{FF2B5EF4-FFF2-40B4-BE49-F238E27FC236}">
                <a16:creationId xmlns:a16="http://schemas.microsoft.com/office/drawing/2014/main" id="{E0B8432A-44DA-4F06-A221-51AA7D0ED69B}"/>
              </a:ext>
            </a:extLst>
          </p:cNvPr>
          <p:cNvSpPr/>
          <p:nvPr/>
        </p:nvSpPr>
        <p:spPr>
          <a:xfrm>
            <a:off x="3028288" y="3323488"/>
            <a:ext cx="702612"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graphicFrame>
        <p:nvGraphicFramePr>
          <p:cNvPr id="10" name="表格 9">
            <a:extLst>
              <a:ext uri="{FF2B5EF4-FFF2-40B4-BE49-F238E27FC236}">
                <a16:creationId xmlns:a16="http://schemas.microsoft.com/office/drawing/2014/main" id="{9D0239B7-324C-4FCB-A63E-BDD870AE1DC4}"/>
              </a:ext>
            </a:extLst>
          </p:cNvPr>
          <p:cNvGraphicFramePr>
            <a:graphicFrameLocks noGrp="1"/>
          </p:cNvGraphicFramePr>
          <p:nvPr>
            <p:extLst>
              <p:ext uri="{D42A27DB-BD31-4B8C-83A1-F6EECF244321}">
                <p14:modId xmlns:p14="http://schemas.microsoft.com/office/powerpoint/2010/main" val="1076713789"/>
              </p:ext>
            </p:extLst>
          </p:nvPr>
        </p:nvGraphicFramePr>
        <p:xfrm>
          <a:off x="6605167" y="2486321"/>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400" b="1" kern="1200" dirty="0">
                          <a:solidFill>
                            <a:schemeClr val="tx1"/>
                          </a:solidFill>
                          <a:latin typeface="+mn-lt"/>
                          <a:ea typeface="+mn-ea"/>
                          <a:cs typeface="+mn-cs"/>
                        </a:rPr>
                        <a:t>-11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-13</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400" b="1" kern="1200" dirty="0">
                          <a:solidFill>
                            <a:schemeClr val="tx1"/>
                          </a:solidFill>
                          <a:latin typeface="+mn-lt"/>
                          <a:ea typeface="+mn-ea"/>
                          <a:cs typeface="+mn-cs"/>
                        </a:rPr>
                        <a:t>-14</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-15</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1" name="表格 10">
            <a:extLst>
              <a:ext uri="{FF2B5EF4-FFF2-40B4-BE49-F238E27FC236}">
                <a16:creationId xmlns:a16="http://schemas.microsoft.com/office/drawing/2014/main" id="{E143681E-622C-48C1-8585-EA2302BCF788}"/>
              </a:ext>
            </a:extLst>
          </p:cNvPr>
          <p:cNvGraphicFramePr>
            <a:graphicFrameLocks noGrp="1"/>
          </p:cNvGraphicFramePr>
          <p:nvPr>
            <p:extLst>
              <p:ext uri="{D42A27DB-BD31-4B8C-83A1-F6EECF244321}">
                <p14:modId xmlns:p14="http://schemas.microsoft.com/office/powerpoint/2010/main" val="717802957"/>
              </p:ext>
            </p:extLst>
          </p:nvPr>
        </p:nvGraphicFramePr>
        <p:xfrm>
          <a:off x="9725690" y="2486321"/>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2" name="箭號: 向右 11">
            <a:extLst>
              <a:ext uri="{FF2B5EF4-FFF2-40B4-BE49-F238E27FC236}">
                <a16:creationId xmlns:a16="http://schemas.microsoft.com/office/drawing/2014/main" id="{57DA79E0-3E26-4A87-81F9-B1A18AA7A39E}"/>
              </a:ext>
            </a:extLst>
          </p:cNvPr>
          <p:cNvSpPr/>
          <p:nvPr/>
        </p:nvSpPr>
        <p:spPr>
          <a:xfrm>
            <a:off x="5779415" y="3371502"/>
            <a:ext cx="702612"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3" name="箭號: 向右 12">
            <a:extLst>
              <a:ext uri="{FF2B5EF4-FFF2-40B4-BE49-F238E27FC236}">
                <a16:creationId xmlns:a16="http://schemas.microsoft.com/office/drawing/2014/main" id="{2E2093E8-B1DE-42DD-BC59-3C26917FF63C}"/>
              </a:ext>
            </a:extLst>
          </p:cNvPr>
          <p:cNvSpPr/>
          <p:nvPr/>
        </p:nvSpPr>
        <p:spPr>
          <a:xfrm>
            <a:off x="8927954" y="3381161"/>
            <a:ext cx="702612"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4" name="矩形: 圓角 13">
            <a:extLst>
              <a:ext uri="{FF2B5EF4-FFF2-40B4-BE49-F238E27FC236}">
                <a16:creationId xmlns:a16="http://schemas.microsoft.com/office/drawing/2014/main" id="{7CE5577B-6B31-4BE8-8A57-BA5ADEE1212D}"/>
              </a:ext>
            </a:extLst>
          </p:cNvPr>
          <p:cNvSpPr/>
          <p:nvPr/>
        </p:nvSpPr>
        <p:spPr>
          <a:xfrm>
            <a:off x="8916991" y="2937948"/>
            <a:ext cx="639026"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err="1"/>
              <a:t>Relu</a:t>
            </a:r>
            <a:endParaRPr lang="zh-TW" altLang="en-US" dirty="0"/>
          </a:p>
        </p:txBody>
      </p:sp>
      <p:sp>
        <p:nvSpPr>
          <p:cNvPr id="16" name="投影片編號版面配置區 7">
            <a:extLst>
              <a:ext uri="{FF2B5EF4-FFF2-40B4-BE49-F238E27FC236}">
                <a16:creationId xmlns:a16="http://schemas.microsoft.com/office/drawing/2014/main" id="{B0576B72-4064-450F-99E7-3D6E8E85735F}"/>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28</a:t>
            </a:fld>
            <a:endParaRPr lang="zh-TW" altLang="en-US" dirty="0">
              <a:solidFill>
                <a:schemeClr val="tx1"/>
              </a:solidFill>
            </a:endParaRPr>
          </a:p>
        </p:txBody>
      </p:sp>
      <p:pic>
        <p:nvPicPr>
          <p:cNvPr id="17" name="Audio 16">
            <a:hlinkClick r:id="" action="ppaction://media"/>
          </p:cNvPr>
          <p:cNvPicPr>
            <a:picLocks noChangeAspect="1"/>
          </p:cNvPicPr>
          <p:nvPr>
            <a:audioFile r:link="rId1"/>
            <p:extLst>
              <p:ext uri="{DAA4B4D4-6D71-4841-9C94-3DE7FCFB9230}">
                <p14:media xmlns:p14="http://schemas.microsoft.com/office/powerpoint/2010/main" r:embed="rId2">
                  <p14:trim st="1880"/>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072531517"/>
      </p:ext>
    </p:extLst>
  </p:cSld>
  <p:clrMapOvr>
    <a:masterClrMapping/>
  </p:clrMapOvr>
  <mc:AlternateContent xmlns:mc="http://schemas.openxmlformats.org/markup-compatibility/2006" xmlns:p14="http://schemas.microsoft.com/office/powerpoint/2010/main">
    <mc:Choice Requires="p14">
      <p:transition spd="slow" p14:dur="2000" advTm="8330"/>
    </mc:Choice>
    <mc:Fallback xmlns="">
      <p:transition spd="slow" advTm="8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68182"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圖片 17">
            <a:extLst>
              <a:ext uri="{FF2B5EF4-FFF2-40B4-BE49-F238E27FC236}">
                <a16:creationId xmlns:a16="http://schemas.microsoft.com/office/drawing/2014/main" id="{D34757C9-A62B-4522-A92A-46D469358B9F}"/>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4" name="表格 3">
            <a:extLst>
              <a:ext uri="{FF2B5EF4-FFF2-40B4-BE49-F238E27FC236}">
                <a16:creationId xmlns:a16="http://schemas.microsoft.com/office/drawing/2014/main" id="{6D79BA68-BFE9-4FD8-99F9-C393A1C8BDAE}"/>
              </a:ext>
            </a:extLst>
          </p:cNvPr>
          <p:cNvGraphicFramePr>
            <a:graphicFrameLocks noGrp="1"/>
          </p:cNvGraphicFramePr>
          <p:nvPr/>
        </p:nvGraphicFramePr>
        <p:xfrm>
          <a:off x="4873815" y="262038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5" name="表格 4">
            <a:extLst>
              <a:ext uri="{FF2B5EF4-FFF2-40B4-BE49-F238E27FC236}">
                <a16:creationId xmlns:a16="http://schemas.microsoft.com/office/drawing/2014/main" id="{DBCC776A-1D3C-486B-8E94-80E58A0ACB33}"/>
              </a:ext>
            </a:extLst>
          </p:cNvPr>
          <p:cNvGraphicFramePr>
            <a:graphicFrameLocks noGrp="1"/>
          </p:cNvGraphicFramePr>
          <p:nvPr/>
        </p:nvGraphicFramePr>
        <p:xfrm>
          <a:off x="4759515" y="251878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6" name="表格 5">
            <a:extLst>
              <a:ext uri="{FF2B5EF4-FFF2-40B4-BE49-F238E27FC236}">
                <a16:creationId xmlns:a16="http://schemas.microsoft.com/office/drawing/2014/main" id="{4D358017-8899-49B5-83AC-3A500D20EC1D}"/>
              </a:ext>
            </a:extLst>
          </p:cNvPr>
          <p:cNvGraphicFramePr>
            <a:graphicFrameLocks noGrp="1"/>
          </p:cNvGraphicFramePr>
          <p:nvPr/>
        </p:nvGraphicFramePr>
        <p:xfrm>
          <a:off x="1109556" y="251460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7" name="箭號: 向右 6">
            <a:extLst>
              <a:ext uri="{FF2B5EF4-FFF2-40B4-BE49-F238E27FC236}">
                <a16:creationId xmlns:a16="http://schemas.microsoft.com/office/drawing/2014/main" id="{B2BBA993-2E4E-46E1-9691-787AEB0EA370}"/>
              </a:ext>
            </a:extLst>
          </p:cNvPr>
          <p:cNvSpPr/>
          <p:nvPr/>
        </p:nvSpPr>
        <p:spPr>
          <a:xfrm>
            <a:off x="3283676" y="326580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8" name="圓角矩形 4">
            <a:extLst>
              <a:ext uri="{FF2B5EF4-FFF2-40B4-BE49-F238E27FC236}">
                <a16:creationId xmlns:a16="http://schemas.microsoft.com/office/drawing/2014/main" id="{7BF7A781-3EE7-4600-BDA8-E0D4451D4459}"/>
              </a:ext>
            </a:extLst>
          </p:cNvPr>
          <p:cNvSpPr/>
          <p:nvPr/>
        </p:nvSpPr>
        <p:spPr>
          <a:xfrm>
            <a:off x="3126704" y="2031556"/>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1</a:t>
            </a:r>
          </a:p>
          <a:p>
            <a:pPr algn="ctr"/>
            <a:r>
              <a:rPr lang="en-US" altLang="zh-TW" dirty="0"/>
              <a:t>( 3 filters)</a:t>
            </a:r>
            <a:endParaRPr lang="zh-TW" altLang="en-US" dirty="0"/>
          </a:p>
        </p:txBody>
      </p:sp>
      <p:sp>
        <p:nvSpPr>
          <p:cNvPr id="9" name="圓角矩形 4">
            <a:extLst>
              <a:ext uri="{FF2B5EF4-FFF2-40B4-BE49-F238E27FC236}">
                <a16:creationId xmlns:a16="http://schemas.microsoft.com/office/drawing/2014/main" id="{A41CC6A9-481D-4A80-AF35-C41F9D1DF350}"/>
              </a:ext>
            </a:extLst>
          </p:cNvPr>
          <p:cNvSpPr/>
          <p:nvPr/>
        </p:nvSpPr>
        <p:spPr>
          <a:xfrm>
            <a:off x="1241401" y="173072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5x5x1</a:t>
            </a:r>
            <a:endParaRPr lang="zh-TW" altLang="en-US" sz="2400" dirty="0"/>
          </a:p>
        </p:txBody>
      </p:sp>
      <p:graphicFrame>
        <p:nvGraphicFramePr>
          <p:cNvPr id="10" name="表格 9">
            <a:extLst>
              <a:ext uri="{FF2B5EF4-FFF2-40B4-BE49-F238E27FC236}">
                <a16:creationId xmlns:a16="http://schemas.microsoft.com/office/drawing/2014/main" id="{DDF27833-6320-40D3-9B62-343CFC283D90}"/>
              </a:ext>
            </a:extLst>
          </p:cNvPr>
          <p:cNvGraphicFramePr>
            <a:graphicFrameLocks noGrp="1"/>
          </p:cNvGraphicFramePr>
          <p:nvPr/>
        </p:nvGraphicFramePr>
        <p:xfrm>
          <a:off x="4645215" y="241718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2" name="圓角矩形 4">
            <a:extLst>
              <a:ext uri="{FF2B5EF4-FFF2-40B4-BE49-F238E27FC236}">
                <a16:creationId xmlns:a16="http://schemas.microsoft.com/office/drawing/2014/main" id="{0BE5E26C-D1F4-48BD-92E5-B48E7849E61A}"/>
              </a:ext>
            </a:extLst>
          </p:cNvPr>
          <p:cNvSpPr/>
          <p:nvPr/>
        </p:nvSpPr>
        <p:spPr>
          <a:xfrm>
            <a:off x="7010527" y="3004980"/>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2</a:t>
            </a:r>
          </a:p>
          <a:p>
            <a:pPr algn="ctr"/>
            <a:r>
              <a:rPr lang="en-US" altLang="zh-TW" dirty="0"/>
              <a:t>( 2 filters)</a:t>
            </a:r>
            <a:endParaRPr lang="zh-TW" altLang="en-US" dirty="0"/>
          </a:p>
        </p:txBody>
      </p:sp>
      <p:sp>
        <p:nvSpPr>
          <p:cNvPr id="13" name="圓角矩形 4">
            <a:extLst>
              <a:ext uri="{FF2B5EF4-FFF2-40B4-BE49-F238E27FC236}">
                <a16:creationId xmlns:a16="http://schemas.microsoft.com/office/drawing/2014/main" id="{D52B47A5-C015-4851-A303-DE5655F60B5A}"/>
              </a:ext>
            </a:extLst>
          </p:cNvPr>
          <p:cNvSpPr/>
          <p:nvPr/>
        </p:nvSpPr>
        <p:spPr>
          <a:xfrm>
            <a:off x="4844223" y="173072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5x5x3</a:t>
            </a:r>
            <a:endParaRPr lang="zh-TW" altLang="en-US" sz="2400" dirty="0"/>
          </a:p>
        </p:txBody>
      </p:sp>
      <p:graphicFrame>
        <p:nvGraphicFramePr>
          <p:cNvPr id="14" name="表格 13">
            <a:extLst>
              <a:ext uri="{FF2B5EF4-FFF2-40B4-BE49-F238E27FC236}">
                <a16:creationId xmlns:a16="http://schemas.microsoft.com/office/drawing/2014/main" id="{18BF46AC-95EC-42C4-896C-BAD6368FA3FA}"/>
              </a:ext>
            </a:extLst>
          </p:cNvPr>
          <p:cNvGraphicFramePr>
            <a:graphicFrameLocks noGrp="1"/>
          </p:cNvGraphicFramePr>
          <p:nvPr>
            <p:extLst>
              <p:ext uri="{D42A27DB-BD31-4B8C-83A1-F6EECF244321}">
                <p14:modId xmlns:p14="http://schemas.microsoft.com/office/powerpoint/2010/main" val="670039173"/>
              </p:ext>
            </p:extLst>
          </p:nvPr>
        </p:nvGraphicFramePr>
        <p:xfrm>
          <a:off x="9319659" y="868225"/>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15</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6" name="箭號: 向右 15">
            <a:extLst>
              <a:ext uri="{FF2B5EF4-FFF2-40B4-BE49-F238E27FC236}">
                <a16:creationId xmlns:a16="http://schemas.microsoft.com/office/drawing/2014/main" id="{70B18115-5205-4045-9CFB-7BBBECA09DB4}"/>
              </a:ext>
            </a:extLst>
          </p:cNvPr>
          <p:cNvSpPr/>
          <p:nvPr/>
        </p:nvSpPr>
        <p:spPr>
          <a:xfrm rot="19676439">
            <a:off x="8050438" y="1979371"/>
            <a:ext cx="785503"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7" name="箭號: 向右 16">
            <a:extLst>
              <a:ext uri="{FF2B5EF4-FFF2-40B4-BE49-F238E27FC236}">
                <a16:creationId xmlns:a16="http://schemas.microsoft.com/office/drawing/2014/main" id="{93567ABE-3E31-4BA7-BF76-1EC42D058D05}"/>
              </a:ext>
            </a:extLst>
          </p:cNvPr>
          <p:cNvSpPr/>
          <p:nvPr/>
        </p:nvSpPr>
        <p:spPr>
          <a:xfrm rot="1448734">
            <a:off x="8100842" y="4593810"/>
            <a:ext cx="785503"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9" name="投影片編號版面配置區 7">
            <a:extLst>
              <a:ext uri="{FF2B5EF4-FFF2-40B4-BE49-F238E27FC236}">
                <a16:creationId xmlns:a16="http://schemas.microsoft.com/office/drawing/2014/main" id="{A9851868-DAE2-460E-9F3E-E80546524515}"/>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29</a:t>
            </a:fld>
            <a:endParaRPr lang="zh-TW" altLang="en-US" dirty="0">
              <a:solidFill>
                <a:schemeClr val="tx1"/>
              </a:solidFill>
            </a:endParaRPr>
          </a:p>
        </p:txBody>
      </p:sp>
      <p:pic>
        <p:nvPicPr>
          <p:cNvPr id="2" name="Audio 1">
            <a:hlinkClick r:id="" action="ppaction://media"/>
          </p:cNvPr>
          <p:cNvPicPr>
            <a:picLocks noChangeAspect="1"/>
          </p:cNvPicPr>
          <p:nvPr>
            <a:audioFile r:link="rId1"/>
            <p:extLst>
              <p:ext uri="{DAA4B4D4-6D71-4841-9C94-3DE7FCFB9230}">
                <p14:media xmlns:p14="http://schemas.microsoft.com/office/powerpoint/2010/main" r:embed="rId2">
                  <p14:trim st="1968"/>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2476890923"/>
      </p:ext>
    </p:extLst>
  </p:cSld>
  <p:clrMapOvr>
    <a:masterClrMapping/>
  </p:clrMapOvr>
  <mc:AlternateContent xmlns:mc="http://schemas.openxmlformats.org/markup-compatibility/2006" xmlns:p14="http://schemas.microsoft.com/office/powerpoint/2010/main">
    <mc:Choice Requires="p14">
      <p:transition spd="slow" p14:dur="2000" advTm="14320"/>
    </mc:Choice>
    <mc:Fallback xmlns="">
      <p:transition spd="slow" advTm="14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68182"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圖片 25">
            <a:extLst>
              <a:ext uri="{FF2B5EF4-FFF2-40B4-BE49-F238E27FC236}">
                <a16:creationId xmlns:a16="http://schemas.microsoft.com/office/drawing/2014/main" id="{7C775185-BF9E-4FCB-A654-8EC715D641D7}"/>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13" name="表格 12">
            <a:extLst>
              <a:ext uri="{FF2B5EF4-FFF2-40B4-BE49-F238E27FC236}">
                <a16:creationId xmlns:a16="http://schemas.microsoft.com/office/drawing/2014/main" id="{DA22D9A2-FCA7-4736-A602-8B635FBBC1E3}"/>
              </a:ext>
            </a:extLst>
          </p:cNvPr>
          <p:cNvGraphicFramePr>
            <a:graphicFrameLocks noGrp="1"/>
          </p:cNvGraphicFramePr>
          <p:nvPr/>
        </p:nvGraphicFramePr>
        <p:xfrm>
          <a:off x="5228334" y="1736130"/>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8" name="表格 7">
            <a:extLst>
              <a:ext uri="{FF2B5EF4-FFF2-40B4-BE49-F238E27FC236}">
                <a16:creationId xmlns:a16="http://schemas.microsoft.com/office/drawing/2014/main" id="{F1B4BE5A-D62D-47F1-9D50-76EAE5177860}"/>
              </a:ext>
            </a:extLst>
          </p:cNvPr>
          <p:cNvGraphicFramePr>
            <a:graphicFrameLocks noGrp="1"/>
          </p:cNvGraphicFramePr>
          <p:nvPr/>
        </p:nvGraphicFramePr>
        <p:xfrm>
          <a:off x="1047201" y="2688220"/>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7" name="表格 6">
            <a:extLst>
              <a:ext uri="{FF2B5EF4-FFF2-40B4-BE49-F238E27FC236}">
                <a16:creationId xmlns:a16="http://schemas.microsoft.com/office/drawing/2014/main" id="{ABB3190F-F405-4E39-A53C-DF9AF10E4EE3}"/>
              </a:ext>
            </a:extLst>
          </p:cNvPr>
          <p:cNvGraphicFramePr>
            <a:graphicFrameLocks noGrp="1"/>
          </p:cNvGraphicFramePr>
          <p:nvPr/>
        </p:nvGraphicFramePr>
        <p:xfrm>
          <a:off x="882101" y="2562521"/>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6" name="表格 5">
            <a:extLst>
              <a:ext uri="{FF2B5EF4-FFF2-40B4-BE49-F238E27FC236}">
                <a16:creationId xmlns:a16="http://schemas.microsoft.com/office/drawing/2014/main" id="{926AEEAA-EAEE-48D6-8942-7DA2F5D98C78}"/>
              </a:ext>
            </a:extLst>
          </p:cNvPr>
          <p:cNvGraphicFramePr>
            <a:graphicFrameLocks noGrp="1"/>
          </p:cNvGraphicFramePr>
          <p:nvPr/>
        </p:nvGraphicFramePr>
        <p:xfrm>
          <a:off x="717001" y="243682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0" name="圓角矩形 4">
            <a:extLst>
              <a:ext uri="{FF2B5EF4-FFF2-40B4-BE49-F238E27FC236}">
                <a16:creationId xmlns:a16="http://schemas.microsoft.com/office/drawing/2014/main" id="{3D88E2BE-4FEF-4FA2-95FD-7379B91E1B78}"/>
              </a:ext>
            </a:extLst>
          </p:cNvPr>
          <p:cNvSpPr/>
          <p:nvPr/>
        </p:nvSpPr>
        <p:spPr>
          <a:xfrm>
            <a:off x="809667" y="1643886"/>
            <a:ext cx="2370197"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5x5x3</a:t>
            </a:r>
            <a:endParaRPr lang="zh-TW" altLang="en-US" sz="2400" dirty="0"/>
          </a:p>
        </p:txBody>
      </p:sp>
      <p:graphicFrame>
        <p:nvGraphicFramePr>
          <p:cNvPr id="12" name="表格 11">
            <a:extLst>
              <a:ext uri="{FF2B5EF4-FFF2-40B4-BE49-F238E27FC236}">
                <a16:creationId xmlns:a16="http://schemas.microsoft.com/office/drawing/2014/main" id="{8CE7D385-AAD4-4969-BE95-DDD387CD257D}"/>
              </a:ext>
            </a:extLst>
          </p:cNvPr>
          <p:cNvGraphicFramePr>
            <a:graphicFrameLocks noGrp="1"/>
          </p:cNvGraphicFramePr>
          <p:nvPr/>
        </p:nvGraphicFramePr>
        <p:xfrm>
          <a:off x="5114034" y="1620784"/>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11" name="表格 10">
            <a:extLst>
              <a:ext uri="{FF2B5EF4-FFF2-40B4-BE49-F238E27FC236}">
                <a16:creationId xmlns:a16="http://schemas.microsoft.com/office/drawing/2014/main" id="{E94F58E9-DD6F-436B-B84F-C940999FB9CF}"/>
              </a:ext>
            </a:extLst>
          </p:cNvPr>
          <p:cNvGraphicFramePr>
            <a:graphicFrameLocks noGrp="1"/>
          </p:cNvGraphicFramePr>
          <p:nvPr/>
        </p:nvGraphicFramePr>
        <p:xfrm>
          <a:off x="4999734" y="1505438"/>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14" name="表格 13">
            <a:extLst>
              <a:ext uri="{FF2B5EF4-FFF2-40B4-BE49-F238E27FC236}">
                <a16:creationId xmlns:a16="http://schemas.microsoft.com/office/drawing/2014/main" id="{727BE2FA-5B20-4605-ACC7-026E4B4F74C0}"/>
              </a:ext>
            </a:extLst>
          </p:cNvPr>
          <p:cNvGraphicFramePr>
            <a:graphicFrameLocks noGrp="1"/>
          </p:cNvGraphicFramePr>
          <p:nvPr/>
        </p:nvGraphicFramePr>
        <p:xfrm>
          <a:off x="5291835" y="4688925"/>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15" name="表格 14">
            <a:extLst>
              <a:ext uri="{FF2B5EF4-FFF2-40B4-BE49-F238E27FC236}">
                <a16:creationId xmlns:a16="http://schemas.microsoft.com/office/drawing/2014/main" id="{26639E9E-CC34-4E3D-AEF9-F821731EF023}"/>
              </a:ext>
            </a:extLst>
          </p:cNvPr>
          <p:cNvGraphicFramePr>
            <a:graphicFrameLocks noGrp="1"/>
          </p:cNvGraphicFramePr>
          <p:nvPr/>
        </p:nvGraphicFramePr>
        <p:xfrm>
          <a:off x="5177535" y="4573579"/>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16" name="表格 15">
            <a:extLst>
              <a:ext uri="{FF2B5EF4-FFF2-40B4-BE49-F238E27FC236}">
                <a16:creationId xmlns:a16="http://schemas.microsoft.com/office/drawing/2014/main" id="{BD248B4C-2E29-457D-9D5D-A9C54D712C5E}"/>
              </a:ext>
            </a:extLst>
          </p:cNvPr>
          <p:cNvGraphicFramePr>
            <a:graphicFrameLocks noGrp="1"/>
          </p:cNvGraphicFramePr>
          <p:nvPr/>
        </p:nvGraphicFramePr>
        <p:xfrm>
          <a:off x="5063235" y="4458233"/>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17" name="箭號: 向右 16">
            <a:extLst>
              <a:ext uri="{FF2B5EF4-FFF2-40B4-BE49-F238E27FC236}">
                <a16:creationId xmlns:a16="http://schemas.microsoft.com/office/drawing/2014/main" id="{FBD42870-6B26-47F1-BA7B-8CE2E9249516}"/>
              </a:ext>
            </a:extLst>
          </p:cNvPr>
          <p:cNvSpPr/>
          <p:nvPr/>
        </p:nvSpPr>
        <p:spPr>
          <a:xfrm rot="19676439">
            <a:off x="3525170" y="2113293"/>
            <a:ext cx="785503"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8" name="箭號: 向右 17">
            <a:extLst>
              <a:ext uri="{FF2B5EF4-FFF2-40B4-BE49-F238E27FC236}">
                <a16:creationId xmlns:a16="http://schemas.microsoft.com/office/drawing/2014/main" id="{593124C2-94B9-4A63-814E-DCFC4F2281CA}"/>
              </a:ext>
            </a:extLst>
          </p:cNvPr>
          <p:cNvSpPr/>
          <p:nvPr/>
        </p:nvSpPr>
        <p:spPr>
          <a:xfrm rot="1448734">
            <a:off x="3515156" y="4765875"/>
            <a:ext cx="785503"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9" name="文字方塊 18">
            <a:extLst>
              <a:ext uri="{FF2B5EF4-FFF2-40B4-BE49-F238E27FC236}">
                <a16:creationId xmlns:a16="http://schemas.microsoft.com/office/drawing/2014/main" id="{B0AC1FA8-8862-4712-99EF-D608EBC51A74}"/>
              </a:ext>
            </a:extLst>
          </p:cNvPr>
          <p:cNvSpPr txBox="1"/>
          <p:nvPr/>
        </p:nvSpPr>
        <p:spPr>
          <a:xfrm>
            <a:off x="4214230" y="1251452"/>
            <a:ext cx="785503" cy="369332"/>
          </a:xfrm>
          <a:prstGeom prst="rect">
            <a:avLst/>
          </a:prstGeom>
          <a:noFill/>
        </p:spPr>
        <p:txBody>
          <a:bodyPr wrap="square" rtlCol="0">
            <a:spAutoFit/>
          </a:bodyPr>
          <a:lstStyle/>
          <a:p>
            <a:r>
              <a:rPr lang="en-US" altLang="zh-TW" dirty="0"/>
              <a:t>Filter1</a:t>
            </a:r>
            <a:endParaRPr lang="zh-TW" altLang="en-US" dirty="0"/>
          </a:p>
        </p:txBody>
      </p:sp>
      <p:sp>
        <p:nvSpPr>
          <p:cNvPr id="20" name="文字方塊 19">
            <a:extLst>
              <a:ext uri="{FF2B5EF4-FFF2-40B4-BE49-F238E27FC236}">
                <a16:creationId xmlns:a16="http://schemas.microsoft.com/office/drawing/2014/main" id="{FCF27F48-8CF3-4EEA-920C-725CCBB9B257}"/>
              </a:ext>
            </a:extLst>
          </p:cNvPr>
          <p:cNvSpPr txBox="1"/>
          <p:nvPr/>
        </p:nvSpPr>
        <p:spPr>
          <a:xfrm>
            <a:off x="4214231" y="4251913"/>
            <a:ext cx="785503" cy="369332"/>
          </a:xfrm>
          <a:prstGeom prst="rect">
            <a:avLst/>
          </a:prstGeom>
          <a:noFill/>
        </p:spPr>
        <p:txBody>
          <a:bodyPr wrap="square" rtlCol="0">
            <a:spAutoFit/>
          </a:bodyPr>
          <a:lstStyle/>
          <a:p>
            <a:r>
              <a:rPr lang="en-US" altLang="zh-TW" dirty="0"/>
              <a:t>Filter2</a:t>
            </a:r>
            <a:endParaRPr lang="zh-TW" altLang="en-US" dirty="0"/>
          </a:p>
        </p:txBody>
      </p:sp>
      <p:sp>
        <p:nvSpPr>
          <p:cNvPr id="21" name="箭號: 向右 20">
            <a:extLst>
              <a:ext uri="{FF2B5EF4-FFF2-40B4-BE49-F238E27FC236}">
                <a16:creationId xmlns:a16="http://schemas.microsoft.com/office/drawing/2014/main" id="{697FE094-7FD1-46C6-888D-69E399AAE01A}"/>
              </a:ext>
            </a:extLst>
          </p:cNvPr>
          <p:cNvSpPr/>
          <p:nvPr/>
        </p:nvSpPr>
        <p:spPr>
          <a:xfrm>
            <a:off x="7122802" y="2020593"/>
            <a:ext cx="770367"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2" name="箭號: 向右 21">
            <a:extLst>
              <a:ext uri="{FF2B5EF4-FFF2-40B4-BE49-F238E27FC236}">
                <a16:creationId xmlns:a16="http://schemas.microsoft.com/office/drawing/2014/main" id="{1C9847F9-0896-42E6-B459-DD70DF1DC529}"/>
              </a:ext>
            </a:extLst>
          </p:cNvPr>
          <p:cNvSpPr/>
          <p:nvPr/>
        </p:nvSpPr>
        <p:spPr>
          <a:xfrm>
            <a:off x="7122801" y="4973388"/>
            <a:ext cx="770367"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graphicFrame>
        <p:nvGraphicFramePr>
          <p:cNvPr id="23" name="表格 22">
            <a:extLst>
              <a:ext uri="{FF2B5EF4-FFF2-40B4-BE49-F238E27FC236}">
                <a16:creationId xmlns:a16="http://schemas.microsoft.com/office/drawing/2014/main" id="{9A01A690-A495-4F74-862F-46F7056AB4A1}"/>
              </a:ext>
            </a:extLst>
          </p:cNvPr>
          <p:cNvGraphicFramePr>
            <a:graphicFrameLocks noGrp="1"/>
          </p:cNvGraphicFramePr>
          <p:nvPr>
            <p:extLst>
              <p:ext uri="{D42A27DB-BD31-4B8C-83A1-F6EECF244321}">
                <p14:modId xmlns:p14="http://schemas.microsoft.com/office/powerpoint/2010/main" val="815217400"/>
              </p:ext>
            </p:extLst>
          </p:nvPr>
        </p:nvGraphicFramePr>
        <p:xfrm>
          <a:off x="8458202" y="1135411"/>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24" name="矩形 23">
            <a:extLst>
              <a:ext uri="{FF2B5EF4-FFF2-40B4-BE49-F238E27FC236}">
                <a16:creationId xmlns:a16="http://schemas.microsoft.com/office/drawing/2014/main" id="{8720F69E-BDE4-4562-B6AB-E3DBECBE942E}"/>
              </a:ext>
            </a:extLst>
          </p:cNvPr>
          <p:cNvSpPr/>
          <p:nvPr/>
        </p:nvSpPr>
        <p:spPr>
          <a:xfrm>
            <a:off x="4288641" y="4186553"/>
            <a:ext cx="2834160" cy="190295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7" name="投影片編號版面配置區 7">
            <a:extLst>
              <a:ext uri="{FF2B5EF4-FFF2-40B4-BE49-F238E27FC236}">
                <a16:creationId xmlns:a16="http://schemas.microsoft.com/office/drawing/2014/main" id="{3AB5050B-3140-4970-A599-E59E53F782E1}"/>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30</a:t>
            </a:fld>
            <a:endParaRPr lang="zh-TW" altLang="en-US" dirty="0">
              <a:solidFill>
                <a:schemeClr val="tx1"/>
              </a:solidFill>
            </a:endParaRPr>
          </a:p>
        </p:txBody>
      </p:sp>
      <p:pic>
        <p:nvPicPr>
          <p:cNvPr id="2" name="Audio 1">
            <a:hlinkClick r:id="" action="ppaction://media"/>
          </p:cNvPr>
          <p:cNvPicPr>
            <a:picLocks noChangeAspect="1"/>
          </p:cNvPicPr>
          <p:nvPr>
            <a:audioFile r:link="rId1"/>
            <p:extLst>
              <p:ext uri="{DAA4B4D4-6D71-4841-9C94-3DE7FCFB9230}">
                <p14:media xmlns:p14="http://schemas.microsoft.com/office/powerpoint/2010/main" r:embed="rId2">
                  <p14:trim st="2325"/>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424544470"/>
      </p:ext>
    </p:extLst>
  </p:cSld>
  <p:clrMapOvr>
    <a:masterClrMapping/>
  </p:clrMapOvr>
  <mc:AlternateContent xmlns:mc="http://schemas.openxmlformats.org/markup-compatibility/2006" xmlns:p14="http://schemas.microsoft.com/office/powerpoint/2010/main">
    <mc:Choice Requires="p14">
      <p:transition spd="slow" p14:dur="2000" advTm="4420"/>
    </mc:Choice>
    <mc:Fallback xmlns="">
      <p:transition spd="slow" advTm="4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66667"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圖片 32">
            <a:extLst>
              <a:ext uri="{FF2B5EF4-FFF2-40B4-BE49-F238E27FC236}">
                <a16:creationId xmlns:a16="http://schemas.microsoft.com/office/drawing/2014/main" id="{113E14C5-F5BC-4899-9DC3-54F685C8A5F3}"/>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2" name="表格 1">
            <a:extLst>
              <a:ext uri="{FF2B5EF4-FFF2-40B4-BE49-F238E27FC236}">
                <a16:creationId xmlns:a16="http://schemas.microsoft.com/office/drawing/2014/main" id="{670A4864-5865-427C-9101-FB51781DC621}"/>
              </a:ext>
            </a:extLst>
          </p:cNvPr>
          <p:cNvGraphicFramePr>
            <a:graphicFrameLocks noGrp="1"/>
          </p:cNvGraphicFramePr>
          <p:nvPr/>
        </p:nvGraphicFramePr>
        <p:xfrm>
          <a:off x="293045" y="77947"/>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3" name="表格 2">
            <a:extLst>
              <a:ext uri="{FF2B5EF4-FFF2-40B4-BE49-F238E27FC236}">
                <a16:creationId xmlns:a16="http://schemas.microsoft.com/office/drawing/2014/main" id="{5007B8C9-EFA7-498D-96FA-02D5E7133D41}"/>
              </a:ext>
            </a:extLst>
          </p:cNvPr>
          <p:cNvGraphicFramePr>
            <a:graphicFrameLocks noGrp="1"/>
          </p:cNvGraphicFramePr>
          <p:nvPr/>
        </p:nvGraphicFramePr>
        <p:xfrm>
          <a:off x="293045" y="2399368"/>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7657C358-9784-4228-B166-34693DFCB93E}"/>
              </a:ext>
            </a:extLst>
          </p:cNvPr>
          <p:cNvGraphicFramePr>
            <a:graphicFrameLocks noGrp="1"/>
          </p:cNvGraphicFramePr>
          <p:nvPr/>
        </p:nvGraphicFramePr>
        <p:xfrm>
          <a:off x="293045" y="4680175"/>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5" name="表格 4">
            <a:extLst>
              <a:ext uri="{FF2B5EF4-FFF2-40B4-BE49-F238E27FC236}">
                <a16:creationId xmlns:a16="http://schemas.microsoft.com/office/drawing/2014/main" id="{B25E0228-B0AA-4723-BD49-A175672E1CC2}"/>
              </a:ext>
            </a:extLst>
          </p:cNvPr>
          <p:cNvGraphicFramePr>
            <a:graphicFrameLocks noGrp="1"/>
          </p:cNvGraphicFramePr>
          <p:nvPr>
            <p:extLst>
              <p:ext uri="{D42A27DB-BD31-4B8C-83A1-F6EECF244321}">
                <p14:modId xmlns:p14="http://schemas.microsoft.com/office/powerpoint/2010/main" val="3486803774"/>
              </p:ext>
            </p:extLst>
          </p:nvPr>
        </p:nvGraphicFramePr>
        <p:xfrm>
          <a:off x="3258276" y="546248"/>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6" name="表格 5">
            <a:extLst>
              <a:ext uri="{FF2B5EF4-FFF2-40B4-BE49-F238E27FC236}">
                <a16:creationId xmlns:a16="http://schemas.microsoft.com/office/drawing/2014/main" id="{B379C9A3-223F-40C9-B690-8A6C07BA0FDA}"/>
              </a:ext>
            </a:extLst>
          </p:cNvPr>
          <p:cNvGraphicFramePr>
            <a:graphicFrameLocks noGrp="1"/>
          </p:cNvGraphicFramePr>
          <p:nvPr>
            <p:extLst>
              <p:ext uri="{D42A27DB-BD31-4B8C-83A1-F6EECF244321}">
                <p14:modId xmlns:p14="http://schemas.microsoft.com/office/powerpoint/2010/main" val="1496198632"/>
              </p:ext>
            </p:extLst>
          </p:nvPr>
        </p:nvGraphicFramePr>
        <p:xfrm>
          <a:off x="3258276" y="2871394"/>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7" name="表格 6">
            <a:extLst>
              <a:ext uri="{FF2B5EF4-FFF2-40B4-BE49-F238E27FC236}">
                <a16:creationId xmlns:a16="http://schemas.microsoft.com/office/drawing/2014/main" id="{A9A908F0-D793-439D-AC82-3128A106A886}"/>
              </a:ext>
            </a:extLst>
          </p:cNvPr>
          <p:cNvGraphicFramePr>
            <a:graphicFrameLocks noGrp="1"/>
          </p:cNvGraphicFramePr>
          <p:nvPr>
            <p:extLst>
              <p:ext uri="{D42A27DB-BD31-4B8C-83A1-F6EECF244321}">
                <p14:modId xmlns:p14="http://schemas.microsoft.com/office/powerpoint/2010/main" val="78550584"/>
              </p:ext>
            </p:extLst>
          </p:nvPr>
        </p:nvGraphicFramePr>
        <p:xfrm>
          <a:off x="3258276" y="5165547"/>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11" name="箭號: 向右 10">
            <a:extLst>
              <a:ext uri="{FF2B5EF4-FFF2-40B4-BE49-F238E27FC236}">
                <a16:creationId xmlns:a16="http://schemas.microsoft.com/office/drawing/2014/main" id="{5A768166-259E-4756-9C65-2C66C905E421}"/>
              </a:ext>
            </a:extLst>
          </p:cNvPr>
          <p:cNvSpPr/>
          <p:nvPr/>
        </p:nvSpPr>
        <p:spPr>
          <a:xfrm>
            <a:off x="2591968" y="946058"/>
            <a:ext cx="41509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3" name="箭號: 向右 12">
            <a:extLst>
              <a:ext uri="{FF2B5EF4-FFF2-40B4-BE49-F238E27FC236}">
                <a16:creationId xmlns:a16="http://schemas.microsoft.com/office/drawing/2014/main" id="{1009D87C-2ED0-472B-9395-A61D1E0642C1}"/>
              </a:ext>
            </a:extLst>
          </p:cNvPr>
          <p:cNvSpPr/>
          <p:nvPr/>
        </p:nvSpPr>
        <p:spPr>
          <a:xfrm>
            <a:off x="2591968" y="3271204"/>
            <a:ext cx="41509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4" name="箭號: 向右 13">
            <a:extLst>
              <a:ext uri="{FF2B5EF4-FFF2-40B4-BE49-F238E27FC236}">
                <a16:creationId xmlns:a16="http://schemas.microsoft.com/office/drawing/2014/main" id="{C7D5AD0C-EA00-4C1B-BC0C-4048406AB1B6}"/>
              </a:ext>
            </a:extLst>
          </p:cNvPr>
          <p:cNvSpPr/>
          <p:nvPr/>
        </p:nvSpPr>
        <p:spPr>
          <a:xfrm>
            <a:off x="2589794" y="5565356"/>
            <a:ext cx="41509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019818D2-B3A9-4EB8-AA6D-BB8DCFBE874B}"/>
              </a:ext>
            </a:extLst>
          </p:cNvPr>
          <p:cNvSpPr/>
          <p:nvPr/>
        </p:nvSpPr>
        <p:spPr>
          <a:xfrm>
            <a:off x="3070611" y="355600"/>
            <a:ext cx="1677629" cy="6146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6" name="圓角矩形 4">
            <a:extLst>
              <a:ext uri="{FF2B5EF4-FFF2-40B4-BE49-F238E27FC236}">
                <a16:creationId xmlns:a16="http://schemas.microsoft.com/office/drawing/2014/main" id="{77CC4E85-5BAE-4BE8-B508-6589A0ACBE2E}"/>
              </a:ext>
            </a:extLst>
          </p:cNvPr>
          <p:cNvSpPr/>
          <p:nvPr/>
        </p:nvSpPr>
        <p:spPr>
          <a:xfrm>
            <a:off x="2661096" y="45685"/>
            <a:ext cx="893777" cy="36639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000" dirty="0"/>
              <a:t>Filter2</a:t>
            </a:r>
            <a:endParaRPr lang="zh-TW" altLang="en-US" sz="2000" dirty="0"/>
          </a:p>
        </p:txBody>
      </p:sp>
      <p:sp>
        <p:nvSpPr>
          <p:cNvPr id="17" name="箭號: 向右 16">
            <a:extLst>
              <a:ext uri="{FF2B5EF4-FFF2-40B4-BE49-F238E27FC236}">
                <a16:creationId xmlns:a16="http://schemas.microsoft.com/office/drawing/2014/main" id="{C32DB2AD-210B-4425-B824-4236ED6633EB}"/>
              </a:ext>
            </a:extLst>
          </p:cNvPr>
          <p:cNvSpPr/>
          <p:nvPr/>
        </p:nvSpPr>
        <p:spPr>
          <a:xfrm>
            <a:off x="4819659" y="946058"/>
            <a:ext cx="41509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8" name="箭號: 向右 17">
            <a:extLst>
              <a:ext uri="{FF2B5EF4-FFF2-40B4-BE49-F238E27FC236}">
                <a16:creationId xmlns:a16="http://schemas.microsoft.com/office/drawing/2014/main" id="{74ED03DA-F047-45DB-B4C2-2886DE22D877}"/>
              </a:ext>
            </a:extLst>
          </p:cNvPr>
          <p:cNvSpPr/>
          <p:nvPr/>
        </p:nvSpPr>
        <p:spPr>
          <a:xfrm>
            <a:off x="4819659" y="3271204"/>
            <a:ext cx="41509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9" name="箭號: 向右 18">
            <a:extLst>
              <a:ext uri="{FF2B5EF4-FFF2-40B4-BE49-F238E27FC236}">
                <a16:creationId xmlns:a16="http://schemas.microsoft.com/office/drawing/2014/main" id="{9619CDD4-168D-48CD-A186-C8611B6848C1}"/>
              </a:ext>
            </a:extLst>
          </p:cNvPr>
          <p:cNvSpPr/>
          <p:nvPr/>
        </p:nvSpPr>
        <p:spPr>
          <a:xfrm>
            <a:off x="4811784" y="5565356"/>
            <a:ext cx="41509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graphicFrame>
        <p:nvGraphicFramePr>
          <p:cNvPr id="20" name="表格 19">
            <a:extLst>
              <a:ext uri="{FF2B5EF4-FFF2-40B4-BE49-F238E27FC236}">
                <a16:creationId xmlns:a16="http://schemas.microsoft.com/office/drawing/2014/main" id="{072C94DD-EF38-4E47-8B3D-39F74D93B973}"/>
              </a:ext>
            </a:extLst>
          </p:cNvPr>
          <p:cNvGraphicFramePr>
            <a:graphicFrameLocks noGrp="1"/>
          </p:cNvGraphicFramePr>
          <p:nvPr>
            <p:extLst>
              <p:ext uri="{D42A27DB-BD31-4B8C-83A1-F6EECF244321}">
                <p14:modId xmlns:p14="http://schemas.microsoft.com/office/powerpoint/2010/main" val="1874654491"/>
              </p:ext>
            </p:extLst>
          </p:nvPr>
        </p:nvGraphicFramePr>
        <p:xfrm>
          <a:off x="5328356" y="61065"/>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21" name="表格 20">
            <a:extLst>
              <a:ext uri="{FF2B5EF4-FFF2-40B4-BE49-F238E27FC236}">
                <a16:creationId xmlns:a16="http://schemas.microsoft.com/office/drawing/2014/main" id="{569F2294-E805-464F-9B1A-BCE3AC23D552}"/>
              </a:ext>
            </a:extLst>
          </p:cNvPr>
          <p:cNvGraphicFramePr>
            <a:graphicFrameLocks noGrp="1"/>
          </p:cNvGraphicFramePr>
          <p:nvPr>
            <p:extLst>
              <p:ext uri="{D42A27DB-BD31-4B8C-83A1-F6EECF244321}">
                <p14:modId xmlns:p14="http://schemas.microsoft.com/office/powerpoint/2010/main" val="2644830650"/>
              </p:ext>
            </p:extLst>
          </p:nvPr>
        </p:nvGraphicFramePr>
        <p:xfrm>
          <a:off x="5328356" y="2382486"/>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22" name="表格 21">
            <a:extLst>
              <a:ext uri="{FF2B5EF4-FFF2-40B4-BE49-F238E27FC236}">
                <a16:creationId xmlns:a16="http://schemas.microsoft.com/office/drawing/2014/main" id="{0E2272B5-F20C-4A13-98FC-43438EE7BE9E}"/>
              </a:ext>
            </a:extLst>
          </p:cNvPr>
          <p:cNvGraphicFramePr>
            <a:graphicFrameLocks noGrp="1"/>
          </p:cNvGraphicFramePr>
          <p:nvPr>
            <p:extLst>
              <p:ext uri="{D42A27DB-BD31-4B8C-83A1-F6EECF244321}">
                <p14:modId xmlns:p14="http://schemas.microsoft.com/office/powerpoint/2010/main" val="3819421703"/>
              </p:ext>
            </p:extLst>
          </p:nvPr>
        </p:nvGraphicFramePr>
        <p:xfrm>
          <a:off x="5328356" y="4668886"/>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23" name="表格 22">
            <a:extLst>
              <a:ext uri="{FF2B5EF4-FFF2-40B4-BE49-F238E27FC236}">
                <a16:creationId xmlns:a16="http://schemas.microsoft.com/office/drawing/2014/main" id="{CE7A5517-2521-4BDD-AA6C-E092FAE4D518}"/>
              </a:ext>
            </a:extLst>
          </p:cNvPr>
          <p:cNvGraphicFramePr>
            <a:graphicFrameLocks noGrp="1"/>
          </p:cNvGraphicFramePr>
          <p:nvPr>
            <p:extLst>
              <p:ext uri="{D42A27DB-BD31-4B8C-83A1-F6EECF244321}">
                <p14:modId xmlns:p14="http://schemas.microsoft.com/office/powerpoint/2010/main" val="3142431995"/>
              </p:ext>
            </p:extLst>
          </p:nvPr>
        </p:nvGraphicFramePr>
        <p:xfrm>
          <a:off x="9855302" y="2399367"/>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27" name="箭號: 向右 26">
            <a:extLst>
              <a:ext uri="{FF2B5EF4-FFF2-40B4-BE49-F238E27FC236}">
                <a16:creationId xmlns:a16="http://schemas.microsoft.com/office/drawing/2014/main" id="{440F665B-C52A-43E8-8FD0-8B897451E387}"/>
              </a:ext>
            </a:extLst>
          </p:cNvPr>
          <p:cNvSpPr/>
          <p:nvPr/>
        </p:nvSpPr>
        <p:spPr>
          <a:xfrm>
            <a:off x="9233874" y="3245803"/>
            <a:ext cx="510540"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8" name="箭號: 向右 27">
            <a:extLst>
              <a:ext uri="{FF2B5EF4-FFF2-40B4-BE49-F238E27FC236}">
                <a16:creationId xmlns:a16="http://schemas.microsoft.com/office/drawing/2014/main" id="{52F8CA7E-FBCC-4359-9E5C-F77B8C71694C}"/>
              </a:ext>
            </a:extLst>
          </p:cNvPr>
          <p:cNvSpPr/>
          <p:nvPr/>
        </p:nvSpPr>
        <p:spPr>
          <a:xfrm>
            <a:off x="7692839" y="3245803"/>
            <a:ext cx="686256"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9" name="箭號: 向右 28">
            <a:extLst>
              <a:ext uri="{FF2B5EF4-FFF2-40B4-BE49-F238E27FC236}">
                <a16:creationId xmlns:a16="http://schemas.microsoft.com/office/drawing/2014/main" id="{67269E0D-68B2-4F88-AFC0-C638B5D0A205}"/>
              </a:ext>
            </a:extLst>
          </p:cNvPr>
          <p:cNvSpPr/>
          <p:nvPr/>
        </p:nvSpPr>
        <p:spPr>
          <a:xfrm rot="2635783">
            <a:off x="7619403" y="2035237"/>
            <a:ext cx="686256"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30" name="箭號: 向右 29">
            <a:extLst>
              <a:ext uri="{FF2B5EF4-FFF2-40B4-BE49-F238E27FC236}">
                <a16:creationId xmlns:a16="http://schemas.microsoft.com/office/drawing/2014/main" id="{61218E2A-996C-4C9D-834C-175FE5491BAD}"/>
              </a:ext>
            </a:extLst>
          </p:cNvPr>
          <p:cNvSpPr/>
          <p:nvPr/>
        </p:nvSpPr>
        <p:spPr>
          <a:xfrm rot="19521937">
            <a:off x="7690597" y="4345376"/>
            <a:ext cx="686256"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grpSp>
        <p:nvGrpSpPr>
          <p:cNvPr id="32" name="群組 31">
            <a:extLst>
              <a:ext uri="{FF2B5EF4-FFF2-40B4-BE49-F238E27FC236}">
                <a16:creationId xmlns:a16="http://schemas.microsoft.com/office/drawing/2014/main" id="{F7903897-6870-4DC9-A134-20F0D3F85FB5}"/>
              </a:ext>
            </a:extLst>
          </p:cNvPr>
          <p:cNvGrpSpPr/>
          <p:nvPr/>
        </p:nvGrpSpPr>
        <p:grpSpPr>
          <a:xfrm>
            <a:off x="8585484" y="3195593"/>
            <a:ext cx="510540" cy="510540"/>
            <a:chOff x="8710063" y="3227807"/>
            <a:chExt cx="510540" cy="510540"/>
          </a:xfrm>
        </p:grpSpPr>
        <p:sp>
          <p:nvSpPr>
            <p:cNvPr id="26" name="矩形 25">
              <a:extLst>
                <a:ext uri="{FF2B5EF4-FFF2-40B4-BE49-F238E27FC236}">
                  <a16:creationId xmlns:a16="http://schemas.microsoft.com/office/drawing/2014/main" id="{3FC2DD0E-12EB-4F05-802F-C79F1A51FF7A}"/>
                </a:ext>
              </a:extLst>
            </p:cNvPr>
            <p:cNvSpPr/>
            <p:nvPr/>
          </p:nvSpPr>
          <p:spPr>
            <a:xfrm>
              <a:off x="8710063" y="3428999"/>
              <a:ext cx="510540" cy="108156"/>
            </a:xfrm>
            <a:prstGeom prst="rect">
              <a:avLst/>
            </a:prstGeom>
            <a:solidFill>
              <a:schemeClr val="accent2"/>
            </a:solidFill>
            <a:ln>
              <a:solidFill>
                <a:schemeClr val="accent2"/>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A335B3B9-673F-410D-B946-6F3E4837FC60}"/>
                </a:ext>
              </a:extLst>
            </p:cNvPr>
            <p:cNvSpPr/>
            <p:nvPr/>
          </p:nvSpPr>
          <p:spPr>
            <a:xfrm rot="5400000">
              <a:off x="8710063" y="3428999"/>
              <a:ext cx="510540" cy="108156"/>
            </a:xfrm>
            <a:prstGeom prst="rect">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grpSp>
      <p:sp>
        <p:nvSpPr>
          <p:cNvPr id="34" name="投影片編號版面配置區 7">
            <a:extLst>
              <a:ext uri="{FF2B5EF4-FFF2-40B4-BE49-F238E27FC236}">
                <a16:creationId xmlns:a16="http://schemas.microsoft.com/office/drawing/2014/main" id="{95D50217-53D8-4C6B-B9BB-4F0A38C47203}"/>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31</a:t>
            </a:fld>
            <a:endParaRPr lang="zh-TW" altLang="en-US" dirty="0">
              <a:solidFill>
                <a:schemeClr val="tx1"/>
              </a:solidFill>
            </a:endParaRPr>
          </a:p>
        </p:txBody>
      </p:sp>
      <p:pic>
        <p:nvPicPr>
          <p:cNvPr id="8" name="Audio 7">
            <a:hlinkClick r:id="" action="ppaction://media"/>
          </p:cNvPr>
          <p:cNvPicPr>
            <a:picLocks noChangeAspect="1"/>
          </p:cNvPicPr>
          <p:nvPr>
            <a:audioFile r:link="rId1"/>
            <p:extLst>
              <p:ext uri="{DAA4B4D4-6D71-4841-9C94-3DE7FCFB9230}">
                <p14:media xmlns:p14="http://schemas.microsoft.com/office/powerpoint/2010/main" r:embed="rId2">
                  <p14:trim st="2141"/>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447151561"/>
      </p:ext>
    </p:extLst>
  </p:cSld>
  <p:clrMapOvr>
    <a:masterClrMapping/>
  </p:clrMapOvr>
  <mc:AlternateContent xmlns:mc="http://schemas.openxmlformats.org/markup-compatibility/2006" xmlns:p14="http://schemas.microsoft.com/office/powerpoint/2010/main">
    <mc:Choice Requires="p14">
      <p:transition spd="slow" p14:dur="2000" advTm="6110"/>
    </mc:Choice>
    <mc:Fallback xmlns="">
      <p:transition spd="slow" advTm="6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a:extLst>
              <a:ext uri="{FF2B5EF4-FFF2-40B4-BE49-F238E27FC236}">
                <a16:creationId xmlns:a16="http://schemas.microsoft.com/office/drawing/2014/main" id="{0966B770-F16D-4469-8646-98314FCC822C}"/>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2" name="表格 1">
            <a:extLst>
              <a:ext uri="{FF2B5EF4-FFF2-40B4-BE49-F238E27FC236}">
                <a16:creationId xmlns:a16="http://schemas.microsoft.com/office/drawing/2014/main" id="{B152CF84-4176-46BB-9836-720596E9A9CE}"/>
              </a:ext>
            </a:extLst>
          </p:cNvPr>
          <p:cNvGraphicFramePr>
            <a:graphicFrameLocks noGrp="1"/>
          </p:cNvGraphicFramePr>
          <p:nvPr/>
        </p:nvGraphicFramePr>
        <p:xfrm>
          <a:off x="640801" y="2612020"/>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3" name="表格 2">
            <a:extLst>
              <a:ext uri="{FF2B5EF4-FFF2-40B4-BE49-F238E27FC236}">
                <a16:creationId xmlns:a16="http://schemas.microsoft.com/office/drawing/2014/main" id="{00AD56F6-979A-4E4E-951D-95FA75B8437F}"/>
              </a:ext>
            </a:extLst>
          </p:cNvPr>
          <p:cNvGraphicFramePr>
            <a:graphicFrameLocks noGrp="1"/>
          </p:cNvGraphicFramePr>
          <p:nvPr/>
        </p:nvGraphicFramePr>
        <p:xfrm>
          <a:off x="475701" y="2486321"/>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CB84DC23-34D2-482D-8B03-D59ED2990151}"/>
              </a:ext>
            </a:extLst>
          </p:cNvPr>
          <p:cNvGraphicFramePr>
            <a:graphicFrameLocks noGrp="1"/>
          </p:cNvGraphicFramePr>
          <p:nvPr/>
        </p:nvGraphicFramePr>
        <p:xfrm>
          <a:off x="310601" y="236062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5" name="表格 4">
            <a:extLst>
              <a:ext uri="{FF2B5EF4-FFF2-40B4-BE49-F238E27FC236}">
                <a16:creationId xmlns:a16="http://schemas.microsoft.com/office/drawing/2014/main" id="{EBA40192-FAAF-4F7B-BCF9-19B292AEB03C}"/>
              </a:ext>
            </a:extLst>
          </p:cNvPr>
          <p:cNvGraphicFramePr>
            <a:graphicFrameLocks noGrp="1"/>
          </p:cNvGraphicFramePr>
          <p:nvPr/>
        </p:nvGraphicFramePr>
        <p:xfrm>
          <a:off x="4249269" y="3096698"/>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6" name="表格 5">
            <a:extLst>
              <a:ext uri="{FF2B5EF4-FFF2-40B4-BE49-F238E27FC236}">
                <a16:creationId xmlns:a16="http://schemas.microsoft.com/office/drawing/2014/main" id="{5C161E7E-2FCF-45C4-9465-07269B1C5A8D}"/>
              </a:ext>
            </a:extLst>
          </p:cNvPr>
          <p:cNvGraphicFramePr>
            <a:graphicFrameLocks noGrp="1"/>
          </p:cNvGraphicFramePr>
          <p:nvPr/>
        </p:nvGraphicFramePr>
        <p:xfrm>
          <a:off x="4134969" y="2981352"/>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7" name="表格 6">
            <a:extLst>
              <a:ext uri="{FF2B5EF4-FFF2-40B4-BE49-F238E27FC236}">
                <a16:creationId xmlns:a16="http://schemas.microsoft.com/office/drawing/2014/main" id="{00F55B60-53F4-4F77-83AC-D130D038A2BE}"/>
              </a:ext>
            </a:extLst>
          </p:cNvPr>
          <p:cNvGraphicFramePr>
            <a:graphicFrameLocks noGrp="1"/>
          </p:cNvGraphicFramePr>
          <p:nvPr>
            <p:extLst>
              <p:ext uri="{D42A27DB-BD31-4B8C-83A1-F6EECF244321}">
                <p14:modId xmlns:p14="http://schemas.microsoft.com/office/powerpoint/2010/main" val="2455137396"/>
              </p:ext>
            </p:extLst>
          </p:nvPr>
        </p:nvGraphicFramePr>
        <p:xfrm>
          <a:off x="4020669" y="2866006"/>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8" name="文字方塊 7">
            <a:extLst>
              <a:ext uri="{FF2B5EF4-FFF2-40B4-BE49-F238E27FC236}">
                <a16:creationId xmlns:a16="http://schemas.microsoft.com/office/drawing/2014/main" id="{73358BB8-976F-4C19-ACE4-73B5A81223C0}"/>
              </a:ext>
            </a:extLst>
          </p:cNvPr>
          <p:cNvSpPr txBox="1"/>
          <p:nvPr/>
        </p:nvSpPr>
        <p:spPr>
          <a:xfrm>
            <a:off x="3235165" y="2612020"/>
            <a:ext cx="785503" cy="369332"/>
          </a:xfrm>
          <a:prstGeom prst="rect">
            <a:avLst/>
          </a:prstGeom>
          <a:noFill/>
        </p:spPr>
        <p:txBody>
          <a:bodyPr wrap="square" rtlCol="0">
            <a:spAutoFit/>
          </a:bodyPr>
          <a:lstStyle/>
          <a:p>
            <a:r>
              <a:rPr lang="en-US" altLang="zh-TW" dirty="0"/>
              <a:t>Filter1</a:t>
            </a:r>
            <a:endParaRPr lang="zh-TW" altLang="en-US" dirty="0"/>
          </a:p>
        </p:txBody>
      </p:sp>
      <p:sp>
        <p:nvSpPr>
          <p:cNvPr id="9" name="箭號: 向右 8">
            <a:extLst>
              <a:ext uri="{FF2B5EF4-FFF2-40B4-BE49-F238E27FC236}">
                <a16:creationId xmlns:a16="http://schemas.microsoft.com/office/drawing/2014/main" id="{E0B8432A-44DA-4F06-A221-51AA7D0ED69B}"/>
              </a:ext>
            </a:extLst>
          </p:cNvPr>
          <p:cNvSpPr/>
          <p:nvPr/>
        </p:nvSpPr>
        <p:spPr>
          <a:xfrm>
            <a:off x="3028288" y="3323488"/>
            <a:ext cx="702612"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graphicFrame>
        <p:nvGraphicFramePr>
          <p:cNvPr id="10" name="表格 9">
            <a:extLst>
              <a:ext uri="{FF2B5EF4-FFF2-40B4-BE49-F238E27FC236}">
                <a16:creationId xmlns:a16="http://schemas.microsoft.com/office/drawing/2014/main" id="{9D0239B7-324C-4FCB-A63E-BDD870AE1DC4}"/>
              </a:ext>
            </a:extLst>
          </p:cNvPr>
          <p:cNvGraphicFramePr>
            <a:graphicFrameLocks noGrp="1"/>
          </p:cNvGraphicFramePr>
          <p:nvPr>
            <p:extLst>
              <p:ext uri="{D42A27DB-BD31-4B8C-83A1-F6EECF244321}">
                <p14:modId xmlns:p14="http://schemas.microsoft.com/office/powerpoint/2010/main" val="841571764"/>
              </p:ext>
            </p:extLst>
          </p:nvPr>
        </p:nvGraphicFramePr>
        <p:xfrm>
          <a:off x="6605167" y="2486321"/>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1" name="表格 10">
            <a:extLst>
              <a:ext uri="{FF2B5EF4-FFF2-40B4-BE49-F238E27FC236}">
                <a16:creationId xmlns:a16="http://schemas.microsoft.com/office/drawing/2014/main" id="{E143681E-622C-48C1-8585-EA2302BCF788}"/>
              </a:ext>
            </a:extLst>
          </p:cNvPr>
          <p:cNvGraphicFramePr>
            <a:graphicFrameLocks noGrp="1"/>
          </p:cNvGraphicFramePr>
          <p:nvPr>
            <p:extLst>
              <p:ext uri="{D42A27DB-BD31-4B8C-83A1-F6EECF244321}">
                <p14:modId xmlns:p14="http://schemas.microsoft.com/office/powerpoint/2010/main" val="1827953323"/>
              </p:ext>
            </p:extLst>
          </p:nvPr>
        </p:nvGraphicFramePr>
        <p:xfrm>
          <a:off x="9725690" y="2486321"/>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2" name="箭號: 向右 11">
            <a:extLst>
              <a:ext uri="{FF2B5EF4-FFF2-40B4-BE49-F238E27FC236}">
                <a16:creationId xmlns:a16="http://schemas.microsoft.com/office/drawing/2014/main" id="{57DA79E0-3E26-4A87-81F9-B1A18AA7A39E}"/>
              </a:ext>
            </a:extLst>
          </p:cNvPr>
          <p:cNvSpPr/>
          <p:nvPr/>
        </p:nvSpPr>
        <p:spPr>
          <a:xfrm>
            <a:off x="5779415" y="3371502"/>
            <a:ext cx="702612"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3" name="箭號: 向右 12">
            <a:extLst>
              <a:ext uri="{FF2B5EF4-FFF2-40B4-BE49-F238E27FC236}">
                <a16:creationId xmlns:a16="http://schemas.microsoft.com/office/drawing/2014/main" id="{2E2093E8-B1DE-42DD-BC59-3C26917FF63C}"/>
              </a:ext>
            </a:extLst>
          </p:cNvPr>
          <p:cNvSpPr/>
          <p:nvPr/>
        </p:nvSpPr>
        <p:spPr>
          <a:xfrm>
            <a:off x="8927954" y="3381161"/>
            <a:ext cx="702612"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4" name="矩形: 圓角 13">
            <a:extLst>
              <a:ext uri="{FF2B5EF4-FFF2-40B4-BE49-F238E27FC236}">
                <a16:creationId xmlns:a16="http://schemas.microsoft.com/office/drawing/2014/main" id="{7CE5577B-6B31-4BE8-8A57-BA5ADEE1212D}"/>
              </a:ext>
            </a:extLst>
          </p:cNvPr>
          <p:cNvSpPr/>
          <p:nvPr/>
        </p:nvSpPr>
        <p:spPr>
          <a:xfrm>
            <a:off x="8916991" y="2937948"/>
            <a:ext cx="639026" cy="3175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err="1"/>
              <a:t>Relu</a:t>
            </a:r>
            <a:endParaRPr lang="zh-TW" altLang="en-US" dirty="0"/>
          </a:p>
        </p:txBody>
      </p:sp>
      <p:sp>
        <p:nvSpPr>
          <p:cNvPr id="16" name="投影片編號版面配置區 7">
            <a:extLst>
              <a:ext uri="{FF2B5EF4-FFF2-40B4-BE49-F238E27FC236}">
                <a16:creationId xmlns:a16="http://schemas.microsoft.com/office/drawing/2014/main" id="{D48110B0-A293-4F83-99D5-DF8AB25BF975}"/>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32</a:t>
            </a:fld>
            <a:endParaRPr lang="zh-TW" altLang="en-US" dirty="0">
              <a:solidFill>
                <a:schemeClr val="tx1"/>
              </a:solidFill>
            </a:endParaRPr>
          </a:p>
        </p:txBody>
      </p:sp>
      <p:pic>
        <p:nvPicPr>
          <p:cNvPr id="17" name="Audio 16">
            <a:hlinkClick r:id="" action="ppaction://media"/>
          </p:cNvPr>
          <p:cNvPicPr>
            <a:picLocks noChangeAspect="1"/>
          </p:cNvPicPr>
          <p:nvPr>
            <a:audioFile r:link="rId1"/>
            <p:extLst>
              <p:ext uri="{DAA4B4D4-6D71-4841-9C94-3DE7FCFB9230}">
                <p14:media xmlns:p14="http://schemas.microsoft.com/office/powerpoint/2010/main" r:embed="rId2">
                  <p14:trim st="2497"/>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594302470"/>
      </p:ext>
    </p:extLst>
  </p:cSld>
  <p:clrMapOvr>
    <a:masterClrMapping/>
  </p:clrMapOvr>
  <mc:AlternateContent xmlns:mc="http://schemas.openxmlformats.org/markup-compatibility/2006" xmlns:p14="http://schemas.microsoft.com/office/powerpoint/2010/main">
    <mc:Choice Requires="p14">
      <p:transition spd="slow" p14:dur="2000" advTm="6110"/>
    </mc:Choice>
    <mc:Fallback xmlns="">
      <p:transition spd="slow" advTm="6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圖片 24">
            <a:extLst>
              <a:ext uri="{FF2B5EF4-FFF2-40B4-BE49-F238E27FC236}">
                <a16:creationId xmlns:a16="http://schemas.microsoft.com/office/drawing/2014/main" id="{D1866889-F821-425E-BE4D-2B310C9EB52F}"/>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13" name="表格 12">
            <a:extLst>
              <a:ext uri="{FF2B5EF4-FFF2-40B4-BE49-F238E27FC236}">
                <a16:creationId xmlns:a16="http://schemas.microsoft.com/office/drawing/2014/main" id="{DA22D9A2-FCA7-4736-A602-8B635FBBC1E3}"/>
              </a:ext>
            </a:extLst>
          </p:cNvPr>
          <p:cNvGraphicFramePr>
            <a:graphicFrameLocks noGrp="1"/>
          </p:cNvGraphicFramePr>
          <p:nvPr/>
        </p:nvGraphicFramePr>
        <p:xfrm>
          <a:off x="5228334" y="1736130"/>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8" name="表格 7">
            <a:extLst>
              <a:ext uri="{FF2B5EF4-FFF2-40B4-BE49-F238E27FC236}">
                <a16:creationId xmlns:a16="http://schemas.microsoft.com/office/drawing/2014/main" id="{F1B4BE5A-D62D-47F1-9D50-76EAE5177860}"/>
              </a:ext>
            </a:extLst>
          </p:cNvPr>
          <p:cNvGraphicFramePr>
            <a:graphicFrameLocks noGrp="1"/>
          </p:cNvGraphicFramePr>
          <p:nvPr/>
        </p:nvGraphicFramePr>
        <p:xfrm>
          <a:off x="1047201" y="2688220"/>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7" name="表格 6">
            <a:extLst>
              <a:ext uri="{FF2B5EF4-FFF2-40B4-BE49-F238E27FC236}">
                <a16:creationId xmlns:a16="http://schemas.microsoft.com/office/drawing/2014/main" id="{ABB3190F-F405-4E39-A53C-DF9AF10E4EE3}"/>
              </a:ext>
            </a:extLst>
          </p:cNvPr>
          <p:cNvGraphicFramePr>
            <a:graphicFrameLocks noGrp="1"/>
          </p:cNvGraphicFramePr>
          <p:nvPr/>
        </p:nvGraphicFramePr>
        <p:xfrm>
          <a:off x="882101" y="2562521"/>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6" name="表格 5">
            <a:extLst>
              <a:ext uri="{FF2B5EF4-FFF2-40B4-BE49-F238E27FC236}">
                <a16:creationId xmlns:a16="http://schemas.microsoft.com/office/drawing/2014/main" id="{926AEEAA-EAEE-48D6-8942-7DA2F5D98C78}"/>
              </a:ext>
            </a:extLst>
          </p:cNvPr>
          <p:cNvGraphicFramePr>
            <a:graphicFrameLocks noGrp="1"/>
          </p:cNvGraphicFramePr>
          <p:nvPr/>
        </p:nvGraphicFramePr>
        <p:xfrm>
          <a:off x="717001" y="2436822"/>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0" name="圓角矩形 4">
            <a:extLst>
              <a:ext uri="{FF2B5EF4-FFF2-40B4-BE49-F238E27FC236}">
                <a16:creationId xmlns:a16="http://schemas.microsoft.com/office/drawing/2014/main" id="{3D88E2BE-4FEF-4FA2-95FD-7379B91E1B78}"/>
              </a:ext>
            </a:extLst>
          </p:cNvPr>
          <p:cNvSpPr/>
          <p:nvPr/>
        </p:nvSpPr>
        <p:spPr>
          <a:xfrm>
            <a:off x="809667" y="1643886"/>
            <a:ext cx="2370197"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5x5x3</a:t>
            </a:r>
            <a:endParaRPr lang="zh-TW" altLang="en-US" sz="2400" dirty="0"/>
          </a:p>
        </p:txBody>
      </p:sp>
      <p:graphicFrame>
        <p:nvGraphicFramePr>
          <p:cNvPr id="12" name="表格 11">
            <a:extLst>
              <a:ext uri="{FF2B5EF4-FFF2-40B4-BE49-F238E27FC236}">
                <a16:creationId xmlns:a16="http://schemas.microsoft.com/office/drawing/2014/main" id="{8CE7D385-AAD4-4969-BE95-DDD387CD257D}"/>
              </a:ext>
            </a:extLst>
          </p:cNvPr>
          <p:cNvGraphicFramePr>
            <a:graphicFrameLocks noGrp="1"/>
          </p:cNvGraphicFramePr>
          <p:nvPr/>
        </p:nvGraphicFramePr>
        <p:xfrm>
          <a:off x="5114034" y="1620784"/>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11" name="表格 10">
            <a:extLst>
              <a:ext uri="{FF2B5EF4-FFF2-40B4-BE49-F238E27FC236}">
                <a16:creationId xmlns:a16="http://schemas.microsoft.com/office/drawing/2014/main" id="{E94F58E9-DD6F-436B-B84F-C940999FB9CF}"/>
              </a:ext>
            </a:extLst>
          </p:cNvPr>
          <p:cNvGraphicFramePr>
            <a:graphicFrameLocks noGrp="1"/>
          </p:cNvGraphicFramePr>
          <p:nvPr/>
        </p:nvGraphicFramePr>
        <p:xfrm>
          <a:off x="4999734" y="1505438"/>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14" name="表格 13">
            <a:extLst>
              <a:ext uri="{FF2B5EF4-FFF2-40B4-BE49-F238E27FC236}">
                <a16:creationId xmlns:a16="http://schemas.microsoft.com/office/drawing/2014/main" id="{727BE2FA-5B20-4605-ACC7-026E4B4F74C0}"/>
              </a:ext>
            </a:extLst>
          </p:cNvPr>
          <p:cNvGraphicFramePr>
            <a:graphicFrameLocks noGrp="1"/>
          </p:cNvGraphicFramePr>
          <p:nvPr/>
        </p:nvGraphicFramePr>
        <p:xfrm>
          <a:off x="5291835" y="4688925"/>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15" name="表格 14">
            <a:extLst>
              <a:ext uri="{FF2B5EF4-FFF2-40B4-BE49-F238E27FC236}">
                <a16:creationId xmlns:a16="http://schemas.microsoft.com/office/drawing/2014/main" id="{26639E9E-CC34-4E3D-AEF9-F821731EF023}"/>
              </a:ext>
            </a:extLst>
          </p:cNvPr>
          <p:cNvGraphicFramePr>
            <a:graphicFrameLocks noGrp="1"/>
          </p:cNvGraphicFramePr>
          <p:nvPr/>
        </p:nvGraphicFramePr>
        <p:xfrm>
          <a:off x="5177535" y="4573579"/>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16" name="表格 15">
            <a:extLst>
              <a:ext uri="{FF2B5EF4-FFF2-40B4-BE49-F238E27FC236}">
                <a16:creationId xmlns:a16="http://schemas.microsoft.com/office/drawing/2014/main" id="{BD248B4C-2E29-457D-9D5D-A9C54D712C5E}"/>
              </a:ext>
            </a:extLst>
          </p:cNvPr>
          <p:cNvGraphicFramePr>
            <a:graphicFrameLocks noGrp="1"/>
          </p:cNvGraphicFramePr>
          <p:nvPr/>
        </p:nvGraphicFramePr>
        <p:xfrm>
          <a:off x="5063235" y="4458233"/>
          <a:ext cx="1337565" cy="1166010"/>
        </p:xfrm>
        <a:graphic>
          <a:graphicData uri="http://schemas.openxmlformats.org/drawingml/2006/table">
            <a:tbl>
              <a:tblPr firstRow="1" bandRow="1">
                <a:tableStyleId>{5C22544A-7EE6-4342-B048-85BDC9FD1C3A}</a:tableStyleId>
              </a:tblPr>
              <a:tblGrid>
                <a:gridCol w="445855">
                  <a:extLst>
                    <a:ext uri="{9D8B030D-6E8A-4147-A177-3AD203B41FA5}">
                      <a16:colId xmlns:a16="http://schemas.microsoft.com/office/drawing/2014/main" val="3085371467"/>
                    </a:ext>
                  </a:extLst>
                </a:gridCol>
                <a:gridCol w="445855">
                  <a:extLst>
                    <a:ext uri="{9D8B030D-6E8A-4147-A177-3AD203B41FA5}">
                      <a16:colId xmlns:a16="http://schemas.microsoft.com/office/drawing/2014/main" val="3062133403"/>
                    </a:ext>
                  </a:extLst>
                </a:gridCol>
                <a:gridCol w="445855">
                  <a:extLst>
                    <a:ext uri="{9D8B030D-6E8A-4147-A177-3AD203B41FA5}">
                      <a16:colId xmlns:a16="http://schemas.microsoft.com/office/drawing/2014/main" val="2105965007"/>
                    </a:ext>
                  </a:extLst>
                </a:gridCol>
              </a:tblGrid>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88670">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sp>
        <p:nvSpPr>
          <p:cNvPr id="17" name="箭號: 向右 16">
            <a:extLst>
              <a:ext uri="{FF2B5EF4-FFF2-40B4-BE49-F238E27FC236}">
                <a16:creationId xmlns:a16="http://schemas.microsoft.com/office/drawing/2014/main" id="{FBD42870-6B26-47F1-BA7B-8CE2E9249516}"/>
              </a:ext>
            </a:extLst>
          </p:cNvPr>
          <p:cNvSpPr/>
          <p:nvPr/>
        </p:nvSpPr>
        <p:spPr>
          <a:xfrm rot="19676439">
            <a:off x="3572795" y="2103768"/>
            <a:ext cx="785503"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8" name="箭號: 向右 17">
            <a:extLst>
              <a:ext uri="{FF2B5EF4-FFF2-40B4-BE49-F238E27FC236}">
                <a16:creationId xmlns:a16="http://schemas.microsoft.com/office/drawing/2014/main" id="{593124C2-94B9-4A63-814E-DCFC4F2281CA}"/>
              </a:ext>
            </a:extLst>
          </p:cNvPr>
          <p:cNvSpPr/>
          <p:nvPr/>
        </p:nvSpPr>
        <p:spPr>
          <a:xfrm rot="1448734">
            <a:off x="3623199" y="4718207"/>
            <a:ext cx="785503"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9" name="文字方塊 18">
            <a:extLst>
              <a:ext uri="{FF2B5EF4-FFF2-40B4-BE49-F238E27FC236}">
                <a16:creationId xmlns:a16="http://schemas.microsoft.com/office/drawing/2014/main" id="{B0AC1FA8-8862-4712-99EF-D608EBC51A74}"/>
              </a:ext>
            </a:extLst>
          </p:cNvPr>
          <p:cNvSpPr txBox="1"/>
          <p:nvPr/>
        </p:nvSpPr>
        <p:spPr>
          <a:xfrm>
            <a:off x="4214230" y="1251452"/>
            <a:ext cx="785503" cy="369332"/>
          </a:xfrm>
          <a:prstGeom prst="rect">
            <a:avLst/>
          </a:prstGeom>
          <a:noFill/>
        </p:spPr>
        <p:txBody>
          <a:bodyPr wrap="square" rtlCol="0">
            <a:spAutoFit/>
          </a:bodyPr>
          <a:lstStyle/>
          <a:p>
            <a:r>
              <a:rPr lang="en-US" altLang="zh-TW" dirty="0"/>
              <a:t>Filter1</a:t>
            </a:r>
            <a:endParaRPr lang="zh-TW" altLang="en-US" dirty="0"/>
          </a:p>
        </p:txBody>
      </p:sp>
      <p:sp>
        <p:nvSpPr>
          <p:cNvPr id="20" name="文字方塊 19">
            <a:extLst>
              <a:ext uri="{FF2B5EF4-FFF2-40B4-BE49-F238E27FC236}">
                <a16:creationId xmlns:a16="http://schemas.microsoft.com/office/drawing/2014/main" id="{FCF27F48-8CF3-4EEA-920C-725CCBB9B257}"/>
              </a:ext>
            </a:extLst>
          </p:cNvPr>
          <p:cNvSpPr txBox="1"/>
          <p:nvPr/>
        </p:nvSpPr>
        <p:spPr>
          <a:xfrm>
            <a:off x="4214231" y="4251913"/>
            <a:ext cx="785503" cy="369332"/>
          </a:xfrm>
          <a:prstGeom prst="rect">
            <a:avLst/>
          </a:prstGeom>
          <a:noFill/>
        </p:spPr>
        <p:txBody>
          <a:bodyPr wrap="square" rtlCol="0">
            <a:spAutoFit/>
          </a:bodyPr>
          <a:lstStyle/>
          <a:p>
            <a:r>
              <a:rPr lang="en-US" altLang="zh-TW" dirty="0"/>
              <a:t>Filter2</a:t>
            </a:r>
            <a:endParaRPr lang="zh-TW" altLang="en-US" dirty="0"/>
          </a:p>
        </p:txBody>
      </p:sp>
      <p:sp>
        <p:nvSpPr>
          <p:cNvPr id="21" name="箭號: 向右 20">
            <a:extLst>
              <a:ext uri="{FF2B5EF4-FFF2-40B4-BE49-F238E27FC236}">
                <a16:creationId xmlns:a16="http://schemas.microsoft.com/office/drawing/2014/main" id="{697FE094-7FD1-46C6-888D-69E399AAE01A}"/>
              </a:ext>
            </a:extLst>
          </p:cNvPr>
          <p:cNvSpPr/>
          <p:nvPr/>
        </p:nvSpPr>
        <p:spPr>
          <a:xfrm>
            <a:off x="7122802" y="2020593"/>
            <a:ext cx="770367"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2" name="箭號: 向右 21">
            <a:extLst>
              <a:ext uri="{FF2B5EF4-FFF2-40B4-BE49-F238E27FC236}">
                <a16:creationId xmlns:a16="http://schemas.microsoft.com/office/drawing/2014/main" id="{1C9847F9-0896-42E6-B459-DD70DF1DC529}"/>
              </a:ext>
            </a:extLst>
          </p:cNvPr>
          <p:cNvSpPr/>
          <p:nvPr/>
        </p:nvSpPr>
        <p:spPr>
          <a:xfrm>
            <a:off x="7122801" y="4973388"/>
            <a:ext cx="770367"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graphicFrame>
        <p:nvGraphicFramePr>
          <p:cNvPr id="23" name="表格 22">
            <a:extLst>
              <a:ext uri="{FF2B5EF4-FFF2-40B4-BE49-F238E27FC236}">
                <a16:creationId xmlns:a16="http://schemas.microsoft.com/office/drawing/2014/main" id="{9A01A690-A495-4F74-862F-46F7056AB4A1}"/>
              </a:ext>
            </a:extLst>
          </p:cNvPr>
          <p:cNvGraphicFramePr>
            <a:graphicFrameLocks noGrp="1"/>
          </p:cNvGraphicFramePr>
          <p:nvPr/>
        </p:nvGraphicFramePr>
        <p:xfrm>
          <a:off x="8458202" y="1135411"/>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24" name="表格 23">
            <a:extLst>
              <a:ext uri="{FF2B5EF4-FFF2-40B4-BE49-F238E27FC236}">
                <a16:creationId xmlns:a16="http://schemas.microsoft.com/office/drawing/2014/main" id="{9CD943C4-E5D7-4090-9BC0-FDA587D0C58E}"/>
              </a:ext>
            </a:extLst>
          </p:cNvPr>
          <p:cNvGraphicFramePr>
            <a:graphicFrameLocks noGrp="1"/>
          </p:cNvGraphicFramePr>
          <p:nvPr>
            <p:extLst>
              <p:ext uri="{D42A27DB-BD31-4B8C-83A1-F6EECF244321}">
                <p14:modId xmlns:p14="http://schemas.microsoft.com/office/powerpoint/2010/main" val="2408523160"/>
              </p:ext>
            </p:extLst>
          </p:nvPr>
        </p:nvGraphicFramePr>
        <p:xfrm>
          <a:off x="8458202" y="4088206"/>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26" name="投影片編號版面配置區 7">
            <a:extLst>
              <a:ext uri="{FF2B5EF4-FFF2-40B4-BE49-F238E27FC236}">
                <a16:creationId xmlns:a16="http://schemas.microsoft.com/office/drawing/2014/main" id="{7F465167-C7C8-40BF-A544-41D7B78FAB49}"/>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33</a:t>
            </a:fld>
            <a:endParaRPr lang="zh-TW" altLang="en-US" dirty="0">
              <a:solidFill>
                <a:schemeClr val="tx1"/>
              </a:solidFill>
            </a:endParaRPr>
          </a:p>
        </p:txBody>
      </p:sp>
      <p:pic>
        <p:nvPicPr>
          <p:cNvPr id="2" name="Audio 1">
            <a:hlinkClick r:id="" action="ppaction://media"/>
          </p:cNvPr>
          <p:cNvPicPr>
            <a:picLocks noChangeAspect="1"/>
          </p:cNvPicPr>
          <p:nvPr>
            <a:audioFile r:link="rId1"/>
            <p:extLst>
              <p:ext uri="{DAA4B4D4-6D71-4841-9C94-3DE7FCFB9230}">
                <p14:media xmlns:p14="http://schemas.microsoft.com/office/powerpoint/2010/main" r:embed="rId2">
                  <p14:trim st="1310"/>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1338667729"/>
      </p:ext>
    </p:extLst>
  </p:cSld>
  <p:clrMapOvr>
    <a:masterClrMapping/>
  </p:clrMapOvr>
  <mc:AlternateContent xmlns:mc="http://schemas.openxmlformats.org/markup-compatibility/2006" xmlns:p14="http://schemas.microsoft.com/office/powerpoint/2010/main">
    <mc:Choice Requires="p14">
      <p:transition spd="slow" p14:dur="2000" advTm="13680"/>
    </mc:Choice>
    <mc:Fallback xmlns="">
      <p:transition spd="slow" advTm="136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7A8445F3-0A30-4C20-BD7F-1EADF4C3A8BA}"/>
              </a:ext>
            </a:extLst>
          </p:cNvPr>
          <p:cNvSpPr/>
          <p:nvPr/>
        </p:nvSpPr>
        <p:spPr>
          <a:xfrm>
            <a:off x="11213517" y="3164075"/>
            <a:ext cx="442353" cy="401803"/>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rPr>
              <a:t>0</a:t>
            </a:r>
            <a:endParaRPr lang="zh-TW" altLang="en-US" dirty="0">
              <a:solidFill>
                <a:schemeClr val="tx1"/>
              </a:solidFill>
            </a:endParaRPr>
          </a:p>
        </p:txBody>
      </p:sp>
      <p:graphicFrame>
        <p:nvGraphicFramePr>
          <p:cNvPr id="12" name="表格 11">
            <a:extLst>
              <a:ext uri="{FF2B5EF4-FFF2-40B4-BE49-F238E27FC236}">
                <a16:creationId xmlns:a16="http://schemas.microsoft.com/office/drawing/2014/main" id="{ECB76F92-93C8-4461-A260-9A663C060F23}"/>
              </a:ext>
            </a:extLst>
          </p:cNvPr>
          <p:cNvGraphicFramePr>
            <a:graphicFrameLocks noGrp="1"/>
          </p:cNvGraphicFramePr>
          <p:nvPr/>
        </p:nvGraphicFramePr>
        <p:xfrm>
          <a:off x="4111815" y="25034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1" name="表格 10">
            <a:extLst>
              <a:ext uri="{FF2B5EF4-FFF2-40B4-BE49-F238E27FC236}">
                <a16:creationId xmlns:a16="http://schemas.microsoft.com/office/drawing/2014/main" id="{8848A1D3-DE4C-4676-A765-38C3C115C462}"/>
              </a:ext>
            </a:extLst>
          </p:cNvPr>
          <p:cNvGraphicFramePr>
            <a:graphicFrameLocks noGrp="1"/>
          </p:cNvGraphicFramePr>
          <p:nvPr/>
        </p:nvGraphicFramePr>
        <p:xfrm>
          <a:off x="3997515" y="24018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E42275DD-5DEF-4BA9-B0D2-EB7C5B46ED88}"/>
              </a:ext>
            </a:extLst>
          </p:cNvPr>
          <p:cNvGraphicFramePr>
            <a:graphicFrameLocks noGrp="1"/>
          </p:cNvGraphicFramePr>
          <p:nvPr/>
        </p:nvGraphicFramePr>
        <p:xfrm>
          <a:off x="347556" y="239764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5" name="箭號: 向右 4">
            <a:extLst>
              <a:ext uri="{FF2B5EF4-FFF2-40B4-BE49-F238E27FC236}">
                <a16:creationId xmlns:a16="http://schemas.microsoft.com/office/drawing/2014/main" id="{FD5903D7-81D1-45F9-B9E2-FC990C81F6A7}"/>
              </a:ext>
            </a:extLst>
          </p:cNvPr>
          <p:cNvSpPr/>
          <p:nvPr/>
        </p:nvSpPr>
        <p:spPr>
          <a:xfrm>
            <a:off x="2521676"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6" name="圓角矩形 4">
            <a:extLst>
              <a:ext uri="{FF2B5EF4-FFF2-40B4-BE49-F238E27FC236}">
                <a16:creationId xmlns:a16="http://schemas.microsoft.com/office/drawing/2014/main" id="{292C49E8-7202-4FD4-A13E-76B3A77908FA}"/>
              </a:ext>
            </a:extLst>
          </p:cNvPr>
          <p:cNvSpPr/>
          <p:nvPr/>
        </p:nvSpPr>
        <p:spPr>
          <a:xfrm>
            <a:off x="2364704" y="1914596"/>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1</a:t>
            </a:r>
          </a:p>
          <a:p>
            <a:pPr algn="ctr"/>
            <a:r>
              <a:rPr lang="en-US" altLang="zh-TW" dirty="0"/>
              <a:t>( 3 filters)</a:t>
            </a:r>
            <a:endParaRPr lang="zh-TW" altLang="en-US" dirty="0"/>
          </a:p>
        </p:txBody>
      </p:sp>
      <p:sp>
        <p:nvSpPr>
          <p:cNvPr id="8" name="圓角矩形 4">
            <a:extLst>
              <a:ext uri="{FF2B5EF4-FFF2-40B4-BE49-F238E27FC236}">
                <a16:creationId xmlns:a16="http://schemas.microsoft.com/office/drawing/2014/main" id="{10CA7081-D4C8-4496-A838-6B8C5E06D4EF}"/>
              </a:ext>
            </a:extLst>
          </p:cNvPr>
          <p:cNvSpPr/>
          <p:nvPr/>
        </p:nvSpPr>
        <p:spPr>
          <a:xfrm>
            <a:off x="479401" y="161376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5x5x1</a:t>
            </a:r>
            <a:endParaRPr lang="zh-TW" altLang="en-US" sz="2400" dirty="0"/>
          </a:p>
        </p:txBody>
      </p:sp>
      <p:graphicFrame>
        <p:nvGraphicFramePr>
          <p:cNvPr id="10" name="表格 9">
            <a:extLst>
              <a:ext uri="{FF2B5EF4-FFF2-40B4-BE49-F238E27FC236}">
                <a16:creationId xmlns:a16="http://schemas.microsoft.com/office/drawing/2014/main" id="{49865FCC-D690-4C56-B821-863DBE59604E}"/>
              </a:ext>
            </a:extLst>
          </p:cNvPr>
          <p:cNvGraphicFramePr>
            <a:graphicFrameLocks noGrp="1"/>
          </p:cNvGraphicFramePr>
          <p:nvPr/>
        </p:nvGraphicFramePr>
        <p:xfrm>
          <a:off x="3883215" y="23002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3" name="箭號: 向右 12">
            <a:extLst>
              <a:ext uri="{FF2B5EF4-FFF2-40B4-BE49-F238E27FC236}">
                <a16:creationId xmlns:a16="http://schemas.microsoft.com/office/drawing/2014/main" id="{620BE942-10BA-4A2B-9D62-5694A3B6DFDC}"/>
              </a:ext>
            </a:extLst>
          </p:cNvPr>
          <p:cNvSpPr/>
          <p:nvPr/>
        </p:nvSpPr>
        <p:spPr>
          <a:xfrm>
            <a:off x="6240992"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4" name="圓角矩形 4">
            <a:extLst>
              <a:ext uri="{FF2B5EF4-FFF2-40B4-BE49-F238E27FC236}">
                <a16:creationId xmlns:a16="http://schemas.microsoft.com/office/drawing/2014/main" id="{86E1D2DE-B580-487F-845B-F5F84196355C}"/>
              </a:ext>
            </a:extLst>
          </p:cNvPr>
          <p:cNvSpPr/>
          <p:nvPr/>
        </p:nvSpPr>
        <p:spPr>
          <a:xfrm>
            <a:off x="6099371" y="1973620"/>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2</a:t>
            </a:r>
          </a:p>
          <a:p>
            <a:pPr algn="ctr"/>
            <a:r>
              <a:rPr lang="en-US" altLang="zh-TW" dirty="0"/>
              <a:t>( 2 filters)</a:t>
            </a:r>
            <a:endParaRPr lang="zh-TW" altLang="en-US" dirty="0"/>
          </a:p>
        </p:txBody>
      </p:sp>
      <p:graphicFrame>
        <p:nvGraphicFramePr>
          <p:cNvPr id="15" name="表格 14">
            <a:extLst>
              <a:ext uri="{FF2B5EF4-FFF2-40B4-BE49-F238E27FC236}">
                <a16:creationId xmlns:a16="http://schemas.microsoft.com/office/drawing/2014/main" id="{F42BDBBC-23AB-4B0F-B28B-C9DD0B174A81}"/>
              </a:ext>
            </a:extLst>
          </p:cNvPr>
          <p:cNvGraphicFramePr>
            <a:graphicFrameLocks noGrp="1"/>
          </p:cNvGraphicFramePr>
          <p:nvPr/>
        </p:nvGraphicFramePr>
        <p:xfrm>
          <a:off x="7702590" y="24018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6" name="表格 15">
            <a:extLst>
              <a:ext uri="{FF2B5EF4-FFF2-40B4-BE49-F238E27FC236}">
                <a16:creationId xmlns:a16="http://schemas.microsoft.com/office/drawing/2014/main" id="{A3AC749F-1EA7-4501-ABFE-949FDBBF8ECD}"/>
              </a:ext>
            </a:extLst>
          </p:cNvPr>
          <p:cNvGraphicFramePr>
            <a:graphicFrameLocks noGrp="1"/>
          </p:cNvGraphicFramePr>
          <p:nvPr/>
        </p:nvGraphicFramePr>
        <p:xfrm>
          <a:off x="7588290" y="23002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7" name="箭號: 向右 16">
            <a:extLst>
              <a:ext uri="{FF2B5EF4-FFF2-40B4-BE49-F238E27FC236}">
                <a16:creationId xmlns:a16="http://schemas.microsoft.com/office/drawing/2014/main" id="{7D356F81-5C19-499B-813D-CE287375F9B7}"/>
              </a:ext>
            </a:extLst>
          </p:cNvPr>
          <p:cNvSpPr/>
          <p:nvPr/>
        </p:nvSpPr>
        <p:spPr>
          <a:xfrm>
            <a:off x="9864344"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9035B612-B92D-48EC-9AC5-22FC36DC2835}"/>
              </a:ext>
            </a:extLst>
          </p:cNvPr>
          <p:cNvSpPr/>
          <p:nvPr/>
        </p:nvSpPr>
        <p:spPr>
          <a:xfrm>
            <a:off x="11117562" y="3079409"/>
            <a:ext cx="442353" cy="401803"/>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rPr>
              <a:t>0</a:t>
            </a:r>
            <a:endParaRPr lang="zh-TW" altLang="en-US" dirty="0">
              <a:solidFill>
                <a:schemeClr val="tx1"/>
              </a:solidFill>
            </a:endParaRPr>
          </a:p>
        </p:txBody>
      </p:sp>
      <p:sp>
        <p:nvSpPr>
          <p:cNvPr id="19" name="圓角矩形 4">
            <a:extLst>
              <a:ext uri="{FF2B5EF4-FFF2-40B4-BE49-F238E27FC236}">
                <a16:creationId xmlns:a16="http://schemas.microsoft.com/office/drawing/2014/main" id="{C531B475-D4A0-4097-B88A-91729878746A}"/>
              </a:ext>
            </a:extLst>
          </p:cNvPr>
          <p:cNvSpPr/>
          <p:nvPr/>
        </p:nvSpPr>
        <p:spPr>
          <a:xfrm>
            <a:off x="9707373" y="2079400"/>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Fully connected layer</a:t>
            </a:r>
            <a:endParaRPr lang="zh-TW" altLang="en-US" dirty="0"/>
          </a:p>
        </p:txBody>
      </p:sp>
      <p:sp>
        <p:nvSpPr>
          <p:cNvPr id="21" name="圓角矩形 4">
            <a:extLst>
              <a:ext uri="{FF2B5EF4-FFF2-40B4-BE49-F238E27FC236}">
                <a16:creationId xmlns:a16="http://schemas.microsoft.com/office/drawing/2014/main" id="{8077239B-0AD7-448D-BA77-1F055DB4DAB8}"/>
              </a:ext>
            </a:extLst>
          </p:cNvPr>
          <p:cNvSpPr/>
          <p:nvPr/>
        </p:nvSpPr>
        <p:spPr>
          <a:xfrm>
            <a:off x="4082223" y="161376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5x5x3</a:t>
            </a:r>
            <a:endParaRPr lang="zh-TW" altLang="en-US" sz="2400" dirty="0"/>
          </a:p>
        </p:txBody>
      </p:sp>
      <p:sp>
        <p:nvSpPr>
          <p:cNvPr id="22" name="圓角矩形 4">
            <a:extLst>
              <a:ext uri="{FF2B5EF4-FFF2-40B4-BE49-F238E27FC236}">
                <a16:creationId xmlns:a16="http://schemas.microsoft.com/office/drawing/2014/main" id="{6E43B0E1-2D03-4806-AAA9-CE88139F5C66}"/>
              </a:ext>
            </a:extLst>
          </p:cNvPr>
          <p:cNvSpPr/>
          <p:nvPr/>
        </p:nvSpPr>
        <p:spPr>
          <a:xfrm>
            <a:off x="7720135" y="1596958"/>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5x5x2</a:t>
            </a:r>
            <a:endParaRPr lang="zh-TW" altLang="en-US" sz="2400" dirty="0"/>
          </a:p>
        </p:txBody>
      </p:sp>
      <p:graphicFrame>
        <p:nvGraphicFramePr>
          <p:cNvPr id="24" name="內容版面配置區 11">
            <a:extLst>
              <a:ext uri="{FF2B5EF4-FFF2-40B4-BE49-F238E27FC236}">
                <a16:creationId xmlns:a16="http://schemas.microsoft.com/office/drawing/2014/main" id="{75993C37-F373-4C5C-AD1D-3ED6F57CA624}"/>
              </a:ext>
            </a:extLst>
          </p:cNvPr>
          <p:cNvGraphicFramePr>
            <a:graphicFrameLocks noGrp="1"/>
          </p:cNvGraphicFramePr>
          <p:nvPr>
            <p:ph idx="1"/>
          </p:nvPr>
        </p:nvGraphicFramePr>
        <p:xfrm>
          <a:off x="10723129" y="5975814"/>
          <a:ext cx="1347166" cy="365760"/>
        </p:xfrm>
        <a:graphic>
          <a:graphicData uri="http://schemas.openxmlformats.org/drawingml/2006/table">
            <a:tbl>
              <a:tblPr firstRow="1" bandRow="1">
                <a:tableStyleId>{073A0DAA-6AF3-43AB-8588-CEC1D06C72B9}</a:tableStyleId>
              </a:tblPr>
              <a:tblGrid>
                <a:gridCol w="673583">
                  <a:extLst>
                    <a:ext uri="{9D8B030D-6E8A-4147-A177-3AD203B41FA5}">
                      <a16:colId xmlns:a16="http://schemas.microsoft.com/office/drawing/2014/main" val="20000"/>
                    </a:ext>
                  </a:extLst>
                </a:gridCol>
                <a:gridCol w="673583">
                  <a:extLst>
                    <a:ext uri="{9D8B030D-6E8A-4147-A177-3AD203B41FA5}">
                      <a16:colId xmlns:a16="http://schemas.microsoft.com/office/drawing/2014/main" val="20001"/>
                    </a:ext>
                  </a:extLst>
                </a:gridCol>
              </a:tblGrid>
              <a:tr h="0">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val="10000"/>
                  </a:ext>
                </a:extLst>
              </a:tr>
            </a:tbl>
          </a:graphicData>
        </a:graphic>
      </p:graphicFrame>
      <p:sp>
        <p:nvSpPr>
          <p:cNvPr id="25" name="箭號: 向右 24">
            <a:extLst>
              <a:ext uri="{FF2B5EF4-FFF2-40B4-BE49-F238E27FC236}">
                <a16:creationId xmlns:a16="http://schemas.microsoft.com/office/drawing/2014/main" id="{198BED6B-05D9-41B1-BCF0-7BB830824EA7}"/>
              </a:ext>
            </a:extLst>
          </p:cNvPr>
          <p:cNvSpPr/>
          <p:nvPr/>
        </p:nvSpPr>
        <p:spPr>
          <a:xfrm rot="5400000">
            <a:off x="10839838" y="4705899"/>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3" name="圓角矩形 4">
            <a:extLst>
              <a:ext uri="{FF2B5EF4-FFF2-40B4-BE49-F238E27FC236}">
                <a16:creationId xmlns:a16="http://schemas.microsoft.com/office/drawing/2014/main" id="{6CAEE530-E7E5-4320-A7BB-490C59252D3A}"/>
              </a:ext>
            </a:extLst>
          </p:cNvPr>
          <p:cNvSpPr/>
          <p:nvPr/>
        </p:nvSpPr>
        <p:spPr>
          <a:xfrm>
            <a:off x="10099767" y="4561455"/>
            <a:ext cx="1113749" cy="601662"/>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err="1"/>
              <a:t>Softmax</a:t>
            </a:r>
            <a:endParaRPr lang="zh-TW" altLang="en-US" dirty="0"/>
          </a:p>
        </p:txBody>
      </p:sp>
      <p:sp>
        <p:nvSpPr>
          <p:cNvPr id="26" name="標題 1">
            <a:extLst>
              <a:ext uri="{FF2B5EF4-FFF2-40B4-BE49-F238E27FC236}">
                <a16:creationId xmlns:a16="http://schemas.microsoft.com/office/drawing/2014/main" id="{066C6D6A-26A1-4353-A740-35AF3EEAAA77}"/>
              </a:ext>
            </a:extLst>
          </p:cNvPr>
          <p:cNvSpPr>
            <a:spLocks noGrp="1"/>
          </p:cNvSpPr>
          <p:nvPr>
            <p:ph type="title"/>
          </p:nvPr>
        </p:nvSpPr>
        <p:spPr>
          <a:xfrm>
            <a:off x="642891" y="197095"/>
            <a:ext cx="1971025" cy="1325563"/>
          </a:xfrm>
        </p:spPr>
        <p:txBody>
          <a:bodyPr/>
          <a:lstStyle/>
          <a:p>
            <a:r>
              <a:rPr lang="en-US" altLang="zh-TW" b="1" dirty="0"/>
              <a:t>Outline</a:t>
            </a:r>
            <a:endParaRPr lang="zh-TW" altLang="en-US" dirty="0"/>
          </a:p>
        </p:txBody>
      </p:sp>
      <p:sp>
        <p:nvSpPr>
          <p:cNvPr id="28" name="矩形 27">
            <a:extLst>
              <a:ext uri="{FF2B5EF4-FFF2-40B4-BE49-F238E27FC236}">
                <a16:creationId xmlns:a16="http://schemas.microsoft.com/office/drawing/2014/main" id="{851A296A-D951-4DFF-92CA-103C82FF1177}"/>
              </a:ext>
            </a:extLst>
          </p:cNvPr>
          <p:cNvSpPr/>
          <p:nvPr/>
        </p:nvSpPr>
        <p:spPr>
          <a:xfrm>
            <a:off x="9637692" y="1946871"/>
            <a:ext cx="1567052" cy="111309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投影片編號版面配置區 7">
            <a:extLst>
              <a:ext uri="{FF2B5EF4-FFF2-40B4-BE49-F238E27FC236}">
                <a16:creationId xmlns:a16="http://schemas.microsoft.com/office/drawing/2014/main" id="{B13E6E25-4188-433B-BAD5-13A77F7524BD}"/>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34</a:t>
            </a:fld>
            <a:endParaRPr lang="zh-TW" altLang="en-US" dirty="0">
              <a:solidFill>
                <a:schemeClr val="tx1"/>
              </a:solidFill>
            </a:endParaRPr>
          </a:p>
        </p:txBody>
      </p:sp>
      <p:graphicFrame>
        <p:nvGraphicFramePr>
          <p:cNvPr id="27" name="表格 26">
            <a:extLst>
              <a:ext uri="{FF2B5EF4-FFF2-40B4-BE49-F238E27FC236}">
                <a16:creationId xmlns:a16="http://schemas.microsoft.com/office/drawing/2014/main" id="{1604329C-BCD5-4607-B79D-234EC3C2EEBB}"/>
              </a:ext>
            </a:extLst>
          </p:cNvPr>
          <p:cNvGraphicFramePr>
            <a:graphicFrameLocks noGrp="1"/>
          </p:cNvGraphicFramePr>
          <p:nvPr>
            <p:extLst>
              <p:ext uri="{D42A27DB-BD31-4B8C-83A1-F6EECF244321}">
                <p14:modId xmlns:p14="http://schemas.microsoft.com/office/powerpoint/2010/main" val="487101256"/>
              </p:ext>
            </p:extLst>
          </p:nvPr>
        </p:nvGraphicFramePr>
        <p:xfrm>
          <a:off x="6309154" y="732031"/>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29" name="表格 28">
            <a:extLst>
              <a:ext uri="{FF2B5EF4-FFF2-40B4-BE49-F238E27FC236}">
                <a16:creationId xmlns:a16="http://schemas.microsoft.com/office/drawing/2014/main" id="{D63D968B-18F9-4C98-965A-ED10AB63DCD0}"/>
              </a:ext>
            </a:extLst>
          </p:cNvPr>
          <p:cNvGraphicFramePr>
            <a:graphicFrameLocks noGrp="1"/>
          </p:cNvGraphicFramePr>
          <p:nvPr>
            <p:extLst>
              <p:ext uri="{D42A27DB-BD31-4B8C-83A1-F6EECF244321}">
                <p14:modId xmlns:p14="http://schemas.microsoft.com/office/powerpoint/2010/main" val="1735739592"/>
              </p:ext>
            </p:extLst>
          </p:nvPr>
        </p:nvGraphicFramePr>
        <p:xfrm>
          <a:off x="6244225" y="660258"/>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31" name="表格 30">
            <a:extLst>
              <a:ext uri="{FF2B5EF4-FFF2-40B4-BE49-F238E27FC236}">
                <a16:creationId xmlns:a16="http://schemas.microsoft.com/office/drawing/2014/main" id="{E6F10B7F-FBAB-48C3-8D12-B38EBBFC2036}"/>
              </a:ext>
            </a:extLst>
          </p:cNvPr>
          <p:cNvGraphicFramePr>
            <a:graphicFrameLocks noGrp="1"/>
          </p:cNvGraphicFramePr>
          <p:nvPr>
            <p:extLst>
              <p:ext uri="{D42A27DB-BD31-4B8C-83A1-F6EECF244321}">
                <p14:modId xmlns:p14="http://schemas.microsoft.com/office/powerpoint/2010/main" val="845582160"/>
              </p:ext>
            </p:extLst>
          </p:nvPr>
        </p:nvGraphicFramePr>
        <p:xfrm>
          <a:off x="2555756" y="653812"/>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32" name="表格 31">
            <a:extLst>
              <a:ext uri="{FF2B5EF4-FFF2-40B4-BE49-F238E27FC236}">
                <a16:creationId xmlns:a16="http://schemas.microsoft.com/office/drawing/2014/main" id="{1058384C-0A58-4E86-8446-F660B0F86DC4}"/>
              </a:ext>
            </a:extLst>
          </p:cNvPr>
          <p:cNvGraphicFramePr>
            <a:graphicFrameLocks noGrp="1"/>
          </p:cNvGraphicFramePr>
          <p:nvPr>
            <p:extLst>
              <p:ext uri="{D42A27DB-BD31-4B8C-83A1-F6EECF244321}">
                <p14:modId xmlns:p14="http://schemas.microsoft.com/office/powerpoint/2010/main" val="1741893953"/>
              </p:ext>
            </p:extLst>
          </p:nvPr>
        </p:nvGraphicFramePr>
        <p:xfrm>
          <a:off x="6179296" y="588485"/>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pic>
        <p:nvPicPr>
          <p:cNvPr id="2" name="Audio 1">
            <a:hlinkClick r:id="" action="ppaction://media"/>
          </p:cNvPr>
          <p:cNvPicPr>
            <a:picLocks noChangeAspect="1"/>
          </p:cNvPicPr>
          <p:nvPr>
            <a:audioFile r:link="rId1"/>
            <p:extLst>
              <p:ext uri="{DAA4B4D4-6D71-4841-9C94-3DE7FCFB9230}">
                <p14:media xmlns:p14="http://schemas.microsoft.com/office/powerpoint/2010/main" r:embed="rId2">
                  <p14:trim st="3504"/>
                </p14:media>
              </p:ext>
            </p:extLst>
          </p:nvPr>
        </p:nvPicPr>
        <p:blipFill>
          <a:blip r:embed="rId5"/>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1937948367"/>
      </p:ext>
    </p:extLst>
  </p:cSld>
  <p:clrMapOvr>
    <a:masterClrMapping/>
  </p:clrMapOvr>
  <mc:AlternateContent xmlns:mc="http://schemas.openxmlformats.org/markup-compatibility/2006" xmlns:p14="http://schemas.microsoft.com/office/powerpoint/2010/main">
    <mc:Choice Requires="p14">
      <p:transition spd="slow" p14:dur="2000" advTm="9050"/>
    </mc:Choice>
    <mc:Fallback xmlns="">
      <p:transition spd="slow" advTm="9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圖片 37">
            <a:extLst>
              <a:ext uri="{FF2B5EF4-FFF2-40B4-BE49-F238E27FC236}">
                <a16:creationId xmlns:a16="http://schemas.microsoft.com/office/drawing/2014/main" id="{2E44EAFC-D78A-4947-8C6D-148561103A0F}"/>
              </a:ext>
            </a:extLst>
          </p:cNvPr>
          <p:cNvPicPr>
            <a:picLocks noChangeAspect="1"/>
          </p:cNvPicPr>
          <p:nvPr/>
        </p:nvPicPr>
        <p:blipFill>
          <a:blip r:embed="rId5"/>
          <a:stretch>
            <a:fillRect/>
          </a:stretch>
        </p:blipFill>
        <p:spPr>
          <a:xfrm>
            <a:off x="4762" y="9525"/>
            <a:ext cx="12182475" cy="6838950"/>
          </a:xfrm>
          <a:prstGeom prst="rect">
            <a:avLst/>
          </a:prstGeom>
        </p:spPr>
      </p:pic>
      <p:graphicFrame>
        <p:nvGraphicFramePr>
          <p:cNvPr id="2" name="表格 1">
            <a:extLst>
              <a:ext uri="{FF2B5EF4-FFF2-40B4-BE49-F238E27FC236}">
                <a16:creationId xmlns:a16="http://schemas.microsoft.com/office/drawing/2014/main" id="{A09ED93E-5253-4086-8510-F144D2D5EA12}"/>
              </a:ext>
            </a:extLst>
          </p:cNvPr>
          <p:cNvGraphicFramePr>
            <a:graphicFrameLocks noGrp="1"/>
          </p:cNvGraphicFramePr>
          <p:nvPr>
            <p:extLst>
              <p:ext uri="{D42A27DB-BD31-4B8C-83A1-F6EECF244321}">
                <p14:modId xmlns:p14="http://schemas.microsoft.com/office/powerpoint/2010/main" val="2958720232"/>
              </p:ext>
            </p:extLst>
          </p:nvPr>
        </p:nvGraphicFramePr>
        <p:xfrm>
          <a:off x="2158976" y="913804"/>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3" name="表格 2">
            <a:extLst>
              <a:ext uri="{FF2B5EF4-FFF2-40B4-BE49-F238E27FC236}">
                <a16:creationId xmlns:a16="http://schemas.microsoft.com/office/drawing/2014/main" id="{6B4B948E-B57D-4229-9648-B9CE9AF2D967}"/>
              </a:ext>
            </a:extLst>
          </p:cNvPr>
          <p:cNvGraphicFramePr>
            <a:graphicFrameLocks noGrp="1"/>
          </p:cNvGraphicFramePr>
          <p:nvPr>
            <p:extLst>
              <p:ext uri="{D42A27DB-BD31-4B8C-83A1-F6EECF244321}">
                <p14:modId xmlns:p14="http://schemas.microsoft.com/office/powerpoint/2010/main" val="1237155952"/>
              </p:ext>
            </p:extLst>
          </p:nvPr>
        </p:nvGraphicFramePr>
        <p:xfrm>
          <a:off x="2158976" y="3866599"/>
          <a:ext cx="2225330" cy="2136755"/>
        </p:xfrm>
        <a:graphic>
          <a:graphicData uri="http://schemas.openxmlformats.org/drawingml/2006/table">
            <a:tbl>
              <a:tblPr firstRow="1" bandRow="1">
                <a:tableStyleId>{5C22544A-7EE6-4342-B048-85BDC9FD1C3A}</a:tableStyleId>
              </a:tblPr>
              <a:tblGrid>
                <a:gridCol w="445066">
                  <a:extLst>
                    <a:ext uri="{9D8B030D-6E8A-4147-A177-3AD203B41FA5}">
                      <a16:colId xmlns:a16="http://schemas.microsoft.com/office/drawing/2014/main" val="2103868761"/>
                    </a:ext>
                  </a:extLst>
                </a:gridCol>
                <a:gridCol w="445066">
                  <a:extLst>
                    <a:ext uri="{9D8B030D-6E8A-4147-A177-3AD203B41FA5}">
                      <a16:colId xmlns:a16="http://schemas.microsoft.com/office/drawing/2014/main" val="1651155445"/>
                    </a:ext>
                  </a:extLst>
                </a:gridCol>
                <a:gridCol w="445066">
                  <a:extLst>
                    <a:ext uri="{9D8B030D-6E8A-4147-A177-3AD203B41FA5}">
                      <a16:colId xmlns:a16="http://schemas.microsoft.com/office/drawing/2014/main" val="1771590161"/>
                    </a:ext>
                  </a:extLst>
                </a:gridCol>
                <a:gridCol w="445066">
                  <a:extLst>
                    <a:ext uri="{9D8B030D-6E8A-4147-A177-3AD203B41FA5}">
                      <a16:colId xmlns:a16="http://schemas.microsoft.com/office/drawing/2014/main" val="1079323672"/>
                    </a:ext>
                  </a:extLst>
                </a:gridCol>
                <a:gridCol w="445066">
                  <a:extLst>
                    <a:ext uri="{9D8B030D-6E8A-4147-A177-3AD203B41FA5}">
                      <a16:colId xmlns:a16="http://schemas.microsoft.com/office/drawing/2014/main" val="4051924921"/>
                    </a:ext>
                  </a:extLst>
                </a:gridCol>
              </a:tblGrid>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2</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427351">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25A46E04-8227-4EAC-9967-C2D81251E28F}"/>
              </a:ext>
            </a:extLst>
          </p:cNvPr>
          <p:cNvGraphicFramePr>
            <a:graphicFrameLocks noGrp="1"/>
          </p:cNvGraphicFramePr>
          <p:nvPr>
            <p:extLst>
              <p:ext uri="{D42A27DB-BD31-4B8C-83A1-F6EECF244321}">
                <p14:modId xmlns:p14="http://schemas.microsoft.com/office/powerpoint/2010/main" val="2204878516"/>
              </p:ext>
            </p:extLst>
          </p:nvPr>
        </p:nvGraphicFramePr>
        <p:xfrm>
          <a:off x="5914409" y="328045"/>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graphicFrame>
        <p:nvGraphicFramePr>
          <p:cNvPr id="5" name="表格 4">
            <a:extLst>
              <a:ext uri="{FF2B5EF4-FFF2-40B4-BE49-F238E27FC236}">
                <a16:creationId xmlns:a16="http://schemas.microsoft.com/office/drawing/2014/main" id="{8C572DBF-DE43-4CA4-91A5-D5C528FA2A64}"/>
              </a:ext>
            </a:extLst>
          </p:cNvPr>
          <p:cNvGraphicFramePr>
            <a:graphicFrameLocks noGrp="1"/>
          </p:cNvGraphicFramePr>
          <p:nvPr>
            <p:extLst>
              <p:ext uri="{D42A27DB-BD31-4B8C-83A1-F6EECF244321}">
                <p14:modId xmlns:p14="http://schemas.microsoft.com/office/powerpoint/2010/main" val="3839573923"/>
              </p:ext>
            </p:extLst>
          </p:nvPr>
        </p:nvGraphicFramePr>
        <p:xfrm>
          <a:off x="5914409" y="913804"/>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graphicFrame>
        <p:nvGraphicFramePr>
          <p:cNvPr id="6" name="表格 5">
            <a:extLst>
              <a:ext uri="{FF2B5EF4-FFF2-40B4-BE49-F238E27FC236}">
                <a16:creationId xmlns:a16="http://schemas.microsoft.com/office/drawing/2014/main" id="{969A3FA6-466E-46B9-8B82-8BFFA7593826}"/>
              </a:ext>
            </a:extLst>
          </p:cNvPr>
          <p:cNvGraphicFramePr>
            <a:graphicFrameLocks noGrp="1"/>
          </p:cNvGraphicFramePr>
          <p:nvPr>
            <p:extLst>
              <p:ext uri="{D42A27DB-BD31-4B8C-83A1-F6EECF244321}">
                <p14:modId xmlns:p14="http://schemas.microsoft.com/office/powerpoint/2010/main" val="197051748"/>
              </p:ext>
            </p:extLst>
          </p:nvPr>
        </p:nvGraphicFramePr>
        <p:xfrm>
          <a:off x="5914409" y="1499563"/>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sp>
        <p:nvSpPr>
          <p:cNvPr id="7" name="文字方塊 6">
            <a:extLst>
              <a:ext uri="{FF2B5EF4-FFF2-40B4-BE49-F238E27FC236}">
                <a16:creationId xmlns:a16="http://schemas.microsoft.com/office/drawing/2014/main" id="{AE4882DE-34F2-4F63-936F-62F57A71268B}"/>
              </a:ext>
            </a:extLst>
          </p:cNvPr>
          <p:cNvSpPr txBox="1"/>
          <p:nvPr/>
        </p:nvSpPr>
        <p:spPr>
          <a:xfrm>
            <a:off x="5935841" y="2113930"/>
            <a:ext cx="400110" cy="419845"/>
          </a:xfrm>
          <a:prstGeom prst="rect">
            <a:avLst/>
          </a:prstGeom>
          <a:noFill/>
        </p:spPr>
        <p:txBody>
          <a:bodyPr vert="eaVert" wrap="square" rtlCol="0">
            <a:spAutoFit/>
          </a:bodyPr>
          <a:lstStyle/>
          <a:p>
            <a:r>
              <a:rPr lang="en-US" altLang="zh-TW" sz="1400" dirty="0"/>
              <a:t>‧‧‧‧‧‧</a:t>
            </a:r>
            <a:endParaRPr lang="zh-TW" altLang="en-US" sz="1400" dirty="0"/>
          </a:p>
        </p:txBody>
      </p:sp>
      <p:graphicFrame>
        <p:nvGraphicFramePr>
          <p:cNvPr id="18" name="表格 17">
            <a:extLst>
              <a:ext uri="{FF2B5EF4-FFF2-40B4-BE49-F238E27FC236}">
                <a16:creationId xmlns:a16="http://schemas.microsoft.com/office/drawing/2014/main" id="{410143D7-1870-4C2D-9CB1-090BE766B947}"/>
              </a:ext>
            </a:extLst>
          </p:cNvPr>
          <p:cNvGraphicFramePr>
            <a:graphicFrameLocks noGrp="1"/>
          </p:cNvGraphicFramePr>
          <p:nvPr>
            <p:extLst>
              <p:ext uri="{D42A27DB-BD31-4B8C-83A1-F6EECF244321}">
                <p14:modId xmlns:p14="http://schemas.microsoft.com/office/powerpoint/2010/main" val="3332319606"/>
              </p:ext>
            </p:extLst>
          </p:nvPr>
        </p:nvGraphicFramePr>
        <p:xfrm>
          <a:off x="5914409" y="2624702"/>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graphicFrame>
        <p:nvGraphicFramePr>
          <p:cNvPr id="19" name="表格 18">
            <a:extLst>
              <a:ext uri="{FF2B5EF4-FFF2-40B4-BE49-F238E27FC236}">
                <a16:creationId xmlns:a16="http://schemas.microsoft.com/office/drawing/2014/main" id="{B1B2A5BC-A150-4A85-B656-8E84D4D61CCC}"/>
              </a:ext>
            </a:extLst>
          </p:cNvPr>
          <p:cNvGraphicFramePr>
            <a:graphicFrameLocks noGrp="1"/>
          </p:cNvGraphicFramePr>
          <p:nvPr>
            <p:extLst>
              <p:ext uri="{D42A27DB-BD31-4B8C-83A1-F6EECF244321}">
                <p14:modId xmlns:p14="http://schemas.microsoft.com/office/powerpoint/2010/main" val="2773660787"/>
              </p:ext>
            </p:extLst>
          </p:nvPr>
        </p:nvGraphicFramePr>
        <p:xfrm>
          <a:off x="5914409" y="3210461"/>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15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graphicFrame>
        <p:nvGraphicFramePr>
          <p:cNvPr id="20" name="表格 19">
            <a:extLst>
              <a:ext uri="{FF2B5EF4-FFF2-40B4-BE49-F238E27FC236}">
                <a16:creationId xmlns:a16="http://schemas.microsoft.com/office/drawing/2014/main" id="{86F891EA-4B75-4280-B697-A624B1341921}"/>
              </a:ext>
            </a:extLst>
          </p:cNvPr>
          <p:cNvGraphicFramePr>
            <a:graphicFrameLocks noGrp="1"/>
          </p:cNvGraphicFramePr>
          <p:nvPr>
            <p:extLst>
              <p:ext uri="{D42A27DB-BD31-4B8C-83A1-F6EECF244321}">
                <p14:modId xmlns:p14="http://schemas.microsoft.com/office/powerpoint/2010/main" val="345368449"/>
              </p:ext>
            </p:extLst>
          </p:nvPr>
        </p:nvGraphicFramePr>
        <p:xfrm>
          <a:off x="5914409" y="3796220"/>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graphicFrame>
        <p:nvGraphicFramePr>
          <p:cNvPr id="21" name="表格 20">
            <a:extLst>
              <a:ext uri="{FF2B5EF4-FFF2-40B4-BE49-F238E27FC236}">
                <a16:creationId xmlns:a16="http://schemas.microsoft.com/office/drawing/2014/main" id="{7697BEA8-BA19-4641-9A0C-7CFA308BE693}"/>
              </a:ext>
            </a:extLst>
          </p:cNvPr>
          <p:cNvGraphicFramePr>
            <a:graphicFrameLocks noGrp="1"/>
          </p:cNvGraphicFramePr>
          <p:nvPr>
            <p:extLst>
              <p:ext uri="{D42A27DB-BD31-4B8C-83A1-F6EECF244321}">
                <p14:modId xmlns:p14="http://schemas.microsoft.com/office/powerpoint/2010/main" val="3268042821"/>
              </p:ext>
            </p:extLst>
          </p:nvPr>
        </p:nvGraphicFramePr>
        <p:xfrm>
          <a:off x="5914409" y="4925498"/>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graphicFrame>
        <p:nvGraphicFramePr>
          <p:cNvPr id="22" name="表格 21">
            <a:extLst>
              <a:ext uri="{FF2B5EF4-FFF2-40B4-BE49-F238E27FC236}">
                <a16:creationId xmlns:a16="http://schemas.microsoft.com/office/drawing/2014/main" id="{C08975D4-5A8C-4D6B-825C-80218633393F}"/>
              </a:ext>
            </a:extLst>
          </p:cNvPr>
          <p:cNvGraphicFramePr>
            <a:graphicFrameLocks noGrp="1"/>
          </p:cNvGraphicFramePr>
          <p:nvPr>
            <p:extLst>
              <p:ext uri="{D42A27DB-BD31-4B8C-83A1-F6EECF244321}">
                <p14:modId xmlns:p14="http://schemas.microsoft.com/office/powerpoint/2010/main" val="2090213732"/>
              </p:ext>
            </p:extLst>
          </p:nvPr>
        </p:nvGraphicFramePr>
        <p:xfrm>
          <a:off x="5914409" y="5511257"/>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graphicFrame>
        <p:nvGraphicFramePr>
          <p:cNvPr id="23" name="表格 22">
            <a:extLst>
              <a:ext uri="{FF2B5EF4-FFF2-40B4-BE49-F238E27FC236}">
                <a16:creationId xmlns:a16="http://schemas.microsoft.com/office/drawing/2014/main" id="{9CB3EF67-8B7D-49C3-8533-2E5A5470068B}"/>
              </a:ext>
            </a:extLst>
          </p:cNvPr>
          <p:cNvGraphicFramePr>
            <a:graphicFrameLocks noGrp="1"/>
          </p:cNvGraphicFramePr>
          <p:nvPr>
            <p:extLst>
              <p:ext uri="{D42A27DB-BD31-4B8C-83A1-F6EECF244321}">
                <p14:modId xmlns:p14="http://schemas.microsoft.com/office/powerpoint/2010/main" val="1597261132"/>
              </p:ext>
            </p:extLst>
          </p:nvPr>
        </p:nvGraphicFramePr>
        <p:xfrm>
          <a:off x="5914409" y="6097016"/>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sp>
        <p:nvSpPr>
          <p:cNvPr id="24" name="文字方塊 23">
            <a:extLst>
              <a:ext uri="{FF2B5EF4-FFF2-40B4-BE49-F238E27FC236}">
                <a16:creationId xmlns:a16="http://schemas.microsoft.com/office/drawing/2014/main" id="{34A924DE-8FAD-403C-AB93-1A8CAE3FDB34}"/>
              </a:ext>
            </a:extLst>
          </p:cNvPr>
          <p:cNvSpPr txBox="1"/>
          <p:nvPr/>
        </p:nvSpPr>
        <p:spPr>
          <a:xfrm>
            <a:off x="5935841" y="4413697"/>
            <a:ext cx="400110" cy="419845"/>
          </a:xfrm>
          <a:prstGeom prst="rect">
            <a:avLst/>
          </a:prstGeom>
          <a:noFill/>
        </p:spPr>
        <p:txBody>
          <a:bodyPr vert="eaVert" wrap="square" rtlCol="0">
            <a:spAutoFit/>
          </a:bodyPr>
          <a:lstStyle/>
          <a:p>
            <a:r>
              <a:rPr lang="en-US" altLang="zh-TW" sz="1400" dirty="0"/>
              <a:t>‧‧‧‧‧‧</a:t>
            </a:r>
            <a:endParaRPr lang="zh-TW" altLang="en-US" sz="1400" dirty="0"/>
          </a:p>
        </p:txBody>
      </p:sp>
      <p:cxnSp>
        <p:nvCxnSpPr>
          <p:cNvPr id="25" name="直線單箭頭接點 24">
            <a:extLst>
              <a:ext uri="{FF2B5EF4-FFF2-40B4-BE49-F238E27FC236}">
                <a16:creationId xmlns:a16="http://schemas.microsoft.com/office/drawing/2014/main" id="{42F8FF32-7E91-4707-A736-5C61D32D2432}"/>
              </a:ext>
            </a:extLst>
          </p:cNvPr>
          <p:cNvCxnSpPr>
            <a:cxnSpLocks/>
            <a:stCxn id="4" idx="3"/>
            <a:endCxn id="27" idx="1"/>
          </p:cNvCxnSpPr>
          <p:nvPr/>
        </p:nvCxnSpPr>
        <p:spPr>
          <a:xfrm>
            <a:off x="6357383" y="537967"/>
            <a:ext cx="3103070" cy="2296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6" name="表格 25">
            <a:extLst>
              <a:ext uri="{FF2B5EF4-FFF2-40B4-BE49-F238E27FC236}">
                <a16:creationId xmlns:a16="http://schemas.microsoft.com/office/drawing/2014/main" id="{34F72C3B-753F-40FF-95C6-44DA993DC24A}"/>
              </a:ext>
            </a:extLst>
          </p:cNvPr>
          <p:cNvGraphicFramePr>
            <a:graphicFrameLocks noGrp="1"/>
          </p:cNvGraphicFramePr>
          <p:nvPr>
            <p:extLst>
              <p:ext uri="{D42A27DB-BD31-4B8C-83A1-F6EECF244321}">
                <p14:modId xmlns:p14="http://schemas.microsoft.com/office/powerpoint/2010/main" val="2716402073"/>
              </p:ext>
            </p:extLst>
          </p:nvPr>
        </p:nvGraphicFramePr>
        <p:xfrm>
          <a:off x="9460453" y="3796940"/>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23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graphicFrame>
        <p:nvGraphicFramePr>
          <p:cNvPr id="27" name="表格 26">
            <a:extLst>
              <a:ext uri="{FF2B5EF4-FFF2-40B4-BE49-F238E27FC236}">
                <a16:creationId xmlns:a16="http://schemas.microsoft.com/office/drawing/2014/main" id="{ECD418E3-C3EF-4F0A-8740-233AF9015FEB}"/>
              </a:ext>
            </a:extLst>
          </p:cNvPr>
          <p:cNvGraphicFramePr>
            <a:graphicFrameLocks noGrp="1"/>
          </p:cNvGraphicFramePr>
          <p:nvPr>
            <p:extLst>
              <p:ext uri="{D42A27DB-BD31-4B8C-83A1-F6EECF244321}">
                <p14:modId xmlns:p14="http://schemas.microsoft.com/office/powerpoint/2010/main" val="422745432"/>
              </p:ext>
            </p:extLst>
          </p:nvPr>
        </p:nvGraphicFramePr>
        <p:xfrm>
          <a:off x="9460453" y="2624701"/>
          <a:ext cx="467042" cy="419845"/>
        </p:xfrm>
        <a:graphic>
          <a:graphicData uri="http://schemas.openxmlformats.org/drawingml/2006/table">
            <a:tbl>
              <a:tblPr firstRow="1" bandRow="1">
                <a:tableStyleId>{5C22544A-7EE6-4342-B048-85BDC9FD1C3A}</a:tableStyleId>
              </a:tblPr>
              <a:tblGrid>
                <a:gridCol w="467042">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66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cxnSp>
        <p:nvCxnSpPr>
          <p:cNvPr id="31" name="直線單箭頭接點 30">
            <a:extLst>
              <a:ext uri="{FF2B5EF4-FFF2-40B4-BE49-F238E27FC236}">
                <a16:creationId xmlns:a16="http://schemas.microsoft.com/office/drawing/2014/main" id="{0BC0214D-4DA1-45A5-97E7-986BC77A0CFA}"/>
              </a:ext>
            </a:extLst>
          </p:cNvPr>
          <p:cNvCxnSpPr>
            <a:cxnSpLocks/>
            <a:stCxn id="5" idx="3"/>
            <a:endCxn id="27" idx="1"/>
          </p:cNvCxnSpPr>
          <p:nvPr/>
        </p:nvCxnSpPr>
        <p:spPr>
          <a:xfrm>
            <a:off x="6357383" y="1123726"/>
            <a:ext cx="3103070" cy="17108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a:extLst>
              <a:ext uri="{FF2B5EF4-FFF2-40B4-BE49-F238E27FC236}">
                <a16:creationId xmlns:a16="http://schemas.microsoft.com/office/drawing/2014/main" id="{F3EEF5D4-98AC-441C-9750-93BA5CFA285D}"/>
              </a:ext>
            </a:extLst>
          </p:cNvPr>
          <p:cNvCxnSpPr>
            <a:cxnSpLocks/>
            <a:stCxn id="6" idx="3"/>
            <a:endCxn id="27" idx="1"/>
          </p:cNvCxnSpPr>
          <p:nvPr/>
        </p:nvCxnSpPr>
        <p:spPr>
          <a:xfrm>
            <a:off x="6357383" y="1709485"/>
            <a:ext cx="3103070" cy="1125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7D3618FD-6F6E-47D6-8F63-AC3954F2A1A3}"/>
              </a:ext>
            </a:extLst>
          </p:cNvPr>
          <p:cNvCxnSpPr>
            <a:cxnSpLocks/>
            <a:stCxn id="19" idx="3"/>
            <a:endCxn id="27" idx="1"/>
          </p:cNvCxnSpPr>
          <p:nvPr/>
        </p:nvCxnSpPr>
        <p:spPr>
          <a:xfrm flipV="1">
            <a:off x="6357383" y="2834623"/>
            <a:ext cx="3103070" cy="585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3469DB8C-7B0B-4B6E-9A04-12AAF89BD9B0}"/>
              </a:ext>
            </a:extLst>
          </p:cNvPr>
          <p:cNvCxnSpPr>
            <a:cxnSpLocks/>
            <a:stCxn id="20" idx="3"/>
            <a:endCxn id="27" idx="1"/>
          </p:cNvCxnSpPr>
          <p:nvPr/>
        </p:nvCxnSpPr>
        <p:spPr>
          <a:xfrm flipV="1">
            <a:off x="6357383" y="2834623"/>
            <a:ext cx="3103070" cy="1171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0538BCEC-DB7F-426A-9C70-F905987DF608}"/>
              </a:ext>
            </a:extLst>
          </p:cNvPr>
          <p:cNvCxnSpPr>
            <a:cxnSpLocks/>
            <a:stCxn id="22" idx="3"/>
            <a:endCxn id="26" idx="1"/>
          </p:cNvCxnSpPr>
          <p:nvPr/>
        </p:nvCxnSpPr>
        <p:spPr>
          <a:xfrm flipV="1">
            <a:off x="6357383" y="4006862"/>
            <a:ext cx="3103070" cy="1714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7582D52D-4EBD-4F4E-BA19-486144C8B52D}"/>
              </a:ext>
            </a:extLst>
          </p:cNvPr>
          <p:cNvCxnSpPr>
            <a:cxnSpLocks/>
            <a:stCxn id="23" idx="3"/>
            <a:endCxn id="26" idx="1"/>
          </p:cNvCxnSpPr>
          <p:nvPr/>
        </p:nvCxnSpPr>
        <p:spPr>
          <a:xfrm flipV="1">
            <a:off x="6357383" y="4006862"/>
            <a:ext cx="3103070" cy="23000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a:extLst>
              <a:ext uri="{FF2B5EF4-FFF2-40B4-BE49-F238E27FC236}">
                <a16:creationId xmlns:a16="http://schemas.microsoft.com/office/drawing/2014/main" id="{D833D94F-8178-47BC-882D-A854D5BBAB08}"/>
              </a:ext>
            </a:extLst>
          </p:cNvPr>
          <p:cNvCxnSpPr>
            <a:cxnSpLocks/>
            <a:stCxn id="18" idx="3"/>
            <a:endCxn id="27" idx="1"/>
          </p:cNvCxnSpPr>
          <p:nvPr/>
        </p:nvCxnSpPr>
        <p:spPr>
          <a:xfrm flipV="1">
            <a:off x="6357383" y="2834623"/>
            <a:ext cx="310307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a:extLst>
              <a:ext uri="{FF2B5EF4-FFF2-40B4-BE49-F238E27FC236}">
                <a16:creationId xmlns:a16="http://schemas.microsoft.com/office/drawing/2014/main" id="{A445C167-50C9-4943-87CC-CCCC6172F583}"/>
              </a:ext>
            </a:extLst>
          </p:cNvPr>
          <p:cNvCxnSpPr>
            <a:cxnSpLocks/>
            <a:stCxn id="21" idx="3"/>
            <a:endCxn id="26" idx="1"/>
          </p:cNvCxnSpPr>
          <p:nvPr/>
        </p:nvCxnSpPr>
        <p:spPr>
          <a:xfrm flipV="1">
            <a:off x="6357383" y="4006862"/>
            <a:ext cx="3103070" cy="1128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F228C0E7-4770-4304-A307-BBA6F11B81C3}"/>
              </a:ext>
            </a:extLst>
          </p:cNvPr>
          <p:cNvCxnSpPr>
            <a:cxnSpLocks/>
            <a:stCxn id="21" idx="3"/>
            <a:endCxn id="27" idx="1"/>
          </p:cNvCxnSpPr>
          <p:nvPr/>
        </p:nvCxnSpPr>
        <p:spPr>
          <a:xfrm flipV="1">
            <a:off x="6357383" y="2834623"/>
            <a:ext cx="3103070" cy="23007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a:extLst>
              <a:ext uri="{FF2B5EF4-FFF2-40B4-BE49-F238E27FC236}">
                <a16:creationId xmlns:a16="http://schemas.microsoft.com/office/drawing/2014/main" id="{AC25C639-B70D-4429-8D62-8AB1834E64F9}"/>
              </a:ext>
            </a:extLst>
          </p:cNvPr>
          <p:cNvCxnSpPr>
            <a:cxnSpLocks/>
            <a:stCxn id="22" idx="3"/>
            <a:endCxn id="27" idx="1"/>
          </p:cNvCxnSpPr>
          <p:nvPr/>
        </p:nvCxnSpPr>
        <p:spPr>
          <a:xfrm flipV="1">
            <a:off x="6357383" y="2834623"/>
            <a:ext cx="3103070" cy="2886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a:extLst>
              <a:ext uri="{FF2B5EF4-FFF2-40B4-BE49-F238E27FC236}">
                <a16:creationId xmlns:a16="http://schemas.microsoft.com/office/drawing/2014/main" id="{DF338D7B-FBCB-40BB-A17D-368E24DE4C6C}"/>
              </a:ext>
            </a:extLst>
          </p:cNvPr>
          <p:cNvCxnSpPr>
            <a:cxnSpLocks/>
            <a:stCxn id="23" idx="3"/>
            <a:endCxn id="27" idx="1"/>
          </p:cNvCxnSpPr>
          <p:nvPr/>
        </p:nvCxnSpPr>
        <p:spPr>
          <a:xfrm flipV="1">
            <a:off x="6357383" y="2834623"/>
            <a:ext cx="3103070" cy="3472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a:extLst>
              <a:ext uri="{FF2B5EF4-FFF2-40B4-BE49-F238E27FC236}">
                <a16:creationId xmlns:a16="http://schemas.microsoft.com/office/drawing/2014/main" id="{3187A0ED-C470-40B1-A8E3-591C9FD37AE1}"/>
              </a:ext>
            </a:extLst>
          </p:cNvPr>
          <p:cNvCxnSpPr>
            <a:cxnSpLocks/>
            <a:stCxn id="18" idx="3"/>
            <a:endCxn id="26" idx="1"/>
          </p:cNvCxnSpPr>
          <p:nvPr/>
        </p:nvCxnSpPr>
        <p:spPr>
          <a:xfrm>
            <a:off x="6357383" y="2834624"/>
            <a:ext cx="3103070" cy="1172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EA7BFB88-45F1-4FC7-AC0E-CFB25B1609B3}"/>
              </a:ext>
            </a:extLst>
          </p:cNvPr>
          <p:cNvCxnSpPr>
            <a:cxnSpLocks/>
            <a:stCxn id="6" idx="3"/>
            <a:endCxn id="26" idx="1"/>
          </p:cNvCxnSpPr>
          <p:nvPr/>
        </p:nvCxnSpPr>
        <p:spPr>
          <a:xfrm>
            <a:off x="6357383" y="1709485"/>
            <a:ext cx="3103070" cy="2297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直線單箭頭接點 68">
            <a:extLst>
              <a:ext uri="{FF2B5EF4-FFF2-40B4-BE49-F238E27FC236}">
                <a16:creationId xmlns:a16="http://schemas.microsoft.com/office/drawing/2014/main" id="{D1A20299-9B7E-4002-8D7C-1D4861A35281}"/>
              </a:ext>
            </a:extLst>
          </p:cNvPr>
          <p:cNvCxnSpPr>
            <a:cxnSpLocks/>
            <a:stCxn id="20" idx="3"/>
            <a:endCxn id="26" idx="1"/>
          </p:cNvCxnSpPr>
          <p:nvPr/>
        </p:nvCxnSpPr>
        <p:spPr>
          <a:xfrm>
            <a:off x="6357383" y="4006142"/>
            <a:ext cx="3103070" cy="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直線單箭頭接點 71">
            <a:extLst>
              <a:ext uri="{FF2B5EF4-FFF2-40B4-BE49-F238E27FC236}">
                <a16:creationId xmlns:a16="http://schemas.microsoft.com/office/drawing/2014/main" id="{48E60267-9C8E-4416-9D0C-791CFD04ADC8}"/>
              </a:ext>
            </a:extLst>
          </p:cNvPr>
          <p:cNvCxnSpPr>
            <a:cxnSpLocks/>
            <a:stCxn id="5" idx="3"/>
            <a:endCxn id="26" idx="1"/>
          </p:cNvCxnSpPr>
          <p:nvPr/>
        </p:nvCxnSpPr>
        <p:spPr>
          <a:xfrm>
            <a:off x="6357383" y="1123726"/>
            <a:ext cx="3103070" cy="2883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直線單箭頭接點 72">
            <a:extLst>
              <a:ext uri="{FF2B5EF4-FFF2-40B4-BE49-F238E27FC236}">
                <a16:creationId xmlns:a16="http://schemas.microsoft.com/office/drawing/2014/main" id="{9B3B35EA-2985-454B-98EF-F00EE39F5F89}"/>
              </a:ext>
            </a:extLst>
          </p:cNvPr>
          <p:cNvCxnSpPr>
            <a:cxnSpLocks/>
            <a:stCxn id="4" idx="3"/>
            <a:endCxn id="26" idx="1"/>
          </p:cNvCxnSpPr>
          <p:nvPr/>
        </p:nvCxnSpPr>
        <p:spPr>
          <a:xfrm>
            <a:off x="6357383" y="537967"/>
            <a:ext cx="3103070" cy="3468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73">
            <a:extLst>
              <a:ext uri="{FF2B5EF4-FFF2-40B4-BE49-F238E27FC236}">
                <a16:creationId xmlns:a16="http://schemas.microsoft.com/office/drawing/2014/main" id="{DBF44418-8414-4D81-8B9F-6A821BF5B2A2}"/>
              </a:ext>
            </a:extLst>
          </p:cNvPr>
          <p:cNvCxnSpPr>
            <a:cxnSpLocks/>
            <a:stCxn id="19" idx="3"/>
            <a:endCxn id="26" idx="1"/>
          </p:cNvCxnSpPr>
          <p:nvPr/>
        </p:nvCxnSpPr>
        <p:spPr>
          <a:xfrm>
            <a:off x="6357383" y="3420383"/>
            <a:ext cx="3103070" cy="5864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箭號: 向右 85">
            <a:extLst>
              <a:ext uri="{FF2B5EF4-FFF2-40B4-BE49-F238E27FC236}">
                <a16:creationId xmlns:a16="http://schemas.microsoft.com/office/drawing/2014/main" id="{F8867479-A3CF-49F8-83DD-2319D9F3B5EF}"/>
              </a:ext>
            </a:extLst>
          </p:cNvPr>
          <p:cNvSpPr/>
          <p:nvPr/>
        </p:nvSpPr>
        <p:spPr>
          <a:xfrm>
            <a:off x="4748143" y="3245804"/>
            <a:ext cx="770367"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87" name="標題 1">
            <a:extLst>
              <a:ext uri="{FF2B5EF4-FFF2-40B4-BE49-F238E27FC236}">
                <a16:creationId xmlns:a16="http://schemas.microsoft.com/office/drawing/2014/main" id="{705E1508-40A4-43EC-902A-8F0A5CF71339}"/>
              </a:ext>
            </a:extLst>
          </p:cNvPr>
          <p:cNvSpPr>
            <a:spLocks noGrp="1"/>
          </p:cNvSpPr>
          <p:nvPr>
            <p:ph type="title"/>
          </p:nvPr>
        </p:nvSpPr>
        <p:spPr>
          <a:xfrm>
            <a:off x="98145" y="39707"/>
            <a:ext cx="4829725" cy="724463"/>
          </a:xfrm>
        </p:spPr>
        <p:txBody>
          <a:bodyPr>
            <a:normAutofit fontScale="90000"/>
          </a:bodyPr>
          <a:lstStyle/>
          <a:p>
            <a:r>
              <a:rPr lang="en-US" altLang="zh-TW" b="1" dirty="0"/>
              <a:t>Fully Connected Layer</a:t>
            </a:r>
            <a:endParaRPr lang="zh-TW" altLang="en-US" dirty="0"/>
          </a:p>
        </p:txBody>
      </p:sp>
      <p:sp>
        <p:nvSpPr>
          <p:cNvPr id="43" name="投影片編號版面配置區 7">
            <a:extLst>
              <a:ext uri="{FF2B5EF4-FFF2-40B4-BE49-F238E27FC236}">
                <a16:creationId xmlns:a16="http://schemas.microsoft.com/office/drawing/2014/main" id="{10CB8D95-22FC-431F-AC68-73A1E31F87BE}"/>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35</a:t>
            </a:fld>
            <a:endParaRPr lang="zh-TW" altLang="en-US" dirty="0">
              <a:solidFill>
                <a:schemeClr val="tx1"/>
              </a:solidFill>
            </a:endParaRPr>
          </a:p>
        </p:txBody>
      </p:sp>
      <p:pic>
        <p:nvPicPr>
          <p:cNvPr id="8" name="Audio 7">
            <a:hlinkClick r:id="" action="ppaction://media"/>
          </p:cNvPr>
          <p:cNvPicPr>
            <a:picLocks noChangeAspect="1"/>
          </p:cNvPicPr>
          <p:nvPr>
            <a:audioFile r:link="rId1"/>
            <p:extLst>
              <p:ext uri="{DAA4B4D4-6D71-4841-9C94-3DE7FCFB9230}">
                <p14:media xmlns:p14="http://schemas.microsoft.com/office/powerpoint/2010/main" r:embed="rId2">
                  <p14:trim st="1981"/>
                </p14:media>
              </p:ext>
            </p:extLst>
          </p:nvPr>
        </p:nvPicPr>
        <p:blipFill>
          <a:blip r:embed="rId6"/>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2745130174"/>
      </p:ext>
    </p:extLst>
  </p:cSld>
  <p:clrMapOvr>
    <a:masterClrMapping/>
  </p:clrMapOvr>
  <mc:AlternateContent xmlns:mc="http://schemas.openxmlformats.org/markup-compatibility/2006" xmlns:p14="http://schemas.microsoft.com/office/powerpoint/2010/main">
    <mc:Choice Requires="p14">
      <p:transition spd="slow" p14:dur="2000" advTm="28610"/>
    </mc:Choice>
    <mc:Fallback xmlns="">
      <p:transition spd="slow" advTm="28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圖片 9">
            <a:extLst>
              <a:ext uri="{FF2B5EF4-FFF2-40B4-BE49-F238E27FC236}">
                <a16:creationId xmlns:a16="http://schemas.microsoft.com/office/drawing/2014/main" id="{FF3B1B26-A9E6-4F5D-836F-A88A39FAC9BF}"/>
              </a:ext>
            </a:extLst>
          </p:cNvPr>
          <p:cNvPicPr>
            <a:picLocks noChangeAspect="1"/>
          </p:cNvPicPr>
          <p:nvPr/>
        </p:nvPicPr>
        <p:blipFill>
          <a:blip r:embed="rId5"/>
          <a:stretch>
            <a:fillRect/>
          </a:stretch>
        </p:blipFill>
        <p:spPr>
          <a:xfrm>
            <a:off x="299668" y="1025629"/>
            <a:ext cx="3692815" cy="5605462"/>
          </a:xfrm>
          <a:prstGeom prst="rect">
            <a:avLst/>
          </a:prstGeom>
        </p:spPr>
      </p:pic>
      <p:grpSp>
        <p:nvGrpSpPr>
          <p:cNvPr id="13" name="群組 12">
            <a:extLst>
              <a:ext uri="{FF2B5EF4-FFF2-40B4-BE49-F238E27FC236}">
                <a16:creationId xmlns:a16="http://schemas.microsoft.com/office/drawing/2014/main" id="{3DB62222-9C91-443B-98C1-D2855A04D9DA}"/>
              </a:ext>
            </a:extLst>
          </p:cNvPr>
          <p:cNvGrpSpPr/>
          <p:nvPr/>
        </p:nvGrpSpPr>
        <p:grpSpPr>
          <a:xfrm>
            <a:off x="3992484" y="3644819"/>
            <a:ext cx="557087" cy="297841"/>
            <a:chOff x="4294313" y="800100"/>
            <a:chExt cx="557087" cy="297841"/>
          </a:xfrm>
        </p:grpSpPr>
        <p:sp>
          <p:nvSpPr>
            <p:cNvPr id="12" name="矩形 11">
              <a:extLst>
                <a:ext uri="{FF2B5EF4-FFF2-40B4-BE49-F238E27FC236}">
                  <a16:creationId xmlns:a16="http://schemas.microsoft.com/office/drawing/2014/main" id="{E0456877-B03B-4A28-B8C5-56ABFD8CB240}"/>
                </a:ext>
              </a:extLst>
            </p:cNvPr>
            <p:cNvSpPr/>
            <p:nvPr/>
          </p:nvSpPr>
          <p:spPr>
            <a:xfrm>
              <a:off x="4294313" y="800100"/>
              <a:ext cx="557087" cy="1143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43" name="矩形 42">
              <a:extLst>
                <a:ext uri="{FF2B5EF4-FFF2-40B4-BE49-F238E27FC236}">
                  <a16:creationId xmlns:a16="http://schemas.microsoft.com/office/drawing/2014/main" id="{CEB8DD76-843D-4835-9286-33029D3A4959}"/>
                </a:ext>
              </a:extLst>
            </p:cNvPr>
            <p:cNvSpPr/>
            <p:nvPr/>
          </p:nvSpPr>
          <p:spPr>
            <a:xfrm>
              <a:off x="4294313" y="983641"/>
              <a:ext cx="557087" cy="1143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grpSp>
      <p:sp>
        <p:nvSpPr>
          <p:cNvPr id="44" name="標題 1">
            <a:extLst>
              <a:ext uri="{FF2B5EF4-FFF2-40B4-BE49-F238E27FC236}">
                <a16:creationId xmlns:a16="http://schemas.microsoft.com/office/drawing/2014/main" id="{1EF471A1-1658-47D1-9EFC-21441EBEF534}"/>
              </a:ext>
            </a:extLst>
          </p:cNvPr>
          <p:cNvSpPr>
            <a:spLocks noGrp="1"/>
          </p:cNvSpPr>
          <p:nvPr>
            <p:ph type="title"/>
          </p:nvPr>
        </p:nvSpPr>
        <p:spPr>
          <a:xfrm>
            <a:off x="98145" y="39707"/>
            <a:ext cx="4829725" cy="724463"/>
          </a:xfrm>
        </p:spPr>
        <p:txBody>
          <a:bodyPr>
            <a:normAutofit fontScale="90000"/>
          </a:bodyPr>
          <a:lstStyle/>
          <a:p>
            <a:r>
              <a:rPr lang="en-US" altLang="zh-TW" b="1" dirty="0"/>
              <a:t>Fully Connected Layer</a:t>
            </a:r>
            <a:endParaRPr lang="zh-TW" altLang="en-US" dirty="0"/>
          </a:p>
        </p:txBody>
      </p:sp>
      <p:sp>
        <p:nvSpPr>
          <p:cNvPr id="8" name="圓角矩形 4">
            <a:extLst>
              <a:ext uri="{FF2B5EF4-FFF2-40B4-BE49-F238E27FC236}">
                <a16:creationId xmlns:a16="http://schemas.microsoft.com/office/drawing/2014/main" id="{DB4C40AA-BF5B-4F27-8F7D-DDE1DD9FBBA9}"/>
              </a:ext>
            </a:extLst>
          </p:cNvPr>
          <p:cNvSpPr/>
          <p:nvPr/>
        </p:nvSpPr>
        <p:spPr>
          <a:xfrm>
            <a:off x="1268119" y="1414965"/>
            <a:ext cx="441727" cy="243655"/>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400" dirty="0"/>
              <a:t>W</a:t>
            </a:r>
            <a:r>
              <a:rPr lang="en-US" altLang="zh-TW" sz="1400" baseline="-25000" dirty="0"/>
              <a:t>1</a:t>
            </a:r>
            <a:endParaRPr lang="zh-TW" altLang="en-US" sz="1400" baseline="-25000" dirty="0"/>
          </a:p>
        </p:txBody>
      </p:sp>
      <p:sp>
        <p:nvSpPr>
          <p:cNvPr id="9" name="圓角矩形 4">
            <a:extLst>
              <a:ext uri="{FF2B5EF4-FFF2-40B4-BE49-F238E27FC236}">
                <a16:creationId xmlns:a16="http://schemas.microsoft.com/office/drawing/2014/main" id="{EB9A46BD-350A-4041-BEDA-12C2A31FAC9F}"/>
              </a:ext>
            </a:extLst>
          </p:cNvPr>
          <p:cNvSpPr/>
          <p:nvPr/>
        </p:nvSpPr>
        <p:spPr>
          <a:xfrm>
            <a:off x="1047255" y="1904991"/>
            <a:ext cx="441727" cy="243655"/>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400" dirty="0"/>
              <a:t>W</a:t>
            </a:r>
            <a:r>
              <a:rPr lang="en-US" altLang="zh-TW" sz="1400" baseline="-25000" dirty="0"/>
              <a:t>2</a:t>
            </a:r>
            <a:endParaRPr lang="zh-TW" altLang="en-US" sz="1400" baseline="-25000" dirty="0"/>
          </a:p>
        </p:txBody>
      </p:sp>
      <p:sp>
        <p:nvSpPr>
          <p:cNvPr id="20" name="投影片編號版面配置區 7">
            <a:extLst>
              <a:ext uri="{FF2B5EF4-FFF2-40B4-BE49-F238E27FC236}">
                <a16:creationId xmlns:a16="http://schemas.microsoft.com/office/drawing/2014/main" id="{2AB34466-DE62-4100-ABB2-A8D5DE66A8B3}"/>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36</a:t>
            </a:fld>
            <a:endParaRPr lang="zh-TW" altLang="en-US" dirty="0">
              <a:solidFill>
                <a:schemeClr val="tx1"/>
              </a:solidFill>
            </a:endParaRPr>
          </a:p>
        </p:txBody>
      </p:sp>
      <p:graphicFrame>
        <p:nvGraphicFramePr>
          <p:cNvPr id="16" name="表格 1">
            <a:extLst>
              <a:ext uri="{FF2B5EF4-FFF2-40B4-BE49-F238E27FC236}">
                <a16:creationId xmlns:a16="http://schemas.microsoft.com/office/drawing/2014/main" id="{D62DF666-C40E-4DFC-AA7F-C2DE7E3EE928}"/>
              </a:ext>
            </a:extLst>
          </p:cNvPr>
          <p:cNvGraphicFramePr>
            <a:graphicFrameLocks noGrp="1"/>
          </p:cNvGraphicFramePr>
          <p:nvPr>
            <p:extLst>
              <p:ext uri="{D42A27DB-BD31-4B8C-83A1-F6EECF244321}">
                <p14:modId xmlns:p14="http://schemas.microsoft.com/office/powerpoint/2010/main" val="1288531110"/>
              </p:ext>
            </p:extLst>
          </p:nvPr>
        </p:nvGraphicFramePr>
        <p:xfrm>
          <a:off x="5059198" y="1820903"/>
          <a:ext cx="1547795" cy="1488887"/>
        </p:xfrm>
        <a:graphic>
          <a:graphicData uri="http://schemas.openxmlformats.org/drawingml/2006/table">
            <a:tbl>
              <a:tblPr firstRow="1" bandRow="1">
                <a:tableStyleId>{5C22544A-7EE6-4342-B048-85BDC9FD1C3A}</a:tableStyleId>
              </a:tblPr>
              <a:tblGrid>
                <a:gridCol w="309559">
                  <a:extLst>
                    <a:ext uri="{9D8B030D-6E8A-4147-A177-3AD203B41FA5}">
                      <a16:colId xmlns:a16="http://schemas.microsoft.com/office/drawing/2014/main" val="2103868761"/>
                    </a:ext>
                  </a:extLst>
                </a:gridCol>
                <a:gridCol w="309559">
                  <a:extLst>
                    <a:ext uri="{9D8B030D-6E8A-4147-A177-3AD203B41FA5}">
                      <a16:colId xmlns:a16="http://schemas.microsoft.com/office/drawing/2014/main" val="1651155445"/>
                    </a:ext>
                  </a:extLst>
                </a:gridCol>
                <a:gridCol w="309559">
                  <a:extLst>
                    <a:ext uri="{9D8B030D-6E8A-4147-A177-3AD203B41FA5}">
                      <a16:colId xmlns:a16="http://schemas.microsoft.com/office/drawing/2014/main" val="1771590161"/>
                    </a:ext>
                  </a:extLst>
                </a:gridCol>
                <a:gridCol w="309559">
                  <a:extLst>
                    <a:ext uri="{9D8B030D-6E8A-4147-A177-3AD203B41FA5}">
                      <a16:colId xmlns:a16="http://schemas.microsoft.com/office/drawing/2014/main" val="1079323672"/>
                    </a:ext>
                  </a:extLst>
                </a:gridCol>
                <a:gridCol w="309559">
                  <a:extLst>
                    <a:ext uri="{9D8B030D-6E8A-4147-A177-3AD203B41FA5}">
                      <a16:colId xmlns:a16="http://schemas.microsoft.com/office/drawing/2014/main" val="4051924921"/>
                    </a:ext>
                  </a:extLst>
                </a:gridCol>
              </a:tblGrid>
              <a:tr h="295431">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295431">
                <a:tc>
                  <a:txBody>
                    <a:bodyPr/>
                    <a:lstStyle/>
                    <a:p>
                      <a:pPr marL="0" algn="ctr" defTabSz="914400" rtl="0" eaLnBrk="1" latinLnBrk="0" hangingPunct="1"/>
                      <a:r>
                        <a:rPr lang="en-US" altLang="zh-TW" sz="1000" b="1" kern="1200" dirty="0">
                          <a:solidFill>
                            <a:schemeClr val="tx1"/>
                          </a:solidFill>
                          <a:latin typeface="+mn-lt"/>
                          <a:ea typeface="+mn-ea"/>
                          <a:cs typeface="+mn-cs"/>
                        </a:rPr>
                        <a:t>1</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4</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5</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295431">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07163">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800" b="1" kern="1200" dirty="0">
                          <a:solidFill>
                            <a:srgbClr val="FF0000"/>
                          </a:solidFill>
                          <a:latin typeface="+mn-lt"/>
                          <a:ea typeface="+mn-ea"/>
                          <a:cs typeface="+mn-cs"/>
                        </a:rPr>
                        <a:t>15</a:t>
                      </a:r>
                      <a:endParaRPr lang="zh-TW" altLang="en-US" sz="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6</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295431">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7" name="表格 2">
            <a:extLst>
              <a:ext uri="{FF2B5EF4-FFF2-40B4-BE49-F238E27FC236}">
                <a16:creationId xmlns:a16="http://schemas.microsoft.com/office/drawing/2014/main" id="{5A02926F-1AF5-440B-BABD-416E3796227B}"/>
              </a:ext>
            </a:extLst>
          </p:cNvPr>
          <p:cNvGraphicFramePr>
            <a:graphicFrameLocks noGrp="1"/>
          </p:cNvGraphicFramePr>
          <p:nvPr>
            <p:extLst>
              <p:ext uri="{D42A27DB-BD31-4B8C-83A1-F6EECF244321}">
                <p14:modId xmlns:p14="http://schemas.microsoft.com/office/powerpoint/2010/main" val="432747705"/>
              </p:ext>
            </p:extLst>
          </p:nvPr>
        </p:nvGraphicFramePr>
        <p:xfrm>
          <a:off x="5076408" y="3540962"/>
          <a:ext cx="1547795" cy="1477155"/>
        </p:xfrm>
        <a:graphic>
          <a:graphicData uri="http://schemas.openxmlformats.org/drawingml/2006/table">
            <a:tbl>
              <a:tblPr firstRow="1" bandRow="1">
                <a:tableStyleId>{5C22544A-7EE6-4342-B048-85BDC9FD1C3A}</a:tableStyleId>
              </a:tblPr>
              <a:tblGrid>
                <a:gridCol w="309559">
                  <a:extLst>
                    <a:ext uri="{9D8B030D-6E8A-4147-A177-3AD203B41FA5}">
                      <a16:colId xmlns:a16="http://schemas.microsoft.com/office/drawing/2014/main" val="2103868761"/>
                    </a:ext>
                  </a:extLst>
                </a:gridCol>
                <a:gridCol w="309559">
                  <a:extLst>
                    <a:ext uri="{9D8B030D-6E8A-4147-A177-3AD203B41FA5}">
                      <a16:colId xmlns:a16="http://schemas.microsoft.com/office/drawing/2014/main" val="1651155445"/>
                    </a:ext>
                  </a:extLst>
                </a:gridCol>
                <a:gridCol w="309559">
                  <a:extLst>
                    <a:ext uri="{9D8B030D-6E8A-4147-A177-3AD203B41FA5}">
                      <a16:colId xmlns:a16="http://schemas.microsoft.com/office/drawing/2014/main" val="1771590161"/>
                    </a:ext>
                  </a:extLst>
                </a:gridCol>
                <a:gridCol w="309559">
                  <a:extLst>
                    <a:ext uri="{9D8B030D-6E8A-4147-A177-3AD203B41FA5}">
                      <a16:colId xmlns:a16="http://schemas.microsoft.com/office/drawing/2014/main" val="1079323672"/>
                    </a:ext>
                  </a:extLst>
                </a:gridCol>
                <a:gridCol w="309559">
                  <a:extLst>
                    <a:ext uri="{9D8B030D-6E8A-4147-A177-3AD203B41FA5}">
                      <a16:colId xmlns:a16="http://schemas.microsoft.com/office/drawing/2014/main" val="4051924921"/>
                    </a:ext>
                  </a:extLst>
                </a:gridCol>
              </a:tblGrid>
              <a:tr h="295431">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4</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295431">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4</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1</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295431">
                <a:tc>
                  <a:txBody>
                    <a:bodyPr/>
                    <a:lstStyle/>
                    <a:p>
                      <a:pPr marL="0" algn="ctr" defTabSz="914400" rtl="0" eaLnBrk="1" latinLnBrk="0" hangingPunct="1"/>
                      <a:r>
                        <a:rPr lang="en-US" altLang="zh-TW" sz="1000" b="1" kern="1200" dirty="0">
                          <a:solidFill>
                            <a:schemeClr val="tx1"/>
                          </a:solidFill>
                          <a:latin typeface="+mn-lt"/>
                          <a:ea typeface="+mn-ea"/>
                          <a:cs typeface="+mn-cs"/>
                        </a:rPr>
                        <a:t>2</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1</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295431">
                <a:tc>
                  <a:txBody>
                    <a:bodyPr/>
                    <a:lstStyle/>
                    <a:p>
                      <a:pPr marL="0" algn="ctr" defTabSz="914400" rtl="0" eaLnBrk="1" latinLnBrk="0" hangingPunct="1"/>
                      <a:r>
                        <a:rPr lang="en-US" altLang="zh-TW" sz="1000" b="1" kern="1200" dirty="0">
                          <a:solidFill>
                            <a:schemeClr val="tx1"/>
                          </a:solidFill>
                          <a:latin typeface="+mn-lt"/>
                          <a:ea typeface="+mn-ea"/>
                          <a:cs typeface="+mn-cs"/>
                        </a:rPr>
                        <a:t>1</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1</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295431">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1</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9" name="表格 3">
            <a:extLst>
              <a:ext uri="{FF2B5EF4-FFF2-40B4-BE49-F238E27FC236}">
                <a16:creationId xmlns:a16="http://schemas.microsoft.com/office/drawing/2014/main" id="{114E1367-C4D1-4FDF-8F92-498165B106AE}"/>
              </a:ext>
            </a:extLst>
          </p:cNvPr>
          <p:cNvGraphicFramePr>
            <a:graphicFrameLocks noGrp="1"/>
          </p:cNvGraphicFramePr>
          <p:nvPr>
            <p:extLst>
              <p:ext uri="{D42A27DB-BD31-4B8C-83A1-F6EECF244321}">
                <p14:modId xmlns:p14="http://schemas.microsoft.com/office/powerpoint/2010/main" val="1580312189"/>
              </p:ext>
            </p:extLst>
          </p:nvPr>
        </p:nvGraphicFramePr>
        <p:xfrm>
          <a:off x="7715701" y="202245"/>
          <a:ext cx="1547795" cy="1477155"/>
        </p:xfrm>
        <a:graphic>
          <a:graphicData uri="http://schemas.openxmlformats.org/drawingml/2006/table">
            <a:tbl>
              <a:tblPr firstRow="1" bandRow="1">
                <a:tableStyleId>{5C22544A-7EE6-4342-B048-85BDC9FD1C3A}</a:tableStyleId>
              </a:tblPr>
              <a:tblGrid>
                <a:gridCol w="309559">
                  <a:extLst>
                    <a:ext uri="{9D8B030D-6E8A-4147-A177-3AD203B41FA5}">
                      <a16:colId xmlns:a16="http://schemas.microsoft.com/office/drawing/2014/main" val="2103868761"/>
                    </a:ext>
                  </a:extLst>
                </a:gridCol>
                <a:gridCol w="309559">
                  <a:extLst>
                    <a:ext uri="{9D8B030D-6E8A-4147-A177-3AD203B41FA5}">
                      <a16:colId xmlns:a16="http://schemas.microsoft.com/office/drawing/2014/main" val="1651155445"/>
                    </a:ext>
                  </a:extLst>
                </a:gridCol>
                <a:gridCol w="309559">
                  <a:extLst>
                    <a:ext uri="{9D8B030D-6E8A-4147-A177-3AD203B41FA5}">
                      <a16:colId xmlns:a16="http://schemas.microsoft.com/office/drawing/2014/main" val="1771590161"/>
                    </a:ext>
                  </a:extLst>
                </a:gridCol>
                <a:gridCol w="309559">
                  <a:extLst>
                    <a:ext uri="{9D8B030D-6E8A-4147-A177-3AD203B41FA5}">
                      <a16:colId xmlns:a16="http://schemas.microsoft.com/office/drawing/2014/main" val="1079323672"/>
                    </a:ext>
                  </a:extLst>
                </a:gridCol>
                <a:gridCol w="309559">
                  <a:extLst>
                    <a:ext uri="{9D8B030D-6E8A-4147-A177-3AD203B41FA5}">
                      <a16:colId xmlns:a16="http://schemas.microsoft.com/office/drawing/2014/main" val="4051924921"/>
                    </a:ext>
                  </a:extLst>
                </a:gridCol>
              </a:tblGrid>
              <a:tr h="295431">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295431">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295431">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295431">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295431">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21" name="表格 4">
            <a:extLst>
              <a:ext uri="{FF2B5EF4-FFF2-40B4-BE49-F238E27FC236}">
                <a16:creationId xmlns:a16="http://schemas.microsoft.com/office/drawing/2014/main" id="{75FFDF7C-0E52-4775-99E2-CB9C1D46F18D}"/>
              </a:ext>
            </a:extLst>
          </p:cNvPr>
          <p:cNvGraphicFramePr>
            <a:graphicFrameLocks noGrp="1"/>
          </p:cNvGraphicFramePr>
          <p:nvPr>
            <p:extLst>
              <p:ext uri="{D42A27DB-BD31-4B8C-83A1-F6EECF244321}">
                <p14:modId xmlns:p14="http://schemas.microsoft.com/office/powerpoint/2010/main" val="2322100265"/>
              </p:ext>
            </p:extLst>
          </p:nvPr>
        </p:nvGraphicFramePr>
        <p:xfrm>
          <a:off x="7715701" y="1847339"/>
          <a:ext cx="1547795" cy="1477155"/>
        </p:xfrm>
        <a:graphic>
          <a:graphicData uri="http://schemas.openxmlformats.org/drawingml/2006/table">
            <a:tbl>
              <a:tblPr firstRow="1" bandRow="1">
                <a:tableStyleId>{5C22544A-7EE6-4342-B048-85BDC9FD1C3A}</a:tableStyleId>
              </a:tblPr>
              <a:tblGrid>
                <a:gridCol w="309559">
                  <a:extLst>
                    <a:ext uri="{9D8B030D-6E8A-4147-A177-3AD203B41FA5}">
                      <a16:colId xmlns:a16="http://schemas.microsoft.com/office/drawing/2014/main" val="2103868761"/>
                    </a:ext>
                  </a:extLst>
                </a:gridCol>
                <a:gridCol w="309559">
                  <a:extLst>
                    <a:ext uri="{9D8B030D-6E8A-4147-A177-3AD203B41FA5}">
                      <a16:colId xmlns:a16="http://schemas.microsoft.com/office/drawing/2014/main" val="1651155445"/>
                    </a:ext>
                  </a:extLst>
                </a:gridCol>
                <a:gridCol w="309559">
                  <a:extLst>
                    <a:ext uri="{9D8B030D-6E8A-4147-A177-3AD203B41FA5}">
                      <a16:colId xmlns:a16="http://schemas.microsoft.com/office/drawing/2014/main" val="1771590161"/>
                    </a:ext>
                  </a:extLst>
                </a:gridCol>
                <a:gridCol w="309559">
                  <a:extLst>
                    <a:ext uri="{9D8B030D-6E8A-4147-A177-3AD203B41FA5}">
                      <a16:colId xmlns:a16="http://schemas.microsoft.com/office/drawing/2014/main" val="1079323672"/>
                    </a:ext>
                  </a:extLst>
                </a:gridCol>
                <a:gridCol w="309559">
                  <a:extLst>
                    <a:ext uri="{9D8B030D-6E8A-4147-A177-3AD203B41FA5}">
                      <a16:colId xmlns:a16="http://schemas.microsoft.com/office/drawing/2014/main" val="4051924921"/>
                    </a:ext>
                  </a:extLst>
                </a:gridCol>
              </a:tblGrid>
              <a:tr h="295431">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295431">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295431">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rgbClr val="FF0000"/>
                          </a:solidFill>
                          <a:latin typeface="+mn-lt"/>
                          <a:ea typeface="+mn-ea"/>
                          <a:cs typeface="+mn-cs"/>
                        </a:rPr>
                        <a:t>2</a:t>
                      </a:r>
                      <a:endParaRPr lang="zh-TW" altLang="en-US" sz="10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295431">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295431">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000" b="1" kern="1200" dirty="0">
                          <a:solidFill>
                            <a:schemeClr val="tx1"/>
                          </a:solidFill>
                          <a:latin typeface="+mn-lt"/>
                          <a:ea typeface="+mn-ea"/>
                          <a:cs typeface="+mn-cs"/>
                        </a:rPr>
                        <a:t>0</a:t>
                      </a:r>
                      <a:endParaRPr lang="zh-TW" altLang="en-US" sz="10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22" name="表格 3">
            <a:extLst>
              <a:ext uri="{FF2B5EF4-FFF2-40B4-BE49-F238E27FC236}">
                <a16:creationId xmlns:a16="http://schemas.microsoft.com/office/drawing/2014/main" id="{114E1367-C4D1-4FDF-8F92-498165B106AE}"/>
              </a:ext>
            </a:extLst>
          </p:cNvPr>
          <p:cNvGraphicFramePr>
            <a:graphicFrameLocks noGrp="1"/>
          </p:cNvGraphicFramePr>
          <p:nvPr>
            <p:extLst>
              <p:ext uri="{D42A27DB-BD31-4B8C-83A1-F6EECF244321}">
                <p14:modId xmlns:p14="http://schemas.microsoft.com/office/powerpoint/2010/main" val="1338114630"/>
              </p:ext>
            </p:extLst>
          </p:nvPr>
        </p:nvGraphicFramePr>
        <p:xfrm>
          <a:off x="7750140" y="3512135"/>
          <a:ext cx="1478915" cy="1472520"/>
        </p:xfrm>
        <a:graphic>
          <a:graphicData uri="http://schemas.openxmlformats.org/drawingml/2006/table">
            <a:tbl>
              <a:tblPr firstRow="1" bandRow="1">
                <a:tableStyleId>{5C22544A-7EE6-4342-B048-85BDC9FD1C3A}</a:tableStyleId>
              </a:tblPr>
              <a:tblGrid>
                <a:gridCol w="295783">
                  <a:extLst>
                    <a:ext uri="{9D8B030D-6E8A-4147-A177-3AD203B41FA5}">
                      <a16:colId xmlns:a16="http://schemas.microsoft.com/office/drawing/2014/main" val="2103868761"/>
                    </a:ext>
                  </a:extLst>
                </a:gridCol>
                <a:gridCol w="295783">
                  <a:extLst>
                    <a:ext uri="{9D8B030D-6E8A-4147-A177-3AD203B41FA5}">
                      <a16:colId xmlns:a16="http://schemas.microsoft.com/office/drawing/2014/main" val="1651155445"/>
                    </a:ext>
                  </a:extLst>
                </a:gridCol>
                <a:gridCol w="295783">
                  <a:extLst>
                    <a:ext uri="{9D8B030D-6E8A-4147-A177-3AD203B41FA5}">
                      <a16:colId xmlns:a16="http://schemas.microsoft.com/office/drawing/2014/main" val="1771590161"/>
                    </a:ext>
                  </a:extLst>
                </a:gridCol>
                <a:gridCol w="295783">
                  <a:extLst>
                    <a:ext uri="{9D8B030D-6E8A-4147-A177-3AD203B41FA5}">
                      <a16:colId xmlns:a16="http://schemas.microsoft.com/office/drawing/2014/main" val="1079323672"/>
                    </a:ext>
                  </a:extLst>
                </a:gridCol>
                <a:gridCol w="295783">
                  <a:extLst>
                    <a:ext uri="{9D8B030D-6E8A-4147-A177-3AD203B41FA5}">
                      <a16:colId xmlns:a16="http://schemas.microsoft.com/office/drawing/2014/main" val="4051924921"/>
                    </a:ext>
                  </a:extLst>
                </a:gridCol>
              </a:tblGrid>
              <a:tr h="294504">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294504">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294504">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294504">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294504">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23" name="表格 4">
            <a:extLst>
              <a:ext uri="{FF2B5EF4-FFF2-40B4-BE49-F238E27FC236}">
                <a16:creationId xmlns:a16="http://schemas.microsoft.com/office/drawing/2014/main" id="{75FFDF7C-0E52-4775-99E2-CB9C1D46F18D}"/>
              </a:ext>
            </a:extLst>
          </p:cNvPr>
          <p:cNvGraphicFramePr>
            <a:graphicFrameLocks noGrp="1"/>
          </p:cNvGraphicFramePr>
          <p:nvPr>
            <p:extLst>
              <p:ext uri="{D42A27DB-BD31-4B8C-83A1-F6EECF244321}">
                <p14:modId xmlns:p14="http://schemas.microsoft.com/office/powerpoint/2010/main" val="3422800334"/>
              </p:ext>
            </p:extLst>
          </p:nvPr>
        </p:nvGraphicFramePr>
        <p:xfrm>
          <a:off x="7750139" y="5172296"/>
          <a:ext cx="1478915" cy="1472520"/>
        </p:xfrm>
        <a:graphic>
          <a:graphicData uri="http://schemas.openxmlformats.org/drawingml/2006/table">
            <a:tbl>
              <a:tblPr firstRow="1" bandRow="1">
                <a:tableStyleId>{5C22544A-7EE6-4342-B048-85BDC9FD1C3A}</a:tableStyleId>
              </a:tblPr>
              <a:tblGrid>
                <a:gridCol w="295783">
                  <a:extLst>
                    <a:ext uri="{9D8B030D-6E8A-4147-A177-3AD203B41FA5}">
                      <a16:colId xmlns:a16="http://schemas.microsoft.com/office/drawing/2014/main" val="2103868761"/>
                    </a:ext>
                  </a:extLst>
                </a:gridCol>
                <a:gridCol w="295783">
                  <a:extLst>
                    <a:ext uri="{9D8B030D-6E8A-4147-A177-3AD203B41FA5}">
                      <a16:colId xmlns:a16="http://schemas.microsoft.com/office/drawing/2014/main" val="1651155445"/>
                    </a:ext>
                  </a:extLst>
                </a:gridCol>
                <a:gridCol w="295783">
                  <a:extLst>
                    <a:ext uri="{9D8B030D-6E8A-4147-A177-3AD203B41FA5}">
                      <a16:colId xmlns:a16="http://schemas.microsoft.com/office/drawing/2014/main" val="1771590161"/>
                    </a:ext>
                  </a:extLst>
                </a:gridCol>
                <a:gridCol w="295783">
                  <a:extLst>
                    <a:ext uri="{9D8B030D-6E8A-4147-A177-3AD203B41FA5}">
                      <a16:colId xmlns:a16="http://schemas.microsoft.com/office/drawing/2014/main" val="1079323672"/>
                    </a:ext>
                  </a:extLst>
                </a:gridCol>
                <a:gridCol w="295783">
                  <a:extLst>
                    <a:ext uri="{9D8B030D-6E8A-4147-A177-3AD203B41FA5}">
                      <a16:colId xmlns:a16="http://schemas.microsoft.com/office/drawing/2014/main" val="4051924921"/>
                    </a:ext>
                  </a:extLst>
                </a:gridCol>
              </a:tblGrid>
              <a:tr h="294504">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294504">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294504">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294504">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294504">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700" b="1" kern="1200" dirty="0">
                          <a:solidFill>
                            <a:schemeClr val="tx1"/>
                          </a:solidFill>
                          <a:latin typeface="+mn-lt"/>
                          <a:ea typeface="+mn-ea"/>
                          <a:cs typeface="+mn-cs"/>
                        </a:rPr>
                        <a:t>0.5</a:t>
                      </a:r>
                      <a:endParaRPr lang="zh-TW" altLang="en-US" sz="7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cxnSp>
        <p:nvCxnSpPr>
          <p:cNvPr id="3" name="直線接點 2">
            <a:extLst>
              <a:ext uri="{FF2B5EF4-FFF2-40B4-BE49-F238E27FC236}">
                <a16:creationId xmlns:a16="http://schemas.microsoft.com/office/drawing/2014/main" id="{98FAA1FF-6FE0-416E-8E00-400222F8F302}"/>
              </a:ext>
            </a:extLst>
          </p:cNvPr>
          <p:cNvCxnSpPr>
            <a:cxnSpLocks/>
          </p:cNvCxnSpPr>
          <p:nvPr/>
        </p:nvCxnSpPr>
        <p:spPr>
          <a:xfrm flipV="1">
            <a:off x="5287179" y="269876"/>
            <a:ext cx="2503767" cy="160737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圓角矩形 4">
            <a:extLst>
              <a:ext uri="{FF2B5EF4-FFF2-40B4-BE49-F238E27FC236}">
                <a16:creationId xmlns:a16="http://schemas.microsoft.com/office/drawing/2014/main" id="{05DA82D3-5742-45CD-B84A-5C2385FCA428}"/>
              </a:ext>
            </a:extLst>
          </p:cNvPr>
          <p:cNvSpPr/>
          <p:nvPr/>
        </p:nvSpPr>
        <p:spPr>
          <a:xfrm>
            <a:off x="6066245" y="675147"/>
            <a:ext cx="441727" cy="243655"/>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400" dirty="0"/>
              <a:t>W</a:t>
            </a:r>
            <a:r>
              <a:rPr lang="en-US" altLang="zh-TW" sz="1400" baseline="-25000" dirty="0"/>
              <a:t>1</a:t>
            </a:r>
            <a:endParaRPr lang="zh-TW" altLang="en-US" sz="1400" baseline="-25000" dirty="0"/>
          </a:p>
        </p:txBody>
      </p:sp>
      <p:cxnSp>
        <p:nvCxnSpPr>
          <p:cNvPr id="15" name="直線接點 14">
            <a:extLst>
              <a:ext uri="{FF2B5EF4-FFF2-40B4-BE49-F238E27FC236}">
                <a16:creationId xmlns:a16="http://schemas.microsoft.com/office/drawing/2014/main" id="{00B6FB3F-78CA-4E72-933B-14904F6FC676}"/>
              </a:ext>
            </a:extLst>
          </p:cNvPr>
          <p:cNvCxnSpPr>
            <a:cxnSpLocks/>
          </p:cNvCxnSpPr>
          <p:nvPr/>
        </p:nvCxnSpPr>
        <p:spPr>
          <a:xfrm flipV="1">
            <a:off x="5590256" y="291318"/>
            <a:ext cx="2449895" cy="159480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圓角矩形 4">
            <a:extLst>
              <a:ext uri="{FF2B5EF4-FFF2-40B4-BE49-F238E27FC236}">
                <a16:creationId xmlns:a16="http://schemas.microsoft.com/office/drawing/2014/main" id="{0E2B5796-E441-4F52-9933-B8860F75B9B4}"/>
              </a:ext>
            </a:extLst>
          </p:cNvPr>
          <p:cNvSpPr/>
          <p:nvPr/>
        </p:nvSpPr>
        <p:spPr>
          <a:xfrm>
            <a:off x="6744292" y="1293137"/>
            <a:ext cx="441727" cy="243655"/>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1400" dirty="0"/>
              <a:t>W</a:t>
            </a:r>
            <a:r>
              <a:rPr lang="en-US" altLang="zh-TW" sz="1400" baseline="-25000" dirty="0"/>
              <a:t>2</a:t>
            </a:r>
            <a:endParaRPr lang="zh-TW" altLang="en-US" sz="1400" baseline="-25000" dirty="0"/>
          </a:p>
        </p:txBody>
      </p:sp>
      <p:cxnSp>
        <p:nvCxnSpPr>
          <p:cNvPr id="27" name="直線接點 14">
            <a:extLst>
              <a:ext uri="{FF2B5EF4-FFF2-40B4-BE49-F238E27FC236}">
                <a16:creationId xmlns:a16="http://schemas.microsoft.com/office/drawing/2014/main" id="{00B6FB3F-78CA-4E72-933B-14904F6FC676}"/>
              </a:ext>
            </a:extLst>
          </p:cNvPr>
          <p:cNvCxnSpPr>
            <a:cxnSpLocks/>
            <a:stCxn id="16" idx="3"/>
            <a:endCxn id="19" idx="1"/>
          </p:cNvCxnSpPr>
          <p:nvPr/>
        </p:nvCxnSpPr>
        <p:spPr>
          <a:xfrm flipV="1">
            <a:off x="6606993" y="940822"/>
            <a:ext cx="1108708" cy="1624524"/>
          </a:xfrm>
          <a:prstGeom prst="line">
            <a:avLst/>
          </a:prstGeom>
          <a:ln w="38100">
            <a:solidFill>
              <a:schemeClr val="accent5"/>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直線接點 14">
            <a:extLst>
              <a:ext uri="{FF2B5EF4-FFF2-40B4-BE49-F238E27FC236}">
                <a16:creationId xmlns:a16="http://schemas.microsoft.com/office/drawing/2014/main" id="{00B6FB3F-78CA-4E72-933B-14904F6FC676}"/>
              </a:ext>
            </a:extLst>
          </p:cNvPr>
          <p:cNvCxnSpPr>
            <a:cxnSpLocks/>
            <a:stCxn id="16" idx="3"/>
            <a:endCxn id="22" idx="1"/>
          </p:cNvCxnSpPr>
          <p:nvPr/>
        </p:nvCxnSpPr>
        <p:spPr>
          <a:xfrm>
            <a:off x="6606993" y="2565346"/>
            <a:ext cx="1143147" cy="1683049"/>
          </a:xfrm>
          <a:prstGeom prst="line">
            <a:avLst/>
          </a:prstGeom>
          <a:ln w="38100">
            <a:solidFill>
              <a:schemeClr val="accent5"/>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直線接點 14">
            <a:extLst>
              <a:ext uri="{FF2B5EF4-FFF2-40B4-BE49-F238E27FC236}">
                <a16:creationId xmlns:a16="http://schemas.microsoft.com/office/drawing/2014/main" id="{00B6FB3F-78CA-4E72-933B-14904F6FC676}"/>
              </a:ext>
            </a:extLst>
          </p:cNvPr>
          <p:cNvCxnSpPr>
            <a:cxnSpLocks/>
            <a:stCxn id="17" idx="3"/>
            <a:endCxn id="21" idx="1"/>
          </p:cNvCxnSpPr>
          <p:nvPr/>
        </p:nvCxnSpPr>
        <p:spPr>
          <a:xfrm flipV="1">
            <a:off x="6624203" y="2585916"/>
            <a:ext cx="1091498" cy="1693623"/>
          </a:xfrm>
          <a:prstGeom prst="line">
            <a:avLst/>
          </a:prstGeom>
          <a:ln w="38100">
            <a:solidFill>
              <a:schemeClr val="accent5"/>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直線接點 14">
            <a:extLst>
              <a:ext uri="{FF2B5EF4-FFF2-40B4-BE49-F238E27FC236}">
                <a16:creationId xmlns:a16="http://schemas.microsoft.com/office/drawing/2014/main" id="{00B6FB3F-78CA-4E72-933B-14904F6FC676}"/>
              </a:ext>
            </a:extLst>
          </p:cNvPr>
          <p:cNvCxnSpPr>
            <a:cxnSpLocks/>
            <a:stCxn id="17" idx="3"/>
            <a:endCxn id="23" idx="1"/>
          </p:cNvCxnSpPr>
          <p:nvPr/>
        </p:nvCxnSpPr>
        <p:spPr>
          <a:xfrm>
            <a:off x="6624203" y="4279539"/>
            <a:ext cx="1125936" cy="1629017"/>
          </a:xfrm>
          <a:prstGeom prst="line">
            <a:avLst/>
          </a:prstGeom>
          <a:ln w="38100">
            <a:solidFill>
              <a:schemeClr val="accent5"/>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直線接點 14">
            <a:extLst>
              <a:ext uri="{FF2B5EF4-FFF2-40B4-BE49-F238E27FC236}">
                <a16:creationId xmlns:a16="http://schemas.microsoft.com/office/drawing/2014/main" id="{00B6FB3F-78CA-4E72-933B-14904F6FC676}"/>
              </a:ext>
            </a:extLst>
          </p:cNvPr>
          <p:cNvCxnSpPr>
            <a:cxnSpLocks/>
            <a:stCxn id="19" idx="3"/>
          </p:cNvCxnSpPr>
          <p:nvPr/>
        </p:nvCxnSpPr>
        <p:spPr>
          <a:xfrm>
            <a:off x="9263496" y="940822"/>
            <a:ext cx="686620" cy="717798"/>
          </a:xfrm>
          <a:prstGeom prst="line">
            <a:avLst/>
          </a:prstGeom>
          <a:ln w="38100">
            <a:solidFill>
              <a:schemeClr val="accent5"/>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Cross 44"/>
          <p:cNvSpPr/>
          <p:nvPr/>
        </p:nvSpPr>
        <p:spPr>
          <a:xfrm>
            <a:off x="10084283" y="1463517"/>
            <a:ext cx="541421" cy="579133"/>
          </a:xfrm>
          <a:prstGeom prst="plus">
            <a:avLst>
              <a:gd name="adj" fmla="val 3611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直線接點 14">
            <a:extLst>
              <a:ext uri="{FF2B5EF4-FFF2-40B4-BE49-F238E27FC236}">
                <a16:creationId xmlns:a16="http://schemas.microsoft.com/office/drawing/2014/main" id="{00B6FB3F-78CA-4E72-933B-14904F6FC676}"/>
              </a:ext>
            </a:extLst>
          </p:cNvPr>
          <p:cNvCxnSpPr>
            <a:cxnSpLocks/>
            <a:stCxn id="21" idx="3"/>
          </p:cNvCxnSpPr>
          <p:nvPr/>
        </p:nvCxnSpPr>
        <p:spPr>
          <a:xfrm flipV="1">
            <a:off x="9263496" y="1904991"/>
            <a:ext cx="686620" cy="680925"/>
          </a:xfrm>
          <a:prstGeom prst="line">
            <a:avLst/>
          </a:prstGeom>
          <a:ln w="38100">
            <a:solidFill>
              <a:schemeClr val="accent5"/>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直線接點 14">
            <a:extLst>
              <a:ext uri="{FF2B5EF4-FFF2-40B4-BE49-F238E27FC236}">
                <a16:creationId xmlns:a16="http://schemas.microsoft.com/office/drawing/2014/main" id="{00B6FB3F-78CA-4E72-933B-14904F6FC676}"/>
              </a:ext>
            </a:extLst>
          </p:cNvPr>
          <p:cNvCxnSpPr>
            <a:cxnSpLocks/>
            <a:stCxn id="22" idx="3"/>
          </p:cNvCxnSpPr>
          <p:nvPr/>
        </p:nvCxnSpPr>
        <p:spPr>
          <a:xfrm>
            <a:off x="9229055" y="4248395"/>
            <a:ext cx="686619" cy="675258"/>
          </a:xfrm>
          <a:prstGeom prst="line">
            <a:avLst/>
          </a:prstGeom>
          <a:ln w="38100">
            <a:solidFill>
              <a:schemeClr val="accent5"/>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Cross 49"/>
          <p:cNvSpPr/>
          <p:nvPr/>
        </p:nvSpPr>
        <p:spPr>
          <a:xfrm>
            <a:off x="10049841" y="4728550"/>
            <a:ext cx="541421" cy="579133"/>
          </a:xfrm>
          <a:prstGeom prst="plus">
            <a:avLst>
              <a:gd name="adj" fmla="val 3611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直線接點 14">
            <a:extLst>
              <a:ext uri="{FF2B5EF4-FFF2-40B4-BE49-F238E27FC236}">
                <a16:creationId xmlns:a16="http://schemas.microsoft.com/office/drawing/2014/main" id="{00B6FB3F-78CA-4E72-933B-14904F6FC676}"/>
              </a:ext>
            </a:extLst>
          </p:cNvPr>
          <p:cNvCxnSpPr>
            <a:cxnSpLocks/>
            <a:stCxn id="23" idx="3"/>
          </p:cNvCxnSpPr>
          <p:nvPr/>
        </p:nvCxnSpPr>
        <p:spPr>
          <a:xfrm flipV="1">
            <a:off x="9229054" y="5170025"/>
            <a:ext cx="686620" cy="738531"/>
          </a:xfrm>
          <a:prstGeom prst="line">
            <a:avLst/>
          </a:prstGeom>
          <a:ln w="38100">
            <a:solidFill>
              <a:schemeClr val="accent5"/>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10759871" y="1414964"/>
            <a:ext cx="1074333" cy="707886"/>
          </a:xfrm>
          <a:prstGeom prst="rect">
            <a:avLst/>
          </a:prstGeom>
          <a:noFill/>
        </p:spPr>
        <p:txBody>
          <a:bodyPr wrap="none" rtlCol="0">
            <a:spAutoFit/>
          </a:bodyPr>
          <a:lstStyle/>
          <a:p>
            <a:r>
              <a:rPr lang="en-US" sz="4000" b="1" dirty="0" smtClean="0">
                <a:solidFill>
                  <a:schemeClr val="accent1"/>
                </a:solidFill>
              </a:rPr>
              <a:t>= 66</a:t>
            </a:r>
            <a:endParaRPr lang="en-US" sz="4000" b="1" dirty="0">
              <a:solidFill>
                <a:schemeClr val="accent1"/>
              </a:solidFill>
            </a:endParaRPr>
          </a:p>
        </p:txBody>
      </p:sp>
      <p:sp>
        <p:nvSpPr>
          <p:cNvPr id="55" name="TextBox 54"/>
          <p:cNvSpPr txBox="1"/>
          <p:nvPr/>
        </p:nvSpPr>
        <p:spPr>
          <a:xfrm>
            <a:off x="10763665" y="4664173"/>
            <a:ext cx="1074333" cy="707886"/>
          </a:xfrm>
          <a:prstGeom prst="rect">
            <a:avLst/>
          </a:prstGeom>
          <a:noFill/>
        </p:spPr>
        <p:txBody>
          <a:bodyPr wrap="none" rtlCol="0">
            <a:spAutoFit/>
          </a:bodyPr>
          <a:lstStyle/>
          <a:p>
            <a:r>
              <a:rPr lang="en-US" sz="4000" b="1" dirty="0" smtClean="0">
                <a:solidFill>
                  <a:schemeClr val="accent1"/>
                </a:solidFill>
              </a:rPr>
              <a:t>= 23</a:t>
            </a:r>
            <a:endParaRPr lang="en-US" sz="4000" b="1" dirty="0">
              <a:solidFill>
                <a:schemeClr val="accent1"/>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830665790"/>
              </p:ext>
            </p:extLst>
          </p:nvPr>
        </p:nvGraphicFramePr>
        <p:xfrm>
          <a:off x="3467477" y="3105339"/>
          <a:ext cx="429982" cy="389871"/>
        </p:xfrm>
        <a:graphic>
          <a:graphicData uri="http://schemas.openxmlformats.org/drawingml/2006/table">
            <a:tbl>
              <a:tblPr firstRow="1" bandRow="1">
                <a:tableStyleId>{5C22544A-7EE6-4342-B048-85BDC9FD1C3A}</a:tableStyleId>
              </a:tblPr>
              <a:tblGrid>
                <a:gridCol w="429982">
                  <a:extLst>
                    <a:ext uri="{9D8B030D-6E8A-4147-A177-3AD203B41FA5}">
                      <a16:colId xmlns:a16="http://schemas.microsoft.com/office/drawing/2014/main" val="1819020100"/>
                    </a:ext>
                  </a:extLst>
                </a:gridCol>
              </a:tblGrid>
              <a:tr h="389871">
                <a:tc>
                  <a:txBody>
                    <a:bodyPr/>
                    <a:lstStyle/>
                    <a:p>
                      <a:r>
                        <a:rPr lang="en-US" dirty="0" smtClean="0">
                          <a:solidFill>
                            <a:schemeClr val="tx1"/>
                          </a:solidFill>
                        </a:rPr>
                        <a:t>66</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8239407"/>
                  </a:ext>
                </a:extLst>
              </a:tr>
            </a:tbl>
          </a:graphicData>
        </a:graphic>
      </p:graphicFrame>
      <p:graphicFrame>
        <p:nvGraphicFramePr>
          <p:cNvPr id="33" name="Table 32"/>
          <p:cNvGraphicFramePr>
            <a:graphicFrameLocks noGrp="1"/>
          </p:cNvGraphicFramePr>
          <p:nvPr>
            <p:extLst>
              <p:ext uri="{D42A27DB-BD31-4B8C-83A1-F6EECF244321}">
                <p14:modId xmlns:p14="http://schemas.microsoft.com/office/powerpoint/2010/main" val="2011485467"/>
              </p:ext>
            </p:extLst>
          </p:nvPr>
        </p:nvGraphicFramePr>
        <p:xfrm>
          <a:off x="3467477" y="4144360"/>
          <a:ext cx="429982" cy="387346"/>
        </p:xfrm>
        <a:graphic>
          <a:graphicData uri="http://schemas.openxmlformats.org/drawingml/2006/table">
            <a:tbl>
              <a:tblPr firstRow="1" bandRow="1">
                <a:tableStyleId>{5C22544A-7EE6-4342-B048-85BDC9FD1C3A}</a:tableStyleId>
              </a:tblPr>
              <a:tblGrid>
                <a:gridCol w="429982">
                  <a:extLst>
                    <a:ext uri="{9D8B030D-6E8A-4147-A177-3AD203B41FA5}">
                      <a16:colId xmlns:a16="http://schemas.microsoft.com/office/drawing/2014/main" val="1819020100"/>
                    </a:ext>
                  </a:extLst>
                </a:gridCol>
              </a:tblGrid>
              <a:tr h="387346">
                <a:tc>
                  <a:txBody>
                    <a:bodyPr/>
                    <a:lstStyle/>
                    <a:p>
                      <a:r>
                        <a:rPr lang="en-US" dirty="0" smtClean="0">
                          <a:solidFill>
                            <a:schemeClr val="tx1"/>
                          </a:solidFill>
                        </a:rPr>
                        <a:t>23</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8239407"/>
                  </a:ext>
                </a:extLst>
              </a:tr>
            </a:tbl>
          </a:graphicData>
        </a:graphic>
      </p:graphicFrame>
      <p:pic>
        <p:nvPicPr>
          <p:cNvPr id="36" name="圖片 2">
            <a:extLst>
              <a:ext uri="{FF2B5EF4-FFF2-40B4-BE49-F238E27FC236}">
                <a16:creationId xmlns:a16="http://schemas.microsoft.com/office/drawing/2014/main" id="{C9FBAC29-6F05-41A6-88F5-CA3F5213341D}"/>
              </a:ext>
            </a:extLst>
          </p:cNvPr>
          <p:cNvPicPr>
            <a:picLocks noChangeAspect="1"/>
          </p:cNvPicPr>
          <p:nvPr/>
        </p:nvPicPr>
        <p:blipFill>
          <a:blip r:embed="rId6"/>
          <a:stretch>
            <a:fillRect/>
          </a:stretch>
        </p:blipFill>
        <p:spPr>
          <a:xfrm>
            <a:off x="3170865" y="1088721"/>
            <a:ext cx="1401052" cy="1374618"/>
          </a:xfrm>
          <a:prstGeom prst="rect">
            <a:avLst/>
          </a:prstGeom>
        </p:spPr>
      </p:pic>
      <p:sp>
        <p:nvSpPr>
          <p:cNvPr id="4" name="Rounded Rectangle 3"/>
          <p:cNvSpPr/>
          <p:nvPr/>
        </p:nvSpPr>
        <p:spPr>
          <a:xfrm>
            <a:off x="7581534" y="675147"/>
            <a:ext cx="1813290" cy="1093760"/>
          </a:xfrm>
          <a:prstGeom prst="roundRect">
            <a:avLst/>
          </a:prstGeom>
          <a:noFill/>
          <a:ln w="5715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ounded Rectangle 36"/>
          <p:cNvSpPr/>
          <p:nvPr/>
        </p:nvSpPr>
        <p:spPr>
          <a:xfrm>
            <a:off x="5317160" y="2585916"/>
            <a:ext cx="469046" cy="519423"/>
          </a:xfrm>
          <a:prstGeom prst="roundRect">
            <a:avLst/>
          </a:prstGeom>
          <a:noFill/>
          <a:ln w="381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38"/>
          <p:cNvSpPr/>
          <p:nvPr/>
        </p:nvSpPr>
        <p:spPr>
          <a:xfrm>
            <a:off x="3257641" y="1679400"/>
            <a:ext cx="1208751" cy="675493"/>
          </a:xfrm>
          <a:prstGeom prst="roundRect">
            <a:avLst/>
          </a:prstGeom>
          <a:noFill/>
          <a:ln w="5715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ounded Rectangle 39"/>
          <p:cNvSpPr/>
          <p:nvPr/>
        </p:nvSpPr>
        <p:spPr>
          <a:xfrm>
            <a:off x="7600173" y="1868330"/>
            <a:ext cx="1813290" cy="901674"/>
          </a:xfrm>
          <a:prstGeom prst="roundRect">
            <a:avLst/>
          </a:prstGeom>
          <a:noFill/>
          <a:ln w="5715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p:cNvSpPr/>
          <p:nvPr/>
        </p:nvSpPr>
        <p:spPr>
          <a:xfrm>
            <a:off x="3257316" y="1139928"/>
            <a:ext cx="1209076" cy="423885"/>
          </a:xfrm>
          <a:prstGeom prst="roundRect">
            <a:avLst/>
          </a:prstGeom>
          <a:noFill/>
          <a:ln w="5715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ounded Rectangle 46"/>
          <p:cNvSpPr/>
          <p:nvPr/>
        </p:nvSpPr>
        <p:spPr>
          <a:xfrm>
            <a:off x="5317159" y="3568933"/>
            <a:ext cx="749085" cy="519423"/>
          </a:xfrm>
          <a:prstGeom prst="roundRect">
            <a:avLst/>
          </a:prstGeom>
          <a:noFill/>
          <a:ln w="381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Audio 4">
            <a:hlinkClick r:id="" action="ppaction://media"/>
          </p:cNvPr>
          <p:cNvPicPr>
            <a:picLocks noChangeAspect="1"/>
          </p:cNvPicPr>
          <p:nvPr>
            <a:audioFile r:link="rId1"/>
            <p:extLst>
              <p:ext uri="{DAA4B4D4-6D71-4841-9C94-3DE7FCFB9230}">
                <p14:media xmlns:p14="http://schemas.microsoft.com/office/powerpoint/2010/main" r:embed="rId2">
                  <p14:trim st="1568"/>
                </p14:media>
              </p:ext>
            </p:extLst>
          </p:nvPr>
        </p:nvPicPr>
        <p:blipFill>
          <a:blip r:embed="rId7"/>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2623095200"/>
      </p:ext>
    </p:extLst>
  </p:cSld>
  <p:clrMapOvr>
    <a:masterClrMapping/>
  </p:clrMapOvr>
  <mc:AlternateContent xmlns:mc="http://schemas.openxmlformats.org/markup-compatibility/2006" xmlns:p14="http://schemas.microsoft.com/office/powerpoint/2010/main">
    <mc:Choice Requires="p14">
      <p:transition spd="slow" p14:dur="2000" advTm="71010"/>
    </mc:Choice>
    <mc:Fallback xmlns="">
      <p:transition spd="slow" advTm="71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7A8445F3-0A30-4C20-BD7F-1EADF4C3A8BA}"/>
              </a:ext>
            </a:extLst>
          </p:cNvPr>
          <p:cNvSpPr/>
          <p:nvPr/>
        </p:nvSpPr>
        <p:spPr>
          <a:xfrm>
            <a:off x="11213517" y="3164075"/>
            <a:ext cx="442353" cy="401803"/>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rPr>
              <a:t>0</a:t>
            </a:r>
            <a:endParaRPr lang="zh-TW" altLang="en-US" dirty="0">
              <a:solidFill>
                <a:schemeClr val="tx1"/>
              </a:solidFill>
            </a:endParaRPr>
          </a:p>
        </p:txBody>
      </p:sp>
      <p:graphicFrame>
        <p:nvGraphicFramePr>
          <p:cNvPr id="12" name="表格 11">
            <a:extLst>
              <a:ext uri="{FF2B5EF4-FFF2-40B4-BE49-F238E27FC236}">
                <a16:creationId xmlns:a16="http://schemas.microsoft.com/office/drawing/2014/main" id="{ECB76F92-93C8-4461-A260-9A663C060F23}"/>
              </a:ext>
            </a:extLst>
          </p:cNvPr>
          <p:cNvGraphicFramePr>
            <a:graphicFrameLocks noGrp="1"/>
          </p:cNvGraphicFramePr>
          <p:nvPr>
            <p:extLst>
              <p:ext uri="{D42A27DB-BD31-4B8C-83A1-F6EECF244321}">
                <p14:modId xmlns:p14="http://schemas.microsoft.com/office/powerpoint/2010/main" val="1879358690"/>
              </p:ext>
            </p:extLst>
          </p:nvPr>
        </p:nvGraphicFramePr>
        <p:xfrm>
          <a:off x="4111815" y="25034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1" name="表格 10">
            <a:extLst>
              <a:ext uri="{FF2B5EF4-FFF2-40B4-BE49-F238E27FC236}">
                <a16:creationId xmlns:a16="http://schemas.microsoft.com/office/drawing/2014/main" id="{8848A1D3-DE4C-4676-A765-38C3C115C462}"/>
              </a:ext>
            </a:extLst>
          </p:cNvPr>
          <p:cNvGraphicFramePr>
            <a:graphicFrameLocks noGrp="1"/>
          </p:cNvGraphicFramePr>
          <p:nvPr>
            <p:extLst>
              <p:ext uri="{D42A27DB-BD31-4B8C-83A1-F6EECF244321}">
                <p14:modId xmlns:p14="http://schemas.microsoft.com/office/powerpoint/2010/main" val="728465614"/>
              </p:ext>
            </p:extLst>
          </p:nvPr>
        </p:nvGraphicFramePr>
        <p:xfrm>
          <a:off x="3997515" y="24018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E42275DD-5DEF-4BA9-B0D2-EB7C5B46ED88}"/>
              </a:ext>
            </a:extLst>
          </p:cNvPr>
          <p:cNvGraphicFramePr>
            <a:graphicFrameLocks noGrp="1"/>
          </p:cNvGraphicFramePr>
          <p:nvPr>
            <p:extLst>
              <p:ext uri="{D42A27DB-BD31-4B8C-83A1-F6EECF244321}">
                <p14:modId xmlns:p14="http://schemas.microsoft.com/office/powerpoint/2010/main" val="678304703"/>
              </p:ext>
            </p:extLst>
          </p:nvPr>
        </p:nvGraphicFramePr>
        <p:xfrm>
          <a:off x="347556" y="239764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5" name="箭號: 向右 4">
            <a:extLst>
              <a:ext uri="{FF2B5EF4-FFF2-40B4-BE49-F238E27FC236}">
                <a16:creationId xmlns:a16="http://schemas.microsoft.com/office/drawing/2014/main" id="{FD5903D7-81D1-45F9-B9E2-FC990C81F6A7}"/>
              </a:ext>
            </a:extLst>
          </p:cNvPr>
          <p:cNvSpPr/>
          <p:nvPr/>
        </p:nvSpPr>
        <p:spPr>
          <a:xfrm>
            <a:off x="2521676"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6" name="圓角矩形 4">
            <a:extLst>
              <a:ext uri="{FF2B5EF4-FFF2-40B4-BE49-F238E27FC236}">
                <a16:creationId xmlns:a16="http://schemas.microsoft.com/office/drawing/2014/main" id="{292C49E8-7202-4FD4-A13E-76B3A77908FA}"/>
              </a:ext>
            </a:extLst>
          </p:cNvPr>
          <p:cNvSpPr/>
          <p:nvPr/>
        </p:nvSpPr>
        <p:spPr>
          <a:xfrm>
            <a:off x="2364704" y="1914596"/>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1</a:t>
            </a:r>
          </a:p>
          <a:p>
            <a:pPr algn="ctr"/>
            <a:r>
              <a:rPr lang="en-US" altLang="zh-TW" dirty="0"/>
              <a:t>( 3 filters)</a:t>
            </a:r>
            <a:endParaRPr lang="zh-TW" altLang="en-US" dirty="0"/>
          </a:p>
        </p:txBody>
      </p:sp>
      <p:sp>
        <p:nvSpPr>
          <p:cNvPr id="8" name="圓角矩形 4">
            <a:extLst>
              <a:ext uri="{FF2B5EF4-FFF2-40B4-BE49-F238E27FC236}">
                <a16:creationId xmlns:a16="http://schemas.microsoft.com/office/drawing/2014/main" id="{10CA7081-D4C8-4496-A838-6B8C5E06D4EF}"/>
              </a:ext>
            </a:extLst>
          </p:cNvPr>
          <p:cNvSpPr/>
          <p:nvPr/>
        </p:nvSpPr>
        <p:spPr>
          <a:xfrm>
            <a:off x="479401" y="161376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5x5x1</a:t>
            </a:r>
            <a:endParaRPr lang="zh-TW" altLang="en-US" sz="2400" dirty="0"/>
          </a:p>
        </p:txBody>
      </p:sp>
      <p:graphicFrame>
        <p:nvGraphicFramePr>
          <p:cNvPr id="10" name="表格 9">
            <a:extLst>
              <a:ext uri="{FF2B5EF4-FFF2-40B4-BE49-F238E27FC236}">
                <a16:creationId xmlns:a16="http://schemas.microsoft.com/office/drawing/2014/main" id="{49865FCC-D690-4C56-B821-863DBE59604E}"/>
              </a:ext>
            </a:extLst>
          </p:cNvPr>
          <p:cNvGraphicFramePr>
            <a:graphicFrameLocks noGrp="1"/>
          </p:cNvGraphicFramePr>
          <p:nvPr>
            <p:extLst>
              <p:ext uri="{D42A27DB-BD31-4B8C-83A1-F6EECF244321}">
                <p14:modId xmlns:p14="http://schemas.microsoft.com/office/powerpoint/2010/main" val="3810171945"/>
              </p:ext>
            </p:extLst>
          </p:nvPr>
        </p:nvGraphicFramePr>
        <p:xfrm>
          <a:off x="3883215" y="23002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3" name="箭號: 向右 12">
            <a:extLst>
              <a:ext uri="{FF2B5EF4-FFF2-40B4-BE49-F238E27FC236}">
                <a16:creationId xmlns:a16="http://schemas.microsoft.com/office/drawing/2014/main" id="{620BE942-10BA-4A2B-9D62-5694A3B6DFDC}"/>
              </a:ext>
            </a:extLst>
          </p:cNvPr>
          <p:cNvSpPr/>
          <p:nvPr/>
        </p:nvSpPr>
        <p:spPr>
          <a:xfrm>
            <a:off x="6240992"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4" name="圓角矩形 4">
            <a:extLst>
              <a:ext uri="{FF2B5EF4-FFF2-40B4-BE49-F238E27FC236}">
                <a16:creationId xmlns:a16="http://schemas.microsoft.com/office/drawing/2014/main" id="{86E1D2DE-B580-487F-845B-F5F84196355C}"/>
              </a:ext>
            </a:extLst>
          </p:cNvPr>
          <p:cNvSpPr/>
          <p:nvPr/>
        </p:nvSpPr>
        <p:spPr>
          <a:xfrm>
            <a:off x="6099371" y="1973620"/>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2</a:t>
            </a:r>
          </a:p>
          <a:p>
            <a:pPr algn="ctr"/>
            <a:r>
              <a:rPr lang="en-US" altLang="zh-TW" dirty="0"/>
              <a:t>( 2 filters)</a:t>
            </a:r>
            <a:endParaRPr lang="zh-TW" altLang="en-US" dirty="0"/>
          </a:p>
        </p:txBody>
      </p:sp>
      <p:graphicFrame>
        <p:nvGraphicFramePr>
          <p:cNvPr id="15" name="表格 14">
            <a:extLst>
              <a:ext uri="{FF2B5EF4-FFF2-40B4-BE49-F238E27FC236}">
                <a16:creationId xmlns:a16="http://schemas.microsoft.com/office/drawing/2014/main" id="{F42BDBBC-23AB-4B0F-B28B-C9DD0B174A81}"/>
              </a:ext>
            </a:extLst>
          </p:cNvPr>
          <p:cNvGraphicFramePr>
            <a:graphicFrameLocks noGrp="1"/>
          </p:cNvGraphicFramePr>
          <p:nvPr>
            <p:extLst>
              <p:ext uri="{D42A27DB-BD31-4B8C-83A1-F6EECF244321}">
                <p14:modId xmlns:p14="http://schemas.microsoft.com/office/powerpoint/2010/main" val="3771456742"/>
              </p:ext>
            </p:extLst>
          </p:nvPr>
        </p:nvGraphicFramePr>
        <p:xfrm>
          <a:off x="7702590" y="24018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6" name="表格 15">
            <a:extLst>
              <a:ext uri="{FF2B5EF4-FFF2-40B4-BE49-F238E27FC236}">
                <a16:creationId xmlns:a16="http://schemas.microsoft.com/office/drawing/2014/main" id="{A3AC749F-1EA7-4501-ABFE-949FDBBF8ECD}"/>
              </a:ext>
            </a:extLst>
          </p:cNvPr>
          <p:cNvGraphicFramePr>
            <a:graphicFrameLocks noGrp="1"/>
          </p:cNvGraphicFramePr>
          <p:nvPr>
            <p:extLst>
              <p:ext uri="{D42A27DB-BD31-4B8C-83A1-F6EECF244321}">
                <p14:modId xmlns:p14="http://schemas.microsoft.com/office/powerpoint/2010/main" val="3062217654"/>
              </p:ext>
            </p:extLst>
          </p:nvPr>
        </p:nvGraphicFramePr>
        <p:xfrm>
          <a:off x="7588290" y="23002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7" name="箭號: 向右 16">
            <a:extLst>
              <a:ext uri="{FF2B5EF4-FFF2-40B4-BE49-F238E27FC236}">
                <a16:creationId xmlns:a16="http://schemas.microsoft.com/office/drawing/2014/main" id="{7D356F81-5C19-499B-813D-CE287375F9B7}"/>
              </a:ext>
            </a:extLst>
          </p:cNvPr>
          <p:cNvSpPr/>
          <p:nvPr/>
        </p:nvSpPr>
        <p:spPr>
          <a:xfrm>
            <a:off x="9864344"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9035B612-B92D-48EC-9AC5-22FC36DC2835}"/>
              </a:ext>
            </a:extLst>
          </p:cNvPr>
          <p:cNvSpPr/>
          <p:nvPr/>
        </p:nvSpPr>
        <p:spPr>
          <a:xfrm>
            <a:off x="11117562" y="3079409"/>
            <a:ext cx="442353" cy="401803"/>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rPr>
              <a:t>0</a:t>
            </a:r>
            <a:endParaRPr lang="zh-TW" altLang="en-US" dirty="0">
              <a:solidFill>
                <a:schemeClr val="tx1"/>
              </a:solidFill>
            </a:endParaRPr>
          </a:p>
        </p:txBody>
      </p:sp>
      <p:sp>
        <p:nvSpPr>
          <p:cNvPr id="19" name="圓角矩形 4">
            <a:extLst>
              <a:ext uri="{FF2B5EF4-FFF2-40B4-BE49-F238E27FC236}">
                <a16:creationId xmlns:a16="http://schemas.microsoft.com/office/drawing/2014/main" id="{C531B475-D4A0-4097-B88A-91729878746A}"/>
              </a:ext>
            </a:extLst>
          </p:cNvPr>
          <p:cNvSpPr/>
          <p:nvPr/>
        </p:nvSpPr>
        <p:spPr>
          <a:xfrm>
            <a:off x="9707373" y="2079400"/>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Fully connected layer</a:t>
            </a:r>
            <a:endParaRPr lang="zh-TW" altLang="en-US" dirty="0"/>
          </a:p>
        </p:txBody>
      </p:sp>
      <p:sp>
        <p:nvSpPr>
          <p:cNvPr id="21" name="圓角矩形 4">
            <a:extLst>
              <a:ext uri="{FF2B5EF4-FFF2-40B4-BE49-F238E27FC236}">
                <a16:creationId xmlns:a16="http://schemas.microsoft.com/office/drawing/2014/main" id="{8077239B-0AD7-448D-BA77-1F055DB4DAB8}"/>
              </a:ext>
            </a:extLst>
          </p:cNvPr>
          <p:cNvSpPr/>
          <p:nvPr/>
        </p:nvSpPr>
        <p:spPr>
          <a:xfrm>
            <a:off x="4082223" y="161376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5x5x3</a:t>
            </a:r>
            <a:endParaRPr lang="zh-TW" altLang="en-US" sz="2400" dirty="0"/>
          </a:p>
        </p:txBody>
      </p:sp>
      <p:sp>
        <p:nvSpPr>
          <p:cNvPr id="22" name="圓角矩形 4">
            <a:extLst>
              <a:ext uri="{FF2B5EF4-FFF2-40B4-BE49-F238E27FC236}">
                <a16:creationId xmlns:a16="http://schemas.microsoft.com/office/drawing/2014/main" id="{6E43B0E1-2D03-4806-AAA9-CE88139F5C66}"/>
              </a:ext>
            </a:extLst>
          </p:cNvPr>
          <p:cNvSpPr/>
          <p:nvPr/>
        </p:nvSpPr>
        <p:spPr>
          <a:xfrm>
            <a:off x="7720135" y="1596958"/>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5x5x2</a:t>
            </a:r>
            <a:endParaRPr lang="zh-TW" altLang="en-US" sz="2400" dirty="0"/>
          </a:p>
        </p:txBody>
      </p:sp>
      <p:graphicFrame>
        <p:nvGraphicFramePr>
          <p:cNvPr id="24" name="內容版面配置區 11">
            <a:extLst>
              <a:ext uri="{FF2B5EF4-FFF2-40B4-BE49-F238E27FC236}">
                <a16:creationId xmlns:a16="http://schemas.microsoft.com/office/drawing/2014/main" id="{75993C37-F373-4C5C-AD1D-3ED6F57CA624}"/>
              </a:ext>
            </a:extLst>
          </p:cNvPr>
          <p:cNvGraphicFramePr>
            <a:graphicFrameLocks noGrp="1"/>
          </p:cNvGraphicFramePr>
          <p:nvPr>
            <p:ph idx="1"/>
            <p:extLst>
              <p:ext uri="{D42A27DB-BD31-4B8C-83A1-F6EECF244321}">
                <p14:modId xmlns:p14="http://schemas.microsoft.com/office/powerpoint/2010/main" val="1682124916"/>
              </p:ext>
            </p:extLst>
          </p:nvPr>
        </p:nvGraphicFramePr>
        <p:xfrm>
          <a:off x="10723129" y="5975814"/>
          <a:ext cx="1347166" cy="365760"/>
        </p:xfrm>
        <a:graphic>
          <a:graphicData uri="http://schemas.openxmlformats.org/drawingml/2006/table">
            <a:tbl>
              <a:tblPr firstRow="1" bandRow="1">
                <a:tableStyleId>{073A0DAA-6AF3-43AB-8588-CEC1D06C72B9}</a:tableStyleId>
              </a:tblPr>
              <a:tblGrid>
                <a:gridCol w="673583">
                  <a:extLst>
                    <a:ext uri="{9D8B030D-6E8A-4147-A177-3AD203B41FA5}">
                      <a16:colId xmlns:a16="http://schemas.microsoft.com/office/drawing/2014/main" val="20000"/>
                    </a:ext>
                  </a:extLst>
                </a:gridCol>
                <a:gridCol w="673583">
                  <a:extLst>
                    <a:ext uri="{9D8B030D-6E8A-4147-A177-3AD203B41FA5}">
                      <a16:colId xmlns:a16="http://schemas.microsoft.com/office/drawing/2014/main" val="20001"/>
                    </a:ext>
                  </a:extLst>
                </a:gridCol>
              </a:tblGrid>
              <a:tr h="0">
                <a:tc>
                  <a:txBody>
                    <a:bodyPr/>
                    <a:lstStyle/>
                    <a:p>
                      <a:pPr algn="ctr"/>
                      <a:r>
                        <a:rPr lang="en-US" altLang="zh-TW" dirty="0"/>
                        <a:t>1</a:t>
                      </a:r>
                      <a:endParaRPr lang="zh-TW" altLang="en-US" dirty="0"/>
                    </a:p>
                  </a:txBody>
                  <a:tcPr/>
                </a:tc>
                <a:tc>
                  <a:txBody>
                    <a:bodyPr/>
                    <a:lstStyle/>
                    <a:p>
                      <a:pPr algn="ctr"/>
                      <a:r>
                        <a:rPr lang="en-US" altLang="zh-TW" dirty="0"/>
                        <a:t>0</a:t>
                      </a:r>
                      <a:endParaRPr lang="zh-TW" altLang="en-US" dirty="0"/>
                    </a:p>
                  </a:txBody>
                  <a:tcPr/>
                </a:tc>
                <a:extLst>
                  <a:ext uri="{0D108BD9-81ED-4DB2-BD59-A6C34878D82A}">
                    <a16:rowId xmlns:a16="http://schemas.microsoft.com/office/drawing/2014/main" val="10000"/>
                  </a:ext>
                </a:extLst>
              </a:tr>
            </a:tbl>
          </a:graphicData>
        </a:graphic>
      </p:graphicFrame>
      <p:sp>
        <p:nvSpPr>
          <p:cNvPr id="25" name="箭號: 向右 24">
            <a:extLst>
              <a:ext uri="{FF2B5EF4-FFF2-40B4-BE49-F238E27FC236}">
                <a16:creationId xmlns:a16="http://schemas.microsoft.com/office/drawing/2014/main" id="{198BED6B-05D9-41B1-BCF0-7BB830824EA7}"/>
              </a:ext>
            </a:extLst>
          </p:cNvPr>
          <p:cNvSpPr/>
          <p:nvPr/>
        </p:nvSpPr>
        <p:spPr>
          <a:xfrm rot="5400000">
            <a:off x="10839838" y="4705899"/>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3" name="圓角矩形 4">
            <a:extLst>
              <a:ext uri="{FF2B5EF4-FFF2-40B4-BE49-F238E27FC236}">
                <a16:creationId xmlns:a16="http://schemas.microsoft.com/office/drawing/2014/main" id="{6CAEE530-E7E5-4320-A7BB-490C59252D3A}"/>
              </a:ext>
            </a:extLst>
          </p:cNvPr>
          <p:cNvSpPr/>
          <p:nvPr/>
        </p:nvSpPr>
        <p:spPr>
          <a:xfrm>
            <a:off x="10099767" y="4561455"/>
            <a:ext cx="1113749" cy="601662"/>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err="1"/>
              <a:t>Softmax</a:t>
            </a:r>
            <a:endParaRPr lang="zh-TW" altLang="en-US" dirty="0"/>
          </a:p>
        </p:txBody>
      </p:sp>
      <p:sp>
        <p:nvSpPr>
          <p:cNvPr id="26" name="標題 1">
            <a:extLst>
              <a:ext uri="{FF2B5EF4-FFF2-40B4-BE49-F238E27FC236}">
                <a16:creationId xmlns:a16="http://schemas.microsoft.com/office/drawing/2014/main" id="{066C6D6A-26A1-4353-A740-35AF3EEAAA77}"/>
              </a:ext>
            </a:extLst>
          </p:cNvPr>
          <p:cNvSpPr>
            <a:spLocks noGrp="1"/>
          </p:cNvSpPr>
          <p:nvPr>
            <p:ph type="title"/>
          </p:nvPr>
        </p:nvSpPr>
        <p:spPr>
          <a:xfrm>
            <a:off x="642891" y="197095"/>
            <a:ext cx="1971025" cy="1325563"/>
          </a:xfrm>
        </p:spPr>
        <p:txBody>
          <a:bodyPr/>
          <a:lstStyle/>
          <a:p>
            <a:r>
              <a:rPr lang="en-US" altLang="zh-TW" b="1" dirty="0"/>
              <a:t>Outline</a:t>
            </a:r>
            <a:endParaRPr lang="zh-TW" altLang="en-US" dirty="0"/>
          </a:p>
        </p:txBody>
      </p:sp>
      <p:sp>
        <p:nvSpPr>
          <p:cNvPr id="27" name="矩形 26">
            <a:extLst>
              <a:ext uri="{FF2B5EF4-FFF2-40B4-BE49-F238E27FC236}">
                <a16:creationId xmlns:a16="http://schemas.microsoft.com/office/drawing/2014/main" id="{CC692DE6-BA2D-44CF-84D6-823FA78669E3}"/>
              </a:ext>
            </a:extLst>
          </p:cNvPr>
          <p:cNvSpPr/>
          <p:nvPr/>
        </p:nvSpPr>
        <p:spPr>
          <a:xfrm>
            <a:off x="10012857" y="4456370"/>
            <a:ext cx="1347166" cy="8109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投影片編號版面配置區 7">
            <a:extLst>
              <a:ext uri="{FF2B5EF4-FFF2-40B4-BE49-F238E27FC236}">
                <a16:creationId xmlns:a16="http://schemas.microsoft.com/office/drawing/2014/main" id="{F41A78E7-59F6-4721-8481-B47D652EA813}"/>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37</a:t>
            </a:fld>
            <a:endParaRPr lang="zh-TW" altLang="en-US" dirty="0">
              <a:solidFill>
                <a:schemeClr val="tx1"/>
              </a:solidFill>
            </a:endParaRPr>
          </a:p>
        </p:txBody>
      </p:sp>
      <p:graphicFrame>
        <p:nvGraphicFramePr>
          <p:cNvPr id="29" name="表格 28">
            <a:extLst>
              <a:ext uri="{FF2B5EF4-FFF2-40B4-BE49-F238E27FC236}">
                <a16:creationId xmlns:a16="http://schemas.microsoft.com/office/drawing/2014/main" id="{BB4F227B-342B-4AF0-88A9-2198A86293C2}"/>
              </a:ext>
            </a:extLst>
          </p:cNvPr>
          <p:cNvGraphicFramePr>
            <a:graphicFrameLocks noGrp="1"/>
          </p:cNvGraphicFramePr>
          <p:nvPr>
            <p:extLst>
              <p:ext uri="{D42A27DB-BD31-4B8C-83A1-F6EECF244321}">
                <p14:modId xmlns:p14="http://schemas.microsoft.com/office/powerpoint/2010/main" val="487101256"/>
              </p:ext>
            </p:extLst>
          </p:nvPr>
        </p:nvGraphicFramePr>
        <p:xfrm>
          <a:off x="6309154" y="732031"/>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30" name="表格 29">
            <a:extLst>
              <a:ext uri="{FF2B5EF4-FFF2-40B4-BE49-F238E27FC236}">
                <a16:creationId xmlns:a16="http://schemas.microsoft.com/office/drawing/2014/main" id="{0D5C6D28-A878-4B83-8C21-45EBF01ED65F}"/>
              </a:ext>
            </a:extLst>
          </p:cNvPr>
          <p:cNvGraphicFramePr>
            <a:graphicFrameLocks noGrp="1"/>
          </p:cNvGraphicFramePr>
          <p:nvPr>
            <p:extLst>
              <p:ext uri="{D42A27DB-BD31-4B8C-83A1-F6EECF244321}">
                <p14:modId xmlns:p14="http://schemas.microsoft.com/office/powerpoint/2010/main" val="1735739592"/>
              </p:ext>
            </p:extLst>
          </p:nvPr>
        </p:nvGraphicFramePr>
        <p:xfrm>
          <a:off x="6244225" y="660258"/>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31" name="表格 30">
            <a:extLst>
              <a:ext uri="{FF2B5EF4-FFF2-40B4-BE49-F238E27FC236}">
                <a16:creationId xmlns:a16="http://schemas.microsoft.com/office/drawing/2014/main" id="{FE954164-6E62-4D9F-B624-4DC11C90089D}"/>
              </a:ext>
            </a:extLst>
          </p:cNvPr>
          <p:cNvGraphicFramePr>
            <a:graphicFrameLocks noGrp="1"/>
          </p:cNvGraphicFramePr>
          <p:nvPr>
            <p:extLst>
              <p:ext uri="{D42A27DB-BD31-4B8C-83A1-F6EECF244321}">
                <p14:modId xmlns:p14="http://schemas.microsoft.com/office/powerpoint/2010/main" val="845582160"/>
              </p:ext>
            </p:extLst>
          </p:nvPr>
        </p:nvGraphicFramePr>
        <p:xfrm>
          <a:off x="2555756" y="653812"/>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32" name="表格 31">
            <a:extLst>
              <a:ext uri="{FF2B5EF4-FFF2-40B4-BE49-F238E27FC236}">
                <a16:creationId xmlns:a16="http://schemas.microsoft.com/office/drawing/2014/main" id="{096EB3F4-5625-45B5-B0CE-C9664C9C577F}"/>
              </a:ext>
            </a:extLst>
          </p:cNvPr>
          <p:cNvGraphicFramePr>
            <a:graphicFrameLocks noGrp="1"/>
          </p:cNvGraphicFramePr>
          <p:nvPr>
            <p:extLst>
              <p:ext uri="{D42A27DB-BD31-4B8C-83A1-F6EECF244321}">
                <p14:modId xmlns:p14="http://schemas.microsoft.com/office/powerpoint/2010/main" val="1741893953"/>
              </p:ext>
            </p:extLst>
          </p:nvPr>
        </p:nvGraphicFramePr>
        <p:xfrm>
          <a:off x="6179296" y="588485"/>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pic>
        <p:nvPicPr>
          <p:cNvPr id="2" name="Audio 1">
            <a:hlinkClick r:id="" action="ppaction://media"/>
          </p:cNvPr>
          <p:cNvPicPr>
            <a:picLocks noChangeAspect="1"/>
          </p:cNvPicPr>
          <p:nvPr>
            <a:audioFile r:link="rId1"/>
            <p:extLst>
              <p:ext uri="{DAA4B4D4-6D71-4841-9C94-3DE7FCFB9230}">
                <p14:media xmlns:p14="http://schemas.microsoft.com/office/powerpoint/2010/main" r:embed="rId2">
                  <p14:trim st="2495"/>
                </p14:media>
              </p:ext>
            </p:extLst>
          </p:nvPr>
        </p:nvPicPr>
        <p:blipFill>
          <a:blip r:embed="rId5"/>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087124946"/>
      </p:ext>
    </p:extLst>
  </p:cSld>
  <p:clrMapOvr>
    <a:masterClrMapping/>
  </p:clrMapOvr>
  <mc:AlternateContent xmlns:mc="http://schemas.openxmlformats.org/markup-compatibility/2006" xmlns:p14="http://schemas.microsoft.com/office/powerpoint/2010/main">
    <mc:Choice Requires="p14">
      <p:transition spd="slow" p14:dur="2000" advTm="9750"/>
    </mc:Choice>
    <mc:Fallback xmlns="">
      <p:transition spd="slow" advTm="9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圖片 48">
            <a:extLst>
              <a:ext uri="{FF2B5EF4-FFF2-40B4-BE49-F238E27FC236}">
                <a16:creationId xmlns:a16="http://schemas.microsoft.com/office/drawing/2014/main" id="{415B160E-97F5-4DD5-9094-CE634AB4E39E}"/>
              </a:ext>
            </a:extLst>
          </p:cNvPr>
          <p:cNvPicPr>
            <a:picLocks noChangeAspect="1"/>
          </p:cNvPicPr>
          <p:nvPr/>
        </p:nvPicPr>
        <p:blipFill>
          <a:blip r:embed="rId5"/>
          <a:stretch>
            <a:fillRect/>
          </a:stretch>
        </p:blipFill>
        <p:spPr>
          <a:xfrm>
            <a:off x="4762" y="9525"/>
            <a:ext cx="12182475" cy="6838950"/>
          </a:xfrm>
          <a:prstGeom prst="rect">
            <a:avLst/>
          </a:prstGeom>
        </p:spPr>
      </p:pic>
      <p:sp>
        <p:nvSpPr>
          <p:cNvPr id="4" name="圓角矩形 4">
            <a:extLst>
              <a:ext uri="{FF2B5EF4-FFF2-40B4-BE49-F238E27FC236}">
                <a16:creationId xmlns:a16="http://schemas.microsoft.com/office/drawing/2014/main" id="{8BE18B08-2B03-45B4-863D-74F182959141}"/>
              </a:ext>
            </a:extLst>
          </p:cNvPr>
          <p:cNvSpPr/>
          <p:nvPr/>
        </p:nvSpPr>
        <p:spPr>
          <a:xfrm>
            <a:off x="4543419" y="1720559"/>
            <a:ext cx="1113749" cy="3363345"/>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err="1"/>
              <a:t>Softmax</a:t>
            </a:r>
            <a:endParaRPr lang="zh-TW" altLang="en-US" dirty="0"/>
          </a:p>
        </p:txBody>
      </p:sp>
      <p:graphicFrame>
        <p:nvGraphicFramePr>
          <p:cNvPr id="5" name="表格 4">
            <a:extLst>
              <a:ext uri="{FF2B5EF4-FFF2-40B4-BE49-F238E27FC236}">
                <a16:creationId xmlns:a16="http://schemas.microsoft.com/office/drawing/2014/main" id="{82614A41-4316-49C8-BBB9-61F7D4A56DB8}"/>
              </a:ext>
            </a:extLst>
          </p:cNvPr>
          <p:cNvGraphicFramePr>
            <a:graphicFrameLocks noGrp="1"/>
          </p:cNvGraphicFramePr>
          <p:nvPr>
            <p:extLst>
              <p:ext uri="{D42A27DB-BD31-4B8C-83A1-F6EECF244321}">
                <p14:modId xmlns:p14="http://schemas.microsoft.com/office/powerpoint/2010/main" val="609410189"/>
              </p:ext>
            </p:extLst>
          </p:nvPr>
        </p:nvGraphicFramePr>
        <p:xfrm>
          <a:off x="6752279" y="2547261"/>
          <a:ext cx="570847" cy="537060"/>
        </p:xfrm>
        <a:graphic>
          <a:graphicData uri="http://schemas.openxmlformats.org/drawingml/2006/table">
            <a:tbl>
              <a:tblPr firstRow="1" bandRow="1">
                <a:tableStyleId>{5C22544A-7EE6-4342-B048-85BDC9FD1C3A}</a:tableStyleId>
              </a:tblPr>
              <a:tblGrid>
                <a:gridCol w="570847">
                  <a:extLst>
                    <a:ext uri="{9D8B030D-6E8A-4147-A177-3AD203B41FA5}">
                      <a16:colId xmlns:a16="http://schemas.microsoft.com/office/drawing/2014/main" val="2103868761"/>
                    </a:ext>
                  </a:extLst>
                </a:gridCol>
              </a:tblGrid>
              <a:tr h="537060">
                <a:tc>
                  <a:txBody>
                    <a:bodyPr/>
                    <a:lstStyle/>
                    <a:p>
                      <a:pPr marL="0" algn="ctr" defTabSz="914400" rtl="0" eaLnBrk="1" latinLnBrk="0" hangingPunct="1"/>
                      <a:r>
                        <a:rPr lang="en-US" altLang="zh-TW" sz="1600" b="1" kern="1200" dirty="0">
                          <a:solidFill>
                            <a:schemeClr val="tx1"/>
                          </a:solidFill>
                          <a:latin typeface="+mn-lt"/>
                          <a:ea typeface="+mn-ea"/>
                          <a:cs typeface="+mn-cs"/>
                        </a:rPr>
                        <a:t>0.74</a:t>
                      </a:r>
                      <a:endParaRPr lang="zh-TW" altLang="en-US" sz="16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graphicFrame>
        <p:nvGraphicFramePr>
          <p:cNvPr id="6" name="表格 5">
            <a:extLst>
              <a:ext uri="{FF2B5EF4-FFF2-40B4-BE49-F238E27FC236}">
                <a16:creationId xmlns:a16="http://schemas.microsoft.com/office/drawing/2014/main" id="{146C9E47-CDC8-43F7-B010-F17E445F7972}"/>
              </a:ext>
            </a:extLst>
          </p:cNvPr>
          <p:cNvGraphicFramePr>
            <a:graphicFrameLocks noGrp="1"/>
          </p:cNvGraphicFramePr>
          <p:nvPr>
            <p:extLst>
              <p:ext uri="{D42A27DB-BD31-4B8C-83A1-F6EECF244321}">
                <p14:modId xmlns:p14="http://schemas.microsoft.com/office/powerpoint/2010/main" val="3391984026"/>
              </p:ext>
            </p:extLst>
          </p:nvPr>
        </p:nvGraphicFramePr>
        <p:xfrm>
          <a:off x="6752280" y="3772236"/>
          <a:ext cx="570847" cy="537060"/>
        </p:xfrm>
        <a:graphic>
          <a:graphicData uri="http://schemas.openxmlformats.org/drawingml/2006/table">
            <a:tbl>
              <a:tblPr firstRow="1" bandRow="1">
                <a:tableStyleId>{5C22544A-7EE6-4342-B048-85BDC9FD1C3A}</a:tableStyleId>
              </a:tblPr>
              <a:tblGrid>
                <a:gridCol w="570847">
                  <a:extLst>
                    <a:ext uri="{9D8B030D-6E8A-4147-A177-3AD203B41FA5}">
                      <a16:colId xmlns:a16="http://schemas.microsoft.com/office/drawing/2014/main" val="2103868761"/>
                    </a:ext>
                  </a:extLst>
                </a:gridCol>
              </a:tblGrid>
              <a:tr h="537060">
                <a:tc>
                  <a:txBody>
                    <a:bodyPr/>
                    <a:lstStyle/>
                    <a:p>
                      <a:pPr marL="0" algn="ctr" defTabSz="914400" rtl="0" eaLnBrk="1" latinLnBrk="0" hangingPunct="1"/>
                      <a:r>
                        <a:rPr lang="en-US" altLang="zh-TW" sz="1600" b="1" kern="1200" dirty="0">
                          <a:solidFill>
                            <a:schemeClr val="tx1"/>
                          </a:solidFill>
                          <a:latin typeface="+mn-lt"/>
                          <a:ea typeface="+mn-ea"/>
                          <a:cs typeface="+mn-cs"/>
                        </a:rPr>
                        <a:t>0.26</a:t>
                      </a:r>
                      <a:endParaRPr lang="zh-TW" altLang="en-US" sz="16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sp>
        <p:nvSpPr>
          <p:cNvPr id="7" name="箭號: 向右 6">
            <a:extLst>
              <a:ext uri="{FF2B5EF4-FFF2-40B4-BE49-F238E27FC236}">
                <a16:creationId xmlns:a16="http://schemas.microsoft.com/office/drawing/2014/main" id="{E4DF1C96-2CBC-495F-ACA9-6C3285962C45}"/>
              </a:ext>
            </a:extLst>
          </p:cNvPr>
          <p:cNvSpPr/>
          <p:nvPr/>
        </p:nvSpPr>
        <p:spPr>
          <a:xfrm>
            <a:off x="3745202" y="2667791"/>
            <a:ext cx="636297"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8" name="箭號: 向右 7">
            <a:extLst>
              <a:ext uri="{FF2B5EF4-FFF2-40B4-BE49-F238E27FC236}">
                <a16:creationId xmlns:a16="http://schemas.microsoft.com/office/drawing/2014/main" id="{722E0816-AFAE-4551-87E4-FF99F6F73236}"/>
              </a:ext>
            </a:extLst>
          </p:cNvPr>
          <p:cNvSpPr/>
          <p:nvPr/>
        </p:nvSpPr>
        <p:spPr>
          <a:xfrm>
            <a:off x="3745203" y="3830844"/>
            <a:ext cx="636297"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9" name="箭號: 向右 8">
            <a:extLst>
              <a:ext uri="{FF2B5EF4-FFF2-40B4-BE49-F238E27FC236}">
                <a16:creationId xmlns:a16="http://schemas.microsoft.com/office/drawing/2014/main" id="{C7055CEB-A3EB-4893-BEC4-CE43CD1471E4}"/>
              </a:ext>
            </a:extLst>
          </p:cNvPr>
          <p:cNvSpPr/>
          <p:nvPr/>
        </p:nvSpPr>
        <p:spPr>
          <a:xfrm>
            <a:off x="5894347" y="2632595"/>
            <a:ext cx="620754"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0" name="箭號: 向右 9">
            <a:extLst>
              <a:ext uri="{FF2B5EF4-FFF2-40B4-BE49-F238E27FC236}">
                <a16:creationId xmlns:a16="http://schemas.microsoft.com/office/drawing/2014/main" id="{F6424922-F786-4FB6-9513-12ED2A51414E}"/>
              </a:ext>
            </a:extLst>
          </p:cNvPr>
          <p:cNvSpPr/>
          <p:nvPr/>
        </p:nvSpPr>
        <p:spPr>
          <a:xfrm>
            <a:off x="5894347" y="3857570"/>
            <a:ext cx="620754"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graphicFrame>
        <p:nvGraphicFramePr>
          <p:cNvPr id="11" name="表格 10">
            <a:extLst>
              <a:ext uri="{FF2B5EF4-FFF2-40B4-BE49-F238E27FC236}">
                <a16:creationId xmlns:a16="http://schemas.microsoft.com/office/drawing/2014/main" id="{69E4A5B2-2500-447B-A4A9-116EE011B1B7}"/>
              </a:ext>
            </a:extLst>
          </p:cNvPr>
          <p:cNvGraphicFramePr>
            <a:graphicFrameLocks noGrp="1"/>
          </p:cNvGraphicFramePr>
          <p:nvPr>
            <p:extLst>
              <p:ext uri="{D42A27DB-BD31-4B8C-83A1-F6EECF244321}">
                <p14:modId xmlns:p14="http://schemas.microsoft.com/office/powerpoint/2010/main" val="125762091"/>
              </p:ext>
            </p:extLst>
          </p:nvPr>
        </p:nvGraphicFramePr>
        <p:xfrm>
          <a:off x="712307" y="362669"/>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graphicFrame>
        <p:nvGraphicFramePr>
          <p:cNvPr id="12" name="表格 11">
            <a:extLst>
              <a:ext uri="{FF2B5EF4-FFF2-40B4-BE49-F238E27FC236}">
                <a16:creationId xmlns:a16="http://schemas.microsoft.com/office/drawing/2014/main" id="{741727B3-D9F8-48AD-8389-DEA9A9907C5E}"/>
              </a:ext>
            </a:extLst>
          </p:cNvPr>
          <p:cNvGraphicFramePr>
            <a:graphicFrameLocks noGrp="1"/>
          </p:cNvGraphicFramePr>
          <p:nvPr>
            <p:extLst>
              <p:ext uri="{D42A27DB-BD31-4B8C-83A1-F6EECF244321}">
                <p14:modId xmlns:p14="http://schemas.microsoft.com/office/powerpoint/2010/main" val="1708563885"/>
              </p:ext>
            </p:extLst>
          </p:nvPr>
        </p:nvGraphicFramePr>
        <p:xfrm>
          <a:off x="712307" y="948428"/>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graphicFrame>
        <p:nvGraphicFramePr>
          <p:cNvPr id="13" name="表格 12">
            <a:extLst>
              <a:ext uri="{FF2B5EF4-FFF2-40B4-BE49-F238E27FC236}">
                <a16:creationId xmlns:a16="http://schemas.microsoft.com/office/drawing/2014/main" id="{54E22DB2-9B4B-4305-986B-06DF25238488}"/>
              </a:ext>
            </a:extLst>
          </p:cNvPr>
          <p:cNvGraphicFramePr>
            <a:graphicFrameLocks noGrp="1"/>
          </p:cNvGraphicFramePr>
          <p:nvPr>
            <p:extLst>
              <p:ext uri="{D42A27DB-BD31-4B8C-83A1-F6EECF244321}">
                <p14:modId xmlns:p14="http://schemas.microsoft.com/office/powerpoint/2010/main" val="1868077133"/>
              </p:ext>
            </p:extLst>
          </p:nvPr>
        </p:nvGraphicFramePr>
        <p:xfrm>
          <a:off x="712307" y="1534187"/>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sp>
        <p:nvSpPr>
          <p:cNvPr id="14" name="文字方塊 13">
            <a:extLst>
              <a:ext uri="{FF2B5EF4-FFF2-40B4-BE49-F238E27FC236}">
                <a16:creationId xmlns:a16="http://schemas.microsoft.com/office/drawing/2014/main" id="{D54A17F0-8478-4B19-A8F7-BF959F559986}"/>
              </a:ext>
            </a:extLst>
          </p:cNvPr>
          <p:cNvSpPr txBox="1"/>
          <p:nvPr/>
        </p:nvSpPr>
        <p:spPr>
          <a:xfrm>
            <a:off x="733739" y="2148554"/>
            <a:ext cx="400110" cy="419845"/>
          </a:xfrm>
          <a:prstGeom prst="rect">
            <a:avLst/>
          </a:prstGeom>
          <a:noFill/>
        </p:spPr>
        <p:txBody>
          <a:bodyPr vert="eaVert" wrap="square" rtlCol="0">
            <a:spAutoFit/>
          </a:bodyPr>
          <a:lstStyle/>
          <a:p>
            <a:r>
              <a:rPr lang="en-US" altLang="zh-TW" sz="1400" dirty="0"/>
              <a:t>‧‧‧‧‧‧</a:t>
            </a:r>
            <a:endParaRPr lang="zh-TW" altLang="en-US" sz="1400" dirty="0"/>
          </a:p>
        </p:txBody>
      </p:sp>
      <p:graphicFrame>
        <p:nvGraphicFramePr>
          <p:cNvPr id="15" name="表格 14">
            <a:extLst>
              <a:ext uri="{FF2B5EF4-FFF2-40B4-BE49-F238E27FC236}">
                <a16:creationId xmlns:a16="http://schemas.microsoft.com/office/drawing/2014/main" id="{0D223B20-EA35-4379-820D-F50041D922FB}"/>
              </a:ext>
            </a:extLst>
          </p:cNvPr>
          <p:cNvGraphicFramePr>
            <a:graphicFrameLocks noGrp="1"/>
          </p:cNvGraphicFramePr>
          <p:nvPr>
            <p:extLst>
              <p:ext uri="{D42A27DB-BD31-4B8C-83A1-F6EECF244321}">
                <p14:modId xmlns:p14="http://schemas.microsoft.com/office/powerpoint/2010/main" val="2709627930"/>
              </p:ext>
            </p:extLst>
          </p:nvPr>
        </p:nvGraphicFramePr>
        <p:xfrm>
          <a:off x="712307" y="2659326"/>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graphicFrame>
        <p:nvGraphicFramePr>
          <p:cNvPr id="16" name="表格 15">
            <a:extLst>
              <a:ext uri="{FF2B5EF4-FFF2-40B4-BE49-F238E27FC236}">
                <a16:creationId xmlns:a16="http://schemas.microsoft.com/office/drawing/2014/main" id="{00E3D7BA-B854-4560-8CD3-80D9BBF254E3}"/>
              </a:ext>
            </a:extLst>
          </p:cNvPr>
          <p:cNvGraphicFramePr>
            <a:graphicFrameLocks noGrp="1"/>
          </p:cNvGraphicFramePr>
          <p:nvPr>
            <p:extLst>
              <p:ext uri="{D42A27DB-BD31-4B8C-83A1-F6EECF244321}">
                <p14:modId xmlns:p14="http://schemas.microsoft.com/office/powerpoint/2010/main" val="3766023670"/>
              </p:ext>
            </p:extLst>
          </p:nvPr>
        </p:nvGraphicFramePr>
        <p:xfrm>
          <a:off x="712307" y="3245085"/>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15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graphicFrame>
        <p:nvGraphicFramePr>
          <p:cNvPr id="17" name="表格 16">
            <a:extLst>
              <a:ext uri="{FF2B5EF4-FFF2-40B4-BE49-F238E27FC236}">
                <a16:creationId xmlns:a16="http://schemas.microsoft.com/office/drawing/2014/main" id="{89C5E50F-F64A-4400-B983-F571AB331874}"/>
              </a:ext>
            </a:extLst>
          </p:cNvPr>
          <p:cNvGraphicFramePr>
            <a:graphicFrameLocks noGrp="1"/>
          </p:cNvGraphicFramePr>
          <p:nvPr>
            <p:extLst>
              <p:ext uri="{D42A27DB-BD31-4B8C-83A1-F6EECF244321}">
                <p14:modId xmlns:p14="http://schemas.microsoft.com/office/powerpoint/2010/main" val="911778466"/>
              </p:ext>
            </p:extLst>
          </p:nvPr>
        </p:nvGraphicFramePr>
        <p:xfrm>
          <a:off x="712307" y="3830844"/>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graphicFrame>
        <p:nvGraphicFramePr>
          <p:cNvPr id="18" name="表格 17">
            <a:extLst>
              <a:ext uri="{FF2B5EF4-FFF2-40B4-BE49-F238E27FC236}">
                <a16:creationId xmlns:a16="http://schemas.microsoft.com/office/drawing/2014/main" id="{6EA82F2E-05A1-4B09-A62F-991A48D35354}"/>
              </a:ext>
            </a:extLst>
          </p:cNvPr>
          <p:cNvGraphicFramePr>
            <a:graphicFrameLocks noGrp="1"/>
          </p:cNvGraphicFramePr>
          <p:nvPr>
            <p:extLst>
              <p:ext uri="{D42A27DB-BD31-4B8C-83A1-F6EECF244321}">
                <p14:modId xmlns:p14="http://schemas.microsoft.com/office/powerpoint/2010/main" val="3225769366"/>
              </p:ext>
            </p:extLst>
          </p:nvPr>
        </p:nvGraphicFramePr>
        <p:xfrm>
          <a:off x="712307" y="4960122"/>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graphicFrame>
        <p:nvGraphicFramePr>
          <p:cNvPr id="19" name="表格 18">
            <a:extLst>
              <a:ext uri="{FF2B5EF4-FFF2-40B4-BE49-F238E27FC236}">
                <a16:creationId xmlns:a16="http://schemas.microsoft.com/office/drawing/2014/main" id="{9D5F2093-AF73-4EEC-9000-FAD700710C4A}"/>
              </a:ext>
            </a:extLst>
          </p:cNvPr>
          <p:cNvGraphicFramePr>
            <a:graphicFrameLocks noGrp="1"/>
          </p:cNvGraphicFramePr>
          <p:nvPr>
            <p:extLst>
              <p:ext uri="{D42A27DB-BD31-4B8C-83A1-F6EECF244321}">
                <p14:modId xmlns:p14="http://schemas.microsoft.com/office/powerpoint/2010/main" val="2672014862"/>
              </p:ext>
            </p:extLst>
          </p:nvPr>
        </p:nvGraphicFramePr>
        <p:xfrm>
          <a:off x="712307" y="5545881"/>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graphicFrame>
        <p:nvGraphicFramePr>
          <p:cNvPr id="20" name="表格 19">
            <a:extLst>
              <a:ext uri="{FF2B5EF4-FFF2-40B4-BE49-F238E27FC236}">
                <a16:creationId xmlns:a16="http://schemas.microsoft.com/office/drawing/2014/main" id="{360A6BB5-F228-424F-9AF6-F6869D0DD6B9}"/>
              </a:ext>
            </a:extLst>
          </p:cNvPr>
          <p:cNvGraphicFramePr>
            <a:graphicFrameLocks noGrp="1"/>
          </p:cNvGraphicFramePr>
          <p:nvPr>
            <p:extLst>
              <p:ext uri="{D42A27DB-BD31-4B8C-83A1-F6EECF244321}">
                <p14:modId xmlns:p14="http://schemas.microsoft.com/office/powerpoint/2010/main" val="880885812"/>
              </p:ext>
            </p:extLst>
          </p:nvPr>
        </p:nvGraphicFramePr>
        <p:xfrm>
          <a:off x="712307" y="6131640"/>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sp>
        <p:nvSpPr>
          <p:cNvPr id="21" name="文字方塊 20">
            <a:extLst>
              <a:ext uri="{FF2B5EF4-FFF2-40B4-BE49-F238E27FC236}">
                <a16:creationId xmlns:a16="http://schemas.microsoft.com/office/drawing/2014/main" id="{B940D76D-C479-4F2D-893E-5303ED478DE1}"/>
              </a:ext>
            </a:extLst>
          </p:cNvPr>
          <p:cNvSpPr txBox="1"/>
          <p:nvPr/>
        </p:nvSpPr>
        <p:spPr>
          <a:xfrm>
            <a:off x="733739" y="4448321"/>
            <a:ext cx="400110" cy="419845"/>
          </a:xfrm>
          <a:prstGeom prst="rect">
            <a:avLst/>
          </a:prstGeom>
          <a:noFill/>
        </p:spPr>
        <p:txBody>
          <a:bodyPr vert="eaVert" wrap="square" rtlCol="0">
            <a:spAutoFit/>
          </a:bodyPr>
          <a:lstStyle/>
          <a:p>
            <a:r>
              <a:rPr lang="en-US" altLang="zh-TW" sz="1400" dirty="0"/>
              <a:t>‧‧‧‧‧‧</a:t>
            </a:r>
            <a:endParaRPr lang="zh-TW" altLang="en-US" sz="1400" dirty="0"/>
          </a:p>
        </p:txBody>
      </p:sp>
      <p:cxnSp>
        <p:nvCxnSpPr>
          <p:cNvPr id="22" name="直線單箭頭接點 21">
            <a:extLst>
              <a:ext uri="{FF2B5EF4-FFF2-40B4-BE49-F238E27FC236}">
                <a16:creationId xmlns:a16="http://schemas.microsoft.com/office/drawing/2014/main" id="{505F3430-E8B9-40F2-A65A-E2F751A50943}"/>
              </a:ext>
            </a:extLst>
          </p:cNvPr>
          <p:cNvCxnSpPr>
            <a:cxnSpLocks/>
            <a:stCxn id="11" idx="3"/>
            <a:endCxn id="24" idx="1"/>
          </p:cNvCxnSpPr>
          <p:nvPr/>
        </p:nvCxnSpPr>
        <p:spPr>
          <a:xfrm>
            <a:off x="1155281" y="572591"/>
            <a:ext cx="1921361" cy="2295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表格 22">
            <a:extLst>
              <a:ext uri="{FF2B5EF4-FFF2-40B4-BE49-F238E27FC236}">
                <a16:creationId xmlns:a16="http://schemas.microsoft.com/office/drawing/2014/main" id="{84BF10F7-BCB9-4BA7-8FE6-127E1278A492}"/>
              </a:ext>
            </a:extLst>
          </p:cNvPr>
          <p:cNvGraphicFramePr>
            <a:graphicFrameLocks noGrp="1"/>
          </p:cNvGraphicFramePr>
          <p:nvPr>
            <p:extLst>
              <p:ext uri="{D42A27DB-BD31-4B8C-83A1-F6EECF244321}">
                <p14:modId xmlns:p14="http://schemas.microsoft.com/office/powerpoint/2010/main" val="2040034942"/>
              </p:ext>
            </p:extLst>
          </p:nvPr>
        </p:nvGraphicFramePr>
        <p:xfrm>
          <a:off x="3076642" y="3830844"/>
          <a:ext cx="442974" cy="419845"/>
        </p:xfrm>
        <a:graphic>
          <a:graphicData uri="http://schemas.openxmlformats.org/drawingml/2006/table">
            <a:tbl>
              <a:tblPr firstRow="1" bandRow="1">
                <a:tableStyleId>{5C22544A-7EE6-4342-B048-85BDC9FD1C3A}</a:tableStyleId>
              </a:tblPr>
              <a:tblGrid>
                <a:gridCol w="442974">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23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graphicFrame>
        <p:nvGraphicFramePr>
          <p:cNvPr id="24" name="表格 23">
            <a:extLst>
              <a:ext uri="{FF2B5EF4-FFF2-40B4-BE49-F238E27FC236}">
                <a16:creationId xmlns:a16="http://schemas.microsoft.com/office/drawing/2014/main" id="{2F200C93-21B2-4E36-A3A3-744D6E64DE29}"/>
              </a:ext>
            </a:extLst>
          </p:cNvPr>
          <p:cNvGraphicFramePr>
            <a:graphicFrameLocks noGrp="1"/>
          </p:cNvGraphicFramePr>
          <p:nvPr>
            <p:extLst>
              <p:ext uri="{D42A27DB-BD31-4B8C-83A1-F6EECF244321}">
                <p14:modId xmlns:p14="http://schemas.microsoft.com/office/powerpoint/2010/main" val="2278875242"/>
              </p:ext>
            </p:extLst>
          </p:nvPr>
        </p:nvGraphicFramePr>
        <p:xfrm>
          <a:off x="3076642" y="2658605"/>
          <a:ext cx="467042" cy="419845"/>
        </p:xfrm>
        <a:graphic>
          <a:graphicData uri="http://schemas.openxmlformats.org/drawingml/2006/table">
            <a:tbl>
              <a:tblPr firstRow="1" bandRow="1">
                <a:tableStyleId>{5C22544A-7EE6-4342-B048-85BDC9FD1C3A}</a:tableStyleId>
              </a:tblPr>
              <a:tblGrid>
                <a:gridCol w="467042">
                  <a:extLst>
                    <a:ext uri="{9D8B030D-6E8A-4147-A177-3AD203B41FA5}">
                      <a16:colId xmlns:a16="http://schemas.microsoft.com/office/drawing/2014/main" val="2103868761"/>
                    </a:ext>
                  </a:extLst>
                </a:gridCol>
              </a:tblGrid>
              <a:tr h="419845">
                <a:tc>
                  <a:txBody>
                    <a:bodyPr/>
                    <a:lstStyle/>
                    <a:p>
                      <a:pPr marL="0" algn="ctr" defTabSz="914400" rtl="0" eaLnBrk="1" latinLnBrk="0" hangingPunct="1"/>
                      <a:r>
                        <a:rPr lang="en-US" altLang="zh-TW" sz="1800" b="1" kern="1200" dirty="0">
                          <a:solidFill>
                            <a:schemeClr val="tx1"/>
                          </a:solidFill>
                          <a:latin typeface="+mn-lt"/>
                          <a:ea typeface="+mn-ea"/>
                          <a:cs typeface="+mn-cs"/>
                        </a:rPr>
                        <a:t>66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bl>
          </a:graphicData>
        </a:graphic>
      </p:graphicFrame>
      <p:cxnSp>
        <p:nvCxnSpPr>
          <p:cNvPr id="25" name="直線單箭頭接點 24">
            <a:extLst>
              <a:ext uri="{FF2B5EF4-FFF2-40B4-BE49-F238E27FC236}">
                <a16:creationId xmlns:a16="http://schemas.microsoft.com/office/drawing/2014/main" id="{7780BADD-6DE0-45AA-980A-A9D17E5A6A7D}"/>
              </a:ext>
            </a:extLst>
          </p:cNvPr>
          <p:cNvCxnSpPr>
            <a:cxnSpLocks/>
            <a:stCxn id="12" idx="3"/>
            <a:endCxn id="24" idx="1"/>
          </p:cNvCxnSpPr>
          <p:nvPr/>
        </p:nvCxnSpPr>
        <p:spPr>
          <a:xfrm>
            <a:off x="1155281" y="1158350"/>
            <a:ext cx="1921361" cy="17101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97676D9C-838D-45BC-B80F-3390870CE5E3}"/>
              </a:ext>
            </a:extLst>
          </p:cNvPr>
          <p:cNvCxnSpPr>
            <a:cxnSpLocks/>
            <a:stCxn id="13" idx="3"/>
            <a:endCxn id="24" idx="1"/>
          </p:cNvCxnSpPr>
          <p:nvPr/>
        </p:nvCxnSpPr>
        <p:spPr>
          <a:xfrm>
            <a:off x="1155281" y="1744109"/>
            <a:ext cx="1921361" cy="11244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a:extLst>
              <a:ext uri="{FF2B5EF4-FFF2-40B4-BE49-F238E27FC236}">
                <a16:creationId xmlns:a16="http://schemas.microsoft.com/office/drawing/2014/main" id="{7DE6505A-5AC0-4A73-864B-0BA252F18078}"/>
              </a:ext>
            </a:extLst>
          </p:cNvPr>
          <p:cNvCxnSpPr>
            <a:cxnSpLocks/>
            <a:stCxn id="16" idx="3"/>
            <a:endCxn id="24" idx="1"/>
          </p:cNvCxnSpPr>
          <p:nvPr/>
        </p:nvCxnSpPr>
        <p:spPr>
          <a:xfrm flipV="1">
            <a:off x="1155281" y="2868527"/>
            <a:ext cx="1921361" cy="586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id="{BD24481E-BB86-4A13-8D33-87B3A40C3760}"/>
              </a:ext>
            </a:extLst>
          </p:cNvPr>
          <p:cNvCxnSpPr>
            <a:cxnSpLocks/>
            <a:stCxn id="17" idx="3"/>
            <a:endCxn id="24" idx="1"/>
          </p:cNvCxnSpPr>
          <p:nvPr/>
        </p:nvCxnSpPr>
        <p:spPr>
          <a:xfrm flipV="1">
            <a:off x="1155281" y="2868527"/>
            <a:ext cx="1921361" cy="11722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a:extLst>
              <a:ext uri="{FF2B5EF4-FFF2-40B4-BE49-F238E27FC236}">
                <a16:creationId xmlns:a16="http://schemas.microsoft.com/office/drawing/2014/main" id="{7C5D7605-5235-4DA4-B605-8816B6BB8195}"/>
              </a:ext>
            </a:extLst>
          </p:cNvPr>
          <p:cNvCxnSpPr>
            <a:cxnSpLocks/>
            <a:stCxn id="19" idx="3"/>
            <a:endCxn id="23" idx="1"/>
          </p:cNvCxnSpPr>
          <p:nvPr/>
        </p:nvCxnSpPr>
        <p:spPr>
          <a:xfrm flipV="1">
            <a:off x="1155281" y="4040766"/>
            <a:ext cx="1921361" cy="1715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a:extLst>
              <a:ext uri="{FF2B5EF4-FFF2-40B4-BE49-F238E27FC236}">
                <a16:creationId xmlns:a16="http://schemas.microsoft.com/office/drawing/2014/main" id="{FB7489E2-91CB-494D-A79B-493C06DD3ED1}"/>
              </a:ext>
            </a:extLst>
          </p:cNvPr>
          <p:cNvCxnSpPr>
            <a:cxnSpLocks/>
            <a:stCxn id="20" idx="3"/>
            <a:endCxn id="23" idx="1"/>
          </p:cNvCxnSpPr>
          <p:nvPr/>
        </p:nvCxnSpPr>
        <p:spPr>
          <a:xfrm flipV="1">
            <a:off x="1155281" y="4040766"/>
            <a:ext cx="1921361" cy="2300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C13B102A-25A8-4932-A99A-309F717F7152}"/>
              </a:ext>
            </a:extLst>
          </p:cNvPr>
          <p:cNvCxnSpPr>
            <a:cxnSpLocks/>
            <a:stCxn id="15" idx="3"/>
            <a:endCxn id="24" idx="1"/>
          </p:cNvCxnSpPr>
          <p:nvPr/>
        </p:nvCxnSpPr>
        <p:spPr>
          <a:xfrm flipV="1">
            <a:off x="1155281" y="2868527"/>
            <a:ext cx="1921361" cy="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BC45B9D8-F95B-466D-9E28-0D4571F8D670}"/>
              </a:ext>
            </a:extLst>
          </p:cNvPr>
          <p:cNvCxnSpPr>
            <a:cxnSpLocks/>
            <a:stCxn id="18" idx="3"/>
            <a:endCxn id="23" idx="1"/>
          </p:cNvCxnSpPr>
          <p:nvPr/>
        </p:nvCxnSpPr>
        <p:spPr>
          <a:xfrm flipV="1">
            <a:off x="1155281" y="4040766"/>
            <a:ext cx="1921361" cy="1129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0035DE45-7EE5-4B08-A5FE-77C63259B599}"/>
              </a:ext>
            </a:extLst>
          </p:cNvPr>
          <p:cNvCxnSpPr>
            <a:cxnSpLocks/>
            <a:stCxn id="18" idx="3"/>
            <a:endCxn id="24" idx="1"/>
          </p:cNvCxnSpPr>
          <p:nvPr/>
        </p:nvCxnSpPr>
        <p:spPr>
          <a:xfrm flipV="1">
            <a:off x="1155281" y="2868527"/>
            <a:ext cx="1921361" cy="23015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a:extLst>
              <a:ext uri="{FF2B5EF4-FFF2-40B4-BE49-F238E27FC236}">
                <a16:creationId xmlns:a16="http://schemas.microsoft.com/office/drawing/2014/main" id="{9A67DE7B-17D6-4757-A94E-F96EE314B9C5}"/>
              </a:ext>
            </a:extLst>
          </p:cNvPr>
          <p:cNvCxnSpPr>
            <a:cxnSpLocks/>
            <a:stCxn id="19" idx="3"/>
            <a:endCxn id="24" idx="1"/>
          </p:cNvCxnSpPr>
          <p:nvPr/>
        </p:nvCxnSpPr>
        <p:spPr>
          <a:xfrm flipV="1">
            <a:off x="1155281" y="2868527"/>
            <a:ext cx="1921361" cy="28872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a:extLst>
              <a:ext uri="{FF2B5EF4-FFF2-40B4-BE49-F238E27FC236}">
                <a16:creationId xmlns:a16="http://schemas.microsoft.com/office/drawing/2014/main" id="{8C7DEA77-A13D-4055-B45B-393D11152B04}"/>
              </a:ext>
            </a:extLst>
          </p:cNvPr>
          <p:cNvCxnSpPr>
            <a:cxnSpLocks/>
            <a:stCxn id="20" idx="3"/>
            <a:endCxn id="24" idx="1"/>
          </p:cNvCxnSpPr>
          <p:nvPr/>
        </p:nvCxnSpPr>
        <p:spPr>
          <a:xfrm flipV="1">
            <a:off x="1155281" y="2868527"/>
            <a:ext cx="1921361" cy="3473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a:extLst>
              <a:ext uri="{FF2B5EF4-FFF2-40B4-BE49-F238E27FC236}">
                <a16:creationId xmlns:a16="http://schemas.microsoft.com/office/drawing/2014/main" id="{B8C5CD7A-313B-4BA8-9E5C-C7DA3AE5ADD8}"/>
              </a:ext>
            </a:extLst>
          </p:cNvPr>
          <p:cNvCxnSpPr>
            <a:cxnSpLocks/>
            <a:stCxn id="15" idx="3"/>
            <a:endCxn id="23" idx="1"/>
          </p:cNvCxnSpPr>
          <p:nvPr/>
        </p:nvCxnSpPr>
        <p:spPr>
          <a:xfrm>
            <a:off x="1155281" y="2869248"/>
            <a:ext cx="1921361" cy="11715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FA39D319-A724-4D96-B947-AB77A64CD365}"/>
              </a:ext>
            </a:extLst>
          </p:cNvPr>
          <p:cNvCxnSpPr>
            <a:cxnSpLocks/>
            <a:stCxn id="13" idx="3"/>
            <a:endCxn id="23" idx="1"/>
          </p:cNvCxnSpPr>
          <p:nvPr/>
        </p:nvCxnSpPr>
        <p:spPr>
          <a:xfrm>
            <a:off x="1155281" y="1744109"/>
            <a:ext cx="1921361" cy="2296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a:extLst>
              <a:ext uri="{FF2B5EF4-FFF2-40B4-BE49-F238E27FC236}">
                <a16:creationId xmlns:a16="http://schemas.microsoft.com/office/drawing/2014/main" id="{FDDC5AA2-555D-4CFA-A09E-EC4B6BBD7007}"/>
              </a:ext>
            </a:extLst>
          </p:cNvPr>
          <p:cNvCxnSpPr>
            <a:cxnSpLocks/>
            <a:stCxn id="17" idx="3"/>
            <a:endCxn id="23" idx="1"/>
          </p:cNvCxnSpPr>
          <p:nvPr/>
        </p:nvCxnSpPr>
        <p:spPr>
          <a:xfrm>
            <a:off x="1155281" y="4040766"/>
            <a:ext cx="19213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133C7BA5-C7D9-4522-A7BB-596EDB605ED5}"/>
              </a:ext>
            </a:extLst>
          </p:cNvPr>
          <p:cNvCxnSpPr>
            <a:cxnSpLocks/>
            <a:stCxn id="12" idx="3"/>
            <a:endCxn id="23" idx="1"/>
          </p:cNvCxnSpPr>
          <p:nvPr/>
        </p:nvCxnSpPr>
        <p:spPr>
          <a:xfrm>
            <a:off x="1155281" y="1158350"/>
            <a:ext cx="1921361" cy="2882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E4223E32-E4EE-4A06-8F9E-BC0008A8E0C9}"/>
              </a:ext>
            </a:extLst>
          </p:cNvPr>
          <p:cNvCxnSpPr>
            <a:cxnSpLocks/>
            <a:stCxn id="11" idx="3"/>
            <a:endCxn id="23" idx="1"/>
          </p:cNvCxnSpPr>
          <p:nvPr/>
        </p:nvCxnSpPr>
        <p:spPr>
          <a:xfrm>
            <a:off x="1155281" y="572591"/>
            <a:ext cx="1921361" cy="3468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18C59E87-EA7D-424A-9563-DA6F990EE6B1}"/>
              </a:ext>
            </a:extLst>
          </p:cNvPr>
          <p:cNvCxnSpPr>
            <a:cxnSpLocks/>
            <a:stCxn id="16" idx="3"/>
            <a:endCxn id="23" idx="1"/>
          </p:cNvCxnSpPr>
          <p:nvPr/>
        </p:nvCxnSpPr>
        <p:spPr>
          <a:xfrm>
            <a:off x="1155281" y="3455007"/>
            <a:ext cx="1921361" cy="585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圓角矩形 4">
            <a:extLst>
              <a:ext uri="{FF2B5EF4-FFF2-40B4-BE49-F238E27FC236}">
                <a16:creationId xmlns:a16="http://schemas.microsoft.com/office/drawing/2014/main" id="{9F34D0E6-5902-44C9-8E44-6DBF96393C21}"/>
              </a:ext>
            </a:extLst>
          </p:cNvPr>
          <p:cNvSpPr/>
          <p:nvPr/>
        </p:nvSpPr>
        <p:spPr>
          <a:xfrm>
            <a:off x="7153558" y="1341543"/>
            <a:ext cx="1828348" cy="601662"/>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400" dirty="0"/>
              <a:t>66 / 66 + 23</a:t>
            </a:r>
            <a:endParaRPr lang="zh-TW" altLang="en-US" sz="2400" dirty="0"/>
          </a:p>
        </p:txBody>
      </p:sp>
      <p:sp>
        <p:nvSpPr>
          <p:cNvPr id="43" name="圓角矩形 4">
            <a:extLst>
              <a:ext uri="{FF2B5EF4-FFF2-40B4-BE49-F238E27FC236}">
                <a16:creationId xmlns:a16="http://schemas.microsoft.com/office/drawing/2014/main" id="{39065DDA-2EF2-4A75-8476-E98090019D92}"/>
              </a:ext>
            </a:extLst>
          </p:cNvPr>
          <p:cNvSpPr/>
          <p:nvPr/>
        </p:nvSpPr>
        <p:spPr>
          <a:xfrm>
            <a:off x="7153558" y="4874729"/>
            <a:ext cx="1828348" cy="601662"/>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sz="2400" dirty="0"/>
              <a:t>23 / 66 + 23</a:t>
            </a:r>
            <a:endParaRPr lang="zh-TW" altLang="en-US" sz="2400" dirty="0"/>
          </a:p>
        </p:txBody>
      </p:sp>
      <p:cxnSp>
        <p:nvCxnSpPr>
          <p:cNvPr id="45" name="直線單箭頭接點 44">
            <a:extLst>
              <a:ext uri="{FF2B5EF4-FFF2-40B4-BE49-F238E27FC236}">
                <a16:creationId xmlns:a16="http://schemas.microsoft.com/office/drawing/2014/main" id="{3B5B00B3-D72A-485A-9FC9-72334F7D97D4}"/>
              </a:ext>
            </a:extLst>
          </p:cNvPr>
          <p:cNvCxnSpPr>
            <a:cxnSpLocks/>
          </p:cNvCxnSpPr>
          <p:nvPr/>
        </p:nvCxnSpPr>
        <p:spPr>
          <a:xfrm flipH="1">
            <a:off x="7265995" y="2039726"/>
            <a:ext cx="260504" cy="327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46">
            <a:extLst>
              <a:ext uri="{FF2B5EF4-FFF2-40B4-BE49-F238E27FC236}">
                <a16:creationId xmlns:a16="http://schemas.microsoft.com/office/drawing/2014/main" id="{BE11A2F7-FA63-4494-B4EF-2762706139C8}"/>
              </a:ext>
            </a:extLst>
          </p:cNvPr>
          <p:cNvCxnSpPr>
            <a:cxnSpLocks/>
          </p:cNvCxnSpPr>
          <p:nvPr/>
        </p:nvCxnSpPr>
        <p:spPr>
          <a:xfrm flipH="1" flipV="1">
            <a:off x="7323126" y="4458120"/>
            <a:ext cx="225578" cy="34678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0" name="投影片編號版面配置區 7">
            <a:extLst>
              <a:ext uri="{FF2B5EF4-FFF2-40B4-BE49-F238E27FC236}">
                <a16:creationId xmlns:a16="http://schemas.microsoft.com/office/drawing/2014/main" id="{58FC8A8B-EF18-42B5-ABCA-C2F8A4642BC3}"/>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38</a:t>
            </a:fld>
            <a:endParaRPr lang="zh-TW" altLang="en-US" dirty="0">
              <a:solidFill>
                <a:schemeClr val="tx1"/>
              </a:solidFill>
            </a:endParaRPr>
          </a:p>
        </p:txBody>
      </p:sp>
      <p:pic>
        <p:nvPicPr>
          <p:cNvPr id="46" name="內容版面配置區 3">
            <a:extLst>
              <a:ext uri="{FF2B5EF4-FFF2-40B4-BE49-F238E27FC236}">
                <a16:creationId xmlns:a16="http://schemas.microsoft.com/office/drawing/2014/main" id="{D987C2D4-B886-450F-8B89-767D696E1F54}"/>
              </a:ext>
            </a:extLst>
          </p:cNvPr>
          <p:cNvPicPr>
            <a:picLocks noGrp="1" noChangeAspect="1"/>
          </p:cNvPicPr>
          <p:nvPr>
            <p:ph idx="1"/>
          </p:nvPr>
        </p:nvPicPr>
        <p:blipFill>
          <a:blip r:embed="rId6"/>
          <a:stretch>
            <a:fillRect/>
          </a:stretch>
        </p:blipFill>
        <p:spPr>
          <a:xfrm>
            <a:off x="8392820" y="2252255"/>
            <a:ext cx="3542745" cy="2150446"/>
          </a:xfrm>
          <a:prstGeom prst="rect">
            <a:avLst/>
          </a:prstGeom>
          <a:effectLst>
            <a:outerShdw blurRad="63500" sx="102000" sy="102000" algn="ctr" rotWithShape="0">
              <a:prstClr val="black">
                <a:alpha val="40000"/>
              </a:prstClr>
            </a:outerShdw>
          </a:effectLst>
        </p:spPr>
      </p:pic>
      <p:pic>
        <p:nvPicPr>
          <p:cNvPr id="83" name="Audio 82">
            <a:hlinkClick r:id="" action="ppaction://media"/>
          </p:cNvPr>
          <p:cNvPicPr>
            <a:picLocks noChangeAspect="1"/>
          </p:cNvPicPr>
          <p:nvPr>
            <a:audioFile r:link="rId1"/>
            <p:extLst>
              <p:ext uri="{DAA4B4D4-6D71-4841-9C94-3DE7FCFB9230}">
                <p14:media xmlns:p14="http://schemas.microsoft.com/office/powerpoint/2010/main" r:embed="rId2">
                  <p14:trim st="1552"/>
                </p14:media>
              </p:ext>
            </p:extLst>
          </p:nvPr>
        </p:nvPicPr>
        <p:blipFill>
          <a:blip r:embed="rId7"/>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1477993428"/>
      </p:ext>
    </p:extLst>
  </p:cSld>
  <p:clrMapOvr>
    <a:masterClrMapping/>
  </p:clrMapOvr>
  <mc:AlternateContent xmlns:mc="http://schemas.openxmlformats.org/markup-compatibility/2006" xmlns:p14="http://schemas.microsoft.com/office/powerpoint/2010/main">
    <mc:Choice Requires="p14">
      <p:transition spd="slow" p14:dur="2000" advTm="36470"/>
    </mc:Choice>
    <mc:Fallback xmlns="">
      <p:transition spd="slow" advTm="364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3"/>
                </p:tgtEl>
              </p:cMediaNode>
            </p:audi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7A8445F3-0A30-4C20-BD7F-1EADF4C3A8BA}"/>
              </a:ext>
            </a:extLst>
          </p:cNvPr>
          <p:cNvSpPr/>
          <p:nvPr/>
        </p:nvSpPr>
        <p:spPr>
          <a:xfrm>
            <a:off x="11213517" y="3164075"/>
            <a:ext cx="442353" cy="401803"/>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rPr>
              <a:t>0</a:t>
            </a:r>
            <a:endParaRPr lang="zh-TW" altLang="en-US" dirty="0">
              <a:solidFill>
                <a:schemeClr val="tx1"/>
              </a:solidFill>
            </a:endParaRPr>
          </a:p>
        </p:txBody>
      </p:sp>
      <p:graphicFrame>
        <p:nvGraphicFramePr>
          <p:cNvPr id="12" name="表格 11">
            <a:extLst>
              <a:ext uri="{FF2B5EF4-FFF2-40B4-BE49-F238E27FC236}">
                <a16:creationId xmlns:a16="http://schemas.microsoft.com/office/drawing/2014/main" id="{ECB76F92-93C8-4461-A260-9A663C060F23}"/>
              </a:ext>
            </a:extLst>
          </p:cNvPr>
          <p:cNvGraphicFramePr>
            <a:graphicFrameLocks noGrp="1"/>
          </p:cNvGraphicFramePr>
          <p:nvPr/>
        </p:nvGraphicFramePr>
        <p:xfrm>
          <a:off x="4111815" y="25034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1" name="表格 10">
            <a:extLst>
              <a:ext uri="{FF2B5EF4-FFF2-40B4-BE49-F238E27FC236}">
                <a16:creationId xmlns:a16="http://schemas.microsoft.com/office/drawing/2014/main" id="{8848A1D3-DE4C-4676-A765-38C3C115C462}"/>
              </a:ext>
            </a:extLst>
          </p:cNvPr>
          <p:cNvGraphicFramePr>
            <a:graphicFrameLocks noGrp="1"/>
          </p:cNvGraphicFramePr>
          <p:nvPr/>
        </p:nvGraphicFramePr>
        <p:xfrm>
          <a:off x="3997515" y="24018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4" name="表格 3">
            <a:extLst>
              <a:ext uri="{FF2B5EF4-FFF2-40B4-BE49-F238E27FC236}">
                <a16:creationId xmlns:a16="http://schemas.microsoft.com/office/drawing/2014/main" id="{E42275DD-5DEF-4BA9-B0D2-EB7C5B46ED88}"/>
              </a:ext>
            </a:extLst>
          </p:cNvPr>
          <p:cNvGraphicFramePr>
            <a:graphicFrameLocks noGrp="1"/>
          </p:cNvGraphicFramePr>
          <p:nvPr/>
        </p:nvGraphicFramePr>
        <p:xfrm>
          <a:off x="347556" y="239764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rgbClr val="FF0000"/>
                          </a:solidFill>
                          <a:latin typeface="+mn-lt"/>
                          <a:ea typeface="+mn-ea"/>
                          <a:cs typeface="+mn-cs"/>
                        </a:rPr>
                        <a:t>1</a:t>
                      </a:r>
                      <a:endParaRPr lang="zh-TW" altLang="en-US" sz="1800" b="1"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5" name="箭號: 向右 4">
            <a:extLst>
              <a:ext uri="{FF2B5EF4-FFF2-40B4-BE49-F238E27FC236}">
                <a16:creationId xmlns:a16="http://schemas.microsoft.com/office/drawing/2014/main" id="{FD5903D7-81D1-45F9-B9E2-FC990C81F6A7}"/>
              </a:ext>
            </a:extLst>
          </p:cNvPr>
          <p:cNvSpPr/>
          <p:nvPr/>
        </p:nvSpPr>
        <p:spPr>
          <a:xfrm>
            <a:off x="2521676"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6" name="圓角矩形 4">
            <a:extLst>
              <a:ext uri="{FF2B5EF4-FFF2-40B4-BE49-F238E27FC236}">
                <a16:creationId xmlns:a16="http://schemas.microsoft.com/office/drawing/2014/main" id="{292C49E8-7202-4FD4-A13E-76B3A77908FA}"/>
              </a:ext>
            </a:extLst>
          </p:cNvPr>
          <p:cNvSpPr/>
          <p:nvPr/>
        </p:nvSpPr>
        <p:spPr>
          <a:xfrm>
            <a:off x="2364704" y="1914596"/>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1</a:t>
            </a:r>
          </a:p>
          <a:p>
            <a:pPr algn="ctr"/>
            <a:r>
              <a:rPr lang="en-US" altLang="zh-TW" dirty="0"/>
              <a:t>( 3 filters)</a:t>
            </a:r>
            <a:endParaRPr lang="zh-TW" altLang="en-US" dirty="0"/>
          </a:p>
        </p:txBody>
      </p:sp>
      <p:sp>
        <p:nvSpPr>
          <p:cNvPr id="8" name="圓角矩形 4">
            <a:extLst>
              <a:ext uri="{FF2B5EF4-FFF2-40B4-BE49-F238E27FC236}">
                <a16:creationId xmlns:a16="http://schemas.microsoft.com/office/drawing/2014/main" id="{10CA7081-D4C8-4496-A838-6B8C5E06D4EF}"/>
              </a:ext>
            </a:extLst>
          </p:cNvPr>
          <p:cNvSpPr/>
          <p:nvPr/>
        </p:nvSpPr>
        <p:spPr>
          <a:xfrm>
            <a:off x="479401" y="161376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5x5x1</a:t>
            </a:r>
            <a:endParaRPr lang="zh-TW" altLang="en-US" sz="2400" dirty="0"/>
          </a:p>
        </p:txBody>
      </p:sp>
      <p:graphicFrame>
        <p:nvGraphicFramePr>
          <p:cNvPr id="10" name="表格 9">
            <a:extLst>
              <a:ext uri="{FF2B5EF4-FFF2-40B4-BE49-F238E27FC236}">
                <a16:creationId xmlns:a16="http://schemas.microsoft.com/office/drawing/2014/main" id="{49865FCC-D690-4C56-B821-863DBE59604E}"/>
              </a:ext>
            </a:extLst>
          </p:cNvPr>
          <p:cNvGraphicFramePr>
            <a:graphicFrameLocks noGrp="1"/>
          </p:cNvGraphicFramePr>
          <p:nvPr/>
        </p:nvGraphicFramePr>
        <p:xfrm>
          <a:off x="3883215" y="23002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3" name="箭號: 向右 12">
            <a:extLst>
              <a:ext uri="{FF2B5EF4-FFF2-40B4-BE49-F238E27FC236}">
                <a16:creationId xmlns:a16="http://schemas.microsoft.com/office/drawing/2014/main" id="{620BE942-10BA-4A2B-9D62-5694A3B6DFDC}"/>
              </a:ext>
            </a:extLst>
          </p:cNvPr>
          <p:cNvSpPr/>
          <p:nvPr/>
        </p:nvSpPr>
        <p:spPr>
          <a:xfrm>
            <a:off x="6240992"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4" name="圓角矩形 4">
            <a:extLst>
              <a:ext uri="{FF2B5EF4-FFF2-40B4-BE49-F238E27FC236}">
                <a16:creationId xmlns:a16="http://schemas.microsoft.com/office/drawing/2014/main" id="{86E1D2DE-B580-487F-845B-F5F84196355C}"/>
              </a:ext>
            </a:extLst>
          </p:cNvPr>
          <p:cNvSpPr/>
          <p:nvPr/>
        </p:nvSpPr>
        <p:spPr>
          <a:xfrm>
            <a:off x="6099371" y="1973620"/>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Convolution layer 2</a:t>
            </a:r>
          </a:p>
          <a:p>
            <a:pPr algn="ctr"/>
            <a:r>
              <a:rPr lang="en-US" altLang="zh-TW" dirty="0"/>
              <a:t>( 2 filters)</a:t>
            </a:r>
            <a:endParaRPr lang="zh-TW" altLang="en-US" dirty="0"/>
          </a:p>
        </p:txBody>
      </p:sp>
      <p:graphicFrame>
        <p:nvGraphicFramePr>
          <p:cNvPr id="15" name="表格 14">
            <a:extLst>
              <a:ext uri="{FF2B5EF4-FFF2-40B4-BE49-F238E27FC236}">
                <a16:creationId xmlns:a16="http://schemas.microsoft.com/office/drawing/2014/main" id="{F42BDBBC-23AB-4B0F-B28B-C9DD0B174A81}"/>
              </a:ext>
            </a:extLst>
          </p:cNvPr>
          <p:cNvGraphicFramePr>
            <a:graphicFrameLocks noGrp="1"/>
          </p:cNvGraphicFramePr>
          <p:nvPr/>
        </p:nvGraphicFramePr>
        <p:xfrm>
          <a:off x="7702590" y="24018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6</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graphicFrame>
        <p:nvGraphicFramePr>
          <p:cNvPr id="16" name="表格 15">
            <a:extLst>
              <a:ext uri="{FF2B5EF4-FFF2-40B4-BE49-F238E27FC236}">
                <a16:creationId xmlns:a16="http://schemas.microsoft.com/office/drawing/2014/main" id="{A3AC749F-1EA7-4501-ABFE-949FDBBF8ECD}"/>
              </a:ext>
            </a:extLst>
          </p:cNvPr>
          <p:cNvGraphicFramePr>
            <a:graphicFrameLocks noGrp="1"/>
          </p:cNvGraphicFramePr>
          <p:nvPr/>
        </p:nvGraphicFramePr>
        <p:xfrm>
          <a:off x="7588290" y="2300220"/>
          <a:ext cx="1926330" cy="1828800"/>
        </p:xfrm>
        <a:graphic>
          <a:graphicData uri="http://schemas.openxmlformats.org/drawingml/2006/table">
            <a:tbl>
              <a:tblPr firstRow="1" bandRow="1">
                <a:tableStyleId>{5C22544A-7EE6-4342-B048-85BDC9FD1C3A}</a:tableStyleId>
              </a:tblPr>
              <a:tblGrid>
                <a:gridCol w="385266">
                  <a:extLst>
                    <a:ext uri="{9D8B030D-6E8A-4147-A177-3AD203B41FA5}">
                      <a16:colId xmlns:a16="http://schemas.microsoft.com/office/drawing/2014/main" val="2103868761"/>
                    </a:ext>
                  </a:extLst>
                </a:gridCol>
                <a:gridCol w="385266">
                  <a:extLst>
                    <a:ext uri="{9D8B030D-6E8A-4147-A177-3AD203B41FA5}">
                      <a16:colId xmlns:a16="http://schemas.microsoft.com/office/drawing/2014/main" val="1651155445"/>
                    </a:ext>
                  </a:extLst>
                </a:gridCol>
                <a:gridCol w="385266">
                  <a:extLst>
                    <a:ext uri="{9D8B030D-6E8A-4147-A177-3AD203B41FA5}">
                      <a16:colId xmlns:a16="http://schemas.microsoft.com/office/drawing/2014/main" val="1771590161"/>
                    </a:ext>
                  </a:extLst>
                </a:gridCol>
                <a:gridCol w="385266">
                  <a:extLst>
                    <a:ext uri="{9D8B030D-6E8A-4147-A177-3AD203B41FA5}">
                      <a16:colId xmlns:a16="http://schemas.microsoft.com/office/drawing/2014/main" val="1079323672"/>
                    </a:ext>
                  </a:extLst>
                </a:gridCol>
                <a:gridCol w="385266">
                  <a:extLst>
                    <a:ext uri="{9D8B030D-6E8A-4147-A177-3AD203B41FA5}">
                      <a16:colId xmlns:a16="http://schemas.microsoft.com/office/drawing/2014/main" val="4051924921"/>
                    </a:ext>
                  </a:extLst>
                </a:gridCol>
              </a:tblGrid>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7036854"/>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4</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3</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5878070"/>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5</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7083858"/>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1</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9115791"/>
                  </a:ext>
                </a:extLst>
              </a:tr>
              <a:tr h="363917">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TW" sz="1800" b="1" kern="1200" dirty="0">
                          <a:solidFill>
                            <a:schemeClr val="tx1"/>
                          </a:solidFill>
                          <a:latin typeface="+mn-lt"/>
                          <a:ea typeface="+mn-ea"/>
                          <a:cs typeface="+mn-cs"/>
                        </a:rPr>
                        <a:t>0</a:t>
                      </a:r>
                      <a:endParaRPr lang="zh-TW" altLang="en-US" sz="18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524416"/>
                  </a:ext>
                </a:extLst>
              </a:tr>
            </a:tbl>
          </a:graphicData>
        </a:graphic>
      </p:graphicFrame>
      <p:sp>
        <p:nvSpPr>
          <p:cNvPr id="17" name="箭號: 向右 16">
            <a:extLst>
              <a:ext uri="{FF2B5EF4-FFF2-40B4-BE49-F238E27FC236}">
                <a16:creationId xmlns:a16="http://schemas.microsoft.com/office/drawing/2014/main" id="{7D356F81-5C19-499B-813D-CE287375F9B7}"/>
              </a:ext>
            </a:extLst>
          </p:cNvPr>
          <p:cNvSpPr/>
          <p:nvPr/>
        </p:nvSpPr>
        <p:spPr>
          <a:xfrm>
            <a:off x="9864344" y="3148848"/>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9035B612-B92D-48EC-9AC5-22FC36DC2835}"/>
              </a:ext>
            </a:extLst>
          </p:cNvPr>
          <p:cNvSpPr/>
          <p:nvPr/>
        </p:nvSpPr>
        <p:spPr>
          <a:xfrm>
            <a:off x="11117562" y="3079409"/>
            <a:ext cx="442353" cy="401803"/>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rPr>
              <a:t>0</a:t>
            </a:r>
            <a:endParaRPr lang="zh-TW" altLang="en-US" dirty="0">
              <a:solidFill>
                <a:schemeClr val="tx1"/>
              </a:solidFill>
            </a:endParaRPr>
          </a:p>
        </p:txBody>
      </p:sp>
      <p:sp>
        <p:nvSpPr>
          <p:cNvPr id="19" name="圓角矩形 4">
            <a:extLst>
              <a:ext uri="{FF2B5EF4-FFF2-40B4-BE49-F238E27FC236}">
                <a16:creationId xmlns:a16="http://schemas.microsoft.com/office/drawing/2014/main" id="{C531B475-D4A0-4097-B88A-91729878746A}"/>
              </a:ext>
            </a:extLst>
          </p:cNvPr>
          <p:cNvSpPr/>
          <p:nvPr/>
        </p:nvSpPr>
        <p:spPr>
          <a:xfrm>
            <a:off x="9707373" y="2079400"/>
            <a:ext cx="1427693" cy="848039"/>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a:t>Fully connected layer</a:t>
            </a:r>
            <a:endParaRPr lang="zh-TW" altLang="en-US" dirty="0"/>
          </a:p>
        </p:txBody>
      </p:sp>
      <p:sp>
        <p:nvSpPr>
          <p:cNvPr id="21" name="圓角矩形 4">
            <a:extLst>
              <a:ext uri="{FF2B5EF4-FFF2-40B4-BE49-F238E27FC236}">
                <a16:creationId xmlns:a16="http://schemas.microsoft.com/office/drawing/2014/main" id="{8077239B-0AD7-448D-BA77-1F055DB4DAB8}"/>
              </a:ext>
            </a:extLst>
          </p:cNvPr>
          <p:cNvSpPr/>
          <p:nvPr/>
        </p:nvSpPr>
        <p:spPr>
          <a:xfrm>
            <a:off x="4082223" y="1613765"/>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5x5x3</a:t>
            </a:r>
            <a:endParaRPr lang="zh-TW" altLang="en-US" sz="2400" dirty="0"/>
          </a:p>
        </p:txBody>
      </p:sp>
      <p:sp>
        <p:nvSpPr>
          <p:cNvPr id="22" name="圓角矩形 4">
            <a:extLst>
              <a:ext uri="{FF2B5EF4-FFF2-40B4-BE49-F238E27FC236}">
                <a16:creationId xmlns:a16="http://schemas.microsoft.com/office/drawing/2014/main" id="{6E43B0E1-2D03-4806-AAA9-CE88139F5C66}"/>
              </a:ext>
            </a:extLst>
          </p:cNvPr>
          <p:cNvSpPr/>
          <p:nvPr/>
        </p:nvSpPr>
        <p:spPr>
          <a:xfrm>
            <a:off x="7720135" y="1596958"/>
            <a:ext cx="1662640" cy="601662"/>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5x5x2</a:t>
            </a:r>
            <a:endParaRPr lang="zh-TW" altLang="en-US" sz="2400" dirty="0"/>
          </a:p>
        </p:txBody>
      </p:sp>
      <p:graphicFrame>
        <p:nvGraphicFramePr>
          <p:cNvPr id="24" name="內容版面配置區 11">
            <a:extLst>
              <a:ext uri="{FF2B5EF4-FFF2-40B4-BE49-F238E27FC236}">
                <a16:creationId xmlns:a16="http://schemas.microsoft.com/office/drawing/2014/main" id="{75993C37-F373-4C5C-AD1D-3ED6F57CA624}"/>
              </a:ext>
            </a:extLst>
          </p:cNvPr>
          <p:cNvGraphicFramePr>
            <a:graphicFrameLocks noGrp="1"/>
          </p:cNvGraphicFramePr>
          <p:nvPr>
            <p:ph idx="1"/>
            <p:extLst>
              <p:ext uri="{D42A27DB-BD31-4B8C-83A1-F6EECF244321}">
                <p14:modId xmlns:p14="http://schemas.microsoft.com/office/powerpoint/2010/main" val="2821853094"/>
              </p:ext>
            </p:extLst>
          </p:nvPr>
        </p:nvGraphicFramePr>
        <p:xfrm>
          <a:off x="10723129" y="5975814"/>
          <a:ext cx="1347166" cy="365760"/>
        </p:xfrm>
        <a:graphic>
          <a:graphicData uri="http://schemas.openxmlformats.org/drawingml/2006/table">
            <a:tbl>
              <a:tblPr firstRow="1" bandRow="1">
                <a:tableStyleId>{073A0DAA-6AF3-43AB-8588-CEC1D06C72B9}</a:tableStyleId>
              </a:tblPr>
              <a:tblGrid>
                <a:gridCol w="673583">
                  <a:extLst>
                    <a:ext uri="{9D8B030D-6E8A-4147-A177-3AD203B41FA5}">
                      <a16:colId xmlns:a16="http://schemas.microsoft.com/office/drawing/2014/main" val="20000"/>
                    </a:ext>
                  </a:extLst>
                </a:gridCol>
                <a:gridCol w="673583">
                  <a:extLst>
                    <a:ext uri="{9D8B030D-6E8A-4147-A177-3AD203B41FA5}">
                      <a16:colId xmlns:a16="http://schemas.microsoft.com/office/drawing/2014/main" val="20001"/>
                    </a:ext>
                  </a:extLst>
                </a:gridCol>
              </a:tblGrid>
              <a:tr h="0">
                <a:tc>
                  <a:txBody>
                    <a:bodyPr/>
                    <a:lstStyle/>
                    <a:p>
                      <a:pPr algn="ctr"/>
                      <a:r>
                        <a:rPr lang="en-US" altLang="zh-TW" dirty="0"/>
                        <a:t>0.74</a:t>
                      </a:r>
                      <a:endParaRPr lang="zh-TW" altLang="en-US" dirty="0"/>
                    </a:p>
                  </a:txBody>
                  <a:tcPr/>
                </a:tc>
                <a:tc>
                  <a:txBody>
                    <a:bodyPr/>
                    <a:lstStyle/>
                    <a:p>
                      <a:pPr algn="ctr"/>
                      <a:r>
                        <a:rPr lang="en-US" altLang="zh-TW" dirty="0"/>
                        <a:t>0.26</a:t>
                      </a:r>
                      <a:endParaRPr lang="zh-TW" altLang="en-US" dirty="0"/>
                    </a:p>
                  </a:txBody>
                  <a:tcPr/>
                </a:tc>
                <a:extLst>
                  <a:ext uri="{0D108BD9-81ED-4DB2-BD59-A6C34878D82A}">
                    <a16:rowId xmlns:a16="http://schemas.microsoft.com/office/drawing/2014/main" val="10000"/>
                  </a:ext>
                </a:extLst>
              </a:tr>
            </a:tbl>
          </a:graphicData>
        </a:graphic>
      </p:graphicFrame>
      <p:sp>
        <p:nvSpPr>
          <p:cNvPr id="25" name="箭號: 向右 24">
            <a:extLst>
              <a:ext uri="{FF2B5EF4-FFF2-40B4-BE49-F238E27FC236}">
                <a16:creationId xmlns:a16="http://schemas.microsoft.com/office/drawing/2014/main" id="{198BED6B-05D9-41B1-BCF0-7BB830824EA7}"/>
              </a:ext>
            </a:extLst>
          </p:cNvPr>
          <p:cNvSpPr/>
          <p:nvPr/>
        </p:nvSpPr>
        <p:spPr>
          <a:xfrm rot="5400000">
            <a:off x="10839838" y="4705899"/>
            <a:ext cx="1113749" cy="36639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23" name="圓角矩形 4">
            <a:extLst>
              <a:ext uri="{FF2B5EF4-FFF2-40B4-BE49-F238E27FC236}">
                <a16:creationId xmlns:a16="http://schemas.microsoft.com/office/drawing/2014/main" id="{6CAEE530-E7E5-4320-A7BB-490C59252D3A}"/>
              </a:ext>
            </a:extLst>
          </p:cNvPr>
          <p:cNvSpPr/>
          <p:nvPr/>
        </p:nvSpPr>
        <p:spPr>
          <a:xfrm>
            <a:off x="10099767" y="4561455"/>
            <a:ext cx="1113749" cy="601662"/>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dirty="0" err="1"/>
              <a:t>Softmax</a:t>
            </a:r>
            <a:endParaRPr lang="zh-TW" altLang="en-US" dirty="0"/>
          </a:p>
        </p:txBody>
      </p:sp>
      <p:sp>
        <p:nvSpPr>
          <p:cNvPr id="28" name="投影片編號版面配置區 7">
            <a:extLst>
              <a:ext uri="{FF2B5EF4-FFF2-40B4-BE49-F238E27FC236}">
                <a16:creationId xmlns:a16="http://schemas.microsoft.com/office/drawing/2014/main" id="{0A539EDA-E4DD-4BC4-9414-779071641C0D}"/>
              </a:ext>
            </a:extLst>
          </p:cNvPr>
          <p:cNvSpPr>
            <a:spLocks noGrp="1"/>
          </p:cNvSpPr>
          <p:nvPr>
            <p:ph type="sldNum" sz="quarter" idx="12"/>
          </p:nvPr>
        </p:nvSpPr>
        <p:spPr>
          <a:xfrm>
            <a:off x="11756971" y="6492875"/>
            <a:ext cx="357188" cy="365125"/>
          </a:xfrm>
        </p:spPr>
        <p:txBody>
          <a:bodyPr/>
          <a:lstStyle/>
          <a:p>
            <a:fld id="{E46F0D79-2069-43F2-B5FA-C459A1C24289}" type="slidenum">
              <a:rPr lang="zh-TW" altLang="en-US" smtClean="0">
                <a:solidFill>
                  <a:schemeClr val="tx1"/>
                </a:solidFill>
              </a:rPr>
              <a:t>39</a:t>
            </a:fld>
            <a:endParaRPr lang="zh-TW" altLang="en-US" dirty="0">
              <a:solidFill>
                <a:schemeClr val="tx1"/>
              </a:solidFill>
            </a:endParaRPr>
          </a:p>
        </p:txBody>
      </p:sp>
      <p:graphicFrame>
        <p:nvGraphicFramePr>
          <p:cNvPr id="26" name="表格 25">
            <a:extLst>
              <a:ext uri="{FF2B5EF4-FFF2-40B4-BE49-F238E27FC236}">
                <a16:creationId xmlns:a16="http://schemas.microsoft.com/office/drawing/2014/main" id="{14ACF065-EF45-49E0-95AB-DF1525772BEE}"/>
              </a:ext>
            </a:extLst>
          </p:cNvPr>
          <p:cNvGraphicFramePr>
            <a:graphicFrameLocks noGrp="1"/>
          </p:cNvGraphicFramePr>
          <p:nvPr>
            <p:extLst>
              <p:ext uri="{D42A27DB-BD31-4B8C-83A1-F6EECF244321}">
                <p14:modId xmlns:p14="http://schemas.microsoft.com/office/powerpoint/2010/main" val="487101256"/>
              </p:ext>
            </p:extLst>
          </p:nvPr>
        </p:nvGraphicFramePr>
        <p:xfrm>
          <a:off x="6309154" y="732031"/>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27" name="表格 26">
            <a:extLst>
              <a:ext uri="{FF2B5EF4-FFF2-40B4-BE49-F238E27FC236}">
                <a16:creationId xmlns:a16="http://schemas.microsoft.com/office/drawing/2014/main" id="{038E32EB-F889-4919-A4CA-EBF4F0B6090C}"/>
              </a:ext>
            </a:extLst>
          </p:cNvPr>
          <p:cNvGraphicFramePr>
            <a:graphicFrameLocks noGrp="1"/>
          </p:cNvGraphicFramePr>
          <p:nvPr>
            <p:extLst>
              <p:ext uri="{D42A27DB-BD31-4B8C-83A1-F6EECF244321}">
                <p14:modId xmlns:p14="http://schemas.microsoft.com/office/powerpoint/2010/main" val="1735739592"/>
              </p:ext>
            </p:extLst>
          </p:nvPr>
        </p:nvGraphicFramePr>
        <p:xfrm>
          <a:off x="6244225" y="660258"/>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29" name="表格 28">
            <a:extLst>
              <a:ext uri="{FF2B5EF4-FFF2-40B4-BE49-F238E27FC236}">
                <a16:creationId xmlns:a16="http://schemas.microsoft.com/office/drawing/2014/main" id="{406F1A8F-0A35-488D-86A9-1F9BDA9EDF5D}"/>
              </a:ext>
            </a:extLst>
          </p:cNvPr>
          <p:cNvGraphicFramePr>
            <a:graphicFrameLocks noGrp="1"/>
          </p:cNvGraphicFramePr>
          <p:nvPr>
            <p:extLst>
              <p:ext uri="{D42A27DB-BD31-4B8C-83A1-F6EECF244321}">
                <p14:modId xmlns:p14="http://schemas.microsoft.com/office/powerpoint/2010/main" val="845582160"/>
              </p:ext>
            </p:extLst>
          </p:nvPr>
        </p:nvGraphicFramePr>
        <p:xfrm>
          <a:off x="2555756" y="653812"/>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graphicFrame>
        <p:nvGraphicFramePr>
          <p:cNvPr id="30" name="表格 29">
            <a:extLst>
              <a:ext uri="{FF2B5EF4-FFF2-40B4-BE49-F238E27FC236}">
                <a16:creationId xmlns:a16="http://schemas.microsoft.com/office/drawing/2014/main" id="{89DA62BC-4296-44D8-A0B6-6575F317A283}"/>
              </a:ext>
            </a:extLst>
          </p:cNvPr>
          <p:cNvGraphicFramePr>
            <a:graphicFrameLocks noGrp="1"/>
          </p:cNvGraphicFramePr>
          <p:nvPr>
            <p:extLst>
              <p:ext uri="{D42A27DB-BD31-4B8C-83A1-F6EECF244321}">
                <p14:modId xmlns:p14="http://schemas.microsoft.com/office/powerpoint/2010/main" val="1741893953"/>
              </p:ext>
            </p:extLst>
          </p:nvPr>
        </p:nvGraphicFramePr>
        <p:xfrm>
          <a:off x="6179296" y="588485"/>
          <a:ext cx="1045587" cy="914400"/>
        </p:xfrm>
        <a:graphic>
          <a:graphicData uri="http://schemas.openxmlformats.org/drawingml/2006/table">
            <a:tbl>
              <a:tblPr firstRow="1" bandRow="1">
                <a:tableStyleId>{5C22544A-7EE6-4342-B048-85BDC9FD1C3A}</a:tableStyleId>
              </a:tblPr>
              <a:tblGrid>
                <a:gridCol w="348529">
                  <a:extLst>
                    <a:ext uri="{9D8B030D-6E8A-4147-A177-3AD203B41FA5}">
                      <a16:colId xmlns:a16="http://schemas.microsoft.com/office/drawing/2014/main" val="3085371467"/>
                    </a:ext>
                  </a:extLst>
                </a:gridCol>
                <a:gridCol w="348529">
                  <a:extLst>
                    <a:ext uri="{9D8B030D-6E8A-4147-A177-3AD203B41FA5}">
                      <a16:colId xmlns:a16="http://schemas.microsoft.com/office/drawing/2014/main" val="3062133403"/>
                    </a:ext>
                  </a:extLst>
                </a:gridCol>
                <a:gridCol w="348529">
                  <a:extLst>
                    <a:ext uri="{9D8B030D-6E8A-4147-A177-3AD203B41FA5}">
                      <a16:colId xmlns:a16="http://schemas.microsoft.com/office/drawing/2014/main" val="2105965007"/>
                    </a:ext>
                  </a:extLst>
                </a:gridCol>
              </a:tblGrid>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205674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48560"/>
                  </a:ext>
                </a:extLst>
              </a:tr>
              <a:tr h="301286">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2</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1400" b="1" kern="1200" dirty="0">
                          <a:solidFill>
                            <a:schemeClr val="tx1"/>
                          </a:solidFill>
                          <a:latin typeface="+mn-lt"/>
                          <a:ea typeface="+mn-ea"/>
                          <a:cs typeface="+mn-cs"/>
                        </a:rPr>
                        <a:t>-1</a:t>
                      </a:r>
                      <a:endParaRPr lang="zh-TW" altLang="en-US" sz="14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7440228"/>
                  </a:ext>
                </a:extLst>
              </a:tr>
            </a:tbl>
          </a:graphicData>
        </a:graphic>
      </p:graphicFrame>
      <p:pic>
        <p:nvPicPr>
          <p:cNvPr id="2" name="Audio 1">
            <a:hlinkClick r:id="" action="ppaction://media"/>
          </p:cNvPr>
          <p:cNvPicPr>
            <a:picLocks noChangeAspect="1"/>
          </p:cNvPicPr>
          <p:nvPr>
            <a:audioFile r:link="rId1"/>
            <p:extLst>
              <p:ext uri="{DAA4B4D4-6D71-4841-9C94-3DE7FCFB9230}">
                <p14:media xmlns:p14="http://schemas.microsoft.com/office/powerpoint/2010/main" r:embed="rId2">
                  <p14:trim st="2153"/>
                </p14:media>
              </p:ext>
            </p:extLst>
          </p:nvPr>
        </p:nvPicPr>
        <p:blipFill>
          <a:blip r:embed="rId5"/>
          <a:stretch>
            <a:fillRect/>
          </a:stretch>
        </p:blipFill>
        <p:spPr>
          <a:xfrm>
            <a:off x="11366500" y="6032500"/>
            <a:ext cx="609600" cy="609600"/>
          </a:xfrm>
          <a:prstGeom prst="rect">
            <a:avLst/>
          </a:prstGeom>
        </p:spPr>
      </p:pic>
    </p:spTree>
    <p:extLst>
      <p:ext uri="{BB962C8B-B14F-4D97-AF65-F5344CB8AC3E}">
        <p14:creationId xmlns:p14="http://schemas.microsoft.com/office/powerpoint/2010/main" val="3008165618"/>
      </p:ext>
    </p:extLst>
  </p:cSld>
  <p:clrMapOvr>
    <a:masterClrMapping/>
  </p:clrMapOvr>
  <mc:AlternateContent xmlns:mc="http://schemas.openxmlformats.org/markup-compatibility/2006" xmlns:p14="http://schemas.microsoft.com/office/powerpoint/2010/main">
    <mc:Choice Requires="p14">
      <p:transition spd="slow" p14:dur="2000" advTm="14750"/>
    </mc:Choice>
    <mc:Fallback xmlns="">
      <p:transition spd="slow" advTm="14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0" name="组合 1049"/>
          <p:cNvGrpSpPr/>
          <p:nvPr/>
        </p:nvGrpSpPr>
        <p:grpSpPr>
          <a:xfrm>
            <a:off x="4691238" y="1461480"/>
            <a:ext cx="2809525" cy="2066776"/>
            <a:chOff x="3326607" y="947688"/>
            <a:chExt cx="2140743" cy="1574800"/>
          </a:xfrm>
        </p:grpSpPr>
        <p:grpSp>
          <p:nvGrpSpPr>
            <p:cNvPr id="1045" name="组合 1044"/>
            <p:cNvGrpSpPr/>
            <p:nvPr/>
          </p:nvGrpSpPr>
          <p:grpSpPr>
            <a:xfrm>
              <a:off x="3813175" y="947688"/>
              <a:ext cx="1500187" cy="1498600"/>
              <a:chOff x="1978025" y="1323975"/>
              <a:chExt cx="1500187" cy="1498600"/>
            </a:xfrm>
          </p:grpSpPr>
          <p:sp>
            <p:nvSpPr>
              <p:cNvPr id="10" name="Oval 6"/>
              <p:cNvSpPr>
                <a:spLocks noChangeArrowheads="1"/>
              </p:cNvSpPr>
              <p:nvPr/>
            </p:nvSpPr>
            <p:spPr bwMode="auto">
              <a:xfrm>
                <a:off x="1978025" y="1323975"/>
                <a:ext cx="1500187" cy="1498600"/>
              </a:xfrm>
              <a:prstGeom prst="ellipse">
                <a:avLst/>
              </a:prstGeom>
              <a:solidFill>
                <a:srgbClr val="DEEDF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1" name="Freeform 7"/>
              <p:cNvSpPr/>
              <p:nvPr/>
            </p:nvSpPr>
            <p:spPr bwMode="auto">
              <a:xfrm>
                <a:off x="1978025" y="2073275"/>
                <a:ext cx="1409700" cy="749300"/>
              </a:xfrm>
              <a:custGeom>
                <a:avLst/>
                <a:gdLst>
                  <a:gd name="T0" fmla="*/ 354 w 376"/>
                  <a:gd name="T1" fmla="*/ 94 h 200"/>
                  <a:gd name="T2" fmla="*/ 242 w 376"/>
                  <a:gd name="T3" fmla="*/ 120 h 200"/>
                  <a:gd name="T4" fmla="*/ 25 w 376"/>
                  <a:gd name="T5" fmla="*/ 0 h 200"/>
                  <a:gd name="T6" fmla="*/ 0 w 376"/>
                  <a:gd name="T7" fmla="*/ 1 h 200"/>
                  <a:gd name="T8" fmla="*/ 151 w 376"/>
                  <a:gd name="T9" fmla="*/ 194 h 200"/>
                  <a:gd name="T10" fmla="*/ 200 w 376"/>
                  <a:gd name="T11" fmla="*/ 200 h 200"/>
                  <a:gd name="T12" fmla="*/ 271 w 376"/>
                  <a:gd name="T13" fmla="*/ 187 h 200"/>
                  <a:gd name="T14" fmla="*/ 376 w 376"/>
                  <a:gd name="T15" fmla="*/ 95 h 200"/>
                  <a:gd name="T16" fmla="*/ 354 w 376"/>
                  <a:gd name="T17" fmla="*/ 9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6" h="200">
                    <a:moveTo>
                      <a:pt x="354" y="94"/>
                    </a:moveTo>
                    <a:cubicBezTo>
                      <a:pt x="314" y="94"/>
                      <a:pt x="276" y="103"/>
                      <a:pt x="242" y="120"/>
                    </a:cubicBezTo>
                    <a:cubicBezTo>
                      <a:pt x="196" y="48"/>
                      <a:pt x="116" y="0"/>
                      <a:pt x="25" y="0"/>
                    </a:cubicBezTo>
                    <a:cubicBezTo>
                      <a:pt x="16" y="0"/>
                      <a:pt x="8" y="0"/>
                      <a:pt x="0" y="1"/>
                    </a:cubicBezTo>
                    <a:cubicBezTo>
                      <a:pt x="1" y="94"/>
                      <a:pt x="65" y="172"/>
                      <a:pt x="151" y="194"/>
                    </a:cubicBezTo>
                    <a:cubicBezTo>
                      <a:pt x="167" y="198"/>
                      <a:pt x="183" y="200"/>
                      <a:pt x="200" y="200"/>
                    </a:cubicBezTo>
                    <a:cubicBezTo>
                      <a:pt x="225" y="200"/>
                      <a:pt x="249" y="195"/>
                      <a:pt x="271" y="187"/>
                    </a:cubicBezTo>
                    <a:cubicBezTo>
                      <a:pt x="316" y="169"/>
                      <a:pt x="353" y="137"/>
                      <a:pt x="376" y="95"/>
                    </a:cubicBezTo>
                    <a:cubicBezTo>
                      <a:pt x="369" y="94"/>
                      <a:pt x="362" y="94"/>
                      <a:pt x="354" y="94"/>
                    </a:cubicBezTo>
                    <a:close/>
                  </a:path>
                </a:pathLst>
              </a:custGeom>
              <a:solidFill>
                <a:srgbClr val="C6E6F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2" name="Freeform 8"/>
              <p:cNvSpPr/>
              <p:nvPr/>
            </p:nvSpPr>
            <p:spPr bwMode="auto">
              <a:xfrm>
                <a:off x="2120900" y="1841500"/>
                <a:ext cx="93662" cy="254000"/>
              </a:xfrm>
              <a:custGeom>
                <a:avLst/>
                <a:gdLst>
                  <a:gd name="T0" fmla="*/ 25 w 25"/>
                  <a:gd name="T1" fmla="*/ 25 h 68"/>
                  <a:gd name="T2" fmla="*/ 13 w 25"/>
                  <a:gd name="T3" fmla="*/ 0 h 68"/>
                  <a:gd name="T4" fmla="*/ 0 w 25"/>
                  <a:gd name="T5" fmla="*/ 25 h 68"/>
                  <a:gd name="T6" fmla="*/ 11 w 25"/>
                  <a:gd name="T7" fmla="*/ 50 h 68"/>
                  <a:gd name="T8" fmla="*/ 11 w 25"/>
                  <a:gd name="T9" fmla="*/ 68 h 68"/>
                  <a:gd name="T10" fmla="*/ 15 w 25"/>
                  <a:gd name="T11" fmla="*/ 68 h 68"/>
                  <a:gd name="T12" fmla="*/ 15 w 25"/>
                  <a:gd name="T13" fmla="*/ 50 h 68"/>
                  <a:gd name="T14" fmla="*/ 25 w 25"/>
                  <a:gd name="T15" fmla="*/ 25 h 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68">
                    <a:moveTo>
                      <a:pt x="25" y="25"/>
                    </a:moveTo>
                    <a:cubicBezTo>
                      <a:pt x="25" y="17"/>
                      <a:pt x="21" y="0"/>
                      <a:pt x="13" y="0"/>
                    </a:cubicBezTo>
                    <a:cubicBezTo>
                      <a:pt x="4" y="0"/>
                      <a:pt x="0" y="17"/>
                      <a:pt x="0" y="25"/>
                    </a:cubicBezTo>
                    <a:cubicBezTo>
                      <a:pt x="0" y="32"/>
                      <a:pt x="2" y="48"/>
                      <a:pt x="11" y="50"/>
                    </a:cubicBezTo>
                    <a:cubicBezTo>
                      <a:pt x="11" y="68"/>
                      <a:pt x="11" y="68"/>
                      <a:pt x="11" y="68"/>
                    </a:cubicBezTo>
                    <a:cubicBezTo>
                      <a:pt x="15" y="68"/>
                      <a:pt x="15" y="68"/>
                      <a:pt x="15" y="68"/>
                    </a:cubicBezTo>
                    <a:cubicBezTo>
                      <a:pt x="15" y="50"/>
                      <a:pt x="15" y="50"/>
                      <a:pt x="15" y="50"/>
                    </a:cubicBezTo>
                    <a:cubicBezTo>
                      <a:pt x="24" y="48"/>
                      <a:pt x="25" y="32"/>
                      <a:pt x="25" y="25"/>
                    </a:cubicBezTo>
                    <a:close/>
                  </a:path>
                </a:pathLst>
              </a:custGeom>
              <a:solidFill>
                <a:srgbClr val="C6E6F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3" name="Freeform 9"/>
              <p:cNvSpPr/>
              <p:nvPr/>
            </p:nvSpPr>
            <p:spPr bwMode="auto">
              <a:xfrm>
                <a:off x="3246438" y="1773238"/>
                <a:ext cx="74612" cy="206375"/>
              </a:xfrm>
              <a:custGeom>
                <a:avLst/>
                <a:gdLst>
                  <a:gd name="T0" fmla="*/ 20 w 20"/>
                  <a:gd name="T1" fmla="*/ 20 h 55"/>
                  <a:gd name="T2" fmla="*/ 10 w 20"/>
                  <a:gd name="T3" fmla="*/ 0 h 55"/>
                  <a:gd name="T4" fmla="*/ 0 w 20"/>
                  <a:gd name="T5" fmla="*/ 20 h 55"/>
                  <a:gd name="T6" fmla="*/ 9 w 20"/>
                  <a:gd name="T7" fmla="*/ 41 h 55"/>
                  <a:gd name="T8" fmla="*/ 9 w 20"/>
                  <a:gd name="T9" fmla="*/ 55 h 55"/>
                  <a:gd name="T10" fmla="*/ 12 w 20"/>
                  <a:gd name="T11" fmla="*/ 55 h 55"/>
                  <a:gd name="T12" fmla="*/ 12 w 20"/>
                  <a:gd name="T13" fmla="*/ 41 h 55"/>
                  <a:gd name="T14" fmla="*/ 20 w 20"/>
                  <a:gd name="T15" fmla="*/ 20 h 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 h="55">
                    <a:moveTo>
                      <a:pt x="20" y="20"/>
                    </a:moveTo>
                    <a:cubicBezTo>
                      <a:pt x="20" y="14"/>
                      <a:pt x="17" y="0"/>
                      <a:pt x="10" y="0"/>
                    </a:cubicBezTo>
                    <a:cubicBezTo>
                      <a:pt x="4" y="0"/>
                      <a:pt x="0" y="14"/>
                      <a:pt x="0" y="20"/>
                    </a:cubicBezTo>
                    <a:cubicBezTo>
                      <a:pt x="0" y="26"/>
                      <a:pt x="2" y="39"/>
                      <a:pt x="9" y="41"/>
                    </a:cubicBezTo>
                    <a:cubicBezTo>
                      <a:pt x="9" y="55"/>
                      <a:pt x="9" y="55"/>
                      <a:pt x="9" y="55"/>
                    </a:cubicBezTo>
                    <a:cubicBezTo>
                      <a:pt x="12" y="55"/>
                      <a:pt x="12" y="55"/>
                      <a:pt x="12" y="55"/>
                    </a:cubicBezTo>
                    <a:cubicBezTo>
                      <a:pt x="12" y="41"/>
                      <a:pt x="12" y="41"/>
                      <a:pt x="12" y="41"/>
                    </a:cubicBezTo>
                    <a:cubicBezTo>
                      <a:pt x="19" y="39"/>
                      <a:pt x="20" y="26"/>
                      <a:pt x="20" y="20"/>
                    </a:cubicBezTo>
                    <a:close/>
                  </a:path>
                </a:pathLst>
              </a:custGeom>
              <a:solidFill>
                <a:srgbClr val="C6E6F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grpSp>
          <p:nvGrpSpPr>
            <p:cNvPr id="1047" name="组合 1046"/>
            <p:cNvGrpSpPr/>
            <p:nvPr/>
          </p:nvGrpSpPr>
          <p:grpSpPr>
            <a:xfrm>
              <a:off x="3326607" y="1922413"/>
              <a:ext cx="446087" cy="581026"/>
              <a:chOff x="3326607" y="2279650"/>
              <a:chExt cx="446087" cy="581026"/>
            </a:xfrm>
          </p:grpSpPr>
          <p:sp>
            <p:nvSpPr>
              <p:cNvPr id="1024" name="Line 28"/>
              <p:cNvSpPr>
                <a:spLocks noChangeShapeType="1"/>
              </p:cNvSpPr>
              <p:nvPr/>
            </p:nvSpPr>
            <p:spPr bwMode="auto">
              <a:xfrm>
                <a:off x="3328988" y="2859782"/>
                <a:ext cx="230187" cy="0"/>
              </a:xfrm>
              <a:prstGeom prst="line">
                <a:avLst/>
              </a:prstGeom>
              <a:noFill/>
              <a:ln w="6350" cap="rnd">
                <a:solidFill>
                  <a:srgbClr val="12B789"/>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1025" name="Line 29"/>
              <p:cNvSpPr>
                <a:spLocks noChangeShapeType="1"/>
              </p:cNvSpPr>
              <p:nvPr/>
            </p:nvSpPr>
            <p:spPr bwMode="auto">
              <a:xfrm>
                <a:off x="3592512" y="2859782"/>
                <a:ext cx="49212" cy="0"/>
              </a:xfrm>
              <a:prstGeom prst="line">
                <a:avLst/>
              </a:prstGeom>
              <a:noFill/>
              <a:ln w="6350" cap="rnd">
                <a:solidFill>
                  <a:srgbClr val="12B789"/>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grpSp>
            <p:nvGrpSpPr>
              <p:cNvPr id="1043" name="组合 1042"/>
              <p:cNvGrpSpPr/>
              <p:nvPr/>
            </p:nvGrpSpPr>
            <p:grpSpPr>
              <a:xfrm>
                <a:off x="3326607" y="2279650"/>
                <a:ext cx="446087" cy="581026"/>
                <a:chOff x="1493838" y="2298700"/>
                <a:chExt cx="446087" cy="581026"/>
              </a:xfrm>
            </p:grpSpPr>
            <p:sp>
              <p:nvSpPr>
                <p:cNvPr id="1027" name="Freeform 30"/>
                <p:cNvSpPr/>
                <p:nvPr/>
              </p:nvSpPr>
              <p:spPr bwMode="auto">
                <a:xfrm>
                  <a:off x="1520825" y="2317750"/>
                  <a:ext cx="400050" cy="512763"/>
                </a:xfrm>
                <a:custGeom>
                  <a:avLst/>
                  <a:gdLst>
                    <a:gd name="T0" fmla="*/ 37 w 252"/>
                    <a:gd name="T1" fmla="*/ 323 h 323"/>
                    <a:gd name="T2" fmla="*/ 0 w 252"/>
                    <a:gd name="T3" fmla="*/ 295 h 323"/>
                    <a:gd name="T4" fmla="*/ 215 w 252"/>
                    <a:gd name="T5" fmla="*/ 0 h 323"/>
                    <a:gd name="T6" fmla="*/ 252 w 252"/>
                    <a:gd name="T7" fmla="*/ 28 h 323"/>
                    <a:gd name="T8" fmla="*/ 37 w 252"/>
                    <a:gd name="T9" fmla="*/ 323 h 323"/>
                  </a:gdLst>
                  <a:ahLst/>
                  <a:cxnLst>
                    <a:cxn ang="0">
                      <a:pos x="T0" y="T1"/>
                    </a:cxn>
                    <a:cxn ang="0">
                      <a:pos x="T2" y="T3"/>
                    </a:cxn>
                    <a:cxn ang="0">
                      <a:pos x="T4" y="T5"/>
                    </a:cxn>
                    <a:cxn ang="0">
                      <a:pos x="T6" y="T7"/>
                    </a:cxn>
                    <a:cxn ang="0">
                      <a:pos x="T8" y="T9"/>
                    </a:cxn>
                  </a:cxnLst>
                  <a:rect l="0" t="0" r="r" b="b"/>
                  <a:pathLst>
                    <a:path w="252" h="323">
                      <a:moveTo>
                        <a:pt x="37" y="323"/>
                      </a:moveTo>
                      <a:lnTo>
                        <a:pt x="0" y="295"/>
                      </a:lnTo>
                      <a:lnTo>
                        <a:pt x="215" y="0"/>
                      </a:lnTo>
                      <a:lnTo>
                        <a:pt x="252" y="28"/>
                      </a:lnTo>
                      <a:lnTo>
                        <a:pt x="37" y="323"/>
                      </a:lnTo>
                      <a:close/>
                    </a:path>
                  </a:pathLst>
                </a:custGeom>
                <a:solidFill>
                  <a:srgbClr val="FFBC6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28" name="Freeform 31"/>
                <p:cNvSpPr/>
                <p:nvPr/>
              </p:nvSpPr>
              <p:spPr bwMode="auto">
                <a:xfrm>
                  <a:off x="1768475" y="2317750"/>
                  <a:ext cx="152400" cy="171450"/>
                </a:xfrm>
                <a:custGeom>
                  <a:avLst/>
                  <a:gdLst>
                    <a:gd name="T0" fmla="*/ 40 w 96"/>
                    <a:gd name="T1" fmla="*/ 108 h 108"/>
                    <a:gd name="T2" fmla="*/ 0 w 96"/>
                    <a:gd name="T3" fmla="*/ 80 h 108"/>
                    <a:gd name="T4" fmla="*/ 59 w 96"/>
                    <a:gd name="T5" fmla="*/ 0 h 108"/>
                    <a:gd name="T6" fmla="*/ 96 w 96"/>
                    <a:gd name="T7" fmla="*/ 28 h 108"/>
                    <a:gd name="T8" fmla="*/ 40 w 96"/>
                    <a:gd name="T9" fmla="*/ 108 h 108"/>
                  </a:gdLst>
                  <a:ahLst/>
                  <a:cxnLst>
                    <a:cxn ang="0">
                      <a:pos x="T0" y="T1"/>
                    </a:cxn>
                    <a:cxn ang="0">
                      <a:pos x="T2" y="T3"/>
                    </a:cxn>
                    <a:cxn ang="0">
                      <a:pos x="T4" y="T5"/>
                    </a:cxn>
                    <a:cxn ang="0">
                      <a:pos x="T6" y="T7"/>
                    </a:cxn>
                    <a:cxn ang="0">
                      <a:pos x="T8" y="T9"/>
                    </a:cxn>
                  </a:cxnLst>
                  <a:rect l="0" t="0" r="r" b="b"/>
                  <a:pathLst>
                    <a:path w="96" h="108">
                      <a:moveTo>
                        <a:pt x="40" y="108"/>
                      </a:moveTo>
                      <a:lnTo>
                        <a:pt x="0" y="80"/>
                      </a:lnTo>
                      <a:lnTo>
                        <a:pt x="59" y="0"/>
                      </a:lnTo>
                      <a:lnTo>
                        <a:pt x="96" y="28"/>
                      </a:lnTo>
                      <a:lnTo>
                        <a:pt x="40" y="108"/>
                      </a:lnTo>
                      <a:close/>
                    </a:path>
                  </a:pathLst>
                </a:custGeom>
                <a:solidFill>
                  <a:srgbClr val="FF910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29" name="Freeform 32"/>
                <p:cNvSpPr/>
                <p:nvPr/>
              </p:nvSpPr>
              <p:spPr bwMode="auto">
                <a:xfrm>
                  <a:off x="1738313" y="2376488"/>
                  <a:ext cx="130175" cy="169863"/>
                </a:xfrm>
                <a:custGeom>
                  <a:avLst/>
                  <a:gdLst>
                    <a:gd name="T0" fmla="*/ 4 w 35"/>
                    <a:gd name="T1" fmla="*/ 44 h 45"/>
                    <a:gd name="T2" fmla="*/ 1 w 35"/>
                    <a:gd name="T3" fmla="*/ 44 h 45"/>
                    <a:gd name="T4" fmla="*/ 1 w 35"/>
                    <a:gd name="T5" fmla="*/ 44 h 45"/>
                    <a:gd name="T6" fmla="*/ 1 w 35"/>
                    <a:gd name="T7" fmla="*/ 42 h 45"/>
                    <a:gd name="T8" fmla="*/ 31 w 35"/>
                    <a:gd name="T9" fmla="*/ 1 h 45"/>
                    <a:gd name="T10" fmla="*/ 33 w 35"/>
                    <a:gd name="T11" fmla="*/ 1 h 45"/>
                    <a:gd name="T12" fmla="*/ 33 w 35"/>
                    <a:gd name="T13" fmla="*/ 1 h 45"/>
                    <a:gd name="T14" fmla="*/ 34 w 35"/>
                    <a:gd name="T15" fmla="*/ 3 h 45"/>
                    <a:gd name="T16" fmla="*/ 4 w 35"/>
                    <a:gd name="T1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5">
                      <a:moveTo>
                        <a:pt x="4" y="44"/>
                      </a:moveTo>
                      <a:cubicBezTo>
                        <a:pt x="3" y="45"/>
                        <a:pt x="2" y="45"/>
                        <a:pt x="1" y="44"/>
                      </a:cubicBezTo>
                      <a:cubicBezTo>
                        <a:pt x="1" y="44"/>
                        <a:pt x="1" y="44"/>
                        <a:pt x="1" y="44"/>
                      </a:cubicBezTo>
                      <a:cubicBezTo>
                        <a:pt x="1" y="44"/>
                        <a:pt x="0" y="43"/>
                        <a:pt x="1" y="42"/>
                      </a:cubicBezTo>
                      <a:cubicBezTo>
                        <a:pt x="31" y="1"/>
                        <a:pt x="31" y="1"/>
                        <a:pt x="31" y="1"/>
                      </a:cubicBezTo>
                      <a:cubicBezTo>
                        <a:pt x="31" y="0"/>
                        <a:pt x="32" y="0"/>
                        <a:pt x="33" y="1"/>
                      </a:cubicBezTo>
                      <a:cubicBezTo>
                        <a:pt x="33" y="1"/>
                        <a:pt x="33" y="1"/>
                        <a:pt x="33" y="1"/>
                      </a:cubicBezTo>
                      <a:cubicBezTo>
                        <a:pt x="34" y="2"/>
                        <a:pt x="35" y="3"/>
                        <a:pt x="34" y="3"/>
                      </a:cubicBezTo>
                      <a:lnTo>
                        <a:pt x="4" y="4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30" name="Freeform 33"/>
                <p:cNvSpPr/>
                <p:nvPr/>
              </p:nvSpPr>
              <p:spPr bwMode="auto">
                <a:xfrm>
                  <a:off x="1854200" y="2298700"/>
                  <a:ext cx="85725" cy="66675"/>
                </a:xfrm>
                <a:custGeom>
                  <a:avLst/>
                  <a:gdLst>
                    <a:gd name="T0" fmla="*/ 22 w 23"/>
                    <a:gd name="T1" fmla="*/ 17 h 18"/>
                    <a:gd name="T2" fmla="*/ 18 w 23"/>
                    <a:gd name="T3" fmla="*/ 17 h 18"/>
                    <a:gd name="T4" fmla="*/ 2 w 23"/>
                    <a:gd name="T5" fmla="*/ 5 h 18"/>
                    <a:gd name="T6" fmla="*/ 1 w 23"/>
                    <a:gd name="T7" fmla="*/ 1 h 18"/>
                    <a:gd name="T8" fmla="*/ 1 w 23"/>
                    <a:gd name="T9" fmla="*/ 1 h 18"/>
                    <a:gd name="T10" fmla="*/ 5 w 23"/>
                    <a:gd name="T11" fmla="*/ 1 h 18"/>
                    <a:gd name="T12" fmla="*/ 22 w 23"/>
                    <a:gd name="T13" fmla="*/ 13 h 18"/>
                    <a:gd name="T14" fmla="*/ 22 w 23"/>
                    <a:gd name="T15" fmla="*/ 17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18">
                      <a:moveTo>
                        <a:pt x="22" y="17"/>
                      </a:moveTo>
                      <a:cubicBezTo>
                        <a:pt x="21" y="18"/>
                        <a:pt x="20" y="18"/>
                        <a:pt x="18" y="17"/>
                      </a:cubicBezTo>
                      <a:cubicBezTo>
                        <a:pt x="2" y="5"/>
                        <a:pt x="2" y="5"/>
                        <a:pt x="2" y="5"/>
                      </a:cubicBezTo>
                      <a:cubicBezTo>
                        <a:pt x="1" y="4"/>
                        <a:pt x="0" y="3"/>
                        <a:pt x="1" y="1"/>
                      </a:cubicBezTo>
                      <a:cubicBezTo>
                        <a:pt x="1" y="1"/>
                        <a:pt x="1" y="1"/>
                        <a:pt x="1" y="1"/>
                      </a:cubicBezTo>
                      <a:cubicBezTo>
                        <a:pt x="2" y="0"/>
                        <a:pt x="4" y="0"/>
                        <a:pt x="5" y="1"/>
                      </a:cubicBezTo>
                      <a:cubicBezTo>
                        <a:pt x="22" y="13"/>
                        <a:pt x="22" y="13"/>
                        <a:pt x="22" y="13"/>
                      </a:cubicBezTo>
                      <a:cubicBezTo>
                        <a:pt x="23" y="14"/>
                        <a:pt x="23" y="16"/>
                        <a:pt x="22" y="17"/>
                      </a:cubicBezTo>
                      <a:close/>
                    </a:path>
                  </a:pathLst>
                </a:custGeom>
                <a:solidFill>
                  <a:srgbClr val="502E1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31" name="Freeform 34"/>
                <p:cNvSpPr/>
                <p:nvPr/>
              </p:nvSpPr>
              <p:spPr bwMode="auto">
                <a:xfrm>
                  <a:off x="1493838" y="2786063"/>
                  <a:ext cx="85725" cy="93663"/>
                </a:xfrm>
                <a:custGeom>
                  <a:avLst/>
                  <a:gdLst>
                    <a:gd name="T0" fmla="*/ 0 w 54"/>
                    <a:gd name="T1" fmla="*/ 59 h 59"/>
                    <a:gd name="T2" fmla="*/ 17 w 54"/>
                    <a:gd name="T3" fmla="*/ 0 h 59"/>
                    <a:gd name="T4" fmla="*/ 54 w 54"/>
                    <a:gd name="T5" fmla="*/ 28 h 59"/>
                    <a:gd name="T6" fmla="*/ 0 w 54"/>
                    <a:gd name="T7" fmla="*/ 59 h 59"/>
                  </a:gdLst>
                  <a:ahLst/>
                  <a:cxnLst>
                    <a:cxn ang="0">
                      <a:pos x="T0" y="T1"/>
                    </a:cxn>
                    <a:cxn ang="0">
                      <a:pos x="T2" y="T3"/>
                    </a:cxn>
                    <a:cxn ang="0">
                      <a:pos x="T4" y="T5"/>
                    </a:cxn>
                    <a:cxn ang="0">
                      <a:pos x="T6" y="T7"/>
                    </a:cxn>
                  </a:cxnLst>
                  <a:rect l="0" t="0" r="r" b="b"/>
                  <a:pathLst>
                    <a:path w="54" h="59">
                      <a:moveTo>
                        <a:pt x="0" y="59"/>
                      </a:moveTo>
                      <a:lnTo>
                        <a:pt x="17" y="0"/>
                      </a:lnTo>
                      <a:lnTo>
                        <a:pt x="54" y="28"/>
                      </a:lnTo>
                      <a:lnTo>
                        <a:pt x="0" y="59"/>
                      </a:lnTo>
                      <a:close/>
                    </a:path>
                  </a:pathLst>
                </a:custGeom>
                <a:solidFill>
                  <a:srgbClr val="FDE17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32" name="Freeform 35"/>
                <p:cNvSpPr/>
                <p:nvPr/>
              </p:nvSpPr>
              <p:spPr bwMode="auto">
                <a:xfrm>
                  <a:off x="1520825" y="2778125"/>
                  <a:ext cx="66675" cy="52388"/>
                </a:xfrm>
                <a:custGeom>
                  <a:avLst/>
                  <a:gdLst>
                    <a:gd name="T0" fmla="*/ 42 w 42"/>
                    <a:gd name="T1" fmla="*/ 28 h 33"/>
                    <a:gd name="T2" fmla="*/ 2 w 42"/>
                    <a:gd name="T3" fmla="*/ 0 h 33"/>
                    <a:gd name="T4" fmla="*/ 0 w 42"/>
                    <a:gd name="T5" fmla="*/ 5 h 33"/>
                    <a:gd name="T6" fmla="*/ 37 w 42"/>
                    <a:gd name="T7" fmla="*/ 33 h 33"/>
                    <a:gd name="T8" fmla="*/ 42 w 42"/>
                    <a:gd name="T9" fmla="*/ 28 h 33"/>
                  </a:gdLst>
                  <a:ahLst/>
                  <a:cxnLst>
                    <a:cxn ang="0">
                      <a:pos x="T0" y="T1"/>
                    </a:cxn>
                    <a:cxn ang="0">
                      <a:pos x="T2" y="T3"/>
                    </a:cxn>
                    <a:cxn ang="0">
                      <a:pos x="T4" y="T5"/>
                    </a:cxn>
                    <a:cxn ang="0">
                      <a:pos x="T6" y="T7"/>
                    </a:cxn>
                    <a:cxn ang="0">
                      <a:pos x="T8" y="T9"/>
                    </a:cxn>
                  </a:cxnLst>
                  <a:rect l="0" t="0" r="r" b="b"/>
                  <a:pathLst>
                    <a:path w="42" h="33">
                      <a:moveTo>
                        <a:pt x="42" y="28"/>
                      </a:moveTo>
                      <a:lnTo>
                        <a:pt x="2" y="0"/>
                      </a:lnTo>
                      <a:lnTo>
                        <a:pt x="0" y="5"/>
                      </a:lnTo>
                      <a:lnTo>
                        <a:pt x="37" y="33"/>
                      </a:lnTo>
                      <a:lnTo>
                        <a:pt x="42" y="28"/>
                      </a:lnTo>
                      <a:close/>
                    </a:path>
                  </a:pathLst>
                </a:custGeom>
                <a:solidFill>
                  <a:srgbClr val="502E1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33" name="Freeform 36"/>
                <p:cNvSpPr/>
                <p:nvPr/>
              </p:nvSpPr>
              <p:spPr bwMode="auto">
                <a:xfrm>
                  <a:off x="1493838" y="2857500"/>
                  <a:ext cx="22225" cy="22225"/>
                </a:xfrm>
                <a:custGeom>
                  <a:avLst/>
                  <a:gdLst>
                    <a:gd name="T0" fmla="*/ 5 w 14"/>
                    <a:gd name="T1" fmla="*/ 0 h 14"/>
                    <a:gd name="T2" fmla="*/ 0 w 14"/>
                    <a:gd name="T3" fmla="*/ 14 h 14"/>
                    <a:gd name="T4" fmla="*/ 14 w 14"/>
                    <a:gd name="T5" fmla="*/ 7 h 14"/>
                    <a:gd name="T6" fmla="*/ 5 w 14"/>
                    <a:gd name="T7" fmla="*/ 0 h 14"/>
                  </a:gdLst>
                  <a:ahLst/>
                  <a:cxnLst>
                    <a:cxn ang="0">
                      <a:pos x="T0" y="T1"/>
                    </a:cxn>
                    <a:cxn ang="0">
                      <a:pos x="T2" y="T3"/>
                    </a:cxn>
                    <a:cxn ang="0">
                      <a:pos x="T4" y="T5"/>
                    </a:cxn>
                    <a:cxn ang="0">
                      <a:pos x="T6" y="T7"/>
                    </a:cxn>
                  </a:cxnLst>
                  <a:rect l="0" t="0" r="r" b="b"/>
                  <a:pathLst>
                    <a:path w="14" h="14">
                      <a:moveTo>
                        <a:pt x="5" y="0"/>
                      </a:moveTo>
                      <a:lnTo>
                        <a:pt x="0" y="14"/>
                      </a:lnTo>
                      <a:lnTo>
                        <a:pt x="14" y="7"/>
                      </a:lnTo>
                      <a:lnTo>
                        <a:pt x="5" y="0"/>
                      </a:lnTo>
                      <a:close/>
                    </a:path>
                  </a:pathLst>
                </a:custGeom>
                <a:solidFill>
                  <a:srgbClr val="12B789"/>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grpSp>
        <p:grpSp>
          <p:nvGrpSpPr>
            <p:cNvPr id="1044" name="组合 1043"/>
            <p:cNvGrpSpPr/>
            <p:nvPr/>
          </p:nvGrpSpPr>
          <p:grpSpPr>
            <a:xfrm>
              <a:off x="4121150" y="1190576"/>
              <a:ext cx="1346200" cy="1114425"/>
              <a:chOff x="2286000" y="1566863"/>
              <a:chExt cx="1346200" cy="1114425"/>
            </a:xfrm>
          </p:grpSpPr>
          <p:sp>
            <p:nvSpPr>
              <p:cNvPr id="14" name="Freeform 10"/>
              <p:cNvSpPr/>
              <p:nvPr/>
            </p:nvSpPr>
            <p:spPr bwMode="auto">
              <a:xfrm>
                <a:off x="2878138" y="2343150"/>
                <a:ext cx="379412" cy="19050"/>
              </a:xfrm>
              <a:custGeom>
                <a:avLst/>
                <a:gdLst>
                  <a:gd name="T0" fmla="*/ 0 w 239"/>
                  <a:gd name="T1" fmla="*/ 12 h 12"/>
                  <a:gd name="T2" fmla="*/ 217 w 239"/>
                  <a:gd name="T3" fmla="*/ 12 h 12"/>
                  <a:gd name="T4" fmla="*/ 239 w 239"/>
                  <a:gd name="T5" fmla="*/ 0 h 12"/>
                  <a:gd name="T6" fmla="*/ 0 w 239"/>
                  <a:gd name="T7" fmla="*/ 0 h 12"/>
                  <a:gd name="T8" fmla="*/ 0 w 239"/>
                  <a:gd name="T9" fmla="*/ 12 h 12"/>
                </a:gdLst>
                <a:ahLst/>
                <a:cxnLst>
                  <a:cxn ang="0">
                    <a:pos x="T0" y="T1"/>
                  </a:cxn>
                  <a:cxn ang="0">
                    <a:pos x="T2" y="T3"/>
                  </a:cxn>
                  <a:cxn ang="0">
                    <a:pos x="T4" y="T5"/>
                  </a:cxn>
                  <a:cxn ang="0">
                    <a:pos x="T6" y="T7"/>
                  </a:cxn>
                  <a:cxn ang="0">
                    <a:pos x="T8" y="T9"/>
                  </a:cxn>
                </a:cxnLst>
                <a:rect l="0" t="0" r="r" b="b"/>
                <a:pathLst>
                  <a:path w="239" h="12">
                    <a:moveTo>
                      <a:pt x="0" y="12"/>
                    </a:moveTo>
                    <a:lnTo>
                      <a:pt x="217" y="12"/>
                    </a:lnTo>
                    <a:lnTo>
                      <a:pt x="239" y="0"/>
                    </a:lnTo>
                    <a:lnTo>
                      <a:pt x="0" y="0"/>
                    </a:lnTo>
                    <a:lnTo>
                      <a:pt x="0" y="12"/>
                    </a:lnTo>
                    <a:close/>
                  </a:path>
                </a:pathLst>
              </a:custGeom>
              <a:solidFill>
                <a:srgbClr val="B7C8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5" name="Freeform 11"/>
              <p:cNvSpPr/>
              <p:nvPr/>
            </p:nvSpPr>
            <p:spPr bwMode="auto">
              <a:xfrm>
                <a:off x="3257550" y="2241550"/>
                <a:ext cx="374650" cy="15875"/>
              </a:xfrm>
              <a:custGeom>
                <a:avLst/>
                <a:gdLst>
                  <a:gd name="T0" fmla="*/ 0 w 236"/>
                  <a:gd name="T1" fmla="*/ 10 h 10"/>
                  <a:gd name="T2" fmla="*/ 215 w 236"/>
                  <a:gd name="T3" fmla="*/ 10 h 10"/>
                  <a:gd name="T4" fmla="*/ 236 w 236"/>
                  <a:gd name="T5" fmla="*/ 0 h 10"/>
                  <a:gd name="T6" fmla="*/ 0 w 236"/>
                  <a:gd name="T7" fmla="*/ 0 h 10"/>
                  <a:gd name="T8" fmla="*/ 0 w 236"/>
                  <a:gd name="T9" fmla="*/ 10 h 10"/>
                </a:gdLst>
                <a:ahLst/>
                <a:cxnLst>
                  <a:cxn ang="0">
                    <a:pos x="T0" y="T1"/>
                  </a:cxn>
                  <a:cxn ang="0">
                    <a:pos x="T2" y="T3"/>
                  </a:cxn>
                  <a:cxn ang="0">
                    <a:pos x="T4" y="T5"/>
                  </a:cxn>
                  <a:cxn ang="0">
                    <a:pos x="T6" y="T7"/>
                  </a:cxn>
                  <a:cxn ang="0">
                    <a:pos x="T8" y="T9"/>
                  </a:cxn>
                </a:cxnLst>
                <a:rect l="0" t="0" r="r" b="b"/>
                <a:pathLst>
                  <a:path w="236" h="10">
                    <a:moveTo>
                      <a:pt x="0" y="10"/>
                    </a:moveTo>
                    <a:lnTo>
                      <a:pt x="215" y="10"/>
                    </a:lnTo>
                    <a:lnTo>
                      <a:pt x="236" y="0"/>
                    </a:lnTo>
                    <a:lnTo>
                      <a:pt x="0" y="0"/>
                    </a:lnTo>
                    <a:lnTo>
                      <a:pt x="0" y="10"/>
                    </a:lnTo>
                    <a:close/>
                  </a:path>
                </a:pathLst>
              </a:custGeom>
              <a:solidFill>
                <a:srgbClr val="B7C8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7" name="Freeform 13"/>
              <p:cNvSpPr/>
              <p:nvPr/>
            </p:nvSpPr>
            <p:spPr bwMode="auto">
              <a:xfrm>
                <a:off x="3128963" y="1968500"/>
                <a:ext cx="376237" cy="374650"/>
              </a:xfrm>
              <a:custGeom>
                <a:avLst/>
                <a:gdLst>
                  <a:gd name="T0" fmla="*/ 100 w 100"/>
                  <a:gd name="T1" fmla="*/ 0 h 100"/>
                  <a:gd name="T2" fmla="*/ 67 w 100"/>
                  <a:gd name="T3" fmla="*/ 0 h 100"/>
                  <a:gd name="T4" fmla="*/ 0 w 100"/>
                  <a:gd name="T5" fmla="*/ 0 h 100"/>
                  <a:gd name="T6" fmla="*/ 0 w 100"/>
                  <a:gd name="T7" fmla="*/ 67 h 100"/>
                  <a:gd name="T8" fmla="*/ 34 w 100"/>
                  <a:gd name="T9" fmla="*/ 100 h 100"/>
                  <a:gd name="T10" fmla="*/ 67 w 100"/>
                  <a:gd name="T11" fmla="*/ 67 h 100"/>
                  <a:gd name="T12" fmla="*/ 67 w 100"/>
                  <a:gd name="T13" fmla="*/ 34 h 100"/>
                  <a:gd name="T14" fmla="*/ 100 w 100"/>
                  <a:gd name="T15" fmla="*/ 0 h 1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0" h="100">
                    <a:moveTo>
                      <a:pt x="100" y="0"/>
                    </a:moveTo>
                    <a:cubicBezTo>
                      <a:pt x="67" y="0"/>
                      <a:pt x="67" y="0"/>
                      <a:pt x="67" y="0"/>
                    </a:cubicBezTo>
                    <a:cubicBezTo>
                      <a:pt x="0" y="0"/>
                      <a:pt x="0" y="0"/>
                      <a:pt x="0" y="0"/>
                    </a:cubicBezTo>
                    <a:cubicBezTo>
                      <a:pt x="0" y="67"/>
                      <a:pt x="0" y="67"/>
                      <a:pt x="0" y="67"/>
                    </a:cubicBezTo>
                    <a:cubicBezTo>
                      <a:pt x="0" y="85"/>
                      <a:pt x="15" y="100"/>
                      <a:pt x="34" y="100"/>
                    </a:cubicBezTo>
                    <a:cubicBezTo>
                      <a:pt x="52" y="100"/>
                      <a:pt x="67" y="85"/>
                      <a:pt x="67" y="67"/>
                    </a:cubicBezTo>
                    <a:cubicBezTo>
                      <a:pt x="67" y="34"/>
                      <a:pt x="67" y="34"/>
                      <a:pt x="67" y="34"/>
                    </a:cubicBezTo>
                    <a:cubicBezTo>
                      <a:pt x="67" y="15"/>
                      <a:pt x="82" y="0"/>
                      <a:pt x="100" y="0"/>
                    </a:cubicBezTo>
                    <a:close/>
                  </a:path>
                </a:pathLst>
              </a:custGeom>
              <a:solidFill>
                <a:srgbClr val="12B789"/>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8" name="Freeform 14"/>
              <p:cNvSpPr/>
              <p:nvPr/>
            </p:nvSpPr>
            <p:spPr bwMode="auto">
              <a:xfrm>
                <a:off x="3381375" y="1968500"/>
                <a:ext cx="250825" cy="273050"/>
              </a:xfrm>
              <a:custGeom>
                <a:avLst/>
                <a:gdLst>
                  <a:gd name="T0" fmla="*/ 33 w 67"/>
                  <a:gd name="T1" fmla="*/ 0 h 73"/>
                  <a:gd name="T2" fmla="*/ 0 w 67"/>
                  <a:gd name="T3" fmla="*/ 34 h 73"/>
                  <a:gd name="T4" fmla="*/ 0 w 67"/>
                  <a:gd name="T5" fmla="*/ 73 h 73"/>
                  <a:gd name="T6" fmla="*/ 67 w 67"/>
                  <a:gd name="T7" fmla="*/ 73 h 73"/>
                  <a:gd name="T8" fmla="*/ 67 w 67"/>
                  <a:gd name="T9" fmla="*/ 34 h 73"/>
                  <a:gd name="T10" fmla="*/ 33 w 67"/>
                  <a:gd name="T11" fmla="*/ 0 h 73"/>
                </a:gdLst>
                <a:ahLst/>
                <a:cxnLst>
                  <a:cxn ang="0">
                    <a:pos x="T0" y="T1"/>
                  </a:cxn>
                  <a:cxn ang="0">
                    <a:pos x="T2" y="T3"/>
                  </a:cxn>
                  <a:cxn ang="0">
                    <a:pos x="T4" y="T5"/>
                  </a:cxn>
                  <a:cxn ang="0">
                    <a:pos x="T6" y="T7"/>
                  </a:cxn>
                  <a:cxn ang="0">
                    <a:pos x="T8" y="T9"/>
                  </a:cxn>
                  <a:cxn ang="0">
                    <a:pos x="T10" y="T11"/>
                  </a:cxn>
                </a:cxnLst>
                <a:rect l="0" t="0" r="r" b="b"/>
                <a:pathLst>
                  <a:path w="67" h="73">
                    <a:moveTo>
                      <a:pt x="33" y="0"/>
                    </a:moveTo>
                    <a:cubicBezTo>
                      <a:pt x="15" y="0"/>
                      <a:pt x="0" y="15"/>
                      <a:pt x="0" y="34"/>
                    </a:cubicBezTo>
                    <a:cubicBezTo>
                      <a:pt x="0" y="73"/>
                      <a:pt x="0" y="73"/>
                      <a:pt x="0" y="73"/>
                    </a:cubicBezTo>
                    <a:cubicBezTo>
                      <a:pt x="67" y="73"/>
                      <a:pt x="67" y="73"/>
                      <a:pt x="67" y="73"/>
                    </a:cubicBezTo>
                    <a:cubicBezTo>
                      <a:pt x="67" y="34"/>
                      <a:pt x="67" y="34"/>
                      <a:pt x="67" y="34"/>
                    </a:cubicBezTo>
                    <a:cubicBezTo>
                      <a:pt x="67" y="15"/>
                      <a:pt x="52" y="0"/>
                      <a:pt x="33"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29" name="Line 25"/>
              <p:cNvSpPr>
                <a:spLocks noChangeShapeType="1"/>
              </p:cNvSpPr>
              <p:nvPr/>
            </p:nvSpPr>
            <p:spPr bwMode="auto">
              <a:xfrm>
                <a:off x="2905125" y="2073275"/>
                <a:ext cx="377825" cy="0"/>
              </a:xfrm>
              <a:prstGeom prst="line">
                <a:avLst/>
              </a:prstGeom>
              <a:noFill/>
              <a:ln w="6350" cap="rnd">
                <a:solidFill>
                  <a:srgbClr val="FFFFFF"/>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30" name="Line 26"/>
              <p:cNvSpPr>
                <a:spLocks noChangeShapeType="1"/>
              </p:cNvSpPr>
              <p:nvPr/>
            </p:nvSpPr>
            <p:spPr bwMode="auto">
              <a:xfrm>
                <a:off x="2905125" y="2216150"/>
                <a:ext cx="377825" cy="0"/>
              </a:xfrm>
              <a:prstGeom prst="line">
                <a:avLst/>
              </a:prstGeom>
              <a:noFill/>
              <a:ln w="6350" cap="rnd">
                <a:solidFill>
                  <a:srgbClr val="FFFFFF"/>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16" name="Freeform 12"/>
              <p:cNvSpPr/>
              <p:nvPr/>
            </p:nvSpPr>
            <p:spPr bwMode="auto">
              <a:xfrm>
                <a:off x="2878138" y="1566863"/>
                <a:ext cx="379412" cy="776288"/>
              </a:xfrm>
              <a:custGeom>
                <a:avLst/>
                <a:gdLst>
                  <a:gd name="T0" fmla="*/ 67 w 101"/>
                  <a:gd name="T1" fmla="*/ 174 h 207"/>
                  <a:gd name="T2" fmla="*/ 67 w 101"/>
                  <a:gd name="T3" fmla="*/ 33 h 207"/>
                  <a:gd name="T4" fmla="*/ 34 w 101"/>
                  <a:gd name="T5" fmla="*/ 0 h 207"/>
                  <a:gd name="T6" fmla="*/ 0 w 101"/>
                  <a:gd name="T7" fmla="*/ 33 h 207"/>
                  <a:gd name="T8" fmla="*/ 0 w 101"/>
                  <a:gd name="T9" fmla="*/ 207 h 207"/>
                  <a:gd name="T10" fmla="*/ 37 w 101"/>
                  <a:gd name="T11" fmla="*/ 207 h 207"/>
                  <a:gd name="T12" fmla="*/ 67 w 101"/>
                  <a:gd name="T13" fmla="*/ 207 h 207"/>
                  <a:gd name="T14" fmla="*/ 101 w 101"/>
                  <a:gd name="T15" fmla="*/ 207 h 207"/>
                  <a:gd name="T16" fmla="*/ 67 w 101"/>
                  <a:gd name="T17" fmla="*/ 174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1" h="207">
                    <a:moveTo>
                      <a:pt x="67" y="174"/>
                    </a:moveTo>
                    <a:cubicBezTo>
                      <a:pt x="67" y="33"/>
                      <a:pt x="67" y="33"/>
                      <a:pt x="67" y="33"/>
                    </a:cubicBezTo>
                    <a:cubicBezTo>
                      <a:pt x="67" y="15"/>
                      <a:pt x="52" y="0"/>
                      <a:pt x="34" y="0"/>
                    </a:cubicBezTo>
                    <a:cubicBezTo>
                      <a:pt x="15" y="0"/>
                      <a:pt x="0" y="15"/>
                      <a:pt x="0" y="33"/>
                    </a:cubicBezTo>
                    <a:cubicBezTo>
                      <a:pt x="0" y="207"/>
                      <a:pt x="0" y="207"/>
                      <a:pt x="0" y="207"/>
                    </a:cubicBezTo>
                    <a:cubicBezTo>
                      <a:pt x="37" y="207"/>
                      <a:pt x="37" y="207"/>
                      <a:pt x="37" y="207"/>
                    </a:cubicBezTo>
                    <a:cubicBezTo>
                      <a:pt x="67" y="207"/>
                      <a:pt x="67" y="207"/>
                      <a:pt x="67" y="207"/>
                    </a:cubicBezTo>
                    <a:cubicBezTo>
                      <a:pt x="101" y="207"/>
                      <a:pt x="101" y="207"/>
                      <a:pt x="101" y="207"/>
                    </a:cubicBezTo>
                    <a:cubicBezTo>
                      <a:pt x="82" y="207"/>
                      <a:pt x="67" y="192"/>
                      <a:pt x="67" y="17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9" name="Line 15"/>
              <p:cNvSpPr>
                <a:spLocks noChangeShapeType="1"/>
              </p:cNvSpPr>
              <p:nvPr/>
            </p:nvSpPr>
            <p:spPr bwMode="auto">
              <a:xfrm>
                <a:off x="2644775" y="1830388"/>
                <a:ext cx="379412" cy="0"/>
              </a:xfrm>
              <a:prstGeom prst="line">
                <a:avLst/>
              </a:prstGeom>
              <a:noFill/>
              <a:ln w="6350" cap="rnd">
                <a:solidFill>
                  <a:srgbClr val="EEEEE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20" name="Line 16"/>
              <p:cNvSpPr>
                <a:spLocks noChangeShapeType="1"/>
              </p:cNvSpPr>
              <p:nvPr/>
            </p:nvSpPr>
            <p:spPr bwMode="auto">
              <a:xfrm>
                <a:off x="2644775" y="1968500"/>
                <a:ext cx="379412" cy="0"/>
              </a:xfrm>
              <a:prstGeom prst="line">
                <a:avLst/>
              </a:prstGeom>
              <a:noFill/>
              <a:ln w="6350" cap="rnd">
                <a:solidFill>
                  <a:srgbClr val="EEEEE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21" name="Line 17"/>
              <p:cNvSpPr>
                <a:spLocks noChangeShapeType="1"/>
              </p:cNvSpPr>
              <p:nvPr/>
            </p:nvSpPr>
            <p:spPr bwMode="auto">
              <a:xfrm>
                <a:off x="2644775" y="2111375"/>
                <a:ext cx="379412" cy="0"/>
              </a:xfrm>
              <a:prstGeom prst="line">
                <a:avLst/>
              </a:prstGeom>
              <a:noFill/>
              <a:ln w="6350" cap="rnd">
                <a:solidFill>
                  <a:srgbClr val="EEEEEE"/>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22" name="Freeform 18"/>
              <p:cNvSpPr/>
              <p:nvPr/>
            </p:nvSpPr>
            <p:spPr bwMode="auto">
              <a:xfrm>
                <a:off x="2286000" y="1566863"/>
                <a:ext cx="719137" cy="1114425"/>
              </a:xfrm>
              <a:custGeom>
                <a:avLst/>
                <a:gdLst>
                  <a:gd name="T0" fmla="*/ 192 w 192"/>
                  <a:gd name="T1" fmla="*/ 0 h 297"/>
                  <a:gd name="T2" fmla="*/ 34 w 192"/>
                  <a:gd name="T3" fmla="*/ 0 h 297"/>
                  <a:gd name="T4" fmla="*/ 0 w 192"/>
                  <a:gd name="T5" fmla="*/ 33 h 297"/>
                  <a:gd name="T6" fmla="*/ 0 w 192"/>
                  <a:gd name="T7" fmla="*/ 297 h 297"/>
                  <a:gd name="T8" fmla="*/ 158 w 192"/>
                  <a:gd name="T9" fmla="*/ 297 h 297"/>
                  <a:gd name="T10" fmla="*/ 158 w 192"/>
                  <a:gd name="T11" fmla="*/ 33 h 297"/>
                  <a:gd name="T12" fmla="*/ 192 w 192"/>
                  <a:gd name="T13" fmla="*/ 0 h 297"/>
                </a:gdLst>
                <a:ahLst/>
                <a:cxnLst>
                  <a:cxn ang="0">
                    <a:pos x="T0" y="T1"/>
                  </a:cxn>
                  <a:cxn ang="0">
                    <a:pos x="T2" y="T3"/>
                  </a:cxn>
                  <a:cxn ang="0">
                    <a:pos x="T4" y="T5"/>
                  </a:cxn>
                  <a:cxn ang="0">
                    <a:pos x="T6" y="T7"/>
                  </a:cxn>
                  <a:cxn ang="0">
                    <a:pos x="T8" y="T9"/>
                  </a:cxn>
                  <a:cxn ang="0">
                    <a:pos x="T10" y="T11"/>
                  </a:cxn>
                  <a:cxn ang="0">
                    <a:pos x="T12" y="T13"/>
                  </a:cxn>
                </a:cxnLst>
                <a:rect l="0" t="0" r="r" b="b"/>
                <a:pathLst>
                  <a:path w="192" h="297">
                    <a:moveTo>
                      <a:pt x="192" y="0"/>
                    </a:moveTo>
                    <a:cubicBezTo>
                      <a:pt x="34" y="0"/>
                      <a:pt x="34" y="0"/>
                      <a:pt x="34" y="0"/>
                    </a:cubicBezTo>
                    <a:cubicBezTo>
                      <a:pt x="15" y="0"/>
                      <a:pt x="0" y="15"/>
                      <a:pt x="0" y="33"/>
                    </a:cubicBezTo>
                    <a:cubicBezTo>
                      <a:pt x="0" y="297"/>
                      <a:pt x="0" y="297"/>
                      <a:pt x="0" y="297"/>
                    </a:cubicBezTo>
                    <a:cubicBezTo>
                      <a:pt x="158" y="297"/>
                      <a:pt x="158" y="297"/>
                      <a:pt x="158" y="297"/>
                    </a:cubicBezTo>
                    <a:cubicBezTo>
                      <a:pt x="158" y="33"/>
                      <a:pt x="158" y="33"/>
                      <a:pt x="158" y="33"/>
                    </a:cubicBezTo>
                    <a:cubicBezTo>
                      <a:pt x="158" y="15"/>
                      <a:pt x="173" y="0"/>
                      <a:pt x="192" y="0"/>
                    </a:cubicBezTo>
                    <a:close/>
                  </a:path>
                </a:pathLst>
              </a:custGeom>
              <a:solidFill>
                <a:srgbClr val="12B789"/>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23" name="Line 19"/>
              <p:cNvSpPr>
                <a:spLocks noChangeShapeType="1"/>
              </p:cNvSpPr>
              <p:nvPr/>
            </p:nvSpPr>
            <p:spPr bwMode="auto">
              <a:xfrm>
                <a:off x="2393950" y="2241550"/>
                <a:ext cx="379412" cy="0"/>
              </a:xfrm>
              <a:prstGeom prst="line">
                <a:avLst/>
              </a:prstGeom>
              <a:noFill/>
              <a:ln w="6350" cap="rnd">
                <a:solidFill>
                  <a:srgbClr val="FFFFFF"/>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24" name="Line 20"/>
              <p:cNvSpPr>
                <a:spLocks noChangeShapeType="1"/>
              </p:cNvSpPr>
              <p:nvPr/>
            </p:nvSpPr>
            <p:spPr bwMode="auto">
              <a:xfrm>
                <a:off x="2393950" y="2384425"/>
                <a:ext cx="379412" cy="0"/>
              </a:xfrm>
              <a:prstGeom prst="line">
                <a:avLst/>
              </a:prstGeom>
              <a:noFill/>
              <a:ln w="6350" cap="rnd">
                <a:solidFill>
                  <a:srgbClr val="FFFFFF"/>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25" name="Line 21"/>
              <p:cNvSpPr>
                <a:spLocks noChangeShapeType="1"/>
              </p:cNvSpPr>
              <p:nvPr/>
            </p:nvSpPr>
            <p:spPr bwMode="auto">
              <a:xfrm>
                <a:off x="2393950" y="2106613"/>
                <a:ext cx="379412" cy="0"/>
              </a:xfrm>
              <a:prstGeom prst="line">
                <a:avLst/>
              </a:prstGeom>
              <a:noFill/>
              <a:ln w="6350" cap="rnd">
                <a:solidFill>
                  <a:srgbClr val="FFFFFF"/>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26" name="Line 22"/>
              <p:cNvSpPr>
                <a:spLocks noChangeShapeType="1"/>
              </p:cNvSpPr>
              <p:nvPr/>
            </p:nvSpPr>
            <p:spPr bwMode="auto">
              <a:xfrm>
                <a:off x="2393950" y="1968500"/>
                <a:ext cx="379412" cy="0"/>
              </a:xfrm>
              <a:prstGeom prst="line">
                <a:avLst/>
              </a:prstGeom>
              <a:noFill/>
              <a:ln w="6350" cap="rnd">
                <a:solidFill>
                  <a:srgbClr val="FFFFFF"/>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27" name="Line 23"/>
              <p:cNvSpPr>
                <a:spLocks noChangeShapeType="1"/>
              </p:cNvSpPr>
              <p:nvPr/>
            </p:nvSpPr>
            <p:spPr bwMode="auto">
              <a:xfrm>
                <a:off x="2393950" y="1833563"/>
                <a:ext cx="379412" cy="0"/>
              </a:xfrm>
              <a:prstGeom prst="line">
                <a:avLst/>
              </a:prstGeom>
              <a:noFill/>
              <a:ln w="6350" cap="rnd">
                <a:solidFill>
                  <a:srgbClr val="FFFFFF"/>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28" name="Line 24"/>
              <p:cNvSpPr>
                <a:spLocks noChangeShapeType="1"/>
              </p:cNvSpPr>
              <p:nvPr/>
            </p:nvSpPr>
            <p:spPr bwMode="auto">
              <a:xfrm>
                <a:off x="2393950" y="1695450"/>
                <a:ext cx="379412" cy="0"/>
              </a:xfrm>
              <a:prstGeom prst="line">
                <a:avLst/>
              </a:prstGeom>
              <a:noFill/>
              <a:ln w="6350" cap="rnd">
                <a:solidFill>
                  <a:srgbClr val="FFFFFF"/>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31" name="Line 27"/>
              <p:cNvSpPr>
                <a:spLocks noChangeShapeType="1"/>
              </p:cNvSpPr>
              <p:nvPr/>
            </p:nvSpPr>
            <p:spPr bwMode="auto">
              <a:xfrm>
                <a:off x="2393950" y="2522538"/>
                <a:ext cx="379412" cy="0"/>
              </a:xfrm>
              <a:prstGeom prst="line">
                <a:avLst/>
              </a:prstGeom>
              <a:noFill/>
              <a:ln w="6350" cap="rnd">
                <a:solidFill>
                  <a:srgbClr val="FFFFFF"/>
                </a:solidFill>
                <a:prstDash val="solid"/>
                <a:miter lim="800000"/>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grpSp>
        <p:grpSp>
          <p:nvGrpSpPr>
            <p:cNvPr id="1046" name="组合 1045"/>
            <p:cNvGrpSpPr/>
            <p:nvPr/>
          </p:nvGrpSpPr>
          <p:grpSpPr>
            <a:xfrm>
              <a:off x="3862388" y="2049413"/>
              <a:ext cx="561975" cy="473075"/>
              <a:chOff x="2027238" y="2425700"/>
              <a:chExt cx="561975" cy="473075"/>
            </a:xfrm>
          </p:grpSpPr>
          <p:sp>
            <p:nvSpPr>
              <p:cNvPr id="1034" name="Freeform 37"/>
              <p:cNvSpPr/>
              <p:nvPr/>
            </p:nvSpPr>
            <p:spPr bwMode="auto">
              <a:xfrm>
                <a:off x="2138363" y="2425700"/>
                <a:ext cx="338137" cy="228600"/>
              </a:xfrm>
              <a:custGeom>
                <a:avLst/>
                <a:gdLst>
                  <a:gd name="T0" fmla="*/ 90 w 90"/>
                  <a:gd name="T1" fmla="*/ 52 h 61"/>
                  <a:gd name="T2" fmla="*/ 81 w 90"/>
                  <a:gd name="T3" fmla="*/ 61 h 61"/>
                  <a:gd name="T4" fmla="*/ 9 w 90"/>
                  <a:gd name="T5" fmla="*/ 61 h 61"/>
                  <a:gd name="T6" fmla="*/ 0 w 90"/>
                  <a:gd name="T7" fmla="*/ 52 h 61"/>
                  <a:gd name="T8" fmla="*/ 0 w 90"/>
                  <a:gd name="T9" fmla="*/ 9 h 61"/>
                  <a:gd name="T10" fmla="*/ 9 w 90"/>
                  <a:gd name="T11" fmla="*/ 0 h 61"/>
                  <a:gd name="T12" fmla="*/ 81 w 90"/>
                  <a:gd name="T13" fmla="*/ 0 h 61"/>
                  <a:gd name="T14" fmla="*/ 90 w 90"/>
                  <a:gd name="T15" fmla="*/ 9 h 61"/>
                  <a:gd name="T16" fmla="*/ 90 w 90"/>
                  <a:gd name="T17" fmla="*/ 5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61">
                    <a:moveTo>
                      <a:pt x="90" y="52"/>
                    </a:moveTo>
                    <a:cubicBezTo>
                      <a:pt x="90" y="57"/>
                      <a:pt x="86" y="61"/>
                      <a:pt x="81" y="61"/>
                    </a:cubicBezTo>
                    <a:cubicBezTo>
                      <a:pt x="9" y="61"/>
                      <a:pt x="9" y="61"/>
                      <a:pt x="9" y="61"/>
                    </a:cubicBezTo>
                    <a:cubicBezTo>
                      <a:pt x="4" y="61"/>
                      <a:pt x="0" y="57"/>
                      <a:pt x="0" y="52"/>
                    </a:cubicBezTo>
                    <a:cubicBezTo>
                      <a:pt x="0" y="9"/>
                      <a:pt x="0" y="9"/>
                      <a:pt x="0" y="9"/>
                    </a:cubicBezTo>
                    <a:cubicBezTo>
                      <a:pt x="0" y="4"/>
                      <a:pt x="4" y="0"/>
                      <a:pt x="9" y="0"/>
                    </a:cubicBezTo>
                    <a:cubicBezTo>
                      <a:pt x="81" y="0"/>
                      <a:pt x="81" y="0"/>
                      <a:pt x="81" y="0"/>
                    </a:cubicBezTo>
                    <a:cubicBezTo>
                      <a:pt x="86" y="0"/>
                      <a:pt x="90" y="4"/>
                      <a:pt x="90" y="9"/>
                    </a:cubicBezTo>
                    <a:lnTo>
                      <a:pt x="90" y="52"/>
                    </a:lnTo>
                    <a:close/>
                  </a:path>
                </a:pathLst>
              </a:custGeom>
              <a:solidFill>
                <a:srgbClr val="8F65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35" name="Freeform 38"/>
              <p:cNvSpPr/>
              <p:nvPr/>
            </p:nvSpPr>
            <p:spPr bwMode="auto">
              <a:xfrm>
                <a:off x="2101850" y="2511425"/>
                <a:ext cx="412750" cy="57150"/>
              </a:xfrm>
              <a:custGeom>
                <a:avLst/>
                <a:gdLst>
                  <a:gd name="T0" fmla="*/ 110 w 110"/>
                  <a:gd name="T1" fmla="*/ 7 h 15"/>
                  <a:gd name="T2" fmla="*/ 103 w 110"/>
                  <a:gd name="T3" fmla="*/ 15 h 15"/>
                  <a:gd name="T4" fmla="*/ 7 w 110"/>
                  <a:gd name="T5" fmla="*/ 15 h 15"/>
                  <a:gd name="T6" fmla="*/ 0 w 110"/>
                  <a:gd name="T7" fmla="*/ 7 h 15"/>
                  <a:gd name="T8" fmla="*/ 0 w 110"/>
                  <a:gd name="T9" fmla="*/ 7 h 15"/>
                  <a:gd name="T10" fmla="*/ 7 w 110"/>
                  <a:gd name="T11" fmla="*/ 0 h 15"/>
                  <a:gd name="T12" fmla="*/ 103 w 110"/>
                  <a:gd name="T13" fmla="*/ 0 h 15"/>
                  <a:gd name="T14" fmla="*/ 110 w 110"/>
                  <a:gd name="T15" fmla="*/ 7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15">
                    <a:moveTo>
                      <a:pt x="110" y="7"/>
                    </a:moveTo>
                    <a:cubicBezTo>
                      <a:pt x="110" y="11"/>
                      <a:pt x="107" y="15"/>
                      <a:pt x="103" y="15"/>
                    </a:cubicBezTo>
                    <a:cubicBezTo>
                      <a:pt x="7" y="15"/>
                      <a:pt x="7" y="15"/>
                      <a:pt x="7" y="15"/>
                    </a:cubicBezTo>
                    <a:cubicBezTo>
                      <a:pt x="3" y="15"/>
                      <a:pt x="0" y="11"/>
                      <a:pt x="0" y="7"/>
                    </a:cubicBezTo>
                    <a:cubicBezTo>
                      <a:pt x="0" y="7"/>
                      <a:pt x="0" y="7"/>
                      <a:pt x="0" y="7"/>
                    </a:cubicBezTo>
                    <a:cubicBezTo>
                      <a:pt x="0" y="3"/>
                      <a:pt x="3" y="0"/>
                      <a:pt x="7" y="0"/>
                    </a:cubicBezTo>
                    <a:cubicBezTo>
                      <a:pt x="103" y="0"/>
                      <a:pt x="103" y="0"/>
                      <a:pt x="103" y="0"/>
                    </a:cubicBezTo>
                    <a:cubicBezTo>
                      <a:pt x="107" y="0"/>
                      <a:pt x="110" y="3"/>
                      <a:pt x="110" y="7"/>
                    </a:cubicBezTo>
                    <a:close/>
                  </a:path>
                </a:pathLst>
              </a:custGeom>
              <a:solidFill>
                <a:srgbClr val="FFBC6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36" name="Freeform 39"/>
              <p:cNvSpPr/>
              <p:nvPr/>
            </p:nvSpPr>
            <p:spPr bwMode="auto">
              <a:xfrm>
                <a:off x="2027238" y="2613025"/>
                <a:ext cx="561975" cy="269875"/>
              </a:xfrm>
              <a:custGeom>
                <a:avLst/>
                <a:gdLst>
                  <a:gd name="T0" fmla="*/ 150 w 150"/>
                  <a:gd name="T1" fmla="*/ 63 h 72"/>
                  <a:gd name="T2" fmla="*/ 141 w 150"/>
                  <a:gd name="T3" fmla="*/ 72 h 72"/>
                  <a:gd name="T4" fmla="*/ 9 w 150"/>
                  <a:gd name="T5" fmla="*/ 72 h 72"/>
                  <a:gd name="T6" fmla="*/ 0 w 150"/>
                  <a:gd name="T7" fmla="*/ 63 h 72"/>
                  <a:gd name="T8" fmla="*/ 0 w 150"/>
                  <a:gd name="T9" fmla="*/ 9 h 72"/>
                  <a:gd name="T10" fmla="*/ 9 w 150"/>
                  <a:gd name="T11" fmla="*/ 0 h 72"/>
                  <a:gd name="T12" fmla="*/ 141 w 150"/>
                  <a:gd name="T13" fmla="*/ 0 h 72"/>
                  <a:gd name="T14" fmla="*/ 150 w 150"/>
                  <a:gd name="T15" fmla="*/ 9 h 72"/>
                  <a:gd name="T16" fmla="*/ 150 w 150"/>
                  <a:gd name="T17" fmla="*/ 63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72">
                    <a:moveTo>
                      <a:pt x="150" y="63"/>
                    </a:moveTo>
                    <a:cubicBezTo>
                      <a:pt x="150" y="68"/>
                      <a:pt x="146" y="72"/>
                      <a:pt x="141" y="72"/>
                    </a:cubicBezTo>
                    <a:cubicBezTo>
                      <a:pt x="9" y="72"/>
                      <a:pt x="9" y="72"/>
                      <a:pt x="9" y="72"/>
                    </a:cubicBezTo>
                    <a:cubicBezTo>
                      <a:pt x="4" y="72"/>
                      <a:pt x="0" y="68"/>
                      <a:pt x="0" y="63"/>
                    </a:cubicBezTo>
                    <a:cubicBezTo>
                      <a:pt x="0" y="9"/>
                      <a:pt x="0" y="9"/>
                      <a:pt x="0" y="9"/>
                    </a:cubicBezTo>
                    <a:cubicBezTo>
                      <a:pt x="0" y="4"/>
                      <a:pt x="4" y="0"/>
                      <a:pt x="9" y="0"/>
                    </a:cubicBezTo>
                    <a:cubicBezTo>
                      <a:pt x="141" y="0"/>
                      <a:pt x="141" y="0"/>
                      <a:pt x="141" y="0"/>
                    </a:cubicBezTo>
                    <a:cubicBezTo>
                      <a:pt x="146" y="0"/>
                      <a:pt x="150" y="4"/>
                      <a:pt x="150" y="9"/>
                    </a:cubicBezTo>
                    <a:lnTo>
                      <a:pt x="150" y="63"/>
                    </a:lnTo>
                    <a:close/>
                  </a:path>
                </a:pathLst>
              </a:custGeom>
              <a:solidFill>
                <a:srgbClr val="8F65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37" name="Freeform 40"/>
              <p:cNvSpPr/>
              <p:nvPr/>
            </p:nvSpPr>
            <p:spPr bwMode="auto">
              <a:xfrm>
                <a:off x="2085975" y="2654300"/>
                <a:ext cx="60325" cy="198438"/>
              </a:xfrm>
              <a:custGeom>
                <a:avLst/>
                <a:gdLst>
                  <a:gd name="T0" fmla="*/ 16 w 16"/>
                  <a:gd name="T1" fmla="*/ 45 h 53"/>
                  <a:gd name="T2" fmla="*/ 8 w 16"/>
                  <a:gd name="T3" fmla="*/ 53 h 53"/>
                  <a:gd name="T4" fmla="*/ 8 w 16"/>
                  <a:gd name="T5" fmla="*/ 53 h 53"/>
                  <a:gd name="T6" fmla="*/ 0 w 16"/>
                  <a:gd name="T7" fmla="*/ 45 h 53"/>
                  <a:gd name="T8" fmla="*/ 0 w 16"/>
                  <a:gd name="T9" fmla="*/ 8 h 53"/>
                  <a:gd name="T10" fmla="*/ 8 w 16"/>
                  <a:gd name="T11" fmla="*/ 0 h 53"/>
                  <a:gd name="T12" fmla="*/ 8 w 16"/>
                  <a:gd name="T13" fmla="*/ 0 h 53"/>
                  <a:gd name="T14" fmla="*/ 16 w 16"/>
                  <a:gd name="T15" fmla="*/ 8 h 53"/>
                  <a:gd name="T16" fmla="*/ 16 w 16"/>
                  <a:gd name="T17" fmla="*/ 4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53">
                    <a:moveTo>
                      <a:pt x="16" y="45"/>
                    </a:moveTo>
                    <a:cubicBezTo>
                      <a:pt x="16" y="49"/>
                      <a:pt x="12" y="53"/>
                      <a:pt x="8" y="53"/>
                    </a:cubicBezTo>
                    <a:cubicBezTo>
                      <a:pt x="8" y="53"/>
                      <a:pt x="8" y="53"/>
                      <a:pt x="8" y="53"/>
                    </a:cubicBezTo>
                    <a:cubicBezTo>
                      <a:pt x="4" y="53"/>
                      <a:pt x="0" y="49"/>
                      <a:pt x="0" y="45"/>
                    </a:cubicBezTo>
                    <a:cubicBezTo>
                      <a:pt x="0" y="8"/>
                      <a:pt x="0" y="8"/>
                      <a:pt x="0" y="8"/>
                    </a:cubicBezTo>
                    <a:cubicBezTo>
                      <a:pt x="0" y="4"/>
                      <a:pt x="4" y="0"/>
                      <a:pt x="8" y="0"/>
                    </a:cubicBezTo>
                    <a:cubicBezTo>
                      <a:pt x="8" y="0"/>
                      <a:pt x="8" y="0"/>
                      <a:pt x="8" y="0"/>
                    </a:cubicBezTo>
                    <a:cubicBezTo>
                      <a:pt x="12" y="0"/>
                      <a:pt x="16" y="4"/>
                      <a:pt x="16" y="8"/>
                    </a:cubicBezTo>
                    <a:lnTo>
                      <a:pt x="16" y="45"/>
                    </a:lnTo>
                    <a:close/>
                  </a:path>
                </a:pathLst>
              </a:custGeom>
              <a:solidFill>
                <a:srgbClr val="77563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38" name="Freeform 41"/>
              <p:cNvSpPr/>
              <p:nvPr/>
            </p:nvSpPr>
            <p:spPr bwMode="auto">
              <a:xfrm>
                <a:off x="2214563" y="2654300"/>
                <a:ext cx="60325" cy="198438"/>
              </a:xfrm>
              <a:custGeom>
                <a:avLst/>
                <a:gdLst>
                  <a:gd name="T0" fmla="*/ 16 w 16"/>
                  <a:gd name="T1" fmla="*/ 45 h 53"/>
                  <a:gd name="T2" fmla="*/ 8 w 16"/>
                  <a:gd name="T3" fmla="*/ 53 h 53"/>
                  <a:gd name="T4" fmla="*/ 8 w 16"/>
                  <a:gd name="T5" fmla="*/ 53 h 53"/>
                  <a:gd name="T6" fmla="*/ 0 w 16"/>
                  <a:gd name="T7" fmla="*/ 45 h 53"/>
                  <a:gd name="T8" fmla="*/ 0 w 16"/>
                  <a:gd name="T9" fmla="*/ 8 h 53"/>
                  <a:gd name="T10" fmla="*/ 8 w 16"/>
                  <a:gd name="T11" fmla="*/ 0 h 53"/>
                  <a:gd name="T12" fmla="*/ 8 w 16"/>
                  <a:gd name="T13" fmla="*/ 0 h 53"/>
                  <a:gd name="T14" fmla="*/ 16 w 16"/>
                  <a:gd name="T15" fmla="*/ 8 h 53"/>
                  <a:gd name="T16" fmla="*/ 16 w 16"/>
                  <a:gd name="T17" fmla="*/ 4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53">
                    <a:moveTo>
                      <a:pt x="16" y="45"/>
                    </a:moveTo>
                    <a:cubicBezTo>
                      <a:pt x="16" y="49"/>
                      <a:pt x="12" y="53"/>
                      <a:pt x="8" y="53"/>
                    </a:cubicBezTo>
                    <a:cubicBezTo>
                      <a:pt x="8" y="53"/>
                      <a:pt x="8" y="53"/>
                      <a:pt x="8" y="53"/>
                    </a:cubicBezTo>
                    <a:cubicBezTo>
                      <a:pt x="4" y="53"/>
                      <a:pt x="0" y="49"/>
                      <a:pt x="0" y="45"/>
                    </a:cubicBezTo>
                    <a:cubicBezTo>
                      <a:pt x="0" y="8"/>
                      <a:pt x="0" y="8"/>
                      <a:pt x="0" y="8"/>
                    </a:cubicBezTo>
                    <a:cubicBezTo>
                      <a:pt x="0" y="4"/>
                      <a:pt x="4" y="0"/>
                      <a:pt x="8" y="0"/>
                    </a:cubicBezTo>
                    <a:cubicBezTo>
                      <a:pt x="8" y="0"/>
                      <a:pt x="8" y="0"/>
                      <a:pt x="8" y="0"/>
                    </a:cubicBezTo>
                    <a:cubicBezTo>
                      <a:pt x="12" y="0"/>
                      <a:pt x="16" y="4"/>
                      <a:pt x="16" y="8"/>
                    </a:cubicBezTo>
                    <a:lnTo>
                      <a:pt x="16" y="45"/>
                    </a:lnTo>
                    <a:close/>
                  </a:path>
                </a:pathLst>
              </a:custGeom>
              <a:solidFill>
                <a:srgbClr val="77563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39" name="Freeform 42"/>
              <p:cNvSpPr/>
              <p:nvPr/>
            </p:nvSpPr>
            <p:spPr bwMode="auto">
              <a:xfrm>
                <a:off x="2341563" y="2654300"/>
                <a:ext cx="60325" cy="198438"/>
              </a:xfrm>
              <a:custGeom>
                <a:avLst/>
                <a:gdLst>
                  <a:gd name="T0" fmla="*/ 16 w 16"/>
                  <a:gd name="T1" fmla="*/ 45 h 53"/>
                  <a:gd name="T2" fmla="*/ 8 w 16"/>
                  <a:gd name="T3" fmla="*/ 53 h 53"/>
                  <a:gd name="T4" fmla="*/ 8 w 16"/>
                  <a:gd name="T5" fmla="*/ 53 h 53"/>
                  <a:gd name="T6" fmla="*/ 0 w 16"/>
                  <a:gd name="T7" fmla="*/ 45 h 53"/>
                  <a:gd name="T8" fmla="*/ 0 w 16"/>
                  <a:gd name="T9" fmla="*/ 8 h 53"/>
                  <a:gd name="T10" fmla="*/ 8 w 16"/>
                  <a:gd name="T11" fmla="*/ 0 h 53"/>
                  <a:gd name="T12" fmla="*/ 8 w 16"/>
                  <a:gd name="T13" fmla="*/ 0 h 53"/>
                  <a:gd name="T14" fmla="*/ 16 w 16"/>
                  <a:gd name="T15" fmla="*/ 8 h 53"/>
                  <a:gd name="T16" fmla="*/ 16 w 16"/>
                  <a:gd name="T17" fmla="*/ 4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53">
                    <a:moveTo>
                      <a:pt x="16" y="45"/>
                    </a:moveTo>
                    <a:cubicBezTo>
                      <a:pt x="16" y="49"/>
                      <a:pt x="12" y="53"/>
                      <a:pt x="8" y="53"/>
                    </a:cubicBezTo>
                    <a:cubicBezTo>
                      <a:pt x="8" y="53"/>
                      <a:pt x="8" y="53"/>
                      <a:pt x="8" y="53"/>
                    </a:cubicBezTo>
                    <a:cubicBezTo>
                      <a:pt x="4" y="53"/>
                      <a:pt x="0" y="49"/>
                      <a:pt x="0" y="45"/>
                    </a:cubicBezTo>
                    <a:cubicBezTo>
                      <a:pt x="0" y="8"/>
                      <a:pt x="0" y="8"/>
                      <a:pt x="0" y="8"/>
                    </a:cubicBezTo>
                    <a:cubicBezTo>
                      <a:pt x="0" y="4"/>
                      <a:pt x="4" y="0"/>
                      <a:pt x="8" y="0"/>
                    </a:cubicBezTo>
                    <a:cubicBezTo>
                      <a:pt x="8" y="0"/>
                      <a:pt x="8" y="0"/>
                      <a:pt x="8" y="0"/>
                    </a:cubicBezTo>
                    <a:cubicBezTo>
                      <a:pt x="12" y="0"/>
                      <a:pt x="16" y="4"/>
                      <a:pt x="16" y="8"/>
                    </a:cubicBezTo>
                    <a:lnTo>
                      <a:pt x="16" y="45"/>
                    </a:lnTo>
                    <a:close/>
                  </a:path>
                </a:pathLst>
              </a:custGeom>
              <a:solidFill>
                <a:srgbClr val="77563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40" name="Freeform 43"/>
              <p:cNvSpPr/>
              <p:nvPr/>
            </p:nvSpPr>
            <p:spPr bwMode="auto">
              <a:xfrm>
                <a:off x="2468563" y="2654300"/>
                <a:ext cx="60325" cy="198438"/>
              </a:xfrm>
              <a:custGeom>
                <a:avLst/>
                <a:gdLst>
                  <a:gd name="T0" fmla="*/ 16 w 16"/>
                  <a:gd name="T1" fmla="*/ 45 h 53"/>
                  <a:gd name="T2" fmla="*/ 8 w 16"/>
                  <a:gd name="T3" fmla="*/ 53 h 53"/>
                  <a:gd name="T4" fmla="*/ 8 w 16"/>
                  <a:gd name="T5" fmla="*/ 53 h 53"/>
                  <a:gd name="T6" fmla="*/ 0 w 16"/>
                  <a:gd name="T7" fmla="*/ 45 h 53"/>
                  <a:gd name="T8" fmla="*/ 0 w 16"/>
                  <a:gd name="T9" fmla="*/ 8 h 53"/>
                  <a:gd name="T10" fmla="*/ 8 w 16"/>
                  <a:gd name="T11" fmla="*/ 0 h 53"/>
                  <a:gd name="T12" fmla="*/ 8 w 16"/>
                  <a:gd name="T13" fmla="*/ 0 h 53"/>
                  <a:gd name="T14" fmla="*/ 16 w 16"/>
                  <a:gd name="T15" fmla="*/ 8 h 53"/>
                  <a:gd name="T16" fmla="*/ 16 w 16"/>
                  <a:gd name="T17" fmla="*/ 45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53">
                    <a:moveTo>
                      <a:pt x="16" y="45"/>
                    </a:moveTo>
                    <a:cubicBezTo>
                      <a:pt x="16" y="49"/>
                      <a:pt x="12" y="53"/>
                      <a:pt x="8" y="53"/>
                    </a:cubicBezTo>
                    <a:cubicBezTo>
                      <a:pt x="8" y="53"/>
                      <a:pt x="8" y="53"/>
                      <a:pt x="8" y="53"/>
                    </a:cubicBezTo>
                    <a:cubicBezTo>
                      <a:pt x="4" y="53"/>
                      <a:pt x="0" y="49"/>
                      <a:pt x="0" y="45"/>
                    </a:cubicBezTo>
                    <a:cubicBezTo>
                      <a:pt x="0" y="8"/>
                      <a:pt x="0" y="8"/>
                      <a:pt x="0" y="8"/>
                    </a:cubicBezTo>
                    <a:cubicBezTo>
                      <a:pt x="0" y="4"/>
                      <a:pt x="4" y="0"/>
                      <a:pt x="8" y="0"/>
                    </a:cubicBezTo>
                    <a:cubicBezTo>
                      <a:pt x="8" y="0"/>
                      <a:pt x="8" y="0"/>
                      <a:pt x="8" y="0"/>
                    </a:cubicBezTo>
                    <a:cubicBezTo>
                      <a:pt x="12" y="0"/>
                      <a:pt x="16" y="4"/>
                      <a:pt x="16" y="8"/>
                    </a:cubicBezTo>
                    <a:lnTo>
                      <a:pt x="16" y="45"/>
                    </a:lnTo>
                    <a:close/>
                  </a:path>
                </a:pathLst>
              </a:custGeom>
              <a:solidFill>
                <a:srgbClr val="77563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41" name="Freeform 44"/>
              <p:cNvSpPr/>
              <p:nvPr/>
            </p:nvSpPr>
            <p:spPr bwMode="auto">
              <a:xfrm>
                <a:off x="2074863" y="2882900"/>
                <a:ext cx="473075" cy="15875"/>
              </a:xfrm>
              <a:custGeom>
                <a:avLst/>
                <a:gdLst>
                  <a:gd name="T0" fmla="*/ 126 w 126"/>
                  <a:gd name="T1" fmla="*/ 2 h 4"/>
                  <a:gd name="T2" fmla="*/ 124 w 126"/>
                  <a:gd name="T3" fmla="*/ 4 h 4"/>
                  <a:gd name="T4" fmla="*/ 2 w 126"/>
                  <a:gd name="T5" fmla="*/ 4 h 4"/>
                  <a:gd name="T6" fmla="*/ 0 w 126"/>
                  <a:gd name="T7" fmla="*/ 2 h 4"/>
                  <a:gd name="T8" fmla="*/ 0 w 126"/>
                  <a:gd name="T9" fmla="*/ 2 h 4"/>
                  <a:gd name="T10" fmla="*/ 2 w 126"/>
                  <a:gd name="T11" fmla="*/ 0 h 4"/>
                  <a:gd name="T12" fmla="*/ 124 w 126"/>
                  <a:gd name="T13" fmla="*/ 0 h 4"/>
                  <a:gd name="T14" fmla="*/ 126 w 126"/>
                  <a:gd name="T15" fmla="*/ 2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6" h="4">
                    <a:moveTo>
                      <a:pt x="126" y="2"/>
                    </a:moveTo>
                    <a:cubicBezTo>
                      <a:pt x="126" y="3"/>
                      <a:pt x="125" y="4"/>
                      <a:pt x="124" y="4"/>
                    </a:cubicBezTo>
                    <a:cubicBezTo>
                      <a:pt x="2" y="4"/>
                      <a:pt x="2" y="4"/>
                      <a:pt x="2" y="4"/>
                    </a:cubicBezTo>
                    <a:cubicBezTo>
                      <a:pt x="1" y="4"/>
                      <a:pt x="0" y="3"/>
                      <a:pt x="0" y="2"/>
                    </a:cubicBezTo>
                    <a:cubicBezTo>
                      <a:pt x="0" y="2"/>
                      <a:pt x="0" y="2"/>
                      <a:pt x="0" y="2"/>
                    </a:cubicBezTo>
                    <a:cubicBezTo>
                      <a:pt x="0" y="1"/>
                      <a:pt x="1" y="0"/>
                      <a:pt x="2" y="0"/>
                    </a:cubicBezTo>
                    <a:cubicBezTo>
                      <a:pt x="124" y="0"/>
                      <a:pt x="124" y="0"/>
                      <a:pt x="124" y="0"/>
                    </a:cubicBezTo>
                    <a:cubicBezTo>
                      <a:pt x="125" y="0"/>
                      <a:pt x="126" y="1"/>
                      <a:pt x="126" y="2"/>
                    </a:cubicBezTo>
                    <a:close/>
                  </a:path>
                </a:pathLst>
              </a:custGeom>
              <a:solidFill>
                <a:srgbClr val="502E1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42" name="Rectangle 45"/>
              <p:cNvSpPr>
                <a:spLocks noChangeArrowheads="1"/>
              </p:cNvSpPr>
              <p:nvPr/>
            </p:nvSpPr>
            <p:spPr bwMode="auto">
              <a:xfrm>
                <a:off x="2138363" y="2568575"/>
                <a:ext cx="338137" cy="44450"/>
              </a:xfrm>
              <a:prstGeom prst="rect">
                <a:avLst/>
              </a:prstGeom>
              <a:solidFill>
                <a:srgbClr val="77563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p>
            </p:txBody>
          </p:sp>
        </p:grpSp>
      </p:grpSp>
      <p:sp>
        <p:nvSpPr>
          <p:cNvPr id="1053" name="矩形 1052"/>
          <p:cNvSpPr/>
          <p:nvPr/>
        </p:nvSpPr>
        <p:spPr>
          <a:xfrm>
            <a:off x="0" y="6761989"/>
            <a:ext cx="12192000" cy="96011"/>
          </a:xfrm>
          <a:prstGeom prst="rect">
            <a:avLst/>
          </a:prstGeom>
          <a:solidFill>
            <a:srgbClr val="FF91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5" name="圆角矩形 64"/>
          <p:cNvSpPr/>
          <p:nvPr/>
        </p:nvSpPr>
        <p:spPr>
          <a:xfrm>
            <a:off x="2351584" y="4587481"/>
            <a:ext cx="7488832" cy="270080"/>
          </a:xfrm>
          <a:prstGeom prst="roundRect">
            <a:avLst>
              <a:gd name="adj" fmla="val 0"/>
            </a:avLst>
          </a:prstGeom>
          <a:noFill/>
          <a:ln w="6350" cap="flat" cmpd="sng" algn="ctr">
            <a:noFill/>
            <a:prstDash val="solid"/>
          </a:ln>
          <a:effectLst/>
        </p:spPr>
        <p:txBody>
          <a:bodyPr rtlCol="0" anchor="ctr"/>
          <a:lstStyle/>
          <a:p>
            <a:pPr algn="dist" defTabSz="1219170">
              <a:defRPr/>
            </a:pPr>
            <a:r>
              <a:rPr lang="en-US" altLang="zh-CN" sz="1600" kern="0" dirty="0">
                <a:solidFill>
                  <a:schemeClr val="bg1">
                    <a:lumMod val="50000"/>
                  </a:schemeClr>
                </a:solidFill>
                <a:latin typeface="宋体" pitchFamily="2" charset="-122"/>
                <a:ea typeface="宋体" pitchFamily="2" charset="-122"/>
              </a:rPr>
              <a:t>THANK YOU FOR </a:t>
            </a:r>
            <a:r>
              <a:rPr lang="en-US" altLang="zh-CN" sz="1600" kern="0" dirty="0" smtClean="0">
                <a:solidFill>
                  <a:schemeClr val="bg1">
                    <a:lumMod val="50000"/>
                  </a:schemeClr>
                </a:solidFill>
                <a:latin typeface="宋体" pitchFamily="2" charset="-122"/>
                <a:ea typeface="宋体" pitchFamily="2" charset="-122"/>
              </a:rPr>
              <a:t>LISTENING</a:t>
            </a:r>
            <a:endParaRPr lang="zh-CN" altLang="en-US" sz="1600" kern="0" dirty="0">
              <a:solidFill>
                <a:schemeClr val="bg1">
                  <a:lumMod val="50000"/>
                </a:schemeClr>
              </a:solidFill>
              <a:latin typeface="宋体" pitchFamily="2" charset="-122"/>
              <a:ea typeface="宋体" pitchFamily="2" charset="-122"/>
            </a:endParaRPr>
          </a:p>
        </p:txBody>
      </p:sp>
      <p:cxnSp>
        <p:nvCxnSpPr>
          <p:cNvPr id="66" name="直接连接符 65"/>
          <p:cNvCxnSpPr/>
          <p:nvPr/>
        </p:nvCxnSpPr>
        <p:spPr>
          <a:xfrm>
            <a:off x="2351584" y="4535805"/>
            <a:ext cx="7488832" cy="0"/>
          </a:xfrm>
          <a:prstGeom prst="line">
            <a:avLst/>
          </a:prstGeom>
          <a:noFill/>
          <a:ln w="6350" cap="flat" cmpd="sng" algn="ctr">
            <a:solidFill>
              <a:schemeClr val="bg1">
                <a:lumMod val="50000"/>
              </a:schemeClr>
            </a:solidFill>
            <a:prstDash val="solid"/>
          </a:ln>
          <a:effectLst/>
        </p:spPr>
      </p:cxnSp>
      <p:sp>
        <p:nvSpPr>
          <p:cNvPr id="2" name="投影片編號版面配置區 1"/>
          <p:cNvSpPr>
            <a:spLocks noGrp="1"/>
          </p:cNvSpPr>
          <p:nvPr>
            <p:ph type="sldNum" sz="quarter" idx="12"/>
          </p:nvPr>
        </p:nvSpPr>
        <p:spPr/>
        <p:txBody>
          <a:bodyPr/>
          <a:lstStyle/>
          <a:p>
            <a:fld id="{4E671041-9707-48A9-BA34-E92ACC587AFF}" type="slidenum">
              <a:rPr lang="zh-CN" altLang="en-US" smtClean="0"/>
              <a:t>40</a:t>
            </a:fld>
            <a:endParaRPr lang="zh-CN" altLang="en-US" dirty="0"/>
          </a:p>
        </p:txBody>
      </p:sp>
      <p:pic>
        <p:nvPicPr>
          <p:cNvPr id="3" name="Audio 2">
            <a:hlinkClick r:id="" action="ppaction://media"/>
          </p:cNvPr>
          <p:cNvPicPr>
            <a:picLocks noChangeAspect="1"/>
          </p:cNvPicPr>
          <p:nvPr>
            <a:audioFile r:link="rId1"/>
            <p:extLst>
              <p:ext uri="{DAA4B4D4-6D71-4841-9C94-3DE7FCFB9230}">
                <p14:media xmlns:p14="http://schemas.microsoft.com/office/powerpoint/2010/main" r:embed="rId2">
                  <p14:trim st="1340"/>
                </p14:media>
              </p:ext>
            </p:extLst>
          </p:nvPr>
        </p:nvPicPr>
        <p:blipFill>
          <a:blip r:embed="rId5"/>
          <a:stretch>
            <a:fillRect/>
          </a:stretch>
        </p:blipFill>
        <p:spPr>
          <a:xfrm>
            <a:off x="11366500" y="603250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520"/>
    </mc:Choice>
    <mc:Fallback xmlns="">
      <p:transition spd="slow" advTm="5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3"/>
</p:tagLst>
</file>

<file path=ppt/tags/tag2.xml><?xml version="1.0" encoding="utf-8"?>
<p:tagLst xmlns:a="http://schemas.openxmlformats.org/drawingml/2006/main" xmlns:r="http://schemas.openxmlformats.org/officeDocument/2006/relationships" xmlns:p="http://schemas.openxmlformats.org/presentationml/2006/main">
  <p:tag name="TIMING" val="|2.6"/>
</p:tagLst>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10351</TotalTime>
  <Words>7100</Words>
  <Application>Microsoft Office PowerPoint</Application>
  <PresentationFormat>Widescreen</PresentationFormat>
  <Paragraphs>4892</Paragraphs>
  <Slides>40</Slides>
  <Notes>40</Notes>
  <HiddenSlides>0</HiddenSlides>
  <MMClips>40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宋体</vt:lpstr>
      <vt:lpstr>Arial</vt:lpstr>
      <vt:lpstr>Calibri</vt:lpstr>
      <vt:lpstr>Calibri Light</vt:lpstr>
      <vt:lpstr>等线</vt:lpstr>
      <vt:lpstr>新細明體</vt:lpstr>
      <vt:lpstr>Wingdings</vt:lpstr>
      <vt:lpstr>Office 佈景主題</vt:lpstr>
      <vt:lpstr>CNN Testing</vt:lpstr>
      <vt:lpstr>Outline</vt:lpstr>
      <vt:lpstr>Outline</vt:lpstr>
      <vt:lpstr>Example</vt:lpstr>
      <vt:lpstr>Outline</vt:lpstr>
      <vt:lpstr>Convolution Layer</vt:lpstr>
      <vt:lpstr>Convolution Layer</vt:lpstr>
      <vt:lpstr>Convolution Layer</vt:lpstr>
      <vt:lpstr>Convolution Layer</vt:lpstr>
      <vt:lpstr>Convolution Layer</vt:lpstr>
      <vt:lpstr>Convolution Layer</vt:lpstr>
      <vt:lpstr>Convolution Layer</vt:lpstr>
      <vt:lpstr>Padding</vt:lpstr>
      <vt:lpstr>PowerPoint Presentation</vt:lpstr>
      <vt:lpstr>ReLu</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Outline</vt:lpstr>
      <vt:lpstr>Fully Connected Layer</vt:lpstr>
      <vt:lpstr>Fully Connected Layer</vt:lpstr>
      <vt:lpstr>Outline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Mike</dc:creator>
  <cp:lastModifiedBy>anindita</cp:lastModifiedBy>
  <cp:revision>167</cp:revision>
  <dcterms:created xsi:type="dcterms:W3CDTF">2020-02-17T08:32:34Z</dcterms:created>
  <dcterms:modified xsi:type="dcterms:W3CDTF">2022-02-09T14:22:23Z</dcterms:modified>
</cp:coreProperties>
</file>